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4235" r:id="rId5"/>
  </p:sldMasterIdLst>
  <p:notesMasterIdLst>
    <p:notesMasterId r:id="rId36"/>
  </p:notesMasterIdLst>
  <p:handoutMasterIdLst>
    <p:handoutMasterId r:id="rId37"/>
  </p:handoutMasterIdLst>
  <p:sldIdLst>
    <p:sldId id="256" r:id="rId6"/>
    <p:sldId id="258" r:id="rId7"/>
    <p:sldId id="261" r:id="rId8"/>
    <p:sldId id="257" r:id="rId9"/>
    <p:sldId id="262" r:id="rId10"/>
    <p:sldId id="263" r:id="rId11"/>
    <p:sldId id="274" r:id="rId12"/>
    <p:sldId id="264" r:id="rId13"/>
    <p:sldId id="275" r:id="rId14"/>
    <p:sldId id="276" r:id="rId15"/>
    <p:sldId id="277" r:id="rId16"/>
    <p:sldId id="278" r:id="rId17"/>
    <p:sldId id="265" r:id="rId18"/>
    <p:sldId id="279" r:id="rId19"/>
    <p:sldId id="280" r:id="rId20"/>
    <p:sldId id="281" r:id="rId21"/>
    <p:sldId id="271" r:id="rId22"/>
    <p:sldId id="270" r:id="rId23"/>
    <p:sldId id="282" r:id="rId24"/>
    <p:sldId id="283" r:id="rId25"/>
    <p:sldId id="266" r:id="rId26"/>
    <p:sldId id="284" r:id="rId27"/>
    <p:sldId id="285" r:id="rId28"/>
    <p:sldId id="286" r:id="rId29"/>
    <p:sldId id="287" r:id="rId30"/>
    <p:sldId id="267" r:id="rId31"/>
    <p:sldId id="288" r:id="rId32"/>
    <p:sldId id="272" r:id="rId33"/>
    <p:sldId id="273" r:id="rId34"/>
    <p:sldId id="268" r:id="rId35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18" userDrawn="1">
          <p15:clr>
            <a:srgbClr val="A4A3A4"/>
          </p15:clr>
        </p15:guide>
        <p15:guide id="2" orient="horz" pos="2160">
          <p15:clr>
            <a:srgbClr val="A4A3A4"/>
          </p15:clr>
        </p15:guide>
        <p15:guide id="3" orient="horz" pos="10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Arnout Drenthel" initials="AD [7]" lastIdx="1" clrIdx="6"/>
  <p:cmAuthor id="1" name="Arnout Drenthel" initials="AD" lastIdx="1" clrIdx="0"/>
  <p:cmAuthor id="8" name="Arnout Drenthel" initials="AD [8]" lastIdx="1" clrIdx="7"/>
  <p:cmAuthor id="2" name="Arnout Drenthel" initials="AD [2]" lastIdx="1" clrIdx="1"/>
  <p:cmAuthor id="9" name="Arnout Drenthel" initials="AD [9]" lastIdx="1" clrIdx="8"/>
  <p:cmAuthor id="3" name="Arnout Drenthel" initials="AD [3]" lastIdx="1" clrIdx="2"/>
  <p:cmAuthor id="10" name="Marga Ocke" initials="MO" lastIdx="3" clrIdx="9">
    <p:extLst>
      <p:ext uri="{19B8F6BF-5375-455C-9EA6-DF929625EA0E}">
        <p15:presenceInfo xmlns:p15="http://schemas.microsoft.com/office/powerpoint/2012/main" userId="S::marga.ocke@rivm.nl::f2de8de4-5cf6-4300-8143-dac5cae36550" providerId="AD"/>
      </p:ext>
    </p:extLst>
  </p:cmAuthor>
  <p:cmAuthor id="4" name="Arnout Drenthel" initials="AD [4]" lastIdx="1" clrIdx="3"/>
  <p:cmAuthor id="11" name="Marjolein de Jong" initials="MdJ" lastIdx="1" clrIdx="10">
    <p:extLst>
      <p:ext uri="{19B8F6BF-5375-455C-9EA6-DF929625EA0E}">
        <p15:presenceInfo xmlns:p15="http://schemas.microsoft.com/office/powerpoint/2012/main" userId="S::marjolein.de.jong@rivm.nl::00349200-a54b-4a61-ab9a-d959590d6c33" providerId="AD"/>
      </p:ext>
    </p:extLst>
  </p:cmAuthor>
  <p:cmAuthor id="5" name="Arnout Drenthel" initials="AD [5]" lastIdx="1" clrIdx="4"/>
  <p:cmAuthor id="6" name="Arnout Drenthel" initials="AD [6]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587AF"/>
    <a:srgbClr val="F9D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Stijl, thema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Stijl, thema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Geen stijl, gee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Stijl, gemiddeld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Stijl, gemiddeld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Stijl, licht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32" autoAdjust="0"/>
    <p:restoredTop sz="44964" autoAdjust="0"/>
  </p:normalViewPr>
  <p:slideViewPr>
    <p:cSldViewPr snapToGrid="0">
      <p:cViewPr varScale="1">
        <p:scale>
          <a:sx n="33" d="100"/>
          <a:sy n="33" d="100"/>
        </p:scale>
        <p:origin x="1872" y="44"/>
      </p:cViewPr>
      <p:guideLst>
        <p:guide pos="518"/>
        <p:guide orient="horz" pos="2160"/>
        <p:guide orient="horz" pos="10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160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presProps" Target="presProp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microsoft.com/office/2016/11/relationships/changesInfo" Target="changesInfos/changesInfo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sa Tostrams" userId="1844f577-b33c-4472-85a2-51b1143ab864" providerId="ADAL" clId="{047FE7A5-AF4F-4188-8631-610F1F464D86}"/>
    <pc:docChg chg="modSld delMainMaster">
      <pc:chgData name="Lisa Tostrams" userId="1844f577-b33c-4472-85a2-51b1143ab864" providerId="ADAL" clId="{047FE7A5-AF4F-4188-8631-610F1F464D86}" dt="2025-07-14T09:43:00.356" v="5" actId="20577"/>
      <pc:docMkLst>
        <pc:docMk/>
      </pc:docMkLst>
      <pc:sldChg chg="modNotesTx">
        <pc:chgData name="Lisa Tostrams" userId="1844f577-b33c-4472-85a2-51b1143ab864" providerId="ADAL" clId="{047FE7A5-AF4F-4188-8631-610F1F464D86}" dt="2025-07-14T09:42:32.276" v="0" actId="20577"/>
        <pc:sldMkLst>
          <pc:docMk/>
          <pc:sldMk cId="2143404724" sldId="258"/>
        </pc:sldMkLst>
      </pc:sldChg>
      <pc:sldChg chg="modNotesTx">
        <pc:chgData name="Lisa Tostrams" userId="1844f577-b33c-4472-85a2-51b1143ab864" providerId="ADAL" clId="{047FE7A5-AF4F-4188-8631-610F1F464D86}" dt="2025-07-14T09:42:44.604" v="2" actId="20577"/>
        <pc:sldMkLst>
          <pc:docMk/>
          <pc:sldMk cId="3272062311" sldId="264"/>
        </pc:sldMkLst>
      </pc:sldChg>
      <pc:sldChg chg="modNotesTx">
        <pc:chgData name="Lisa Tostrams" userId="1844f577-b33c-4472-85a2-51b1143ab864" providerId="ADAL" clId="{047FE7A5-AF4F-4188-8631-610F1F464D86}" dt="2025-07-14T09:42:53.006" v="3" actId="20577"/>
        <pc:sldMkLst>
          <pc:docMk/>
          <pc:sldMk cId="2793459171" sldId="276"/>
        </pc:sldMkLst>
      </pc:sldChg>
      <pc:sldChg chg="modNotesTx">
        <pc:chgData name="Lisa Tostrams" userId="1844f577-b33c-4472-85a2-51b1143ab864" providerId="ADAL" clId="{047FE7A5-AF4F-4188-8631-610F1F464D86}" dt="2025-07-14T09:42:56.681" v="4" actId="20577"/>
        <pc:sldMkLst>
          <pc:docMk/>
          <pc:sldMk cId="3840618620" sldId="277"/>
        </pc:sldMkLst>
      </pc:sldChg>
      <pc:sldChg chg="modNotesTx">
        <pc:chgData name="Lisa Tostrams" userId="1844f577-b33c-4472-85a2-51b1143ab864" providerId="ADAL" clId="{047FE7A5-AF4F-4188-8631-610F1F464D86}" dt="2025-07-14T09:43:00.356" v="5" actId="20577"/>
        <pc:sldMkLst>
          <pc:docMk/>
          <pc:sldMk cId="4034630650" sldId="278"/>
        </pc:sldMkLst>
      </pc:sldChg>
      <pc:sldMasterChg chg="del delSldLayout">
        <pc:chgData name="Lisa Tostrams" userId="1844f577-b33c-4472-85a2-51b1143ab864" providerId="ADAL" clId="{047FE7A5-AF4F-4188-8631-610F1F464D86}" dt="2025-07-14T09:42:41.136" v="1"/>
        <pc:sldMasterMkLst>
          <pc:docMk/>
          <pc:sldMasterMk cId="234022139" sldId="2147483741"/>
        </pc:sldMasterMkLst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34022139" sldId="2147483741"/>
            <pc:sldLayoutMk cId="2815358083" sldId="2147483742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34022139" sldId="2147483741"/>
            <pc:sldLayoutMk cId="642925772" sldId="2147483743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34022139" sldId="2147483741"/>
            <pc:sldLayoutMk cId="2992938517" sldId="2147483744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34022139" sldId="2147483741"/>
            <pc:sldLayoutMk cId="494668560" sldId="2147483745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34022139" sldId="2147483741"/>
            <pc:sldLayoutMk cId="2692683512" sldId="2147483746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34022139" sldId="2147483741"/>
            <pc:sldLayoutMk cId="1104092836" sldId="2147483747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34022139" sldId="2147483741"/>
            <pc:sldLayoutMk cId="3878236528" sldId="2147483748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34022139" sldId="2147483741"/>
            <pc:sldLayoutMk cId="2894596654" sldId="2147483749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34022139" sldId="2147483741"/>
            <pc:sldLayoutMk cId="2959301958" sldId="2147483750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34022139" sldId="2147483741"/>
            <pc:sldLayoutMk cId="717612064" sldId="2147483751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34022139" sldId="2147483741"/>
            <pc:sldLayoutMk cId="1878826205" sldId="2147483752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34022139" sldId="2147483741"/>
            <pc:sldLayoutMk cId="769125330" sldId="2147483753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34022139" sldId="2147483741"/>
            <pc:sldLayoutMk cId="3520049417" sldId="2147483754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34022139" sldId="2147483741"/>
            <pc:sldLayoutMk cId="2985593153" sldId="2147483755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34022139" sldId="2147483741"/>
            <pc:sldLayoutMk cId="1957390332" sldId="2147483756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34022139" sldId="2147483741"/>
            <pc:sldLayoutMk cId="161190551" sldId="2147483757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34022139" sldId="2147483741"/>
            <pc:sldLayoutMk cId="1620214246" sldId="2147483758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34022139" sldId="2147483741"/>
            <pc:sldLayoutMk cId="863685844" sldId="2147483759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34022139" sldId="2147483741"/>
            <pc:sldLayoutMk cId="2512334739" sldId="2147483760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34022139" sldId="2147483741"/>
            <pc:sldLayoutMk cId="738997685" sldId="2147483761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34022139" sldId="2147483741"/>
            <pc:sldLayoutMk cId="917211998" sldId="2147483762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34022139" sldId="2147483741"/>
            <pc:sldLayoutMk cId="1943452917" sldId="2147483763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34022139" sldId="2147483741"/>
            <pc:sldLayoutMk cId="2833902387" sldId="2147483764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34022139" sldId="2147483741"/>
            <pc:sldLayoutMk cId="1651878585" sldId="2147483765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34022139" sldId="2147483741"/>
            <pc:sldLayoutMk cId="3913860461" sldId="2147483766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34022139" sldId="2147483741"/>
            <pc:sldLayoutMk cId="2631952267" sldId="2147483767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34022139" sldId="2147483741"/>
            <pc:sldLayoutMk cId="3843464007" sldId="2147483768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34022139" sldId="2147483741"/>
            <pc:sldLayoutMk cId="2176048703" sldId="2147483769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34022139" sldId="2147483741"/>
            <pc:sldLayoutMk cId="3619625707" sldId="2147483770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34022139" sldId="2147483741"/>
            <pc:sldLayoutMk cId="450192709" sldId="2147483771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34022139" sldId="2147483741"/>
            <pc:sldLayoutMk cId="2329490777" sldId="2147483772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34022139" sldId="2147483741"/>
            <pc:sldLayoutMk cId="3608010982" sldId="2147483773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34022139" sldId="2147483741"/>
            <pc:sldLayoutMk cId="972658630" sldId="2147483774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34022139" sldId="2147483741"/>
            <pc:sldLayoutMk cId="1899750226" sldId="2147483775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34022139" sldId="2147483741"/>
            <pc:sldLayoutMk cId="2755653757" sldId="2147483776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34022139" sldId="2147483741"/>
            <pc:sldLayoutMk cId="4145821547" sldId="2147483777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34022139" sldId="2147483741"/>
            <pc:sldLayoutMk cId="4276573024" sldId="2147483778"/>
          </pc:sldLayoutMkLst>
        </pc:sldLayoutChg>
      </pc:sldMasterChg>
      <pc:sldMasterChg chg="del delSldLayout">
        <pc:chgData name="Lisa Tostrams" userId="1844f577-b33c-4472-85a2-51b1143ab864" providerId="ADAL" clId="{047FE7A5-AF4F-4188-8631-610F1F464D86}" dt="2025-07-14T09:42:41.136" v="1"/>
        <pc:sldMasterMkLst>
          <pc:docMk/>
          <pc:sldMasterMk cId="3288231728" sldId="2147483779"/>
        </pc:sldMasterMkLst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288231728" sldId="2147483779"/>
            <pc:sldLayoutMk cId="325682304" sldId="2147483780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288231728" sldId="2147483779"/>
            <pc:sldLayoutMk cId="731463962" sldId="2147483781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288231728" sldId="2147483779"/>
            <pc:sldLayoutMk cId="3102477608" sldId="2147483782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288231728" sldId="2147483779"/>
            <pc:sldLayoutMk cId="490800813" sldId="2147483783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288231728" sldId="2147483779"/>
            <pc:sldLayoutMk cId="2541045495" sldId="2147483784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288231728" sldId="2147483779"/>
            <pc:sldLayoutMk cId="2330399719" sldId="2147483785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288231728" sldId="2147483779"/>
            <pc:sldLayoutMk cId="3119242307" sldId="2147483786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288231728" sldId="2147483779"/>
            <pc:sldLayoutMk cId="3161950558" sldId="2147483787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288231728" sldId="2147483779"/>
            <pc:sldLayoutMk cId="940561073" sldId="2147483788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288231728" sldId="2147483779"/>
            <pc:sldLayoutMk cId="1096044545" sldId="2147483789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288231728" sldId="2147483779"/>
            <pc:sldLayoutMk cId="2428313945" sldId="2147483790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288231728" sldId="2147483779"/>
            <pc:sldLayoutMk cId="2110315596" sldId="2147483791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288231728" sldId="2147483779"/>
            <pc:sldLayoutMk cId="2280766221" sldId="2147483792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288231728" sldId="2147483779"/>
            <pc:sldLayoutMk cId="2819676596" sldId="2147483793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288231728" sldId="2147483779"/>
            <pc:sldLayoutMk cId="3489520830" sldId="2147483794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288231728" sldId="2147483779"/>
            <pc:sldLayoutMk cId="1162705023" sldId="2147483795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288231728" sldId="2147483779"/>
            <pc:sldLayoutMk cId="3111316784" sldId="2147483796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288231728" sldId="2147483779"/>
            <pc:sldLayoutMk cId="975536295" sldId="2147483797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288231728" sldId="2147483779"/>
            <pc:sldLayoutMk cId="1258266566" sldId="2147483798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288231728" sldId="2147483779"/>
            <pc:sldLayoutMk cId="688441949" sldId="2147483799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288231728" sldId="2147483779"/>
            <pc:sldLayoutMk cId="2308691677" sldId="2147483800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288231728" sldId="2147483779"/>
            <pc:sldLayoutMk cId="556606481" sldId="2147483801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288231728" sldId="2147483779"/>
            <pc:sldLayoutMk cId="3967593490" sldId="2147483802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288231728" sldId="2147483779"/>
            <pc:sldLayoutMk cId="2293844010" sldId="2147483803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288231728" sldId="2147483779"/>
            <pc:sldLayoutMk cId="790284212" sldId="2147483804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288231728" sldId="2147483779"/>
            <pc:sldLayoutMk cId="2286039692" sldId="2147483805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288231728" sldId="2147483779"/>
            <pc:sldLayoutMk cId="2999497981" sldId="2147483806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288231728" sldId="2147483779"/>
            <pc:sldLayoutMk cId="1406085666" sldId="2147483807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288231728" sldId="2147483779"/>
            <pc:sldLayoutMk cId="2921244503" sldId="2147483808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288231728" sldId="2147483779"/>
            <pc:sldLayoutMk cId="343086505" sldId="2147483809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288231728" sldId="2147483779"/>
            <pc:sldLayoutMk cId="3143791763" sldId="2147483810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288231728" sldId="2147483779"/>
            <pc:sldLayoutMk cId="888789608" sldId="2147483811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288231728" sldId="2147483779"/>
            <pc:sldLayoutMk cId="3340444784" sldId="2147483812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288231728" sldId="2147483779"/>
            <pc:sldLayoutMk cId="1335998376" sldId="2147483813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288231728" sldId="2147483779"/>
            <pc:sldLayoutMk cId="67508295" sldId="2147483814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288231728" sldId="2147483779"/>
            <pc:sldLayoutMk cId="959893364" sldId="2147483815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288231728" sldId="2147483779"/>
            <pc:sldLayoutMk cId="3748241016" sldId="2147483816"/>
          </pc:sldLayoutMkLst>
        </pc:sldLayoutChg>
      </pc:sldMasterChg>
      <pc:sldMasterChg chg="del delSldLayout">
        <pc:chgData name="Lisa Tostrams" userId="1844f577-b33c-4472-85a2-51b1143ab864" providerId="ADAL" clId="{047FE7A5-AF4F-4188-8631-610F1F464D86}" dt="2025-07-14T09:42:41.136" v="1"/>
        <pc:sldMasterMkLst>
          <pc:docMk/>
          <pc:sldMasterMk cId="2850860060" sldId="2147483817"/>
        </pc:sldMasterMkLst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850860060" sldId="2147483817"/>
            <pc:sldLayoutMk cId="2534133289" sldId="2147483818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850860060" sldId="2147483817"/>
            <pc:sldLayoutMk cId="312141924" sldId="2147483819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850860060" sldId="2147483817"/>
            <pc:sldLayoutMk cId="78218808" sldId="2147483820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850860060" sldId="2147483817"/>
            <pc:sldLayoutMk cId="2029572855" sldId="2147483821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850860060" sldId="2147483817"/>
            <pc:sldLayoutMk cId="2612939764" sldId="2147483822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850860060" sldId="2147483817"/>
            <pc:sldLayoutMk cId="748681336" sldId="2147483823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850860060" sldId="2147483817"/>
            <pc:sldLayoutMk cId="2528835555" sldId="2147483824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850860060" sldId="2147483817"/>
            <pc:sldLayoutMk cId="3509728841" sldId="2147483825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850860060" sldId="2147483817"/>
            <pc:sldLayoutMk cId="1701586658" sldId="2147483826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850860060" sldId="2147483817"/>
            <pc:sldLayoutMk cId="2955917672" sldId="2147483827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850860060" sldId="2147483817"/>
            <pc:sldLayoutMk cId="1064941307" sldId="2147483828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850860060" sldId="2147483817"/>
            <pc:sldLayoutMk cId="4102134549" sldId="2147483829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850860060" sldId="2147483817"/>
            <pc:sldLayoutMk cId="3053436295" sldId="2147483830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850860060" sldId="2147483817"/>
            <pc:sldLayoutMk cId="3310769021" sldId="2147483831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850860060" sldId="2147483817"/>
            <pc:sldLayoutMk cId="2586651291" sldId="2147483832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850860060" sldId="2147483817"/>
            <pc:sldLayoutMk cId="593611049" sldId="2147483833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850860060" sldId="2147483817"/>
            <pc:sldLayoutMk cId="3458719416" sldId="2147483834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850860060" sldId="2147483817"/>
            <pc:sldLayoutMk cId="4178645598" sldId="2147483835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850860060" sldId="2147483817"/>
            <pc:sldLayoutMk cId="4286834426" sldId="2147483836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850860060" sldId="2147483817"/>
            <pc:sldLayoutMk cId="3536682085" sldId="2147483837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850860060" sldId="2147483817"/>
            <pc:sldLayoutMk cId="1474530280" sldId="2147483838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850860060" sldId="2147483817"/>
            <pc:sldLayoutMk cId="2529446114" sldId="2147483839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850860060" sldId="2147483817"/>
            <pc:sldLayoutMk cId="1926909666" sldId="2147483840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850860060" sldId="2147483817"/>
            <pc:sldLayoutMk cId="2273774310" sldId="2147483841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850860060" sldId="2147483817"/>
            <pc:sldLayoutMk cId="4139763664" sldId="2147483842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850860060" sldId="2147483817"/>
            <pc:sldLayoutMk cId="422747297" sldId="2147483843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850860060" sldId="2147483817"/>
            <pc:sldLayoutMk cId="2721460817" sldId="2147483844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850860060" sldId="2147483817"/>
            <pc:sldLayoutMk cId="1240931656" sldId="2147483845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850860060" sldId="2147483817"/>
            <pc:sldLayoutMk cId="3920280243" sldId="2147483846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850860060" sldId="2147483817"/>
            <pc:sldLayoutMk cId="2610494768" sldId="2147483847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850860060" sldId="2147483817"/>
            <pc:sldLayoutMk cId="3495548245" sldId="2147483848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850860060" sldId="2147483817"/>
            <pc:sldLayoutMk cId="1452706864" sldId="2147483849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850860060" sldId="2147483817"/>
            <pc:sldLayoutMk cId="3097464524" sldId="2147483850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850860060" sldId="2147483817"/>
            <pc:sldLayoutMk cId="3872014574" sldId="2147483851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850860060" sldId="2147483817"/>
            <pc:sldLayoutMk cId="3678988814" sldId="2147483852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850860060" sldId="2147483817"/>
            <pc:sldLayoutMk cId="178889839" sldId="2147483853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850860060" sldId="2147483817"/>
            <pc:sldLayoutMk cId="3355279271" sldId="2147483854"/>
          </pc:sldLayoutMkLst>
        </pc:sldLayoutChg>
      </pc:sldMasterChg>
      <pc:sldMasterChg chg="del delSldLayout">
        <pc:chgData name="Lisa Tostrams" userId="1844f577-b33c-4472-85a2-51b1143ab864" providerId="ADAL" clId="{047FE7A5-AF4F-4188-8631-610F1F464D86}" dt="2025-07-14T09:42:41.136" v="1"/>
        <pc:sldMasterMkLst>
          <pc:docMk/>
          <pc:sldMasterMk cId="955664762" sldId="2147483855"/>
        </pc:sldMasterMkLst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955664762" sldId="2147483855"/>
            <pc:sldLayoutMk cId="839671537" sldId="2147483856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955664762" sldId="2147483855"/>
            <pc:sldLayoutMk cId="2640942699" sldId="2147483857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955664762" sldId="2147483855"/>
            <pc:sldLayoutMk cId="3958013480" sldId="2147483858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955664762" sldId="2147483855"/>
            <pc:sldLayoutMk cId="2392797529" sldId="2147483859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955664762" sldId="2147483855"/>
            <pc:sldLayoutMk cId="92149098" sldId="2147483860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955664762" sldId="2147483855"/>
            <pc:sldLayoutMk cId="63496623" sldId="2147483861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955664762" sldId="2147483855"/>
            <pc:sldLayoutMk cId="152802394" sldId="2147483862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955664762" sldId="2147483855"/>
            <pc:sldLayoutMk cId="397090709" sldId="2147483863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955664762" sldId="2147483855"/>
            <pc:sldLayoutMk cId="3115926321" sldId="2147483864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955664762" sldId="2147483855"/>
            <pc:sldLayoutMk cId="3885106032" sldId="2147483865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955664762" sldId="2147483855"/>
            <pc:sldLayoutMk cId="2410381696" sldId="2147483866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955664762" sldId="2147483855"/>
            <pc:sldLayoutMk cId="1381794723" sldId="2147483867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955664762" sldId="2147483855"/>
            <pc:sldLayoutMk cId="1000514430" sldId="2147483868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955664762" sldId="2147483855"/>
            <pc:sldLayoutMk cId="2415299811" sldId="2147483869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955664762" sldId="2147483855"/>
            <pc:sldLayoutMk cId="3944622860" sldId="2147483870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955664762" sldId="2147483855"/>
            <pc:sldLayoutMk cId="2950086992" sldId="2147483871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955664762" sldId="2147483855"/>
            <pc:sldLayoutMk cId="62870695" sldId="2147483872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955664762" sldId="2147483855"/>
            <pc:sldLayoutMk cId="685098863" sldId="2147483873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955664762" sldId="2147483855"/>
            <pc:sldLayoutMk cId="3092928345" sldId="2147483874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955664762" sldId="2147483855"/>
            <pc:sldLayoutMk cId="4053786490" sldId="2147483875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955664762" sldId="2147483855"/>
            <pc:sldLayoutMk cId="2055453921" sldId="2147483876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955664762" sldId="2147483855"/>
            <pc:sldLayoutMk cId="2330800015" sldId="2147483877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955664762" sldId="2147483855"/>
            <pc:sldLayoutMk cId="4265728406" sldId="2147483878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955664762" sldId="2147483855"/>
            <pc:sldLayoutMk cId="13989999" sldId="2147483879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955664762" sldId="2147483855"/>
            <pc:sldLayoutMk cId="2223069164" sldId="2147483880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955664762" sldId="2147483855"/>
            <pc:sldLayoutMk cId="2697251615" sldId="2147483881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955664762" sldId="2147483855"/>
            <pc:sldLayoutMk cId="1402544515" sldId="2147483882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955664762" sldId="2147483855"/>
            <pc:sldLayoutMk cId="894810234" sldId="2147483883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955664762" sldId="2147483855"/>
            <pc:sldLayoutMk cId="121732292" sldId="2147483884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955664762" sldId="2147483855"/>
            <pc:sldLayoutMk cId="4189824987" sldId="2147483885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955664762" sldId="2147483855"/>
            <pc:sldLayoutMk cId="707051326" sldId="2147483886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955664762" sldId="2147483855"/>
            <pc:sldLayoutMk cId="3240135891" sldId="2147483887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955664762" sldId="2147483855"/>
            <pc:sldLayoutMk cId="90960557" sldId="2147483888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955664762" sldId="2147483855"/>
            <pc:sldLayoutMk cId="1910281519" sldId="2147483889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955664762" sldId="2147483855"/>
            <pc:sldLayoutMk cId="4222778932" sldId="2147483890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955664762" sldId="2147483855"/>
            <pc:sldLayoutMk cId="2689617373" sldId="2147483891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955664762" sldId="2147483855"/>
            <pc:sldLayoutMk cId="3088804836" sldId="2147483892"/>
          </pc:sldLayoutMkLst>
        </pc:sldLayoutChg>
      </pc:sldMasterChg>
      <pc:sldMasterChg chg="del delSldLayout">
        <pc:chgData name="Lisa Tostrams" userId="1844f577-b33c-4472-85a2-51b1143ab864" providerId="ADAL" clId="{047FE7A5-AF4F-4188-8631-610F1F464D86}" dt="2025-07-14T09:42:41.136" v="1"/>
        <pc:sldMasterMkLst>
          <pc:docMk/>
          <pc:sldMasterMk cId="1905825501" sldId="2147483893"/>
        </pc:sldMasterMkLst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905825501" sldId="2147483893"/>
            <pc:sldLayoutMk cId="3999140992" sldId="2147483894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905825501" sldId="2147483893"/>
            <pc:sldLayoutMk cId="2371703991" sldId="2147483895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905825501" sldId="2147483893"/>
            <pc:sldLayoutMk cId="2763977583" sldId="2147483896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905825501" sldId="2147483893"/>
            <pc:sldLayoutMk cId="1767988060" sldId="2147483897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905825501" sldId="2147483893"/>
            <pc:sldLayoutMk cId="3549890443" sldId="2147483898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905825501" sldId="2147483893"/>
            <pc:sldLayoutMk cId="3631650000" sldId="2147483899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905825501" sldId="2147483893"/>
            <pc:sldLayoutMk cId="2394410244" sldId="2147483900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905825501" sldId="2147483893"/>
            <pc:sldLayoutMk cId="4153209982" sldId="2147483901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905825501" sldId="2147483893"/>
            <pc:sldLayoutMk cId="2629087019" sldId="2147483902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905825501" sldId="2147483893"/>
            <pc:sldLayoutMk cId="2137578928" sldId="2147483903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905825501" sldId="2147483893"/>
            <pc:sldLayoutMk cId="2720334217" sldId="2147483904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905825501" sldId="2147483893"/>
            <pc:sldLayoutMk cId="2086206184" sldId="2147483905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905825501" sldId="2147483893"/>
            <pc:sldLayoutMk cId="3156590054" sldId="2147483906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905825501" sldId="2147483893"/>
            <pc:sldLayoutMk cId="1974583937" sldId="2147483907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905825501" sldId="2147483893"/>
            <pc:sldLayoutMk cId="1674989055" sldId="2147483908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905825501" sldId="2147483893"/>
            <pc:sldLayoutMk cId="1540535479" sldId="2147483909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905825501" sldId="2147483893"/>
            <pc:sldLayoutMk cId="1369809665" sldId="2147483910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905825501" sldId="2147483893"/>
            <pc:sldLayoutMk cId="3201698589" sldId="2147483911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905825501" sldId="2147483893"/>
            <pc:sldLayoutMk cId="3610521650" sldId="2147483912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905825501" sldId="2147483893"/>
            <pc:sldLayoutMk cId="1035112972" sldId="2147483913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905825501" sldId="2147483893"/>
            <pc:sldLayoutMk cId="4118165843" sldId="2147483914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905825501" sldId="2147483893"/>
            <pc:sldLayoutMk cId="3815300672" sldId="2147483915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905825501" sldId="2147483893"/>
            <pc:sldLayoutMk cId="807414337" sldId="2147483916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905825501" sldId="2147483893"/>
            <pc:sldLayoutMk cId="3053723475" sldId="2147483917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905825501" sldId="2147483893"/>
            <pc:sldLayoutMk cId="1996356217" sldId="2147483918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905825501" sldId="2147483893"/>
            <pc:sldLayoutMk cId="4229520487" sldId="2147483919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905825501" sldId="2147483893"/>
            <pc:sldLayoutMk cId="2177854845" sldId="2147483920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905825501" sldId="2147483893"/>
            <pc:sldLayoutMk cId="3913697943" sldId="2147483921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905825501" sldId="2147483893"/>
            <pc:sldLayoutMk cId="1079490270" sldId="2147483922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905825501" sldId="2147483893"/>
            <pc:sldLayoutMk cId="3394572733" sldId="2147483923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905825501" sldId="2147483893"/>
            <pc:sldLayoutMk cId="1874340503" sldId="2147483924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905825501" sldId="2147483893"/>
            <pc:sldLayoutMk cId="2860534483" sldId="2147483925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905825501" sldId="2147483893"/>
            <pc:sldLayoutMk cId="2247497052" sldId="2147483926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905825501" sldId="2147483893"/>
            <pc:sldLayoutMk cId="893358943" sldId="2147483927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905825501" sldId="2147483893"/>
            <pc:sldLayoutMk cId="2346574282" sldId="2147483928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905825501" sldId="2147483893"/>
            <pc:sldLayoutMk cId="3517255689" sldId="2147483929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905825501" sldId="2147483893"/>
            <pc:sldLayoutMk cId="2922548119" sldId="2147483930"/>
          </pc:sldLayoutMkLst>
        </pc:sldLayoutChg>
      </pc:sldMasterChg>
      <pc:sldMasterChg chg="del delSldLayout">
        <pc:chgData name="Lisa Tostrams" userId="1844f577-b33c-4472-85a2-51b1143ab864" providerId="ADAL" clId="{047FE7A5-AF4F-4188-8631-610F1F464D86}" dt="2025-07-14T09:42:41.136" v="1"/>
        <pc:sldMasterMkLst>
          <pc:docMk/>
          <pc:sldMasterMk cId="1711376136" sldId="2147483931"/>
        </pc:sldMasterMkLst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711376136" sldId="2147483931"/>
            <pc:sldLayoutMk cId="772863072" sldId="2147483932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711376136" sldId="2147483931"/>
            <pc:sldLayoutMk cId="2081170150" sldId="2147483933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711376136" sldId="2147483931"/>
            <pc:sldLayoutMk cId="198407967" sldId="2147483934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711376136" sldId="2147483931"/>
            <pc:sldLayoutMk cId="583280885" sldId="2147483935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711376136" sldId="2147483931"/>
            <pc:sldLayoutMk cId="1905139124" sldId="2147483936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711376136" sldId="2147483931"/>
            <pc:sldLayoutMk cId="2879898847" sldId="2147483937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711376136" sldId="2147483931"/>
            <pc:sldLayoutMk cId="2203647436" sldId="2147483938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711376136" sldId="2147483931"/>
            <pc:sldLayoutMk cId="2069569799" sldId="2147483939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711376136" sldId="2147483931"/>
            <pc:sldLayoutMk cId="3896686706" sldId="2147483940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711376136" sldId="2147483931"/>
            <pc:sldLayoutMk cId="2623339332" sldId="2147483941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711376136" sldId="2147483931"/>
            <pc:sldLayoutMk cId="3285424818" sldId="2147483942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711376136" sldId="2147483931"/>
            <pc:sldLayoutMk cId="595619100" sldId="2147483943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711376136" sldId="2147483931"/>
            <pc:sldLayoutMk cId="3950682681" sldId="2147483944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711376136" sldId="2147483931"/>
            <pc:sldLayoutMk cId="835251224" sldId="2147483945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711376136" sldId="2147483931"/>
            <pc:sldLayoutMk cId="34895542" sldId="2147483946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711376136" sldId="2147483931"/>
            <pc:sldLayoutMk cId="4007378909" sldId="2147483947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711376136" sldId="2147483931"/>
            <pc:sldLayoutMk cId="2110499349" sldId="2147483948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711376136" sldId="2147483931"/>
            <pc:sldLayoutMk cId="1530033932" sldId="2147483949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711376136" sldId="2147483931"/>
            <pc:sldLayoutMk cId="1346137101" sldId="2147483950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711376136" sldId="2147483931"/>
            <pc:sldLayoutMk cId="4051113095" sldId="2147483951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711376136" sldId="2147483931"/>
            <pc:sldLayoutMk cId="4100342499" sldId="2147483952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711376136" sldId="2147483931"/>
            <pc:sldLayoutMk cId="3364145510" sldId="2147483953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711376136" sldId="2147483931"/>
            <pc:sldLayoutMk cId="1341408672" sldId="2147483954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711376136" sldId="2147483931"/>
            <pc:sldLayoutMk cId="322917509" sldId="2147483955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711376136" sldId="2147483931"/>
            <pc:sldLayoutMk cId="3944852889" sldId="2147483956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711376136" sldId="2147483931"/>
            <pc:sldLayoutMk cId="3109119275" sldId="2147483957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711376136" sldId="2147483931"/>
            <pc:sldLayoutMk cId="2622598439" sldId="2147483958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711376136" sldId="2147483931"/>
            <pc:sldLayoutMk cId="175434123" sldId="2147483959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711376136" sldId="2147483931"/>
            <pc:sldLayoutMk cId="3661722742" sldId="2147483960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711376136" sldId="2147483931"/>
            <pc:sldLayoutMk cId="727379903" sldId="2147483961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711376136" sldId="2147483931"/>
            <pc:sldLayoutMk cId="2923221698" sldId="2147483962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711376136" sldId="2147483931"/>
            <pc:sldLayoutMk cId="4134252330" sldId="2147483963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711376136" sldId="2147483931"/>
            <pc:sldLayoutMk cId="2890420557" sldId="2147483964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711376136" sldId="2147483931"/>
            <pc:sldLayoutMk cId="1647587901" sldId="2147483965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711376136" sldId="2147483931"/>
            <pc:sldLayoutMk cId="1908220421" sldId="2147483966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711376136" sldId="2147483931"/>
            <pc:sldLayoutMk cId="496817423" sldId="2147483967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711376136" sldId="2147483931"/>
            <pc:sldLayoutMk cId="3766909425" sldId="2147483968"/>
          </pc:sldLayoutMkLst>
        </pc:sldLayoutChg>
      </pc:sldMasterChg>
      <pc:sldMasterChg chg="del delSldLayout">
        <pc:chgData name="Lisa Tostrams" userId="1844f577-b33c-4472-85a2-51b1143ab864" providerId="ADAL" clId="{047FE7A5-AF4F-4188-8631-610F1F464D86}" dt="2025-07-14T09:42:41.136" v="1"/>
        <pc:sldMasterMkLst>
          <pc:docMk/>
          <pc:sldMasterMk cId="1092447635" sldId="2147483969"/>
        </pc:sldMasterMkLst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092447635" sldId="2147483969"/>
            <pc:sldLayoutMk cId="2995139821" sldId="2147483970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092447635" sldId="2147483969"/>
            <pc:sldLayoutMk cId="3910115217" sldId="2147483971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092447635" sldId="2147483969"/>
            <pc:sldLayoutMk cId="493149781" sldId="2147483972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092447635" sldId="2147483969"/>
            <pc:sldLayoutMk cId="3506779300" sldId="2147483973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092447635" sldId="2147483969"/>
            <pc:sldLayoutMk cId="2571878187" sldId="2147483974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092447635" sldId="2147483969"/>
            <pc:sldLayoutMk cId="3839576502" sldId="2147483975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092447635" sldId="2147483969"/>
            <pc:sldLayoutMk cId="1560248897" sldId="2147483976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092447635" sldId="2147483969"/>
            <pc:sldLayoutMk cId="2610040191" sldId="2147483977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092447635" sldId="2147483969"/>
            <pc:sldLayoutMk cId="2968752070" sldId="2147483978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092447635" sldId="2147483969"/>
            <pc:sldLayoutMk cId="1749780367" sldId="2147483979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092447635" sldId="2147483969"/>
            <pc:sldLayoutMk cId="3689579727" sldId="2147483980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092447635" sldId="2147483969"/>
            <pc:sldLayoutMk cId="481081134" sldId="2147483981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092447635" sldId="2147483969"/>
            <pc:sldLayoutMk cId="3342873654" sldId="2147483982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092447635" sldId="2147483969"/>
            <pc:sldLayoutMk cId="914754972" sldId="2147483983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092447635" sldId="2147483969"/>
            <pc:sldLayoutMk cId="552777094" sldId="2147483984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092447635" sldId="2147483969"/>
            <pc:sldLayoutMk cId="3694000855" sldId="2147483985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092447635" sldId="2147483969"/>
            <pc:sldLayoutMk cId="2530643028" sldId="2147483986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092447635" sldId="2147483969"/>
            <pc:sldLayoutMk cId="560265104" sldId="2147483987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092447635" sldId="2147483969"/>
            <pc:sldLayoutMk cId="3044348136" sldId="2147483988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092447635" sldId="2147483969"/>
            <pc:sldLayoutMk cId="3928737190" sldId="2147483989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092447635" sldId="2147483969"/>
            <pc:sldLayoutMk cId="1633198571" sldId="2147483990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092447635" sldId="2147483969"/>
            <pc:sldLayoutMk cId="1648761116" sldId="2147483991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092447635" sldId="2147483969"/>
            <pc:sldLayoutMk cId="1440313679" sldId="2147483992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092447635" sldId="2147483969"/>
            <pc:sldLayoutMk cId="2379623243" sldId="2147483993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092447635" sldId="2147483969"/>
            <pc:sldLayoutMk cId="4030262707" sldId="2147483994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092447635" sldId="2147483969"/>
            <pc:sldLayoutMk cId="193643875" sldId="2147483995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092447635" sldId="2147483969"/>
            <pc:sldLayoutMk cId="976361458" sldId="2147483996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092447635" sldId="2147483969"/>
            <pc:sldLayoutMk cId="1204315408" sldId="2147483997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092447635" sldId="2147483969"/>
            <pc:sldLayoutMk cId="705168606" sldId="2147483998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092447635" sldId="2147483969"/>
            <pc:sldLayoutMk cId="3849775196" sldId="2147483999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092447635" sldId="2147483969"/>
            <pc:sldLayoutMk cId="2218058931" sldId="2147484000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092447635" sldId="2147483969"/>
            <pc:sldLayoutMk cId="189564815" sldId="2147484001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092447635" sldId="2147483969"/>
            <pc:sldLayoutMk cId="3263669267" sldId="2147484002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092447635" sldId="2147483969"/>
            <pc:sldLayoutMk cId="3353449181" sldId="2147484003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092447635" sldId="2147483969"/>
            <pc:sldLayoutMk cId="2684830890" sldId="2147484004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092447635" sldId="2147483969"/>
            <pc:sldLayoutMk cId="1364434786" sldId="2147484005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092447635" sldId="2147483969"/>
            <pc:sldLayoutMk cId="1867446866" sldId="2147484006"/>
          </pc:sldLayoutMkLst>
        </pc:sldLayoutChg>
      </pc:sldMasterChg>
      <pc:sldMasterChg chg="del delSldLayout">
        <pc:chgData name="Lisa Tostrams" userId="1844f577-b33c-4472-85a2-51b1143ab864" providerId="ADAL" clId="{047FE7A5-AF4F-4188-8631-610F1F464D86}" dt="2025-07-14T09:42:41.136" v="1"/>
        <pc:sldMasterMkLst>
          <pc:docMk/>
          <pc:sldMasterMk cId="4134592104" sldId="2147484007"/>
        </pc:sldMasterMkLst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34592104" sldId="2147484007"/>
            <pc:sldLayoutMk cId="4030830399" sldId="2147484008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34592104" sldId="2147484007"/>
            <pc:sldLayoutMk cId="2881446133" sldId="2147484009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34592104" sldId="2147484007"/>
            <pc:sldLayoutMk cId="3643256296" sldId="2147484010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34592104" sldId="2147484007"/>
            <pc:sldLayoutMk cId="3329974396" sldId="2147484011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34592104" sldId="2147484007"/>
            <pc:sldLayoutMk cId="3130646428" sldId="2147484012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34592104" sldId="2147484007"/>
            <pc:sldLayoutMk cId="2285370423" sldId="2147484013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34592104" sldId="2147484007"/>
            <pc:sldLayoutMk cId="1970042538" sldId="2147484014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34592104" sldId="2147484007"/>
            <pc:sldLayoutMk cId="2008934381" sldId="2147484015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34592104" sldId="2147484007"/>
            <pc:sldLayoutMk cId="230977186" sldId="2147484016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34592104" sldId="2147484007"/>
            <pc:sldLayoutMk cId="2986334258" sldId="2147484017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34592104" sldId="2147484007"/>
            <pc:sldLayoutMk cId="700666199" sldId="2147484018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34592104" sldId="2147484007"/>
            <pc:sldLayoutMk cId="1813880791" sldId="2147484019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34592104" sldId="2147484007"/>
            <pc:sldLayoutMk cId="708670848" sldId="2147484020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34592104" sldId="2147484007"/>
            <pc:sldLayoutMk cId="55586465" sldId="2147484021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34592104" sldId="2147484007"/>
            <pc:sldLayoutMk cId="1925659594" sldId="2147484022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34592104" sldId="2147484007"/>
            <pc:sldLayoutMk cId="1874854945" sldId="2147484023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34592104" sldId="2147484007"/>
            <pc:sldLayoutMk cId="55392227" sldId="2147484024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34592104" sldId="2147484007"/>
            <pc:sldLayoutMk cId="2753771071" sldId="2147484025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34592104" sldId="2147484007"/>
            <pc:sldLayoutMk cId="3902576714" sldId="2147484026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34592104" sldId="2147484007"/>
            <pc:sldLayoutMk cId="2400229250" sldId="2147484027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34592104" sldId="2147484007"/>
            <pc:sldLayoutMk cId="2568839004" sldId="2147484028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34592104" sldId="2147484007"/>
            <pc:sldLayoutMk cId="3430653727" sldId="2147484029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34592104" sldId="2147484007"/>
            <pc:sldLayoutMk cId="2864465766" sldId="2147484030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34592104" sldId="2147484007"/>
            <pc:sldLayoutMk cId="2659585248" sldId="2147484031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34592104" sldId="2147484007"/>
            <pc:sldLayoutMk cId="1164778910" sldId="2147484032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34592104" sldId="2147484007"/>
            <pc:sldLayoutMk cId="2978078080" sldId="2147484033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34592104" sldId="2147484007"/>
            <pc:sldLayoutMk cId="1804276686" sldId="2147484034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34592104" sldId="2147484007"/>
            <pc:sldLayoutMk cId="2964581782" sldId="2147484035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34592104" sldId="2147484007"/>
            <pc:sldLayoutMk cId="3399312070" sldId="2147484036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34592104" sldId="2147484007"/>
            <pc:sldLayoutMk cId="940853674" sldId="2147484037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34592104" sldId="2147484007"/>
            <pc:sldLayoutMk cId="2025556129" sldId="2147484038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34592104" sldId="2147484007"/>
            <pc:sldLayoutMk cId="1804159105" sldId="2147484039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34592104" sldId="2147484007"/>
            <pc:sldLayoutMk cId="1662254830" sldId="2147484040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34592104" sldId="2147484007"/>
            <pc:sldLayoutMk cId="3674074611" sldId="2147484041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34592104" sldId="2147484007"/>
            <pc:sldLayoutMk cId="3871070538" sldId="2147484042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34592104" sldId="2147484007"/>
            <pc:sldLayoutMk cId="630292714" sldId="2147484043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34592104" sldId="2147484007"/>
            <pc:sldLayoutMk cId="31522091" sldId="2147484044"/>
          </pc:sldLayoutMkLst>
        </pc:sldLayoutChg>
      </pc:sldMasterChg>
      <pc:sldMasterChg chg="del delSldLayout">
        <pc:chgData name="Lisa Tostrams" userId="1844f577-b33c-4472-85a2-51b1143ab864" providerId="ADAL" clId="{047FE7A5-AF4F-4188-8631-610F1F464D86}" dt="2025-07-14T09:42:41.136" v="1"/>
        <pc:sldMasterMkLst>
          <pc:docMk/>
          <pc:sldMasterMk cId="138527241" sldId="2147484045"/>
        </pc:sldMasterMkLst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38527241" sldId="2147484045"/>
            <pc:sldLayoutMk cId="2748118658" sldId="2147484046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38527241" sldId="2147484045"/>
            <pc:sldLayoutMk cId="2621697287" sldId="2147484047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38527241" sldId="2147484045"/>
            <pc:sldLayoutMk cId="2300398751" sldId="2147484048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38527241" sldId="2147484045"/>
            <pc:sldLayoutMk cId="1457153484" sldId="2147484049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38527241" sldId="2147484045"/>
            <pc:sldLayoutMk cId="1628791024" sldId="2147484050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38527241" sldId="2147484045"/>
            <pc:sldLayoutMk cId="2701539736" sldId="2147484051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38527241" sldId="2147484045"/>
            <pc:sldLayoutMk cId="3884300122" sldId="2147484052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38527241" sldId="2147484045"/>
            <pc:sldLayoutMk cId="2087059123" sldId="2147484053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38527241" sldId="2147484045"/>
            <pc:sldLayoutMk cId="621455287" sldId="2147484054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38527241" sldId="2147484045"/>
            <pc:sldLayoutMk cId="3938324523" sldId="2147484055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38527241" sldId="2147484045"/>
            <pc:sldLayoutMk cId="356061786" sldId="2147484056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38527241" sldId="2147484045"/>
            <pc:sldLayoutMk cId="1316633182" sldId="2147484057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38527241" sldId="2147484045"/>
            <pc:sldLayoutMk cId="262020494" sldId="2147484058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38527241" sldId="2147484045"/>
            <pc:sldLayoutMk cId="2584583494" sldId="2147484059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38527241" sldId="2147484045"/>
            <pc:sldLayoutMk cId="3690912542" sldId="2147484060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38527241" sldId="2147484045"/>
            <pc:sldLayoutMk cId="3711496603" sldId="2147484061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38527241" sldId="2147484045"/>
            <pc:sldLayoutMk cId="3796718914" sldId="2147484062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38527241" sldId="2147484045"/>
            <pc:sldLayoutMk cId="2399455899" sldId="2147484063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38527241" sldId="2147484045"/>
            <pc:sldLayoutMk cId="1611707077" sldId="2147484064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38527241" sldId="2147484045"/>
            <pc:sldLayoutMk cId="139289714" sldId="2147484065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38527241" sldId="2147484045"/>
            <pc:sldLayoutMk cId="3872416744" sldId="2147484066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38527241" sldId="2147484045"/>
            <pc:sldLayoutMk cId="71979677" sldId="2147484067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38527241" sldId="2147484045"/>
            <pc:sldLayoutMk cId="2643334741" sldId="2147484068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38527241" sldId="2147484045"/>
            <pc:sldLayoutMk cId="4189401494" sldId="2147484069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38527241" sldId="2147484045"/>
            <pc:sldLayoutMk cId="3082870726" sldId="2147484070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38527241" sldId="2147484045"/>
            <pc:sldLayoutMk cId="3772940454" sldId="2147484071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38527241" sldId="2147484045"/>
            <pc:sldLayoutMk cId="3680878330" sldId="2147484072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38527241" sldId="2147484045"/>
            <pc:sldLayoutMk cId="3129285671" sldId="2147484073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38527241" sldId="2147484045"/>
            <pc:sldLayoutMk cId="4112389389" sldId="2147484074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38527241" sldId="2147484045"/>
            <pc:sldLayoutMk cId="1700918363" sldId="2147484075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38527241" sldId="2147484045"/>
            <pc:sldLayoutMk cId="1757655092" sldId="2147484076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38527241" sldId="2147484045"/>
            <pc:sldLayoutMk cId="3732116892" sldId="2147484077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38527241" sldId="2147484045"/>
            <pc:sldLayoutMk cId="3790485745" sldId="2147484078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38527241" sldId="2147484045"/>
            <pc:sldLayoutMk cId="1706643926" sldId="2147484079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38527241" sldId="2147484045"/>
            <pc:sldLayoutMk cId="318501412" sldId="2147484080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38527241" sldId="2147484045"/>
            <pc:sldLayoutMk cId="3672772829" sldId="2147484081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138527241" sldId="2147484045"/>
            <pc:sldLayoutMk cId="2468997931" sldId="2147484082"/>
          </pc:sldLayoutMkLst>
        </pc:sldLayoutChg>
      </pc:sldMasterChg>
      <pc:sldMasterChg chg="del delSldLayout">
        <pc:chgData name="Lisa Tostrams" userId="1844f577-b33c-4472-85a2-51b1143ab864" providerId="ADAL" clId="{047FE7A5-AF4F-4188-8631-610F1F464D86}" dt="2025-07-14T09:42:41.136" v="1"/>
        <pc:sldMasterMkLst>
          <pc:docMk/>
          <pc:sldMasterMk cId="2298915797" sldId="2147484083"/>
        </pc:sldMasterMkLst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298915797" sldId="2147484083"/>
            <pc:sldLayoutMk cId="677653098" sldId="2147484084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298915797" sldId="2147484083"/>
            <pc:sldLayoutMk cId="780757571" sldId="2147484085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298915797" sldId="2147484083"/>
            <pc:sldLayoutMk cId="4117008475" sldId="2147484086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298915797" sldId="2147484083"/>
            <pc:sldLayoutMk cId="669265337" sldId="2147484087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298915797" sldId="2147484083"/>
            <pc:sldLayoutMk cId="1760430407" sldId="2147484088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298915797" sldId="2147484083"/>
            <pc:sldLayoutMk cId="2496050810" sldId="2147484089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298915797" sldId="2147484083"/>
            <pc:sldLayoutMk cId="666617092" sldId="2147484090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298915797" sldId="2147484083"/>
            <pc:sldLayoutMk cId="2997668926" sldId="2147484091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298915797" sldId="2147484083"/>
            <pc:sldLayoutMk cId="294199200" sldId="2147484092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298915797" sldId="2147484083"/>
            <pc:sldLayoutMk cId="2312653624" sldId="2147484093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298915797" sldId="2147484083"/>
            <pc:sldLayoutMk cId="1676709665" sldId="2147484094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298915797" sldId="2147484083"/>
            <pc:sldLayoutMk cId="3746616909" sldId="2147484095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298915797" sldId="2147484083"/>
            <pc:sldLayoutMk cId="3292304544" sldId="2147484096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298915797" sldId="2147484083"/>
            <pc:sldLayoutMk cId="105781892" sldId="2147484097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298915797" sldId="2147484083"/>
            <pc:sldLayoutMk cId="2695969370" sldId="2147484098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298915797" sldId="2147484083"/>
            <pc:sldLayoutMk cId="3520573013" sldId="2147484099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298915797" sldId="2147484083"/>
            <pc:sldLayoutMk cId="3300738610" sldId="2147484100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298915797" sldId="2147484083"/>
            <pc:sldLayoutMk cId="3622751610" sldId="2147484101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298915797" sldId="2147484083"/>
            <pc:sldLayoutMk cId="166004876" sldId="2147484102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298915797" sldId="2147484083"/>
            <pc:sldLayoutMk cId="1914908512" sldId="2147484103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298915797" sldId="2147484083"/>
            <pc:sldLayoutMk cId="1447759480" sldId="2147484104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298915797" sldId="2147484083"/>
            <pc:sldLayoutMk cId="292731842" sldId="2147484105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298915797" sldId="2147484083"/>
            <pc:sldLayoutMk cId="719430017" sldId="2147484106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298915797" sldId="2147484083"/>
            <pc:sldLayoutMk cId="3543464402" sldId="2147484107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298915797" sldId="2147484083"/>
            <pc:sldLayoutMk cId="3320438460" sldId="2147484108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298915797" sldId="2147484083"/>
            <pc:sldLayoutMk cId="3700090489" sldId="2147484109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298915797" sldId="2147484083"/>
            <pc:sldLayoutMk cId="1556788184" sldId="2147484110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298915797" sldId="2147484083"/>
            <pc:sldLayoutMk cId="2483592552" sldId="2147484111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298915797" sldId="2147484083"/>
            <pc:sldLayoutMk cId="1343242043" sldId="2147484112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298915797" sldId="2147484083"/>
            <pc:sldLayoutMk cId="575263577" sldId="2147484113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298915797" sldId="2147484083"/>
            <pc:sldLayoutMk cId="3572683490" sldId="2147484114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298915797" sldId="2147484083"/>
            <pc:sldLayoutMk cId="4066885771" sldId="2147484115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298915797" sldId="2147484083"/>
            <pc:sldLayoutMk cId="1683642004" sldId="2147484116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298915797" sldId="2147484083"/>
            <pc:sldLayoutMk cId="230584656" sldId="2147484117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298915797" sldId="2147484083"/>
            <pc:sldLayoutMk cId="3948410136" sldId="2147484118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298915797" sldId="2147484083"/>
            <pc:sldLayoutMk cId="4255855805" sldId="2147484119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298915797" sldId="2147484083"/>
            <pc:sldLayoutMk cId="814599684" sldId="2147484120"/>
          </pc:sldLayoutMkLst>
        </pc:sldLayoutChg>
      </pc:sldMasterChg>
      <pc:sldMasterChg chg="del delSldLayout">
        <pc:chgData name="Lisa Tostrams" userId="1844f577-b33c-4472-85a2-51b1143ab864" providerId="ADAL" clId="{047FE7A5-AF4F-4188-8631-610F1F464D86}" dt="2025-07-14T09:42:41.136" v="1"/>
        <pc:sldMasterMkLst>
          <pc:docMk/>
          <pc:sldMasterMk cId="3343780846" sldId="2147484121"/>
        </pc:sldMasterMkLst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343780846" sldId="2147484121"/>
            <pc:sldLayoutMk cId="3124695305" sldId="2147484122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343780846" sldId="2147484121"/>
            <pc:sldLayoutMk cId="3866088444" sldId="2147484123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343780846" sldId="2147484121"/>
            <pc:sldLayoutMk cId="3327804604" sldId="2147484124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343780846" sldId="2147484121"/>
            <pc:sldLayoutMk cId="4181050082" sldId="2147484125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343780846" sldId="2147484121"/>
            <pc:sldLayoutMk cId="4184539640" sldId="2147484126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343780846" sldId="2147484121"/>
            <pc:sldLayoutMk cId="1291766741" sldId="2147484127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343780846" sldId="2147484121"/>
            <pc:sldLayoutMk cId="2413258208" sldId="2147484128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343780846" sldId="2147484121"/>
            <pc:sldLayoutMk cId="3260146994" sldId="2147484129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343780846" sldId="2147484121"/>
            <pc:sldLayoutMk cId="59896623" sldId="2147484130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343780846" sldId="2147484121"/>
            <pc:sldLayoutMk cId="4169145025" sldId="2147484131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343780846" sldId="2147484121"/>
            <pc:sldLayoutMk cId="1639720677" sldId="2147484132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343780846" sldId="2147484121"/>
            <pc:sldLayoutMk cId="1002752607" sldId="2147484133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343780846" sldId="2147484121"/>
            <pc:sldLayoutMk cId="1926988374" sldId="2147484134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343780846" sldId="2147484121"/>
            <pc:sldLayoutMk cId="2362382256" sldId="2147484135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343780846" sldId="2147484121"/>
            <pc:sldLayoutMk cId="67830054" sldId="2147484136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343780846" sldId="2147484121"/>
            <pc:sldLayoutMk cId="170948365" sldId="2147484137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343780846" sldId="2147484121"/>
            <pc:sldLayoutMk cId="2451932041" sldId="2147484138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343780846" sldId="2147484121"/>
            <pc:sldLayoutMk cId="1741530291" sldId="2147484139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343780846" sldId="2147484121"/>
            <pc:sldLayoutMk cId="2692567687" sldId="2147484140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343780846" sldId="2147484121"/>
            <pc:sldLayoutMk cId="2836432991" sldId="2147484141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343780846" sldId="2147484121"/>
            <pc:sldLayoutMk cId="2176877630" sldId="2147484142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343780846" sldId="2147484121"/>
            <pc:sldLayoutMk cId="2113655211" sldId="2147484143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343780846" sldId="2147484121"/>
            <pc:sldLayoutMk cId="4111376586" sldId="2147484144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343780846" sldId="2147484121"/>
            <pc:sldLayoutMk cId="391289445" sldId="2147484145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343780846" sldId="2147484121"/>
            <pc:sldLayoutMk cId="1309788044" sldId="2147484146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343780846" sldId="2147484121"/>
            <pc:sldLayoutMk cId="358463214" sldId="2147484147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343780846" sldId="2147484121"/>
            <pc:sldLayoutMk cId="1755580424" sldId="2147484148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343780846" sldId="2147484121"/>
            <pc:sldLayoutMk cId="3783070665" sldId="2147484149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343780846" sldId="2147484121"/>
            <pc:sldLayoutMk cId="1812121718" sldId="2147484150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343780846" sldId="2147484121"/>
            <pc:sldLayoutMk cId="2252462637" sldId="2147484151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343780846" sldId="2147484121"/>
            <pc:sldLayoutMk cId="2295726492" sldId="2147484152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343780846" sldId="2147484121"/>
            <pc:sldLayoutMk cId="1168321984" sldId="2147484153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343780846" sldId="2147484121"/>
            <pc:sldLayoutMk cId="918036525" sldId="2147484154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343780846" sldId="2147484121"/>
            <pc:sldLayoutMk cId="2363070016" sldId="2147484155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343780846" sldId="2147484121"/>
            <pc:sldLayoutMk cId="2193978959" sldId="2147484156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343780846" sldId="2147484121"/>
            <pc:sldLayoutMk cId="776827285" sldId="2147484157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343780846" sldId="2147484121"/>
            <pc:sldLayoutMk cId="3833692690" sldId="2147484158"/>
          </pc:sldLayoutMkLst>
        </pc:sldLayoutChg>
      </pc:sldMasterChg>
      <pc:sldMasterChg chg="del delSldLayout">
        <pc:chgData name="Lisa Tostrams" userId="1844f577-b33c-4472-85a2-51b1143ab864" providerId="ADAL" clId="{047FE7A5-AF4F-4188-8631-610F1F464D86}" dt="2025-07-14T09:42:41.136" v="1"/>
        <pc:sldMasterMkLst>
          <pc:docMk/>
          <pc:sldMasterMk cId="4148701250" sldId="2147484159"/>
        </pc:sldMasterMkLst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48701250" sldId="2147484159"/>
            <pc:sldLayoutMk cId="2956612004" sldId="2147484160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48701250" sldId="2147484159"/>
            <pc:sldLayoutMk cId="2028410222" sldId="2147484161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48701250" sldId="2147484159"/>
            <pc:sldLayoutMk cId="932343947" sldId="2147484162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48701250" sldId="2147484159"/>
            <pc:sldLayoutMk cId="2484992966" sldId="2147484163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48701250" sldId="2147484159"/>
            <pc:sldLayoutMk cId="3610252597" sldId="2147484164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48701250" sldId="2147484159"/>
            <pc:sldLayoutMk cId="3222977332" sldId="2147484165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48701250" sldId="2147484159"/>
            <pc:sldLayoutMk cId="3273853318" sldId="2147484166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48701250" sldId="2147484159"/>
            <pc:sldLayoutMk cId="1874262894" sldId="2147484167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48701250" sldId="2147484159"/>
            <pc:sldLayoutMk cId="1647127590" sldId="2147484168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48701250" sldId="2147484159"/>
            <pc:sldLayoutMk cId="1431357877" sldId="2147484169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48701250" sldId="2147484159"/>
            <pc:sldLayoutMk cId="3453164893" sldId="2147484170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48701250" sldId="2147484159"/>
            <pc:sldLayoutMk cId="425553139" sldId="2147484171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48701250" sldId="2147484159"/>
            <pc:sldLayoutMk cId="3790919649" sldId="2147484172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48701250" sldId="2147484159"/>
            <pc:sldLayoutMk cId="501375485" sldId="2147484173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48701250" sldId="2147484159"/>
            <pc:sldLayoutMk cId="3439645510" sldId="2147484174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48701250" sldId="2147484159"/>
            <pc:sldLayoutMk cId="2702458465" sldId="2147484175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48701250" sldId="2147484159"/>
            <pc:sldLayoutMk cId="2234033634" sldId="2147484176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48701250" sldId="2147484159"/>
            <pc:sldLayoutMk cId="1647626006" sldId="2147484177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48701250" sldId="2147484159"/>
            <pc:sldLayoutMk cId="1664250385" sldId="2147484178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48701250" sldId="2147484159"/>
            <pc:sldLayoutMk cId="1391802761" sldId="2147484179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48701250" sldId="2147484159"/>
            <pc:sldLayoutMk cId="1574968503" sldId="2147484180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48701250" sldId="2147484159"/>
            <pc:sldLayoutMk cId="1129093155" sldId="2147484181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48701250" sldId="2147484159"/>
            <pc:sldLayoutMk cId="2652946945" sldId="2147484182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48701250" sldId="2147484159"/>
            <pc:sldLayoutMk cId="416043440" sldId="2147484183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48701250" sldId="2147484159"/>
            <pc:sldLayoutMk cId="3477090057" sldId="2147484184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48701250" sldId="2147484159"/>
            <pc:sldLayoutMk cId="3488410392" sldId="2147484185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48701250" sldId="2147484159"/>
            <pc:sldLayoutMk cId="1924892395" sldId="2147484186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48701250" sldId="2147484159"/>
            <pc:sldLayoutMk cId="766586936" sldId="2147484187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48701250" sldId="2147484159"/>
            <pc:sldLayoutMk cId="55460874" sldId="2147484188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48701250" sldId="2147484159"/>
            <pc:sldLayoutMk cId="1224416020" sldId="2147484189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48701250" sldId="2147484159"/>
            <pc:sldLayoutMk cId="992970775" sldId="2147484190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48701250" sldId="2147484159"/>
            <pc:sldLayoutMk cId="4044233826" sldId="2147484191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48701250" sldId="2147484159"/>
            <pc:sldLayoutMk cId="3785696891" sldId="2147484192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48701250" sldId="2147484159"/>
            <pc:sldLayoutMk cId="2338692425" sldId="2147484193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48701250" sldId="2147484159"/>
            <pc:sldLayoutMk cId="3442582414" sldId="2147484194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48701250" sldId="2147484159"/>
            <pc:sldLayoutMk cId="610347599" sldId="2147484195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4148701250" sldId="2147484159"/>
            <pc:sldLayoutMk cId="3015729611" sldId="2147484196"/>
          </pc:sldLayoutMkLst>
        </pc:sldLayoutChg>
      </pc:sldMasterChg>
      <pc:sldMasterChg chg="del delSldLayout">
        <pc:chgData name="Lisa Tostrams" userId="1844f577-b33c-4472-85a2-51b1143ab864" providerId="ADAL" clId="{047FE7A5-AF4F-4188-8631-610F1F464D86}" dt="2025-07-14T09:42:41.136" v="1"/>
        <pc:sldMasterMkLst>
          <pc:docMk/>
          <pc:sldMasterMk cId="3568035266" sldId="2147484197"/>
        </pc:sldMasterMkLst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568035266" sldId="2147484197"/>
            <pc:sldLayoutMk cId="3546712319" sldId="2147484198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568035266" sldId="2147484197"/>
            <pc:sldLayoutMk cId="3176350179" sldId="2147484199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568035266" sldId="2147484197"/>
            <pc:sldLayoutMk cId="1037210550" sldId="2147484200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568035266" sldId="2147484197"/>
            <pc:sldLayoutMk cId="1911216544" sldId="2147484201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568035266" sldId="2147484197"/>
            <pc:sldLayoutMk cId="737883412" sldId="2147484202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568035266" sldId="2147484197"/>
            <pc:sldLayoutMk cId="545842239" sldId="2147484203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568035266" sldId="2147484197"/>
            <pc:sldLayoutMk cId="353230975" sldId="2147484204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568035266" sldId="2147484197"/>
            <pc:sldLayoutMk cId="1378735854" sldId="2147484205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568035266" sldId="2147484197"/>
            <pc:sldLayoutMk cId="860678100" sldId="2147484206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568035266" sldId="2147484197"/>
            <pc:sldLayoutMk cId="3441870793" sldId="2147484207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568035266" sldId="2147484197"/>
            <pc:sldLayoutMk cId="2484723002" sldId="2147484208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568035266" sldId="2147484197"/>
            <pc:sldLayoutMk cId="2511188427" sldId="2147484209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568035266" sldId="2147484197"/>
            <pc:sldLayoutMk cId="4224061436" sldId="2147484210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568035266" sldId="2147484197"/>
            <pc:sldLayoutMk cId="2616282650" sldId="2147484211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568035266" sldId="2147484197"/>
            <pc:sldLayoutMk cId="2637053585" sldId="2147484212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568035266" sldId="2147484197"/>
            <pc:sldLayoutMk cId="3310837198" sldId="2147484213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568035266" sldId="2147484197"/>
            <pc:sldLayoutMk cId="741159283" sldId="2147484214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568035266" sldId="2147484197"/>
            <pc:sldLayoutMk cId="3409928349" sldId="2147484215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568035266" sldId="2147484197"/>
            <pc:sldLayoutMk cId="3161217742" sldId="2147484216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568035266" sldId="2147484197"/>
            <pc:sldLayoutMk cId="314662324" sldId="2147484217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568035266" sldId="2147484197"/>
            <pc:sldLayoutMk cId="3499749587" sldId="2147484218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568035266" sldId="2147484197"/>
            <pc:sldLayoutMk cId="77365700" sldId="2147484219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568035266" sldId="2147484197"/>
            <pc:sldLayoutMk cId="251712147" sldId="2147484220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568035266" sldId="2147484197"/>
            <pc:sldLayoutMk cId="2180983938" sldId="2147484221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568035266" sldId="2147484197"/>
            <pc:sldLayoutMk cId="3568838418" sldId="2147484222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568035266" sldId="2147484197"/>
            <pc:sldLayoutMk cId="519912586" sldId="2147484223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568035266" sldId="2147484197"/>
            <pc:sldLayoutMk cId="3724296743" sldId="2147484224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568035266" sldId="2147484197"/>
            <pc:sldLayoutMk cId="2149865685" sldId="2147484225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568035266" sldId="2147484197"/>
            <pc:sldLayoutMk cId="3561790791" sldId="2147484226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568035266" sldId="2147484197"/>
            <pc:sldLayoutMk cId="3375723081" sldId="2147484227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568035266" sldId="2147484197"/>
            <pc:sldLayoutMk cId="3456908910" sldId="2147484228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568035266" sldId="2147484197"/>
            <pc:sldLayoutMk cId="2925826743" sldId="2147484229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568035266" sldId="2147484197"/>
            <pc:sldLayoutMk cId="829525646" sldId="2147484230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568035266" sldId="2147484197"/>
            <pc:sldLayoutMk cId="1628331404" sldId="2147484231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568035266" sldId="2147484197"/>
            <pc:sldLayoutMk cId="2057828950" sldId="2147484232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568035266" sldId="2147484197"/>
            <pc:sldLayoutMk cId="3108252620" sldId="2147484233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568035266" sldId="2147484197"/>
            <pc:sldLayoutMk cId="1695435757" sldId="2147484234"/>
          </pc:sldLayoutMkLst>
        </pc:sldLayoutChg>
      </pc:sldMasterChg>
      <pc:sldMasterChg chg="del delSldLayout">
        <pc:chgData name="Lisa Tostrams" userId="1844f577-b33c-4472-85a2-51b1143ab864" providerId="ADAL" clId="{047FE7A5-AF4F-4188-8631-610F1F464D86}" dt="2025-07-14T09:42:41.136" v="1"/>
        <pc:sldMasterMkLst>
          <pc:docMk/>
          <pc:sldMasterMk cId="2111978865" sldId="2147484273"/>
        </pc:sldMasterMkLst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111978865" sldId="2147484273"/>
            <pc:sldLayoutMk cId="230349625" sldId="2147484274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111978865" sldId="2147484273"/>
            <pc:sldLayoutMk cId="983750424" sldId="2147484275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111978865" sldId="2147484273"/>
            <pc:sldLayoutMk cId="956402490" sldId="2147484276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111978865" sldId="2147484273"/>
            <pc:sldLayoutMk cId="3337130029" sldId="2147484277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111978865" sldId="2147484273"/>
            <pc:sldLayoutMk cId="1090705096" sldId="2147484278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111978865" sldId="2147484273"/>
            <pc:sldLayoutMk cId="816366501" sldId="2147484279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111978865" sldId="2147484273"/>
            <pc:sldLayoutMk cId="1981895820" sldId="2147484280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111978865" sldId="2147484273"/>
            <pc:sldLayoutMk cId="3984003286" sldId="2147484281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111978865" sldId="2147484273"/>
            <pc:sldLayoutMk cId="3702794871" sldId="2147484282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111978865" sldId="2147484273"/>
            <pc:sldLayoutMk cId="2856751118" sldId="2147484283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111978865" sldId="2147484273"/>
            <pc:sldLayoutMk cId="990115845" sldId="2147484284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111978865" sldId="2147484273"/>
            <pc:sldLayoutMk cId="517148356" sldId="2147484285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111978865" sldId="2147484273"/>
            <pc:sldLayoutMk cId="862231855" sldId="2147484286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111978865" sldId="2147484273"/>
            <pc:sldLayoutMk cId="3628920172" sldId="2147484287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111978865" sldId="2147484273"/>
            <pc:sldLayoutMk cId="4186526756" sldId="2147484288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111978865" sldId="2147484273"/>
            <pc:sldLayoutMk cId="789554124" sldId="2147484289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111978865" sldId="2147484273"/>
            <pc:sldLayoutMk cId="2354658545" sldId="2147484290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111978865" sldId="2147484273"/>
            <pc:sldLayoutMk cId="3198598413" sldId="2147484291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111978865" sldId="2147484273"/>
            <pc:sldLayoutMk cId="2779546451" sldId="2147484292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111978865" sldId="2147484273"/>
            <pc:sldLayoutMk cId="1241957679" sldId="2147484293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111978865" sldId="2147484273"/>
            <pc:sldLayoutMk cId="1908352858" sldId="2147484294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111978865" sldId="2147484273"/>
            <pc:sldLayoutMk cId="53289389" sldId="2147484295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111978865" sldId="2147484273"/>
            <pc:sldLayoutMk cId="1041076839" sldId="2147484296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111978865" sldId="2147484273"/>
            <pc:sldLayoutMk cId="2368962908" sldId="2147484297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111978865" sldId="2147484273"/>
            <pc:sldLayoutMk cId="1079139702" sldId="2147484298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111978865" sldId="2147484273"/>
            <pc:sldLayoutMk cId="4247912257" sldId="2147484299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111978865" sldId="2147484273"/>
            <pc:sldLayoutMk cId="2887081879" sldId="2147484300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111978865" sldId="2147484273"/>
            <pc:sldLayoutMk cId="113244318" sldId="2147484301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111978865" sldId="2147484273"/>
            <pc:sldLayoutMk cId="3501274087" sldId="2147484302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111978865" sldId="2147484273"/>
            <pc:sldLayoutMk cId="3206802641" sldId="2147484303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111978865" sldId="2147484273"/>
            <pc:sldLayoutMk cId="25746294" sldId="2147484304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111978865" sldId="2147484273"/>
            <pc:sldLayoutMk cId="492814125" sldId="2147484305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111978865" sldId="2147484273"/>
            <pc:sldLayoutMk cId="2925784409" sldId="2147484306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111978865" sldId="2147484273"/>
            <pc:sldLayoutMk cId="3597498761" sldId="2147484307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111978865" sldId="2147484273"/>
            <pc:sldLayoutMk cId="508703020" sldId="2147484308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111978865" sldId="2147484273"/>
            <pc:sldLayoutMk cId="249037613" sldId="2147484309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2111978865" sldId="2147484273"/>
            <pc:sldLayoutMk cId="1765685585" sldId="2147484310"/>
          </pc:sldLayoutMkLst>
        </pc:sldLayoutChg>
      </pc:sldMasterChg>
      <pc:sldMasterChg chg="del delSldLayout">
        <pc:chgData name="Lisa Tostrams" userId="1844f577-b33c-4472-85a2-51b1143ab864" providerId="ADAL" clId="{047FE7A5-AF4F-4188-8631-610F1F464D86}" dt="2025-07-14T09:42:41.136" v="1"/>
        <pc:sldMasterMkLst>
          <pc:docMk/>
          <pc:sldMasterMk cId="3495269219" sldId="2147484311"/>
        </pc:sldMasterMkLst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495269219" sldId="2147484311"/>
            <pc:sldLayoutMk cId="2076320511" sldId="2147484312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495269219" sldId="2147484311"/>
            <pc:sldLayoutMk cId="2999295834" sldId="2147484313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495269219" sldId="2147484311"/>
            <pc:sldLayoutMk cId="244874163" sldId="2147484314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495269219" sldId="2147484311"/>
            <pc:sldLayoutMk cId="4130354627" sldId="2147484315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495269219" sldId="2147484311"/>
            <pc:sldLayoutMk cId="1517776455" sldId="2147484316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495269219" sldId="2147484311"/>
            <pc:sldLayoutMk cId="1723243771" sldId="2147484317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495269219" sldId="2147484311"/>
            <pc:sldLayoutMk cId="1653424618" sldId="2147484318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495269219" sldId="2147484311"/>
            <pc:sldLayoutMk cId="3574563807" sldId="2147484319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495269219" sldId="2147484311"/>
            <pc:sldLayoutMk cId="2640282587" sldId="2147484320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495269219" sldId="2147484311"/>
            <pc:sldLayoutMk cId="2861202857" sldId="2147484321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495269219" sldId="2147484311"/>
            <pc:sldLayoutMk cId="1475300414" sldId="2147484322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495269219" sldId="2147484311"/>
            <pc:sldLayoutMk cId="4059396094" sldId="2147484323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495269219" sldId="2147484311"/>
            <pc:sldLayoutMk cId="141801183" sldId="2147484324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495269219" sldId="2147484311"/>
            <pc:sldLayoutMk cId="1930008223" sldId="2147484325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495269219" sldId="2147484311"/>
            <pc:sldLayoutMk cId="64497260" sldId="2147484326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495269219" sldId="2147484311"/>
            <pc:sldLayoutMk cId="67411194" sldId="2147484327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495269219" sldId="2147484311"/>
            <pc:sldLayoutMk cId="3997102846" sldId="2147484328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495269219" sldId="2147484311"/>
            <pc:sldLayoutMk cId="3252148912" sldId="2147484329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495269219" sldId="2147484311"/>
            <pc:sldLayoutMk cId="178945209" sldId="2147484330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495269219" sldId="2147484311"/>
            <pc:sldLayoutMk cId="3243772282" sldId="2147484331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495269219" sldId="2147484311"/>
            <pc:sldLayoutMk cId="1441854970" sldId="2147484332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495269219" sldId="2147484311"/>
            <pc:sldLayoutMk cId="230453302" sldId="2147484333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495269219" sldId="2147484311"/>
            <pc:sldLayoutMk cId="4106560483" sldId="2147484334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495269219" sldId="2147484311"/>
            <pc:sldLayoutMk cId="4159131263" sldId="2147484335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495269219" sldId="2147484311"/>
            <pc:sldLayoutMk cId="2500044197" sldId="2147484336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495269219" sldId="2147484311"/>
            <pc:sldLayoutMk cId="350030068" sldId="2147484337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495269219" sldId="2147484311"/>
            <pc:sldLayoutMk cId="3776778862" sldId="2147484338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495269219" sldId="2147484311"/>
            <pc:sldLayoutMk cId="2782797534" sldId="2147484339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495269219" sldId="2147484311"/>
            <pc:sldLayoutMk cId="3315043169" sldId="2147484340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495269219" sldId="2147484311"/>
            <pc:sldLayoutMk cId="141847047" sldId="2147484341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495269219" sldId="2147484311"/>
            <pc:sldLayoutMk cId="1374429329" sldId="2147484342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495269219" sldId="2147484311"/>
            <pc:sldLayoutMk cId="1896905227" sldId="2147484343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495269219" sldId="2147484311"/>
            <pc:sldLayoutMk cId="336740317" sldId="2147484344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495269219" sldId="2147484311"/>
            <pc:sldLayoutMk cId="2557830225" sldId="2147484345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495269219" sldId="2147484311"/>
            <pc:sldLayoutMk cId="3275752506" sldId="2147484346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495269219" sldId="2147484311"/>
            <pc:sldLayoutMk cId="68291100" sldId="2147484347"/>
          </pc:sldLayoutMkLst>
        </pc:sldLayoutChg>
        <pc:sldLayoutChg chg="del">
          <pc:chgData name="Lisa Tostrams" userId="1844f577-b33c-4472-85a2-51b1143ab864" providerId="ADAL" clId="{047FE7A5-AF4F-4188-8631-610F1F464D86}" dt="2025-07-14T09:42:41.136" v="1"/>
          <pc:sldLayoutMkLst>
            <pc:docMk/>
            <pc:sldMasterMk cId="3495269219" sldId="2147484311"/>
            <pc:sldLayoutMk cId="2961721339" sldId="2147484348"/>
          </pc:sldLayoutMkLst>
        </pc:sldLayoutChg>
      </pc:sldMasterChg>
    </pc:docChg>
  </pc:docChgLst>
  <pc:docChgLst>
    <pc:chgData name="Jeroen Rodenburg" userId="36afe4a3-a6a4-4251-8e46-e83f049ed970" providerId="ADAL" clId="{021642BC-6B33-4383-9B0E-1233A0B10D3E}"/>
    <pc:docChg chg="undo custSel modSld">
      <pc:chgData name="Jeroen Rodenburg" userId="36afe4a3-a6a4-4251-8e46-e83f049ed970" providerId="ADAL" clId="{021642BC-6B33-4383-9B0E-1233A0B10D3E}" dt="2025-07-07T17:01:25.220" v="293" actId="20577"/>
      <pc:docMkLst>
        <pc:docMk/>
      </pc:docMkLst>
      <pc:sldChg chg="modSp mod modAnim">
        <pc:chgData name="Jeroen Rodenburg" userId="36afe4a3-a6a4-4251-8e46-e83f049ed970" providerId="ADAL" clId="{021642BC-6B33-4383-9B0E-1233A0B10D3E}" dt="2025-07-07T16:51:08.561" v="2" actId="404"/>
        <pc:sldMkLst>
          <pc:docMk/>
          <pc:sldMk cId="2143404724" sldId="258"/>
        </pc:sldMkLst>
        <pc:spChg chg="mod">
          <ac:chgData name="Jeroen Rodenburg" userId="36afe4a3-a6a4-4251-8e46-e83f049ed970" providerId="ADAL" clId="{021642BC-6B33-4383-9B0E-1233A0B10D3E}" dt="2025-07-07T16:51:08.561" v="2" actId="404"/>
          <ac:spMkLst>
            <pc:docMk/>
            <pc:sldMk cId="2143404724" sldId="258"/>
            <ac:spMk id="2" creationId="{EC91CAC1-DC2C-4CE1-9A4E-51200E2AE0E8}"/>
          </ac:spMkLst>
        </pc:spChg>
        <pc:spChg chg="mod">
          <ac:chgData name="Jeroen Rodenburg" userId="36afe4a3-a6a4-4251-8e46-e83f049ed970" providerId="ADAL" clId="{021642BC-6B33-4383-9B0E-1233A0B10D3E}" dt="2025-07-07T16:50:04.160" v="0" actId="1076"/>
          <ac:spMkLst>
            <pc:docMk/>
            <pc:sldMk cId="2143404724" sldId="258"/>
            <ac:spMk id="5" creationId="{94A2DF33-4BBC-A2BC-52FF-21B1CA5B87AD}"/>
          </ac:spMkLst>
        </pc:spChg>
      </pc:sldChg>
      <pc:sldChg chg="delSp modSp mod">
        <pc:chgData name="Jeroen Rodenburg" userId="36afe4a3-a6a4-4251-8e46-e83f049ed970" providerId="ADAL" clId="{021642BC-6B33-4383-9B0E-1233A0B10D3E}" dt="2025-07-07T17:01:25.220" v="293" actId="20577"/>
        <pc:sldMkLst>
          <pc:docMk/>
          <pc:sldMk cId="644335402" sldId="268"/>
        </pc:sldMkLst>
        <pc:spChg chg="mod">
          <ac:chgData name="Jeroen Rodenburg" userId="36afe4a3-a6a4-4251-8e46-e83f049ed970" providerId="ADAL" clId="{021642BC-6B33-4383-9B0E-1233A0B10D3E}" dt="2025-07-07T17:01:25.220" v="293" actId="20577"/>
          <ac:spMkLst>
            <pc:docMk/>
            <pc:sldMk cId="644335402" sldId="268"/>
            <ac:spMk id="2" creationId="{EC91CAC1-DC2C-4CE1-9A4E-51200E2AE0E8}"/>
          </ac:spMkLst>
        </pc:spChg>
      </pc:sldChg>
      <pc:sldChg chg="addSp modSp mod">
        <pc:chgData name="Jeroen Rodenburg" userId="36afe4a3-a6a4-4251-8e46-e83f049ed970" providerId="ADAL" clId="{021642BC-6B33-4383-9B0E-1233A0B10D3E}" dt="2025-07-07T16:59:21.550" v="52" actId="20577"/>
        <pc:sldMkLst>
          <pc:docMk/>
          <pc:sldMk cId="1111818256" sldId="273"/>
        </pc:sldMkLst>
        <pc:spChg chg="add mod">
          <ac:chgData name="Jeroen Rodenburg" userId="36afe4a3-a6a4-4251-8e46-e83f049ed970" providerId="ADAL" clId="{021642BC-6B33-4383-9B0E-1233A0B10D3E}" dt="2025-07-07T16:58:34.565" v="39" actId="403"/>
          <ac:spMkLst>
            <pc:docMk/>
            <pc:sldMk cId="1111818256" sldId="273"/>
            <ac:spMk id="25" creationId="{3E46FB06-99FC-D7E6-FB2B-D7E325B5C965}"/>
          </ac:spMkLst>
        </pc:spChg>
        <pc:spChg chg="add mod">
          <ac:chgData name="Jeroen Rodenburg" userId="36afe4a3-a6a4-4251-8e46-e83f049ed970" providerId="ADAL" clId="{021642BC-6B33-4383-9B0E-1233A0B10D3E}" dt="2025-07-07T16:59:21.550" v="52" actId="20577"/>
          <ac:spMkLst>
            <pc:docMk/>
            <pc:sldMk cId="1111818256" sldId="273"/>
            <ac:spMk id="35" creationId="{327060F2-0B8C-FECD-22F8-D25938A57EFA}"/>
          </ac:spMkLst>
        </pc:spChg>
      </pc:sldChg>
      <pc:sldChg chg="modSp mod">
        <pc:chgData name="Jeroen Rodenburg" userId="36afe4a3-a6a4-4251-8e46-e83f049ed970" providerId="ADAL" clId="{021642BC-6B33-4383-9B0E-1233A0B10D3E}" dt="2025-07-07T16:53:05.268" v="6" actId="20577"/>
        <pc:sldMkLst>
          <pc:docMk/>
          <pc:sldMk cId="3840618620" sldId="277"/>
        </pc:sldMkLst>
        <pc:spChg chg="mod">
          <ac:chgData name="Jeroen Rodenburg" userId="36afe4a3-a6a4-4251-8e46-e83f049ed970" providerId="ADAL" clId="{021642BC-6B33-4383-9B0E-1233A0B10D3E}" dt="2025-07-07T16:53:05.268" v="6" actId="20577"/>
          <ac:spMkLst>
            <pc:docMk/>
            <pc:sldMk cId="3840618620" sldId="277"/>
            <ac:spMk id="25" creationId="{000B08B6-270C-4544-8569-9A50F3493068}"/>
          </ac:spMkLst>
        </pc:spChg>
      </pc:sldChg>
      <pc:sldChg chg="modSp mod">
        <pc:chgData name="Jeroen Rodenburg" userId="36afe4a3-a6a4-4251-8e46-e83f049ed970" providerId="ADAL" clId="{021642BC-6B33-4383-9B0E-1233A0B10D3E}" dt="2025-07-07T16:55:43.017" v="8" actId="20577"/>
        <pc:sldMkLst>
          <pc:docMk/>
          <pc:sldMk cId="1864663512" sldId="283"/>
        </pc:sldMkLst>
        <pc:spChg chg="mod">
          <ac:chgData name="Jeroen Rodenburg" userId="36afe4a3-a6a4-4251-8e46-e83f049ed970" providerId="ADAL" clId="{021642BC-6B33-4383-9B0E-1233A0B10D3E}" dt="2025-07-07T16:55:43.017" v="8" actId="20577"/>
          <ac:spMkLst>
            <pc:docMk/>
            <pc:sldMk cId="1864663512" sldId="283"/>
            <ac:spMk id="37" creationId="{31B34E6C-F869-49F1-9928-D7F19944C772}"/>
          </ac:spMkLst>
        </pc:spChg>
      </pc:sldChg>
      <pc:sldChg chg="modSp mod">
        <pc:chgData name="Jeroen Rodenburg" userId="36afe4a3-a6a4-4251-8e46-e83f049ed970" providerId="ADAL" clId="{021642BC-6B33-4383-9B0E-1233A0B10D3E}" dt="2025-07-07T16:56:11.666" v="13" actId="20577"/>
        <pc:sldMkLst>
          <pc:docMk/>
          <pc:sldMk cId="3035342309" sldId="287"/>
        </pc:sldMkLst>
        <pc:spChg chg="mod">
          <ac:chgData name="Jeroen Rodenburg" userId="36afe4a3-a6a4-4251-8e46-e83f049ed970" providerId="ADAL" clId="{021642BC-6B33-4383-9B0E-1233A0B10D3E}" dt="2025-07-07T16:56:11.666" v="13" actId="20577"/>
          <ac:spMkLst>
            <pc:docMk/>
            <pc:sldMk cId="3035342309" sldId="287"/>
            <ac:spMk id="50" creationId="{63C972AC-AC30-4105-9D6C-D415B1DA83D2}"/>
          </ac:spMkLst>
        </pc:spChg>
      </pc:sldChg>
    </pc:docChg>
  </pc:docChgLst>
  <pc:docChgLst>
    <pc:chgData name="Lisa Tostrams" userId="1844f577-b33c-4472-85a2-51b1143ab864" providerId="ADAL" clId="{AA69E4A9-0E58-4D92-9B7C-650A7542851F}"/>
    <pc:docChg chg="undo custSel addSld delSld modSld">
      <pc:chgData name="Lisa Tostrams" userId="1844f577-b33c-4472-85a2-51b1143ab864" providerId="ADAL" clId="{AA69E4A9-0E58-4D92-9B7C-650A7542851F}" dt="2025-07-07T14:44:13.243" v="638" actId="14100"/>
      <pc:docMkLst>
        <pc:docMk/>
      </pc:docMkLst>
      <pc:sldChg chg="addSp delSp mod addAnim delAnim">
        <pc:chgData name="Lisa Tostrams" userId="1844f577-b33c-4472-85a2-51b1143ab864" providerId="ADAL" clId="{AA69E4A9-0E58-4D92-9B7C-650A7542851F}" dt="2025-07-07T13:42:28.087" v="3" actId="478"/>
        <pc:sldMkLst>
          <pc:docMk/>
          <pc:sldMk cId="645824591" sldId="263"/>
        </pc:sldMkLst>
      </pc:sldChg>
      <pc:sldChg chg="delSp mod delAnim modAnim">
        <pc:chgData name="Lisa Tostrams" userId="1844f577-b33c-4472-85a2-51b1143ab864" providerId="ADAL" clId="{AA69E4A9-0E58-4D92-9B7C-650A7542851F}" dt="2025-07-07T13:47:29.720" v="20" actId="478"/>
        <pc:sldMkLst>
          <pc:docMk/>
          <pc:sldMk cId="3272062311" sldId="264"/>
        </pc:sldMkLst>
      </pc:sldChg>
      <pc:sldChg chg="delSp modSp mod delAnim modAnim">
        <pc:chgData name="Lisa Tostrams" userId="1844f577-b33c-4472-85a2-51b1143ab864" providerId="ADAL" clId="{AA69E4A9-0E58-4D92-9B7C-650A7542851F}" dt="2025-07-07T14:07:49.217" v="95"/>
        <pc:sldMkLst>
          <pc:docMk/>
          <pc:sldMk cId="918456545" sldId="265"/>
        </pc:sldMkLst>
        <pc:spChg chg="mod">
          <ac:chgData name="Lisa Tostrams" userId="1844f577-b33c-4472-85a2-51b1143ab864" providerId="ADAL" clId="{AA69E4A9-0E58-4D92-9B7C-650A7542851F}" dt="2025-07-07T14:07:49.217" v="95"/>
          <ac:spMkLst>
            <pc:docMk/>
            <pc:sldMk cId="918456545" sldId="265"/>
            <ac:spMk id="24" creationId="{2B257907-D2A7-4D3B-BFFA-EC7D4B5D7502}"/>
          </ac:spMkLst>
        </pc:spChg>
      </pc:sldChg>
      <pc:sldChg chg="delSp modSp mod delAnim modAnim">
        <pc:chgData name="Lisa Tostrams" userId="1844f577-b33c-4472-85a2-51b1143ab864" providerId="ADAL" clId="{AA69E4A9-0E58-4D92-9B7C-650A7542851F}" dt="2025-07-07T14:18:30.164" v="304"/>
        <pc:sldMkLst>
          <pc:docMk/>
          <pc:sldMk cId="3423251687" sldId="266"/>
        </pc:sldMkLst>
        <pc:spChg chg="mod">
          <ac:chgData name="Lisa Tostrams" userId="1844f577-b33c-4472-85a2-51b1143ab864" providerId="ADAL" clId="{AA69E4A9-0E58-4D92-9B7C-650A7542851F}" dt="2025-07-07T14:08:22.188" v="102"/>
          <ac:spMkLst>
            <pc:docMk/>
            <pc:sldMk cId="3423251687" sldId="266"/>
            <ac:spMk id="24" creationId="{2B257907-D2A7-4D3B-BFFA-EC7D4B5D7502}"/>
          </ac:spMkLst>
        </pc:spChg>
        <pc:spChg chg="mod">
          <ac:chgData name="Lisa Tostrams" userId="1844f577-b33c-4472-85a2-51b1143ab864" providerId="ADAL" clId="{AA69E4A9-0E58-4D92-9B7C-650A7542851F}" dt="2025-07-07T14:10:20.559" v="165" actId="404"/>
          <ac:spMkLst>
            <pc:docMk/>
            <pc:sldMk cId="3423251687" sldId="266"/>
            <ac:spMk id="29" creationId="{8EBB5642-6429-409F-BCF9-14E069997343}"/>
          </ac:spMkLst>
        </pc:spChg>
        <pc:spChg chg="mod">
          <ac:chgData name="Lisa Tostrams" userId="1844f577-b33c-4472-85a2-51b1143ab864" providerId="ADAL" clId="{AA69E4A9-0E58-4D92-9B7C-650A7542851F}" dt="2025-07-07T14:16:45.604" v="275"/>
          <ac:spMkLst>
            <pc:docMk/>
            <pc:sldMk cId="3423251687" sldId="266"/>
            <ac:spMk id="32" creationId="{62AE2C36-E928-48E9-AFB9-8F4A6BD6CE46}"/>
          </ac:spMkLst>
        </pc:spChg>
        <pc:spChg chg="mod">
          <ac:chgData name="Lisa Tostrams" userId="1844f577-b33c-4472-85a2-51b1143ab864" providerId="ADAL" clId="{AA69E4A9-0E58-4D92-9B7C-650A7542851F}" dt="2025-07-07T14:18:30.164" v="304"/>
          <ac:spMkLst>
            <pc:docMk/>
            <pc:sldMk cId="3423251687" sldId="266"/>
            <ac:spMk id="37" creationId="{31B34E6C-F869-49F1-9928-D7F19944C772}"/>
          </ac:spMkLst>
        </pc:spChg>
      </pc:sldChg>
      <pc:sldChg chg="addSp delSp modSp mod delAnim modAnim">
        <pc:chgData name="Lisa Tostrams" userId="1844f577-b33c-4472-85a2-51b1143ab864" providerId="ADAL" clId="{AA69E4A9-0E58-4D92-9B7C-650A7542851F}" dt="2025-07-07T14:40:08.498" v="505" actId="6549"/>
        <pc:sldMkLst>
          <pc:docMk/>
          <pc:sldMk cId="1514713446" sldId="267"/>
        </pc:sldMkLst>
        <pc:spChg chg="add mod">
          <ac:chgData name="Lisa Tostrams" userId="1844f577-b33c-4472-85a2-51b1143ab864" providerId="ADAL" clId="{AA69E4A9-0E58-4D92-9B7C-650A7542851F}" dt="2025-07-07T14:39:21.280" v="452"/>
          <ac:spMkLst>
            <pc:docMk/>
            <pc:sldMk cId="1514713446" sldId="267"/>
            <ac:spMk id="15" creationId="{2FA933CD-C839-F16D-1581-DEC499BBCFE8}"/>
          </ac:spMkLst>
        </pc:spChg>
        <pc:spChg chg="mod">
          <ac:chgData name="Lisa Tostrams" userId="1844f577-b33c-4472-85a2-51b1143ab864" providerId="ADAL" clId="{AA69E4A9-0E58-4D92-9B7C-650A7542851F}" dt="2025-07-07T14:08:43.588" v="107"/>
          <ac:spMkLst>
            <pc:docMk/>
            <pc:sldMk cId="1514713446" sldId="267"/>
            <ac:spMk id="24" creationId="{2B257907-D2A7-4D3B-BFFA-EC7D4B5D7502}"/>
          </ac:spMkLst>
        </pc:spChg>
        <pc:spChg chg="mod">
          <ac:chgData name="Lisa Tostrams" userId="1844f577-b33c-4472-85a2-51b1143ab864" providerId="ADAL" clId="{AA69E4A9-0E58-4D92-9B7C-650A7542851F}" dt="2025-07-07T14:12:10.112" v="175" actId="404"/>
          <ac:spMkLst>
            <pc:docMk/>
            <pc:sldMk cId="1514713446" sldId="267"/>
            <ac:spMk id="29" creationId="{8EBB5642-6429-409F-BCF9-14E069997343}"/>
          </ac:spMkLst>
        </pc:spChg>
        <pc:spChg chg="mod">
          <ac:chgData name="Lisa Tostrams" userId="1844f577-b33c-4472-85a2-51b1143ab864" providerId="ADAL" clId="{AA69E4A9-0E58-4D92-9B7C-650A7542851F}" dt="2025-07-07T14:16:20.916" v="270"/>
          <ac:spMkLst>
            <pc:docMk/>
            <pc:sldMk cId="1514713446" sldId="267"/>
            <ac:spMk id="32" creationId="{62AE2C36-E928-48E9-AFB9-8F4A6BD6CE46}"/>
          </ac:spMkLst>
        </pc:spChg>
        <pc:spChg chg="mod">
          <ac:chgData name="Lisa Tostrams" userId="1844f577-b33c-4472-85a2-51b1143ab864" providerId="ADAL" clId="{AA69E4A9-0E58-4D92-9B7C-650A7542851F}" dt="2025-07-07T14:18:54.732" v="309"/>
          <ac:spMkLst>
            <pc:docMk/>
            <pc:sldMk cId="1514713446" sldId="267"/>
            <ac:spMk id="37" creationId="{31B34E6C-F869-49F1-9928-D7F19944C772}"/>
          </ac:spMkLst>
        </pc:spChg>
        <pc:spChg chg="mod">
          <ac:chgData name="Lisa Tostrams" userId="1844f577-b33c-4472-85a2-51b1143ab864" providerId="ADAL" clId="{AA69E4A9-0E58-4D92-9B7C-650A7542851F}" dt="2025-07-07T14:40:08.498" v="505" actId="6549"/>
          <ac:spMkLst>
            <pc:docMk/>
            <pc:sldMk cId="1514713446" sldId="267"/>
            <ac:spMk id="39" creationId="{42A314DB-A406-412F-98F4-9A66058F6779}"/>
          </ac:spMkLst>
        </pc:spChg>
      </pc:sldChg>
      <pc:sldChg chg="delSp modSp mod delAnim modAnim">
        <pc:chgData name="Lisa Tostrams" userId="1844f577-b33c-4472-85a2-51b1143ab864" providerId="ADAL" clId="{AA69E4A9-0E58-4D92-9B7C-650A7542851F}" dt="2025-07-07T14:17:01.837" v="278"/>
        <pc:sldMkLst>
          <pc:docMk/>
          <pc:sldMk cId="725659238" sldId="270"/>
        </pc:sldMkLst>
        <pc:spChg chg="mod">
          <ac:chgData name="Lisa Tostrams" userId="1844f577-b33c-4472-85a2-51b1143ab864" providerId="ADAL" clId="{AA69E4A9-0E58-4D92-9B7C-650A7542851F}" dt="2025-07-07T14:08:11.957" v="100"/>
          <ac:spMkLst>
            <pc:docMk/>
            <pc:sldMk cId="725659238" sldId="270"/>
            <ac:spMk id="24" creationId="{2B257907-D2A7-4D3B-BFFA-EC7D4B5D7502}"/>
          </ac:spMkLst>
        </pc:spChg>
        <pc:spChg chg="mod">
          <ac:chgData name="Lisa Tostrams" userId="1844f577-b33c-4472-85a2-51b1143ab864" providerId="ADAL" clId="{AA69E4A9-0E58-4D92-9B7C-650A7542851F}" dt="2025-07-07T14:09:59.161" v="159" actId="404"/>
          <ac:spMkLst>
            <pc:docMk/>
            <pc:sldMk cId="725659238" sldId="270"/>
            <ac:spMk id="29" creationId="{8EBB5642-6429-409F-BCF9-14E069997343}"/>
          </ac:spMkLst>
        </pc:spChg>
        <pc:spChg chg="mod">
          <ac:chgData name="Lisa Tostrams" userId="1844f577-b33c-4472-85a2-51b1143ab864" providerId="ADAL" clId="{AA69E4A9-0E58-4D92-9B7C-650A7542851F}" dt="2025-07-07T14:17:01.837" v="278"/>
          <ac:spMkLst>
            <pc:docMk/>
            <pc:sldMk cId="725659238" sldId="270"/>
            <ac:spMk id="32" creationId="{62AE2C36-E928-48E9-AFB9-8F4A6BD6CE46}"/>
          </ac:spMkLst>
        </pc:spChg>
      </pc:sldChg>
      <pc:sldChg chg="modSp mod">
        <pc:chgData name="Lisa Tostrams" userId="1844f577-b33c-4472-85a2-51b1143ab864" providerId="ADAL" clId="{AA69E4A9-0E58-4D92-9B7C-650A7542851F}" dt="2025-07-07T14:17:06.190" v="279"/>
        <pc:sldMkLst>
          <pc:docMk/>
          <pc:sldMk cId="4261193178" sldId="271"/>
        </pc:sldMkLst>
        <pc:spChg chg="mod">
          <ac:chgData name="Lisa Tostrams" userId="1844f577-b33c-4472-85a2-51b1143ab864" providerId="ADAL" clId="{AA69E4A9-0E58-4D92-9B7C-650A7542851F}" dt="2025-07-07T14:17:06.190" v="279"/>
          <ac:spMkLst>
            <pc:docMk/>
            <pc:sldMk cId="4261193178" sldId="271"/>
            <ac:spMk id="15" creationId="{22E9DCA8-BF93-BB77-1AB0-0A603D71110B}"/>
          </ac:spMkLst>
        </pc:spChg>
        <pc:spChg chg="mod">
          <ac:chgData name="Lisa Tostrams" userId="1844f577-b33c-4472-85a2-51b1143ab864" providerId="ADAL" clId="{AA69E4A9-0E58-4D92-9B7C-650A7542851F}" dt="2025-07-07T14:08:02.549" v="98"/>
          <ac:spMkLst>
            <pc:docMk/>
            <pc:sldMk cId="4261193178" sldId="271"/>
            <ac:spMk id="24" creationId="{2B257907-D2A7-4D3B-BFFA-EC7D4B5D7502}"/>
          </ac:spMkLst>
        </pc:spChg>
        <pc:spChg chg="mod">
          <ac:chgData name="Lisa Tostrams" userId="1844f577-b33c-4472-85a2-51b1143ab864" providerId="ADAL" clId="{AA69E4A9-0E58-4D92-9B7C-650A7542851F}" dt="2025-07-07T14:09:52.628" v="157" actId="404"/>
          <ac:spMkLst>
            <pc:docMk/>
            <pc:sldMk cId="4261193178" sldId="271"/>
            <ac:spMk id="29" creationId="{8EBB5642-6429-409F-BCF9-14E069997343}"/>
          </ac:spMkLst>
        </pc:spChg>
      </pc:sldChg>
      <pc:sldChg chg="addSp delSp modSp mod">
        <pc:chgData name="Lisa Tostrams" userId="1844f577-b33c-4472-85a2-51b1143ab864" providerId="ADAL" clId="{AA69E4A9-0E58-4D92-9B7C-650A7542851F}" dt="2025-07-07T14:41:42.392" v="551"/>
        <pc:sldMkLst>
          <pc:docMk/>
          <pc:sldMk cId="3569743916" sldId="272"/>
        </pc:sldMkLst>
        <pc:spChg chg="add mod">
          <ac:chgData name="Lisa Tostrams" userId="1844f577-b33c-4472-85a2-51b1143ab864" providerId="ADAL" clId="{AA69E4A9-0E58-4D92-9B7C-650A7542851F}" dt="2025-07-07T14:41:19.454" v="527"/>
          <ac:spMkLst>
            <pc:docMk/>
            <pc:sldMk cId="3569743916" sldId="272"/>
            <ac:spMk id="16" creationId="{2E820B32-7B54-5168-24EE-11D781FFAE08}"/>
          </ac:spMkLst>
        </pc:spChg>
        <pc:spChg chg="mod">
          <ac:chgData name="Lisa Tostrams" userId="1844f577-b33c-4472-85a2-51b1143ab864" providerId="ADAL" clId="{AA69E4A9-0E58-4D92-9B7C-650A7542851F}" dt="2025-07-07T14:08:50.779" v="109"/>
          <ac:spMkLst>
            <pc:docMk/>
            <pc:sldMk cId="3569743916" sldId="272"/>
            <ac:spMk id="24" creationId="{2B257907-D2A7-4D3B-BFFA-EC7D4B5D7502}"/>
          </ac:spMkLst>
        </pc:spChg>
        <pc:spChg chg="mod">
          <ac:chgData name="Lisa Tostrams" userId="1844f577-b33c-4472-85a2-51b1143ab864" providerId="ADAL" clId="{AA69E4A9-0E58-4D92-9B7C-650A7542851F}" dt="2025-07-07T14:12:27.808" v="179" actId="404"/>
          <ac:spMkLst>
            <pc:docMk/>
            <pc:sldMk cId="3569743916" sldId="272"/>
            <ac:spMk id="29" creationId="{8EBB5642-6429-409F-BCF9-14E069997343}"/>
          </ac:spMkLst>
        </pc:spChg>
        <pc:spChg chg="mod">
          <ac:chgData name="Lisa Tostrams" userId="1844f577-b33c-4472-85a2-51b1143ab864" providerId="ADAL" clId="{AA69E4A9-0E58-4D92-9B7C-650A7542851F}" dt="2025-07-07T14:16:14.397" v="268"/>
          <ac:spMkLst>
            <pc:docMk/>
            <pc:sldMk cId="3569743916" sldId="272"/>
            <ac:spMk id="32" creationId="{62AE2C36-E928-48E9-AFB9-8F4A6BD6CE46}"/>
          </ac:spMkLst>
        </pc:spChg>
        <pc:spChg chg="mod">
          <ac:chgData name="Lisa Tostrams" userId="1844f577-b33c-4472-85a2-51b1143ab864" providerId="ADAL" clId="{AA69E4A9-0E58-4D92-9B7C-650A7542851F}" dt="2025-07-07T14:19:02.419" v="311"/>
          <ac:spMkLst>
            <pc:docMk/>
            <pc:sldMk cId="3569743916" sldId="272"/>
            <ac:spMk id="37" creationId="{31B34E6C-F869-49F1-9928-D7F19944C772}"/>
          </ac:spMkLst>
        </pc:spChg>
        <pc:spChg chg="mod">
          <ac:chgData name="Lisa Tostrams" userId="1844f577-b33c-4472-85a2-51b1143ab864" providerId="ADAL" clId="{AA69E4A9-0E58-4D92-9B7C-650A7542851F}" dt="2025-07-07T14:41:42.392" v="551"/>
          <ac:spMkLst>
            <pc:docMk/>
            <pc:sldMk cId="3569743916" sldId="272"/>
            <ac:spMk id="39" creationId="{42A314DB-A406-412F-98F4-9A66058F6779}"/>
          </ac:spMkLst>
        </pc:spChg>
      </pc:sldChg>
      <pc:sldChg chg="addSp modSp mod modShow">
        <pc:chgData name="Lisa Tostrams" userId="1844f577-b33c-4472-85a2-51b1143ab864" providerId="ADAL" clId="{AA69E4A9-0E58-4D92-9B7C-650A7542851F}" dt="2025-07-07T14:41:45.395" v="552"/>
        <pc:sldMkLst>
          <pc:docMk/>
          <pc:sldMk cId="1111818256" sldId="273"/>
        </pc:sldMkLst>
        <pc:spChg chg="add mod">
          <ac:chgData name="Lisa Tostrams" userId="1844f577-b33c-4472-85a2-51b1143ab864" providerId="ADAL" clId="{AA69E4A9-0E58-4D92-9B7C-650A7542851F}" dt="2025-07-07T14:41:27.078" v="538"/>
          <ac:spMkLst>
            <pc:docMk/>
            <pc:sldMk cId="1111818256" sldId="273"/>
            <ac:spMk id="15" creationId="{1E1A9354-C9C7-E069-08DB-1DCA4EC128AB}"/>
          </ac:spMkLst>
        </pc:spChg>
        <pc:spChg chg="mod">
          <ac:chgData name="Lisa Tostrams" userId="1844f577-b33c-4472-85a2-51b1143ab864" providerId="ADAL" clId="{AA69E4A9-0E58-4D92-9B7C-650A7542851F}" dt="2025-07-07T14:08:55.253" v="110"/>
          <ac:spMkLst>
            <pc:docMk/>
            <pc:sldMk cId="1111818256" sldId="273"/>
            <ac:spMk id="24" creationId="{2B257907-D2A7-4D3B-BFFA-EC7D4B5D7502}"/>
          </ac:spMkLst>
        </pc:spChg>
        <pc:spChg chg="mod">
          <ac:chgData name="Lisa Tostrams" userId="1844f577-b33c-4472-85a2-51b1143ab864" providerId="ADAL" clId="{AA69E4A9-0E58-4D92-9B7C-650A7542851F}" dt="2025-07-07T14:12:38.839" v="181" actId="404"/>
          <ac:spMkLst>
            <pc:docMk/>
            <pc:sldMk cId="1111818256" sldId="273"/>
            <ac:spMk id="29" creationId="{8EBB5642-6429-409F-BCF9-14E069997343}"/>
          </ac:spMkLst>
        </pc:spChg>
        <pc:spChg chg="mod">
          <ac:chgData name="Lisa Tostrams" userId="1844f577-b33c-4472-85a2-51b1143ab864" providerId="ADAL" clId="{AA69E4A9-0E58-4D92-9B7C-650A7542851F}" dt="2025-07-07T14:16:03.126" v="267" actId="20577"/>
          <ac:spMkLst>
            <pc:docMk/>
            <pc:sldMk cId="1111818256" sldId="273"/>
            <ac:spMk id="32" creationId="{62AE2C36-E928-48E9-AFB9-8F4A6BD6CE46}"/>
          </ac:spMkLst>
        </pc:spChg>
        <pc:spChg chg="mod">
          <ac:chgData name="Lisa Tostrams" userId="1844f577-b33c-4472-85a2-51b1143ab864" providerId="ADAL" clId="{AA69E4A9-0E58-4D92-9B7C-650A7542851F}" dt="2025-07-07T14:19:07.019" v="312"/>
          <ac:spMkLst>
            <pc:docMk/>
            <pc:sldMk cId="1111818256" sldId="273"/>
            <ac:spMk id="37" creationId="{31B34E6C-F869-49F1-9928-D7F19944C772}"/>
          </ac:spMkLst>
        </pc:spChg>
        <pc:spChg chg="mod">
          <ac:chgData name="Lisa Tostrams" userId="1844f577-b33c-4472-85a2-51b1143ab864" providerId="ADAL" clId="{AA69E4A9-0E58-4D92-9B7C-650A7542851F}" dt="2025-07-07T14:41:45.395" v="552"/>
          <ac:spMkLst>
            <pc:docMk/>
            <pc:sldMk cId="1111818256" sldId="273"/>
            <ac:spMk id="39" creationId="{42A314DB-A406-412F-98F4-9A66058F6779}"/>
          </ac:spMkLst>
        </pc:spChg>
      </pc:sldChg>
      <pc:sldChg chg="add modAnim">
        <pc:chgData name="Lisa Tostrams" userId="1844f577-b33c-4472-85a2-51b1143ab864" providerId="ADAL" clId="{AA69E4A9-0E58-4D92-9B7C-650A7542851F}" dt="2025-07-07T13:42:34.053" v="4"/>
        <pc:sldMkLst>
          <pc:docMk/>
          <pc:sldMk cId="2938044610" sldId="274"/>
        </pc:sldMkLst>
      </pc:sldChg>
      <pc:sldChg chg="delSp add mod delAnim modAnim">
        <pc:chgData name="Lisa Tostrams" userId="1844f577-b33c-4472-85a2-51b1143ab864" providerId="ADAL" clId="{AA69E4A9-0E58-4D92-9B7C-650A7542851F}" dt="2025-07-07T13:46:21.985" v="17"/>
        <pc:sldMkLst>
          <pc:docMk/>
          <pc:sldMk cId="4134116756" sldId="275"/>
        </pc:sldMkLst>
      </pc:sldChg>
      <pc:sldChg chg="delSp add mod delAnim modAnim">
        <pc:chgData name="Lisa Tostrams" userId="1844f577-b33c-4472-85a2-51b1143ab864" providerId="ADAL" clId="{AA69E4A9-0E58-4D92-9B7C-650A7542851F}" dt="2025-07-07T13:46:04.134" v="15"/>
        <pc:sldMkLst>
          <pc:docMk/>
          <pc:sldMk cId="2793459171" sldId="276"/>
        </pc:sldMkLst>
      </pc:sldChg>
      <pc:sldChg chg="delSp add mod delAnim modAnim">
        <pc:chgData name="Lisa Tostrams" userId="1844f577-b33c-4472-85a2-51b1143ab864" providerId="ADAL" clId="{AA69E4A9-0E58-4D92-9B7C-650A7542851F}" dt="2025-07-07T13:45:34.926" v="13"/>
        <pc:sldMkLst>
          <pc:docMk/>
          <pc:sldMk cId="3840618620" sldId="277"/>
        </pc:sldMkLst>
      </pc:sldChg>
      <pc:sldChg chg="modSp add modAnim">
        <pc:chgData name="Lisa Tostrams" userId="1844f577-b33c-4472-85a2-51b1143ab864" providerId="ADAL" clId="{AA69E4A9-0E58-4D92-9B7C-650A7542851F}" dt="2025-07-07T14:07:39.021" v="94" actId="6549"/>
        <pc:sldMkLst>
          <pc:docMk/>
          <pc:sldMk cId="4034630650" sldId="278"/>
        </pc:sldMkLst>
        <pc:spChg chg="mod">
          <ac:chgData name="Lisa Tostrams" userId="1844f577-b33c-4472-85a2-51b1143ab864" providerId="ADAL" clId="{AA69E4A9-0E58-4D92-9B7C-650A7542851F}" dt="2025-07-07T14:07:39.021" v="94" actId="6549"/>
          <ac:spMkLst>
            <pc:docMk/>
            <pc:sldMk cId="4034630650" sldId="278"/>
            <ac:spMk id="24" creationId="{2B257907-D2A7-4D3B-BFFA-EC7D4B5D7502}"/>
          </ac:spMkLst>
        </pc:spChg>
      </pc:sldChg>
      <pc:sldChg chg="delSp modSp add mod delAnim modAnim">
        <pc:chgData name="Lisa Tostrams" userId="1844f577-b33c-4472-85a2-51b1143ab864" providerId="ADAL" clId="{AA69E4A9-0E58-4D92-9B7C-650A7542851F}" dt="2025-07-07T14:07:53.571" v="96"/>
        <pc:sldMkLst>
          <pc:docMk/>
          <pc:sldMk cId="1198967738" sldId="279"/>
        </pc:sldMkLst>
        <pc:spChg chg="mod">
          <ac:chgData name="Lisa Tostrams" userId="1844f577-b33c-4472-85a2-51b1143ab864" providerId="ADAL" clId="{AA69E4A9-0E58-4D92-9B7C-650A7542851F}" dt="2025-07-07T14:07:53.571" v="96"/>
          <ac:spMkLst>
            <pc:docMk/>
            <pc:sldMk cId="1198967738" sldId="279"/>
            <ac:spMk id="24" creationId="{2B257907-D2A7-4D3B-BFFA-EC7D4B5D7502}"/>
          </ac:spMkLst>
        </pc:spChg>
      </pc:sldChg>
      <pc:sldChg chg="delSp modSp add mod delAnim modAnim">
        <pc:chgData name="Lisa Tostrams" userId="1844f577-b33c-4472-85a2-51b1143ab864" providerId="ADAL" clId="{AA69E4A9-0E58-4D92-9B7C-650A7542851F}" dt="2025-07-07T14:09:32.194" v="153" actId="404"/>
        <pc:sldMkLst>
          <pc:docMk/>
          <pc:sldMk cId="2570243072" sldId="280"/>
        </pc:sldMkLst>
        <pc:spChg chg="mod">
          <ac:chgData name="Lisa Tostrams" userId="1844f577-b33c-4472-85a2-51b1143ab864" providerId="ADAL" clId="{AA69E4A9-0E58-4D92-9B7C-650A7542851F}" dt="2025-07-07T14:09:10.870" v="111"/>
          <ac:spMkLst>
            <pc:docMk/>
            <pc:sldMk cId="2570243072" sldId="280"/>
            <ac:spMk id="24" creationId="{2B257907-D2A7-4D3B-BFFA-EC7D4B5D7502}"/>
          </ac:spMkLst>
        </pc:spChg>
        <pc:spChg chg="mod">
          <ac:chgData name="Lisa Tostrams" userId="1844f577-b33c-4472-85a2-51b1143ab864" providerId="ADAL" clId="{AA69E4A9-0E58-4D92-9B7C-650A7542851F}" dt="2025-07-07T14:09:32.194" v="153" actId="404"/>
          <ac:spMkLst>
            <pc:docMk/>
            <pc:sldMk cId="2570243072" sldId="280"/>
            <ac:spMk id="29" creationId="{8EBB5642-6429-409F-BCF9-14E069997343}"/>
          </ac:spMkLst>
        </pc:spChg>
      </pc:sldChg>
      <pc:sldChg chg="modSp add mod modAnim">
        <pc:chgData name="Lisa Tostrams" userId="1844f577-b33c-4472-85a2-51b1143ab864" providerId="ADAL" clId="{AA69E4A9-0E58-4D92-9B7C-650A7542851F}" dt="2025-07-07T14:09:45.231" v="155" actId="404"/>
        <pc:sldMkLst>
          <pc:docMk/>
          <pc:sldMk cId="2352486974" sldId="281"/>
        </pc:sldMkLst>
        <pc:spChg chg="mod">
          <ac:chgData name="Lisa Tostrams" userId="1844f577-b33c-4472-85a2-51b1143ab864" providerId="ADAL" clId="{AA69E4A9-0E58-4D92-9B7C-650A7542851F}" dt="2025-07-07T14:07:58.756" v="97"/>
          <ac:spMkLst>
            <pc:docMk/>
            <pc:sldMk cId="2352486974" sldId="281"/>
            <ac:spMk id="24" creationId="{2B257907-D2A7-4D3B-BFFA-EC7D4B5D7502}"/>
          </ac:spMkLst>
        </pc:spChg>
        <pc:spChg chg="mod">
          <ac:chgData name="Lisa Tostrams" userId="1844f577-b33c-4472-85a2-51b1143ab864" providerId="ADAL" clId="{AA69E4A9-0E58-4D92-9B7C-650A7542851F}" dt="2025-07-07T14:09:45.231" v="155" actId="404"/>
          <ac:spMkLst>
            <pc:docMk/>
            <pc:sldMk cId="2352486974" sldId="281"/>
            <ac:spMk id="29" creationId="{8EBB5642-6429-409F-BCF9-14E069997343}"/>
          </ac:spMkLst>
        </pc:spChg>
      </pc:sldChg>
      <pc:sldChg chg="delSp modSp add mod delAnim modAnim">
        <pc:chgData name="Lisa Tostrams" userId="1844f577-b33c-4472-85a2-51b1143ab864" providerId="ADAL" clId="{AA69E4A9-0E58-4D92-9B7C-650A7542851F}" dt="2025-07-07T14:16:56.028" v="277"/>
        <pc:sldMkLst>
          <pc:docMk/>
          <pc:sldMk cId="1774986760" sldId="282"/>
        </pc:sldMkLst>
        <pc:spChg chg="mod">
          <ac:chgData name="Lisa Tostrams" userId="1844f577-b33c-4472-85a2-51b1143ab864" providerId="ADAL" clId="{AA69E4A9-0E58-4D92-9B7C-650A7542851F}" dt="2025-07-07T14:08:06.588" v="99"/>
          <ac:spMkLst>
            <pc:docMk/>
            <pc:sldMk cId="1774986760" sldId="282"/>
            <ac:spMk id="24" creationId="{2B257907-D2A7-4D3B-BFFA-EC7D4B5D7502}"/>
          </ac:spMkLst>
        </pc:spChg>
        <pc:spChg chg="mod">
          <ac:chgData name="Lisa Tostrams" userId="1844f577-b33c-4472-85a2-51b1143ab864" providerId="ADAL" clId="{AA69E4A9-0E58-4D92-9B7C-650A7542851F}" dt="2025-07-07T14:10:05.190" v="161" actId="404"/>
          <ac:spMkLst>
            <pc:docMk/>
            <pc:sldMk cId="1774986760" sldId="282"/>
            <ac:spMk id="29" creationId="{8EBB5642-6429-409F-BCF9-14E069997343}"/>
          </ac:spMkLst>
        </pc:spChg>
        <pc:spChg chg="mod">
          <ac:chgData name="Lisa Tostrams" userId="1844f577-b33c-4472-85a2-51b1143ab864" providerId="ADAL" clId="{AA69E4A9-0E58-4D92-9B7C-650A7542851F}" dt="2025-07-07T14:16:56.028" v="277"/>
          <ac:spMkLst>
            <pc:docMk/>
            <pc:sldMk cId="1774986760" sldId="282"/>
            <ac:spMk id="32" creationId="{62AE2C36-E928-48E9-AFB9-8F4A6BD6CE46}"/>
          </ac:spMkLst>
        </pc:spChg>
      </pc:sldChg>
      <pc:sldChg chg="add del">
        <pc:chgData name="Lisa Tostrams" userId="1844f577-b33c-4472-85a2-51b1143ab864" providerId="ADAL" clId="{AA69E4A9-0E58-4D92-9B7C-650A7542851F}" dt="2025-07-07T13:53:55.544" v="34"/>
        <pc:sldMkLst>
          <pc:docMk/>
          <pc:sldMk cId="3870215504" sldId="282"/>
        </pc:sldMkLst>
      </pc:sldChg>
      <pc:sldChg chg="add del">
        <pc:chgData name="Lisa Tostrams" userId="1844f577-b33c-4472-85a2-51b1143ab864" providerId="ADAL" clId="{AA69E4A9-0E58-4D92-9B7C-650A7542851F}" dt="2025-07-07T13:53:54.663" v="33"/>
        <pc:sldMkLst>
          <pc:docMk/>
          <pc:sldMk cId="1357211060" sldId="283"/>
        </pc:sldMkLst>
      </pc:sldChg>
      <pc:sldChg chg="modSp add mod modAnim">
        <pc:chgData name="Lisa Tostrams" userId="1844f577-b33c-4472-85a2-51b1143ab864" providerId="ADAL" clId="{AA69E4A9-0E58-4D92-9B7C-650A7542851F}" dt="2025-07-07T14:17:35.500" v="303" actId="20577"/>
        <pc:sldMkLst>
          <pc:docMk/>
          <pc:sldMk cId="1864663512" sldId="283"/>
        </pc:sldMkLst>
        <pc:spChg chg="mod">
          <ac:chgData name="Lisa Tostrams" userId="1844f577-b33c-4472-85a2-51b1143ab864" providerId="ADAL" clId="{AA69E4A9-0E58-4D92-9B7C-650A7542851F}" dt="2025-07-07T14:08:16.353" v="101"/>
          <ac:spMkLst>
            <pc:docMk/>
            <pc:sldMk cId="1864663512" sldId="283"/>
            <ac:spMk id="24" creationId="{2B257907-D2A7-4D3B-BFFA-EC7D4B5D7502}"/>
          </ac:spMkLst>
        </pc:spChg>
        <pc:spChg chg="mod">
          <ac:chgData name="Lisa Tostrams" userId="1844f577-b33c-4472-85a2-51b1143ab864" providerId="ADAL" clId="{AA69E4A9-0E58-4D92-9B7C-650A7542851F}" dt="2025-07-07T14:10:13.095" v="163" actId="404"/>
          <ac:spMkLst>
            <pc:docMk/>
            <pc:sldMk cId="1864663512" sldId="283"/>
            <ac:spMk id="29" creationId="{8EBB5642-6429-409F-BCF9-14E069997343}"/>
          </ac:spMkLst>
        </pc:spChg>
        <pc:spChg chg="mod">
          <ac:chgData name="Lisa Tostrams" userId="1844f577-b33c-4472-85a2-51b1143ab864" providerId="ADAL" clId="{AA69E4A9-0E58-4D92-9B7C-650A7542851F}" dt="2025-07-07T14:16:49.621" v="276"/>
          <ac:spMkLst>
            <pc:docMk/>
            <pc:sldMk cId="1864663512" sldId="283"/>
            <ac:spMk id="32" creationId="{62AE2C36-E928-48E9-AFB9-8F4A6BD6CE46}"/>
          </ac:spMkLst>
        </pc:spChg>
        <pc:spChg chg="mod">
          <ac:chgData name="Lisa Tostrams" userId="1844f577-b33c-4472-85a2-51b1143ab864" providerId="ADAL" clId="{AA69E4A9-0E58-4D92-9B7C-650A7542851F}" dt="2025-07-07T14:17:35.500" v="303" actId="20577"/>
          <ac:spMkLst>
            <pc:docMk/>
            <pc:sldMk cId="1864663512" sldId="283"/>
            <ac:spMk id="37" creationId="{31B34E6C-F869-49F1-9928-D7F19944C772}"/>
          </ac:spMkLst>
        </pc:spChg>
      </pc:sldChg>
      <pc:sldChg chg="delSp modSp add mod delAnim modAnim">
        <pc:chgData name="Lisa Tostrams" userId="1844f577-b33c-4472-85a2-51b1143ab864" providerId="ADAL" clId="{AA69E4A9-0E58-4D92-9B7C-650A7542851F}" dt="2025-07-07T14:18:33.390" v="305"/>
        <pc:sldMkLst>
          <pc:docMk/>
          <pc:sldMk cId="3895289141" sldId="284"/>
        </pc:sldMkLst>
        <pc:spChg chg="mod">
          <ac:chgData name="Lisa Tostrams" userId="1844f577-b33c-4472-85a2-51b1143ab864" providerId="ADAL" clId="{AA69E4A9-0E58-4D92-9B7C-650A7542851F}" dt="2025-07-07T14:08:25.875" v="103"/>
          <ac:spMkLst>
            <pc:docMk/>
            <pc:sldMk cId="3895289141" sldId="284"/>
            <ac:spMk id="24" creationId="{2B257907-D2A7-4D3B-BFFA-EC7D4B5D7502}"/>
          </ac:spMkLst>
        </pc:spChg>
        <pc:spChg chg="mod">
          <ac:chgData name="Lisa Tostrams" userId="1844f577-b33c-4472-85a2-51b1143ab864" providerId="ADAL" clId="{AA69E4A9-0E58-4D92-9B7C-650A7542851F}" dt="2025-07-07T14:10:29.384" v="167" actId="404"/>
          <ac:spMkLst>
            <pc:docMk/>
            <pc:sldMk cId="3895289141" sldId="284"/>
            <ac:spMk id="29" creationId="{8EBB5642-6429-409F-BCF9-14E069997343}"/>
          </ac:spMkLst>
        </pc:spChg>
        <pc:spChg chg="mod">
          <ac:chgData name="Lisa Tostrams" userId="1844f577-b33c-4472-85a2-51b1143ab864" providerId="ADAL" clId="{AA69E4A9-0E58-4D92-9B7C-650A7542851F}" dt="2025-07-07T14:16:39.699" v="274"/>
          <ac:spMkLst>
            <pc:docMk/>
            <pc:sldMk cId="3895289141" sldId="284"/>
            <ac:spMk id="32" creationId="{62AE2C36-E928-48E9-AFB9-8F4A6BD6CE46}"/>
          </ac:spMkLst>
        </pc:spChg>
        <pc:spChg chg="mod">
          <ac:chgData name="Lisa Tostrams" userId="1844f577-b33c-4472-85a2-51b1143ab864" providerId="ADAL" clId="{AA69E4A9-0E58-4D92-9B7C-650A7542851F}" dt="2025-07-07T14:18:33.390" v="305"/>
          <ac:spMkLst>
            <pc:docMk/>
            <pc:sldMk cId="3895289141" sldId="284"/>
            <ac:spMk id="37" creationId="{31B34E6C-F869-49F1-9928-D7F19944C772}"/>
          </ac:spMkLst>
        </pc:spChg>
      </pc:sldChg>
      <pc:sldChg chg="delSp modSp add mod delAnim modAnim">
        <pc:chgData name="Lisa Tostrams" userId="1844f577-b33c-4472-85a2-51b1143ab864" providerId="ADAL" clId="{AA69E4A9-0E58-4D92-9B7C-650A7542851F}" dt="2025-07-07T14:34:56.515" v="364" actId="403"/>
        <pc:sldMkLst>
          <pc:docMk/>
          <pc:sldMk cId="4011669966" sldId="285"/>
        </pc:sldMkLst>
        <pc:spChg chg="mod">
          <ac:chgData name="Lisa Tostrams" userId="1844f577-b33c-4472-85a2-51b1143ab864" providerId="ADAL" clId="{AA69E4A9-0E58-4D92-9B7C-650A7542851F}" dt="2025-07-07T14:08:29.856" v="104"/>
          <ac:spMkLst>
            <pc:docMk/>
            <pc:sldMk cId="4011669966" sldId="285"/>
            <ac:spMk id="24" creationId="{2B257907-D2A7-4D3B-BFFA-EC7D4B5D7502}"/>
          </ac:spMkLst>
        </pc:spChg>
        <pc:spChg chg="mod">
          <ac:chgData name="Lisa Tostrams" userId="1844f577-b33c-4472-85a2-51b1143ab864" providerId="ADAL" clId="{AA69E4A9-0E58-4D92-9B7C-650A7542851F}" dt="2025-07-07T14:10:37.126" v="169" actId="404"/>
          <ac:spMkLst>
            <pc:docMk/>
            <pc:sldMk cId="4011669966" sldId="285"/>
            <ac:spMk id="29" creationId="{8EBB5642-6429-409F-BCF9-14E069997343}"/>
          </ac:spMkLst>
        </pc:spChg>
        <pc:spChg chg="mod">
          <ac:chgData name="Lisa Tostrams" userId="1844f577-b33c-4472-85a2-51b1143ab864" providerId="ADAL" clId="{AA69E4A9-0E58-4D92-9B7C-650A7542851F}" dt="2025-07-07T14:16:35.557" v="273"/>
          <ac:spMkLst>
            <pc:docMk/>
            <pc:sldMk cId="4011669966" sldId="285"/>
            <ac:spMk id="32" creationId="{62AE2C36-E928-48E9-AFB9-8F4A6BD6CE46}"/>
          </ac:spMkLst>
        </pc:spChg>
        <pc:spChg chg="mod">
          <ac:chgData name="Lisa Tostrams" userId="1844f577-b33c-4472-85a2-51b1143ab864" providerId="ADAL" clId="{AA69E4A9-0E58-4D92-9B7C-650A7542851F}" dt="2025-07-07T14:18:40.723" v="306"/>
          <ac:spMkLst>
            <pc:docMk/>
            <pc:sldMk cId="4011669966" sldId="285"/>
            <ac:spMk id="37" creationId="{31B34E6C-F869-49F1-9928-D7F19944C772}"/>
          </ac:spMkLst>
        </pc:spChg>
        <pc:spChg chg="mod">
          <ac:chgData name="Lisa Tostrams" userId="1844f577-b33c-4472-85a2-51b1143ab864" providerId="ADAL" clId="{AA69E4A9-0E58-4D92-9B7C-650A7542851F}" dt="2025-07-07T14:34:56.515" v="364" actId="403"/>
          <ac:spMkLst>
            <pc:docMk/>
            <pc:sldMk cId="4011669966" sldId="285"/>
            <ac:spMk id="38" creationId="{E7826D92-E2AB-48F9-9885-6A583C09C69D}"/>
          </ac:spMkLst>
        </pc:spChg>
      </pc:sldChg>
      <pc:sldChg chg="addSp delSp modSp add mod addAnim delAnim modAnim">
        <pc:chgData name="Lisa Tostrams" userId="1844f577-b33c-4472-85a2-51b1143ab864" providerId="ADAL" clId="{AA69E4A9-0E58-4D92-9B7C-650A7542851F}" dt="2025-07-07T14:42:59.218" v="578" actId="20577"/>
        <pc:sldMkLst>
          <pc:docMk/>
          <pc:sldMk cId="2096653855" sldId="286"/>
        </pc:sldMkLst>
        <pc:spChg chg="add mod ord">
          <ac:chgData name="Lisa Tostrams" userId="1844f577-b33c-4472-85a2-51b1143ab864" providerId="ADAL" clId="{AA69E4A9-0E58-4D92-9B7C-650A7542851F}" dt="2025-07-07T14:36:38.146" v="431" actId="167"/>
          <ac:spMkLst>
            <pc:docMk/>
            <pc:sldMk cId="2096653855" sldId="286"/>
            <ac:spMk id="2" creationId="{FBED22C6-C973-C039-21DD-DC8B507944C0}"/>
          </ac:spMkLst>
        </pc:spChg>
        <pc:spChg chg="mod ord">
          <ac:chgData name="Lisa Tostrams" userId="1844f577-b33c-4472-85a2-51b1143ab864" providerId="ADAL" clId="{AA69E4A9-0E58-4D92-9B7C-650A7542851F}" dt="2025-07-07T14:36:31.657" v="430" actId="166"/>
          <ac:spMkLst>
            <pc:docMk/>
            <pc:sldMk cId="2096653855" sldId="286"/>
            <ac:spMk id="15" creationId="{D98B0A92-D4AF-9723-872B-CED0CEADDC79}"/>
          </ac:spMkLst>
        </pc:spChg>
        <pc:spChg chg="mod">
          <ac:chgData name="Lisa Tostrams" userId="1844f577-b33c-4472-85a2-51b1143ab864" providerId="ADAL" clId="{AA69E4A9-0E58-4D92-9B7C-650A7542851F}" dt="2025-07-07T14:08:35.459" v="105"/>
          <ac:spMkLst>
            <pc:docMk/>
            <pc:sldMk cId="2096653855" sldId="286"/>
            <ac:spMk id="24" creationId="{2B257907-D2A7-4D3B-BFFA-EC7D4B5D7502}"/>
          </ac:spMkLst>
        </pc:spChg>
        <pc:spChg chg="mod">
          <ac:chgData name="Lisa Tostrams" userId="1844f577-b33c-4472-85a2-51b1143ab864" providerId="ADAL" clId="{AA69E4A9-0E58-4D92-9B7C-650A7542851F}" dt="2025-07-07T14:10:45.719" v="171" actId="404"/>
          <ac:spMkLst>
            <pc:docMk/>
            <pc:sldMk cId="2096653855" sldId="286"/>
            <ac:spMk id="29" creationId="{8EBB5642-6429-409F-BCF9-14E069997343}"/>
          </ac:spMkLst>
        </pc:spChg>
        <pc:spChg chg="mod">
          <ac:chgData name="Lisa Tostrams" userId="1844f577-b33c-4472-85a2-51b1143ab864" providerId="ADAL" clId="{AA69E4A9-0E58-4D92-9B7C-650A7542851F}" dt="2025-07-07T14:16:28.597" v="272"/>
          <ac:spMkLst>
            <pc:docMk/>
            <pc:sldMk cId="2096653855" sldId="286"/>
            <ac:spMk id="32" creationId="{62AE2C36-E928-48E9-AFB9-8F4A6BD6CE46}"/>
          </ac:spMkLst>
        </pc:spChg>
        <pc:spChg chg="mod">
          <ac:chgData name="Lisa Tostrams" userId="1844f577-b33c-4472-85a2-51b1143ab864" providerId="ADAL" clId="{AA69E4A9-0E58-4D92-9B7C-650A7542851F}" dt="2025-07-07T14:18:47.565" v="307"/>
          <ac:spMkLst>
            <pc:docMk/>
            <pc:sldMk cId="2096653855" sldId="286"/>
            <ac:spMk id="37" creationId="{31B34E6C-F869-49F1-9928-D7F19944C772}"/>
          </ac:spMkLst>
        </pc:spChg>
        <pc:spChg chg="mod">
          <ac:chgData name="Lisa Tostrams" userId="1844f577-b33c-4472-85a2-51b1143ab864" providerId="ADAL" clId="{AA69E4A9-0E58-4D92-9B7C-650A7542851F}" dt="2025-07-07T14:42:59.218" v="578" actId="20577"/>
          <ac:spMkLst>
            <pc:docMk/>
            <pc:sldMk cId="2096653855" sldId="286"/>
            <ac:spMk id="50" creationId="{63C972AC-AC30-4105-9D6C-D415B1DA83D2}"/>
          </ac:spMkLst>
        </pc:spChg>
        <pc:grpChg chg="add del">
          <ac:chgData name="Lisa Tostrams" userId="1844f577-b33c-4472-85a2-51b1143ab864" providerId="ADAL" clId="{AA69E4A9-0E58-4D92-9B7C-650A7542851F}" dt="2025-07-07T14:03:29.238" v="52" actId="478"/>
          <ac:grpSpMkLst>
            <pc:docMk/>
            <pc:sldMk cId="2096653855" sldId="286"/>
            <ac:grpSpMk id="46" creationId="{486EC023-C570-4F83-C128-D10B3BEAD83D}"/>
          </ac:grpSpMkLst>
        </pc:grpChg>
      </pc:sldChg>
      <pc:sldChg chg="addSp delSp modSp add mod addAnim delAnim modAnim">
        <pc:chgData name="Lisa Tostrams" userId="1844f577-b33c-4472-85a2-51b1143ab864" providerId="ADAL" clId="{AA69E4A9-0E58-4D92-9B7C-650A7542851F}" dt="2025-07-07T14:43:48.134" v="613" actId="20577"/>
        <pc:sldMkLst>
          <pc:docMk/>
          <pc:sldMk cId="3035342309" sldId="287"/>
        </pc:sldMkLst>
        <pc:spChg chg="mod ord">
          <ac:chgData name="Lisa Tostrams" userId="1844f577-b33c-4472-85a2-51b1143ab864" providerId="ADAL" clId="{AA69E4A9-0E58-4D92-9B7C-650A7542851F}" dt="2025-07-07T14:39:06.321" v="451" actId="14100"/>
          <ac:spMkLst>
            <pc:docMk/>
            <pc:sldMk cId="3035342309" sldId="287"/>
            <ac:spMk id="15" creationId="{D98B0A92-D4AF-9723-872B-CED0CEADDC79}"/>
          </ac:spMkLst>
        </pc:spChg>
        <pc:spChg chg="mod">
          <ac:chgData name="Lisa Tostrams" userId="1844f577-b33c-4472-85a2-51b1143ab864" providerId="ADAL" clId="{AA69E4A9-0E58-4D92-9B7C-650A7542851F}" dt="2025-07-07T14:08:39.683" v="106"/>
          <ac:spMkLst>
            <pc:docMk/>
            <pc:sldMk cId="3035342309" sldId="287"/>
            <ac:spMk id="24" creationId="{2B257907-D2A7-4D3B-BFFA-EC7D4B5D7502}"/>
          </ac:spMkLst>
        </pc:spChg>
        <pc:spChg chg="mod">
          <ac:chgData name="Lisa Tostrams" userId="1844f577-b33c-4472-85a2-51b1143ab864" providerId="ADAL" clId="{AA69E4A9-0E58-4D92-9B7C-650A7542851F}" dt="2025-07-07T14:12:03.550" v="173" actId="404"/>
          <ac:spMkLst>
            <pc:docMk/>
            <pc:sldMk cId="3035342309" sldId="287"/>
            <ac:spMk id="29" creationId="{8EBB5642-6429-409F-BCF9-14E069997343}"/>
          </ac:spMkLst>
        </pc:spChg>
        <pc:spChg chg="mod">
          <ac:chgData name="Lisa Tostrams" userId="1844f577-b33c-4472-85a2-51b1143ab864" providerId="ADAL" clId="{AA69E4A9-0E58-4D92-9B7C-650A7542851F}" dt="2025-07-07T14:16:24.688" v="271"/>
          <ac:spMkLst>
            <pc:docMk/>
            <pc:sldMk cId="3035342309" sldId="287"/>
            <ac:spMk id="32" creationId="{62AE2C36-E928-48E9-AFB9-8F4A6BD6CE46}"/>
          </ac:spMkLst>
        </pc:spChg>
        <pc:spChg chg="mod">
          <ac:chgData name="Lisa Tostrams" userId="1844f577-b33c-4472-85a2-51b1143ab864" providerId="ADAL" clId="{AA69E4A9-0E58-4D92-9B7C-650A7542851F}" dt="2025-07-07T14:18:51.363" v="308"/>
          <ac:spMkLst>
            <pc:docMk/>
            <pc:sldMk cId="3035342309" sldId="287"/>
            <ac:spMk id="37" creationId="{31B34E6C-F869-49F1-9928-D7F19944C772}"/>
          </ac:spMkLst>
        </pc:spChg>
        <pc:spChg chg="add del mod">
          <ac:chgData name="Lisa Tostrams" userId="1844f577-b33c-4472-85a2-51b1143ab864" providerId="ADAL" clId="{AA69E4A9-0E58-4D92-9B7C-650A7542851F}" dt="2025-07-07T14:40:25.771" v="506"/>
          <ac:spMkLst>
            <pc:docMk/>
            <pc:sldMk cId="3035342309" sldId="287"/>
            <ac:spMk id="39" creationId="{42A314DB-A406-412F-98F4-9A66058F6779}"/>
          </ac:spMkLst>
        </pc:spChg>
        <pc:spChg chg="add del">
          <ac:chgData name="Lisa Tostrams" userId="1844f577-b33c-4472-85a2-51b1143ab864" providerId="ADAL" clId="{AA69E4A9-0E58-4D92-9B7C-650A7542851F}" dt="2025-07-07T14:03:29.859" v="53" actId="478"/>
          <ac:spMkLst>
            <pc:docMk/>
            <pc:sldMk cId="3035342309" sldId="287"/>
            <ac:spMk id="44" creationId="{14A99F86-A458-445C-AC63-FE368CBFD540}"/>
          </ac:spMkLst>
        </pc:spChg>
        <pc:spChg chg="mod">
          <ac:chgData name="Lisa Tostrams" userId="1844f577-b33c-4472-85a2-51b1143ab864" providerId="ADAL" clId="{AA69E4A9-0E58-4D92-9B7C-650A7542851F}" dt="2025-07-07T14:43:48.134" v="613" actId="20577"/>
          <ac:spMkLst>
            <pc:docMk/>
            <pc:sldMk cId="3035342309" sldId="287"/>
            <ac:spMk id="50" creationId="{63C972AC-AC30-4105-9D6C-D415B1DA83D2}"/>
          </ac:spMkLst>
        </pc:spChg>
        <pc:spChg chg="add mod ord">
          <ac:chgData name="Lisa Tostrams" userId="1844f577-b33c-4472-85a2-51b1143ab864" providerId="ADAL" clId="{AA69E4A9-0E58-4D92-9B7C-650A7542851F}" dt="2025-07-07T14:38:58.270" v="449" actId="167"/>
          <ac:spMkLst>
            <pc:docMk/>
            <pc:sldMk cId="3035342309" sldId="287"/>
            <ac:spMk id="53" creationId="{022E3F28-22C8-C9AD-78F0-FB8F11249A35}"/>
          </ac:spMkLst>
        </pc:spChg>
        <pc:grpChg chg="add del">
          <ac:chgData name="Lisa Tostrams" userId="1844f577-b33c-4472-85a2-51b1143ab864" providerId="ADAL" clId="{AA69E4A9-0E58-4D92-9B7C-650A7542851F}" dt="2025-07-07T14:03:29.859" v="53" actId="478"/>
          <ac:grpSpMkLst>
            <pc:docMk/>
            <pc:sldMk cId="3035342309" sldId="287"/>
            <ac:grpSpMk id="46" creationId="{486EC023-C570-4F83-C128-D10B3BEAD83D}"/>
          </ac:grpSpMkLst>
        </pc:grpChg>
      </pc:sldChg>
      <pc:sldChg chg="addSp delSp add del mod addAnim delAnim">
        <pc:chgData name="Lisa Tostrams" userId="1844f577-b33c-4472-85a2-51b1143ab864" providerId="ADAL" clId="{AA69E4A9-0E58-4D92-9B7C-650A7542851F}" dt="2025-07-07T14:03:30.924" v="55"/>
        <pc:sldMkLst>
          <pc:docMk/>
          <pc:sldMk cId="2509361123" sldId="288"/>
        </pc:sldMkLst>
      </pc:sldChg>
      <pc:sldChg chg="addSp delSp modSp add mod modAnim">
        <pc:chgData name="Lisa Tostrams" userId="1844f577-b33c-4472-85a2-51b1143ab864" providerId="ADAL" clId="{AA69E4A9-0E58-4D92-9B7C-650A7542851F}" dt="2025-07-07T14:44:13.243" v="638" actId="14100"/>
        <pc:sldMkLst>
          <pc:docMk/>
          <pc:sldMk cId="3807907299" sldId="288"/>
        </pc:sldMkLst>
        <pc:spChg chg="add mod">
          <ac:chgData name="Lisa Tostrams" userId="1844f577-b33c-4472-85a2-51b1143ab864" providerId="ADAL" clId="{AA69E4A9-0E58-4D92-9B7C-650A7542851F}" dt="2025-07-07T14:40:39.803" v="509"/>
          <ac:spMkLst>
            <pc:docMk/>
            <pc:sldMk cId="3807907299" sldId="288"/>
            <ac:spMk id="18" creationId="{D25E9B2A-D9F2-9966-CEA2-66D480D263F8}"/>
          </ac:spMkLst>
        </pc:spChg>
        <pc:spChg chg="mod">
          <ac:chgData name="Lisa Tostrams" userId="1844f577-b33c-4472-85a2-51b1143ab864" providerId="ADAL" clId="{AA69E4A9-0E58-4D92-9B7C-650A7542851F}" dt="2025-07-07T14:08:47.379" v="108"/>
          <ac:spMkLst>
            <pc:docMk/>
            <pc:sldMk cId="3807907299" sldId="288"/>
            <ac:spMk id="24" creationId="{2B257907-D2A7-4D3B-BFFA-EC7D4B5D7502}"/>
          </ac:spMkLst>
        </pc:spChg>
        <pc:spChg chg="mod">
          <ac:chgData name="Lisa Tostrams" userId="1844f577-b33c-4472-85a2-51b1143ab864" providerId="ADAL" clId="{AA69E4A9-0E58-4D92-9B7C-650A7542851F}" dt="2025-07-07T14:12:16.568" v="177" actId="404"/>
          <ac:spMkLst>
            <pc:docMk/>
            <pc:sldMk cId="3807907299" sldId="288"/>
            <ac:spMk id="29" creationId="{8EBB5642-6429-409F-BCF9-14E069997343}"/>
          </ac:spMkLst>
        </pc:spChg>
        <pc:spChg chg="mod">
          <ac:chgData name="Lisa Tostrams" userId="1844f577-b33c-4472-85a2-51b1143ab864" providerId="ADAL" clId="{AA69E4A9-0E58-4D92-9B7C-650A7542851F}" dt="2025-07-07T14:16:17.556" v="269"/>
          <ac:spMkLst>
            <pc:docMk/>
            <pc:sldMk cId="3807907299" sldId="288"/>
            <ac:spMk id="32" creationId="{62AE2C36-E928-48E9-AFB9-8F4A6BD6CE46}"/>
          </ac:spMkLst>
        </pc:spChg>
        <pc:spChg chg="mod">
          <ac:chgData name="Lisa Tostrams" userId="1844f577-b33c-4472-85a2-51b1143ab864" providerId="ADAL" clId="{AA69E4A9-0E58-4D92-9B7C-650A7542851F}" dt="2025-07-07T14:18:58.404" v="310"/>
          <ac:spMkLst>
            <pc:docMk/>
            <pc:sldMk cId="3807907299" sldId="288"/>
            <ac:spMk id="37" creationId="{31B34E6C-F869-49F1-9928-D7F19944C772}"/>
          </ac:spMkLst>
        </pc:spChg>
        <pc:spChg chg="mod">
          <ac:chgData name="Lisa Tostrams" userId="1844f577-b33c-4472-85a2-51b1143ab864" providerId="ADAL" clId="{AA69E4A9-0E58-4D92-9B7C-650A7542851F}" dt="2025-07-07T14:40:56.243" v="524"/>
          <ac:spMkLst>
            <pc:docMk/>
            <pc:sldMk cId="3807907299" sldId="288"/>
            <ac:spMk id="39" creationId="{42A314DB-A406-412F-98F4-9A66058F6779}"/>
          </ac:spMkLst>
        </pc:spChg>
        <pc:spChg chg="mod">
          <ac:chgData name="Lisa Tostrams" userId="1844f577-b33c-4472-85a2-51b1143ab864" providerId="ADAL" clId="{AA69E4A9-0E58-4D92-9B7C-650A7542851F}" dt="2025-07-07T14:44:13.243" v="638" actId="14100"/>
          <ac:spMkLst>
            <pc:docMk/>
            <pc:sldMk cId="3807907299" sldId="288"/>
            <ac:spMk id="45" creationId="{90121E8C-D27C-4086-87E4-19B328E78EB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6709BA-0250-418B-A227-469BF0F69AD3}" type="datetimeFigureOut">
              <a:rPr lang="nl-NL" smtClean="0"/>
              <a:t>14-7-2025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A4FE01-11FF-43DA-B7F5-6592B996E3F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81797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D30240-3B76-4E52-B42B-C39F5C218F4D}" type="datetimeFigureOut">
              <a:rPr lang="nl-NL" smtClean="0"/>
              <a:t>14-7-2025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501649-886C-4324-AD4C-E61C88D4772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69954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01649-886C-4324-AD4C-E61C88D47728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763753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01649-886C-4324-AD4C-E61C88D47728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43552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01649-886C-4324-AD4C-E61C88D47728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065097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01649-886C-4324-AD4C-E61C88D47728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031130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15 manual: SPADE has a build in warning/error for too many zero’s when using the 1-part model. &lt; 5% zero SPADE will run. &gt;10% zero SPADE generates error with recommendation to use 2-part model. Between 5-10% SPADE will run, but generates a warning that perhaps a 2-part model is more suitable. The proportions 5% and 10% are rule of thumbs based on? Limited data is available to know exact with how many zero’s you can still run the 1-part model.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01649-886C-4324-AD4C-E61C88D47728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516881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01649-886C-4324-AD4C-E61C88D47728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011147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01649-886C-4324-AD4C-E61C88D47728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587240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01649-886C-4324-AD4C-E61C88D47728}" type="slidenum">
              <a:rPr lang="nl-NL" smtClean="0"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112294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01649-886C-4324-AD4C-E61C88D47728}" type="slidenum">
              <a:rPr lang="nl-NL" smtClean="0"/>
              <a:t>13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446683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01649-886C-4324-AD4C-E61C88D47728}" type="slidenum">
              <a:rPr lang="nl-NL" smtClean="0"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724604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01649-886C-4324-AD4C-E61C88D47728}" type="slidenum">
              <a:rPr lang="nl-NL" smtClean="0"/>
              <a:t>15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722146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01649-886C-4324-AD4C-E61C88D47728}" type="slidenum">
              <a:rPr lang="nl-NL" smtClean="0"/>
              <a:t>16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460090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01649-886C-4324-AD4C-E61C88D47728}" type="slidenum">
              <a:rPr lang="nl-NL" smtClean="0"/>
              <a:t>17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295198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01649-886C-4324-AD4C-E61C88D47728}" type="slidenum">
              <a:rPr lang="nl-NL" smtClean="0"/>
              <a:t>18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844382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01649-886C-4324-AD4C-E61C88D47728}" type="slidenum">
              <a:rPr lang="nl-NL" smtClean="0"/>
              <a:t>19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247887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01649-886C-4324-AD4C-E61C88D47728}" type="slidenum">
              <a:rPr lang="nl-NL" smtClean="0"/>
              <a:t>20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754515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01649-886C-4324-AD4C-E61C88D47728}" type="slidenum">
              <a:rPr lang="nl-NL" smtClean="0"/>
              <a:t>21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739230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01649-886C-4324-AD4C-E61C88D47728}" type="slidenum">
              <a:rPr lang="nl-NL" smtClean="0"/>
              <a:t>22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719241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01649-886C-4324-AD4C-E61C88D47728}" type="slidenum">
              <a:rPr lang="nl-NL" smtClean="0"/>
              <a:t>23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180645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01649-886C-4324-AD4C-E61C88D47728}" type="slidenum">
              <a:rPr lang="nl-NL" smtClean="0"/>
              <a:t>24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651308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01649-886C-4324-AD4C-E61C88D47728}" type="slidenum">
              <a:rPr lang="nl-NL" smtClean="0"/>
              <a:t>25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271567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01649-886C-4324-AD4C-E61C88D47728}" type="slidenum">
              <a:rPr lang="nl-NL" smtClean="0"/>
              <a:t>26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725835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01649-886C-4324-AD4C-E61C88D47728}" type="slidenum">
              <a:rPr lang="nl-NL" smtClean="0"/>
              <a:t>27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649510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01649-886C-4324-AD4C-E61C88D47728}" type="slidenum">
              <a:rPr lang="nl-NL" smtClean="0"/>
              <a:t>28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174188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01649-886C-4324-AD4C-E61C88D47728}" type="slidenum">
              <a:rPr lang="nl-NL" smtClean="0"/>
              <a:t>29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4570897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01649-886C-4324-AD4C-E61C88D47728}" type="slidenum">
              <a:rPr lang="nl-NL" smtClean="0"/>
              <a:t>30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276652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emf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emf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emf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554588" y="1882800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554588" y="4215600"/>
            <a:ext cx="5004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0B660F8D-0194-1549-9A85-B8585C341D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B6F5735C-66C3-2043-B9EA-AC9F1326D6B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78047" y="6908"/>
            <a:ext cx="3570954" cy="132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7730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12921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Afbeelding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6553200" y="1885467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6553200" y="4218267"/>
            <a:ext cx="5004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46B8B84C-376E-994B-A5F9-91418E6845F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21" name="Tijdelijke aanduiding voor afbeelding 22">
            <a:extLst>
              <a:ext uri="{FF2B5EF4-FFF2-40B4-BE49-F238E27FC236}">
                <a16:creationId xmlns:a16="http://schemas.microsoft.com/office/drawing/2014/main" id="{86C2F8E9-252A-884A-A559-1D42CD8FB1F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6099175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pic>
        <p:nvPicPr>
          <p:cNvPr id="22" name="Afbeelding 21">
            <a:extLst>
              <a:ext uri="{FF2B5EF4-FFF2-40B4-BE49-F238E27FC236}">
                <a16:creationId xmlns:a16="http://schemas.microsoft.com/office/drawing/2014/main" id="{D2A75865-3390-1946-86B2-5ED9765DB72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78047" y="6908"/>
            <a:ext cx="3570954" cy="132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223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34682" y="3427412"/>
            <a:ext cx="10923906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34682" y="5162400"/>
            <a:ext cx="10923906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13873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55C01093-6876-FF4B-A205-0797E4219E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12" name="Tijdelijke aanduiding voor afbeelding 12">
            <a:extLst>
              <a:ext uri="{FF2B5EF4-FFF2-40B4-BE49-F238E27FC236}">
                <a16:creationId xmlns:a16="http://schemas.microsoft.com/office/drawing/2014/main" id="{2AA80F83-76D5-4442-B68B-A643B29E2FA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buClr>
                <a:schemeClr val="tx1"/>
              </a:buClr>
              <a:defRPr lang="nl-NL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110038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14" name="Afbeelding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6556176" y="3427413"/>
            <a:ext cx="5004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6554588" y="2024063"/>
            <a:ext cx="5004000" cy="140335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D6DC891B-0BBD-3E4B-A301-653F943C4C6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973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879600"/>
            <a:ext cx="10923588" cy="1547813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pic>
        <p:nvPicPr>
          <p:cNvPr id="7" name="Afbeelding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635000" y="3749487"/>
            <a:ext cx="10925176" cy="2077232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00538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DE3D8C70-0B24-9C4E-A803-F7009FF2D27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8" name="Afbeelding 17">
            <a:extLst>
              <a:ext uri="{FF2B5EF4-FFF2-40B4-BE49-F238E27FC236}">
                <a16:creationId xmlns:a16="http://schemas.microsoft.com/office/drawing/2014/main" id="{B375151A-CDBA-714E-9910-7F654A10FCE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78047" y="6908"/>
            <a:ext cx="3570954" cy="132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945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4999" y="2636838"/>
            <a:ext cx="5003801" cy="1584325"/>
          </a:xfrm>
        </p:spPr>
        <p:txBody>
          <a:bodyPr anchor="ctr" anchorCtr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7791732" y="916926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7791732" y="2061911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7791732" y="3211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7791732" y="43524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7791732" y="5497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6418727" y="998445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6418727" y="2143674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6418727" y="3288903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6418727" y="4434132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6418727" y="5579361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D815D00C-C7D7-DC44-8D0D-FE716DCD2C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5522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6553200" y="2289600"/>
            <a:ext cx="5004000" cy="3931813"/>
          </a:xfrm>
        </p:spPr>
        <p:txBody>
          <a:bodyPr/>
          <a:lstStyle>
            <a:lvl1pPr marL="457200" indent="-457200">
              <a:buClr>
                <a:schemeClr val="bg1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684000" indent="-216000"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553200" y="1051200"/>
            <a:ext cx="5004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824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A91C355E-6E70-0A46-B795-FD910DE422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94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999" y="2636837"/>
            <a:ext cx="5003801" cy="1584325"/>
          </a:xfrm>
        </p:spPr>
        <p:txBody>
          <a:bodyPr anchor="b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4999" y="4221162"/>
            <a:ext cx="5003801" cy="2000251"/>
          </a:xfrm>
        </p:spPr>
        <p:txBody>
          <a:bodyPr tIns="90000" rIns="100800"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634999" y="1171575"/>
            <a:ext cx="500380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9600" b="1" i="0">
                <a:solidFill>
                  <a:schemeClr val="bg1"/>
                </a:solidFill>
              </a:defRPr>
            </a:lvl1pPr>
            <a:lvl2pPr marL="313200" indent="0" algn="r">
              <a:buNone/>
              <a:defRPr/>
            </a:lvl2pPr>
            <a:lvl3pPr marL="630000" indent="0" algn="r">
              <a:buNone/>
              <a:defRPr/>
            </a:lvl3pPr>
            <a:lvl4pPr marL="943200" indent="0" algn="r">
              <a:buNone/>
              <a:defRPr/>
            </a:lvl4pPr>
            <a:lvl5pPr marL="1260000" indent="0" algn="r">
              <a:buNone/>
              <a:defRPr/>
            </a:lvl5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FB0A3098-83E2-4E4B-8810-7E5E75AE97D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6883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 userDrawn="1">
          <p15:clr>
            <a:srgbClr val="FBAE40"/>
          </p15:clr>
        </p15:guide>
        <p15:guide id="2" orient="horz" pos="2659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635000" y="2276475"/>
            <a:ext cx="5226050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553199" y="2276475"/>
            <a:ext cx="5004000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80017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1" y="2306037"/>
            <a:ext cx="5004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35001" y="2953738"/>
            <a:ext cx="5004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553200" y="2306037"/>
            <a:ext cx="5004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553200" y="2953738"/>
            <a:ext cx="5005388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905761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 userDrawn="1">
          <p15:clr>
            <a:srgbClr val="FBAE40"/>
          </p15:clr>
        </p15:guide>
        <p15:guide id="2" pos="3693" userDrawn="1">
          <p15:clr>
            <a:srgbClr val="FBAE40"/>
          </p15:clr>
        </p15:guide>
        <p15:guide id="3" orient="horz" pos="1661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790423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0859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6554588" y="1052513"/>
            <a:ext cx="5004000" cy="516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69135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5"/>
            <a:ext cx="546100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913976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4"/>
            <a:ext cx="546100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729948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6096000" y="-1588"/>
            <a:ext cx="6096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1000" dirty="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5000" y="2636838"/>
            <a:ext cx="5003799" cy="1584324"/>
          </a:xfrm>
        </p:spPr>
        <p:txBody>
          <a:bodyPr anchor="ctr" anchorCtr="0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6554588" y="1066800"/>
            <a:ext cx="5004000" cy="5154613"/>
          </a:xfrm>
        </p:spPr>
        <p:txBody>
          <a:bodyPr anchor="ctr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DED6F77E-FFE0-AB46-BF4D-6C1EEF3BD1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18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4999" y="2636839"/>
            <a:ext cx="5004000" cy="1584324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6553199" y="1052513"/>
            <a:ext cx="5004000" cy="5168900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2FE34897-656E-D24A-B5C8-368571FB3B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099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264090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635000" y="2289600"/>
            <a:ext cx="5005388" cy="3935413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1051200"/>
            <a:ext cx="5004594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3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60FB6CFD-9EA3-2D46-B72F-63AC898356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097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635000" y="2289600"/>
            <a:ext cx="5003800" cy="39318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1200"/>
            <a:ext cx="500380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29838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4F01E6C2-CD86-4C4B-A751-B19F6263B7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9801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3430587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5901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buClr>
                <a:schemeClr val="tx1"/>
              </a:buClr>
              <a:tabLst>
                <a:tab pos="1619250" algn="l"/>
              </a:tabLst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5" y="3888000"/>
            <a:ext cx="5004595" cy="2333413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4588" y="3888000"/>
            <a:ext cx="5004000" cy="2333413"/>
          </a:xfrm>
        </p:spPr>
        <p:txBody>
          <a:bodyPr tIns="50400" numCol="1" spcCol="468000" anchor="t" anchorCtr="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68891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3199" y="3888000"/>
            <a:ext cx="5004000" cy="2333413"/>
          </a:xfrm>
        </p:spPr>
        <p:txBody>
          <a:bodyPr tIns="50400" numCol="1" spcCol="468000" anchor="t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3888000"/>
            <a:ext cx="5004594" cy="2333413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403901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buClr>
                <a:schemeClr val="tx1"/>
              </a:buClr>
              <a:tabLst>
                <a:tab pos="1619250" algn="l"/>
              </a:tabLst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816338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61047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vert="horz" wrap="square" lIns="720000" tIns="1152000" rIns="91440" bIns="45720" rtlCol="0">
            <a:noAutofit/>
          </a:bodyPr>
          <a:lstStyle>
            <a:lvl1pPr>
              <a:buClr>
                <a:schemeClr val="tx1"/>
              </a:buClr>
              <a:defRPr lang="nl-NL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3600" y="1051200"/>
            <a:ext cx="10924382" cy="946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158509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vert="horz" wrap="square" lIns="720000" tIns="1152000" rIns="91440" bIns="45720" rtlCol="0">
            <a:noAutofit/>
          </a:bodyPr>
          <a:lstStyle>
            <a:lvl1pPr>
              <a:defRPr lang="nl-NL"/>
            </a:lvl1pPr>
          </a:lstStyle>
          <a:p>
            <a:pPr lvl="0"/>
            <a:r>
              <a:rPr lang="en-US"/>
              <a:t>Click icon to add picture</a:t>
            </a:r>
            <a:endParaRPr lang="nl-NL"/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4206" y="1051200"/>
            <a:ext cx="10924382" cy="946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04804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67795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12192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12192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1"/>
                </a:solidFill>
              </a:defRPr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9240268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635000" y="2276475"/>
            <a:ext cx="10923588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900031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7958859" y="2276475"/>
            <a:ext cx="3600000" cy="3937000"/>
          </a:xfrm>
        </p:spPr>
        <p:txBody>
          <a:bodyPr/>
          <a:lstStyle>
            <a:lvl1pPr marL="0" indent="0">
              <a:buNone/>
              <a:defRPr sz="2000"/>
            </a:lvl1pPr>
            <a:lvl2pPr marL="313200" indent="0">
              <a:buNone/>
              <a:defRPr sz="1800"/>
            </a:lvl2pPr>
            <a:lvl3pPr marL="630000" indent="0">
              <a:buNone/>
              <a:defRPr sz="1600"/>
            </a:lvl3pPr>
            <a:lvl4pPr marL="943200" indent="0">
              <a:buNone/>
              <a:defRPr sz="1600"/>
            </a:lvl4pPr>
            <a:lvl5pPr marL="1260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635000" y="2276475"/>
            <a:ext cx="7178964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0868889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6550024" y="2289599"/>
            <a:ext cx="5004000" cy="3931813"/>
          </a:xfrm>
        </p:spPr>
        <p:txBody>
          <a:bodyPr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50024" y="1051200"/>
            <a:ext cx="5004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635000" y="1066799"/>
            <a:ext cx="5003800" cy="5154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9C958710-A035-984C-9963-99974470621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4438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6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15675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15675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15675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54478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54478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54478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E085C342-F410-1C42-BBE9-52289EFE77B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0097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6096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2565400"/>
            <a:ext cx="5003800" cy="17272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7176285" y="2286000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7176285" y="3079487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7176285" y="3845506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6564313" y="2361344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6564313" y="3147360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6564313" y="3920850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2C36848C-75BB-B944-BBD6-880B1B12C73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33205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5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422431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422431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422431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361234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361234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361234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E2424C08-D06D-F64A-B964-B229C0F5B81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8383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554588" y="1882800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554588" y="4215600"/>
            <a:ext cx="5004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5EBE4755-54A0-BE4A-A1D1-44625DF7DD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84047CD3-B1FB-A84C-8FF9-E7489AE2D5F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78047" y="6908"/>
            <a:ext cx="3570954" cy="132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0852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8928758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Afbeelding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6553200" y="1885467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6553200" y="4218267"/>
            <a:ext cx="5004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FBE31237-1083-AB4B-91BD-AFA64A0C07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21" name="Tijdelijke aanduiding voor afbeelding 22">
            <a:extLst>
              <a:ext uri="{FF2B5EF4-FFF2-40B4-BE49-F238E27FC236}">
                <a16:creationId xmlns:a16="http://schemas.microsoft.com/office/drawing/2014/main" id="{8437548B-FF95-DB49-849D-A635600FE61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6099175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20" name="Afbeelding 19">
            <a:extLst>
              <a:ext uri="{FF2B5EF4-FFF2-40B4-BE49-F238E27FC236}">
                <a16:creationId xmlns:a16="http://schemas.microsoft.com/office/drawing/2014/main" id="{2A802A39-65AA-1343-9EB2-04508B40554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78047" y="6908"/>
            <a:ext cx="3570954" cy="132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3389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34682" y="3427412"/>
            <a:ext cx="10923906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34682" y="5162400"/>
            <a:ext cx="10923906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13873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6511EAEE-859D-C44F-B575-334B22A17A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12" name="Tijdelijke aanduiding voor afbeelding 12">
            <a:extLst>
              <a:ext uri="{FF2B5EF4-FFF2-40B4-BE49-F238E27FC236}">
                <a16:creationId xmlns:a16="http://schemas.microsoft.com/office/drawing/2014/main" id="{9D360720-C202-8C45-9FBF-F7D13BCD9DB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nl-NL"/>
              <a:t>Klik op het pictogram als u een afbeelding wilt toevoegen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646089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4" name="Afbeelding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6556176" y="3427413"/>
            <a:ext cx="5004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6554588" y="2024063"/>
            <a:ext cx="5004000" cy="140335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CA0AFD14-6D12-784C-A3CF-527AFBDAA5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678DB662-DE57-FD4C-931C-27CA1372CFF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78047" y="6908"/>
            <a:ext cx="3570954" cy="132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86279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879600"/>
            <a:ext cx="10923588" cy="1547813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7" name="Afbeelding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635000" y="3749487"/>
            <a:ext cx="10925176" cy="2077232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00538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9EB05636-7F8C-1348-B5BB-6852BA80BA3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5AA932E2-8B64-C74D-8AA2-137307ACA3B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78047" y="6908"/>
            <a:ext cx="3570954" cy="132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38659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4999" y="2636838"/>
            <a:ext cx="5003801" cy="1584325"/>
          </a:xfrm>
        </p:spPr>
        <p:txBody>
          <a:bodyPr anchor="ctr" anchorCtr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7791732" y="916926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7791732" y="2061911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7791732" y="3211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7791732" y="43524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7791732" y="5497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6418727" y="998445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6418727" y="2143674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6418727" y="3288903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6418727" y="4434132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6418727" y="5579361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AFC6884B-BC2E-E047-9F81-148C584CAF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2516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6553200" y="2289600"/>
            <a:ext cx="5004000" cy="3931813"/>
          </a:xfrm>
        </p:spPr>
        <p:txBody>
          <a:bodyPr/>
          <a:lstStyle>
            <a:lvl1pPr marL="457200" indent="-457200">
              <a:buClr>
                <a:schemeClr val="bg1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684000" indent="-216000"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553200" y="1051200"/>
            <a:ext cx="5004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824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595C8C08-B68E-8848-8443-4926C53810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38074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999" y="2636837"/>
            <a:ext cx="5003801" cy="1584325"/>
          </a:xfrm>
        </p:spPr>
        <p:txBody>
          <a:bodyPr anchor="b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4999" y="4221162"/>
            <a:ext cx="5003801" cy="2000251"/>
          </a:xfrm>
        </p:spPr>
        <p:txBody>
          <a:bodyPr tIns="90000" rIns="100800"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634999" y="1171575"/>
            <a:ext cx="500380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9600" b="1" i="0">
                <a:solidFill>
                  <a:schemeClr val="bg1"/>
                </a:solidFill>
              </a:defRPr>
            </a:lvl1pPr>
            <a:lvl2pPr marL="313200" indent="0" algn="r">
              <a:buNone/>
              <a:defRPr/>
            </a:lvl2pPr>
            <a:lvl3pPr marL="630000" indent="0" algn="r">
              <a:buNone/>
              <a:defRPr/>
            </a:lvl3pPr>
            <a:lvl4pPr marL="943200" indent="0" algn="r">
              <a:buNone/>
              <a:defRPr/>
            </a:lvl4pPr>
            <a:lvl5pPr marL="1260000" indent="0" algn="r">
              <a:buNone/>
              <a:defRPr/>
            </a:lvl5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93B540BB-06A3-4B4B-9728-91FA7F1A1F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559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635000" y="2276475"/>
            <a:ext cx="522605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553199" y="2276475"/>
            <a:ext cx="500400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073286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1" y="2306037"/>
            <a:ext cx="5004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35001" y="2953738"/>
            <a:ext cx="5004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553200" y="2306037"/>
            <a:ext cx="5004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553200" y="2953738"/>
            <a:ext cx="5005388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17963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>
          <p15:clr>
            <a:srgbClr val="FBAE40"/>
          </p15:clr>
        </p15:guide>
        <p15:guide id="2" pos="3693">
          <p15:clr>
            <a:srgbClr val="FBAE40"/>
          </p15:clr>
        </p15:guide>
        <p15:guide id="3" orient="horz" pos="166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7505865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4949593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6554588" y="1052513"/>
            <a:ext cx="5004000" cy="51689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5039247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5"/>
            <a:ext cx="546100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354129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4"/>
            <a:ext cx="546100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760814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6096000" y="-1588"/>
            <a:ext cx="6096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100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5000" y="2636838"/>
            <a:ext cx="5003799" cy="1584324"/>
          </a:xfrm>
        </p:spPr>
        <p:txBody>
          <a:bodyPr anchor="ctr" anchorCtr="0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6554588" y="1066800"/>
            <a:ext cx="5004000" cy="5154613"/>
          </a:xfrm>
        </p:spPr>
        <p:txBody>
          <a:bodyPr anchor="ctr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F1F52F3E-725F-8745-9F31-C52D92D324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600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4999" y="2636839"/>
            <a:ext cx="5004000" cy="1584324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6553199" y="1052513"/>
            <a:ext cx="5004000" cy="5168900"/>
          </a:xfrm>
        </p:spPr>
        <p:txBody>
          <a:bodyPr anchor="ctr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02D8D946-A344-3147-A971-781F250C05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450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8205238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635000" y="2289600"/>
            <a:ext cx="5005388" cy="3935413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1051200"/>
            <a:ext cx="5004594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AD29F35F-0F39-594C-826B-4BDC677D6B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086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635000" y="2289600"/>
            <a:ext cx="5003800" cy="39318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1200"/>
            <a:ext cx="5003800" cy="94804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75902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3C559DCA-5789-E947-96F2-E0A472AD8B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2112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3430587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4116055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buClr>
                <a:schemeClr val="bg2"/>
              </a:buClr>
              <a:tabLst>
                <a:tab pos="1619250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5" y="3888000"/>
            <a:ext cx="5004595" cy="2333413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4588" y="3888000"/>
            <a:ext cx="5004000" cy="2333413"/>
          </a:xfrm>
        </p:spPr>
        <p:txBody>
          <a:bodyPr tIns="50400" numCol="1" spcCol="468000" anchor="t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000591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3199" y="3888000"/>
            <a:ext cx="5004000" cy="2333413"/>
          </a:xfrm>
        </p:spPr>
        <p:txBody>
          <a:bodyPr tIns="50400" numCol="1" spcCol="468000" anchor="t" anchorCtr="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3888000"/>
            <a:ext cx="5004594" cy="2333413"/>
          </a:xfrm>
        </p:spPr>
        <p:txBody>
          <a:bodyPr anchor="t" anchorCtr="0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5466360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tabLst>
                <a:tab pos="1619250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238769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0360559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>
            <a:lvl1pPr>
              <a:buClr>
                <a:schemeClr val="bg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3600" y="1051200"/>
            <a:ext cx="10924382" cy="946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873565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4206" y="1051200"/>
            <a:ext cx="10924382" cy="9468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619509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422623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12192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12192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1"/>
                </a:solidFill>
              </a:defRPr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364461905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635000" y="2276475"/>
            <a:ext cx="10923588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906360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7958859" y="2276475"/>
            <a:ext cx="3600000" cy="3937000"/>
          </a:xfrm>
        </p:spPr>
        <p:txBody>
          <a:bodyPr/>
          <a:lstStyle>
            <a:lvl1pPr marL="0" indent="0">
              <a:buNone/>
              <a:defRPr sz="2000"/>
            </a:lvl1pPr>
            <a:lvl2pPr marL="313200" indent="0">
              <a:buNone/>
              <a:defRPr sz="1800"/>
            </a:lvl2pPr>
            <a:lvl3pPr marL="630000" indent="0">
              <a:buNone/>
              <a:defRPr sz="1600"/>
            </a:lvl3pPr>
            <a:lvl4pPr marL="943200" indent="0">
              <a:buNone/>
              <a:defRPr sz="1600"/>
            </a:lvl4pPr>
            <a:lvl5pPr marL="12600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635000" y="2276475"/>
            <a:ext cx="7178964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0467573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6550024" y="2289599"/>
            <a:ext cx="5004000" cy="3931813"/>
          </a:xfrm>
        </p:spPr>
        <p:txBody>
          <a:bodyPr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50024" y="1051200"/>
            <a:ext cx="5004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635000" y="1066799"/>
            <a:ext cx="5003800" cy="515461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4CC89E80-9261-BB4A-A6CC-EB46D74DDB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969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6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15675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15675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15675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54478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54478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54478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E5BD8074-A8E6-2B46-82E2-9C872A82DB1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0053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6096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2565400"/>
            <a:ext cx="5003800" cy="17272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7176285" y="2286000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7176285" y="3079487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7176285" y="3845506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6564313" y="2361344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6564313" y="3147360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6564313" y="3920850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C8AEFCCC-40B4-294C-B7C6-9EF1FBDEFAC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30391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5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422431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422431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422431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361234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361234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361234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E45EE5BE-E669-9D46-B874-885CEBBDD2D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7407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0.xml"/><Relationship Id="rId18" Type="http://schemas.openxmlformats.org/officeDocument/2006/relationships/slideLayout" Target="../slideLayouts/slideLayout55.xml"/><Relationship Id="rId26" Type="http://schemas.openxmlformats.org/officeDocument/2006/relationships/slideLayout" Target="../slideLayouts/slideLayout63.xml"/><Relationship Id="rId39" Type="http://schemas.openxmlformats.org/officeDocument/2006/relationships/image" Target="../media/image12.png"/><Relationship Id="rId21" Type="http://schemas.openxmlformats.org/officeDocument/2006/relationships/slideLayout" Target="../slideLayouts/slideLayout58.xml"/><Relationship Id="rId34" Type="http://schemas.openxmlformats.org/officeDocument/2006/relationships/slideLayout" Target="../slideLayouts/slideLayout71.xml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17" Type="http://schemas.openxmlformats.org/officeDocument/2006/relationships/slideLayout" Target="../slideLayouts/slideLayout54.xml"/><Relationship Id="rId25" Type="http://schemas.openxmlformats.org/officeDocument/2006/relationships/slideLayout" Target="../slideLayouts/slideLayout62.xml"/><Relationship Id="rId33" Type="http://schemas.openxmlformats.org/officeDocument/2006/relationships/slideLayout" Target="../slideLayouts/slideLayout70.xml"/><Relationship Id="rId38" Type="http://schemas.openxmlformats.org/officeDocument/2006/relationships/theme" Target="../theme/theme2.xml"/><Relationship Id="rId2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53.xml"/><Relationship Id="rId20" Type="http://schemas.openxmlformats.org/officeDocument/2006/relationships/slideLayout" Target="../slideLayouts/slideLayout57.xml"/><Relationship Id="rId29" Type="http://schemas.openxmlformats.org/officeDocument/2006/relationships/slideLayout" Target="../slideLayouts/slideLayout66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24" Type="http://schemas.openxmlformats.org/officeDocument/2006/relationships/slideLayout" Target="../slideLayouts/slideLayout61.xml"/><Relationship Id="rId32" Type="http://schemas.openxmlformats.org/officeDocument/2006/relationships/slideLayout" Target="../slideLayouts/slideLayout69.xml"/><Relationship Id="rId37" Type="http://schemas.openxmlformats.org/officeDocument/2006/relationships/slideLayout" Target="../slideLayouts/slideLayout74.xml"/><Relationship Id="rId5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52.xml"/><Relationship Id="rId23" Type="http://schemas.openxmlformats.org/officeDocument/2006/relationships/slideLayout" Target="../slideLayouts/slideLayout60.xml"/><Relationship Id="rId28" Type="http://schemas.openxmlformats.org/officeDocument/2006/relationships/slideLayout" Target="../slideLayouts/slideLayout65.xml"/><Relationship Id="rId36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47.xml"/><Relationship Id="rId19" Type="http://schemas.openxmlformats.org/officeDocument/2006/relationships/slideLayout" Target="../slideLayouts/slideLayout56.xml"/><Relationship Id="rId31" Type="http://schemas.openxmlformats.org/officeDocument/2006/relationships/slideLayout" Target="../slideLayouts/slideLayout68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51.xml"/><Relationship Id="rId22" Type="http://schemas.openxmlformats.org/officeDocument/2006/relationships/slideLayout" Target="../slideLayouts/slideLayout59.xml"/><Relationship Id="rId27" Type="http://schemas.openxmlformats.org/officeDocument/2006/relationships/slideLayout" Target="../slideLayouts/slideLayout64.xml"/><Relationship Id="rId30" Type="http://schemas.openxmlformats.org/officeDocument/2006/relationships/slideLayout" Target="../slideLayouts/slideLayout67.xml"/><Relationship Id="rId35" Type="http://schemas.openxmlformats.org/officeDocument/2006/relationships/slideLayout" Target="../slideLayouts/slideLayout72.xml"/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0" y="2289485"/>
            <a:ext cx="10923588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endParaRPr lang="nl-NL" dirty="0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635000" y="6543488"/>
            <a:ext cx="500380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35000" y="6221413"/>
            <a:ext cx="500380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553199" y="6221413"/>
            <a:ext cx="5005389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00808B11-D078-144E-BFA9-BB483B794E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857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650" r:id="rId2"/>
    <p:sldLayoutId id="2147483725" r:id="rId3"/>
    <p:sldLayoutId id="2147483719" r:id="rId4"/>
    <p:sldLayoutId id="2147483726" r:id="rId5"/>
    <p:sldLayoutId id="2147483666" r:id="rId6"/>
    <p:sldLayoutId id="2147483690" r:id="rId7"/>
    <p:sldLayoutId id="2147483728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89" r:id="rId15"/>
    <p:sldLayoutId id="2147483712" r:id="rId16"/>
    <p:sldLayoutId id="2147483711" r:id="rId17"/>
    <p:sldLayoutId id="2147483675" r:id="rId18"/>
    <p:sldLayoutId id="2147483657" r:id="rId19"/>
    <p:sldLayoutId id="2147483691" r:id="rId20"/>
    <p:sldLayoutId id="2147483729" r:id="rId21"/>
    <p:sldLayoutId id="2147483739" r:id="rId22"/>
    <p:sldLayoutId id="2147483740" r:id="rId23"/>
    <p:sldLayoutId id="2147483718" r:id="rId24"/>
    <p:sldLayoutId id="2147483717" r:id="rId25"/>
    <p:sldLayoutId id="2147483714" r:id="rId26"/>
    <p:sldLayoutId id="2147483713" r:id="rId27"/>
    <p:sldLayoutId id="2147483716" r:id="rId28"/>
    <p:sldLayoutId id="2147483715" r:id="rId29"/>
    <p:sldLayoutId id="2147483707" r:id="rId30"/>
    <p:sldLayoutId id="2147483667" r:id="rId31"/>
    <p:sldLayoutId id="2147483702" r:id="rId32"/>
    <p:sldLayoutId id="2147483721" r:id="rId33"/>
    <p:sldLayoutId id="2147483700" r:id="rId34"/>
    <p:sldLayoutId id="2147483692" r:id="rId35"/>
    <p:sldLayoutId id="2147483722" r:id="rId36"/>
    <p:sldLayoutId id="2147483723" r:id="rId3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16800" indent="-316800" algn="l" defTabSz="914400" rtl="0" eaLnBrk="1" latinLnBrk="0" hangingPunct="1">
        <a:lnSpc>
          <a:spcPct val="90000"/>
        </a:lnSpc>
        <a:spcBef>
          <a:spcPts val="1200"/>
        </a:spcBef>
        <a:buClr>
          <a:schemeClr val="tx2"/>
        </a:buClr>
        <a:buSzPct val="80000"/>
        <a:buFont typeface="Verdana" panose="020B0604030504040204" pitchFamily="34" charset="0"/>
        <a:buChar char="›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0000" indent="-3168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Verdana" panose="020B060403050404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46800" indent="-3168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0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76800" indent="-316800" algn="l" defTabSz="914400" rtl="0" eaLnBrk="1" latinLnBrk="0" hangingPunct="1">
        <a:lnSpc>
          <a:spcPct val="90000"/>
        </a:lnSpc>
        <a:spcBef>
          <a:spcPts val="600"/>
        </a:spcBef>
        <a:buFont typeface="Verdana" panose="020B060403050404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890000" indent="-3168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b="1" i="0" kern="1200">
          <a:solidFill>
            <a:schemeClr val="tx2"/>
          </a:solidFill>
          <a:latin typeface="+mn-lt"/>
          <a:ea typeface="+mn-ea"/>
          <a:cs typeface="+mn-cs"/>
        </a:defRPr>
      </a:lvl7pPr>
      <a:lvl8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16000" indent="-1440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Verdana" panose="020B0604030504040204" pitchFamily="34" charset="0"/>
        <a:buChar char="–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 userDrawn="1">
          <p15:clr>
            <a:srgbClr val="F26B43"/>
          </p15:clr>
        </p15:guide>
        <p15:guide id="8" orient="horz" pos="3919" userDrawn="1">
          <p15:clr>
            <a:srgbClr val="F26B43"/>
          </p15:clr>
        </p15:guide>
        <p15:guide id="9" pos="3840" userDrawn="1">
          <p15:clr>
            <a:srgbClr val="F26B43"/>
          </p15:clr>
        </p15:guide>
        <p15:guide id="10" orient="horz" pos="2159" userDrawn="1">
          <p15:clr>
            <a:srgbClr val="F26B43"/>
          </p15:clr>
        </p15:guide>
        <p15:guide id="11" pos="400" userDrawn="1">
          <p15:clr>
            <a:srgbClr val="F26B43"/>
          </p15:clr>
        </p15:guide>
        <p15:guide id="12" pos="4128" userDrawn="1">
          <p15:clr>
            <a:srgbClr val="F26B43"/>
          </p15:clr>
        </p15:guide>
        <p15:guide id="13" pos="3552" userDrawn="1">
          <p15:clr>
            <a:srgbClr val="F26B43"/>
          </p15:clr>
        </p15:guide>
        <p15:guide id="14" orient="horz" pos="1275" userDrawn="1">
          <p15:clr>
            <a:srgbClr val="F26B43"/>
          </p15:clr>
        </p15:guide>
        <p15:guide id="15" orient="horz" pos="1434" userDrawn="1">
          <p15:clr>
            <a:srgbClr val="F26B43"/>
          </p15:clr>
        </p15:guide>
        <p15:guide id="16" pos="461" userDrawn="1">
          <p15:clr>
            <a:srgbClr val="F26B43"/>
          </p15:clr>
        </p15:guide>
        <p15:guide id="17" orient="horz" pos="663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0" y="2289485"/>
            <a:ext cx="10923588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endParaRPr lang="nl-NL" dirty="0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635000" y="6543488"/>
            <a:ext cx="500380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35000" y="6221413"/>
            <a:ext cx="500380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553199" y="6221413"/>
            <a:ext cx="5005389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511B2933-5997-A34E-B170-A9007385D9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376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36" r:id="rId1"/>
    <p:sldLayoutId id="2147484237" r:id="rId2"/>
    <p:sldLayoutId id="2147484238" r:id="rId3"/>
    <p:sldLayoutId id="2147484239" r:id="rId4"/>
    <p:sldLayoutId id="2147484240" r:id="rId5"/>
    <p:sldLayoutId id="2147484241" r:id="rId6"/>
    <p:sldLayoutId id="2147484242" r:id="rId7"/>
    <p:sldLayoutId id="2147484243" r:id="rId8"/>
    <p:sldLayoutId id="2147484244" r:id="rId9"/>
    <p:sldLayoutId id="2147484245" r:id="rId10"/>
    <p:sldLayoutId id="2147484246" r:id="rId11"/>
    <p:sldLayoutId id="2147484247" r:id="rId12"/>
    <p:sldLayoutId id="2147484248" r:id="rId13"/>
    <p:sldLayoutId id="2147484249" r:id="rId14"/>
    <p:sldLayoutId id="2147484250" r:id="rId15"/>
    <p:sldLayoutId id="2147484251" r:id="rId16"/>
    <p:sldLayoutId id="2147484252" r:id="rId17"/>
    <p:sldLayoutId id="2147484253" r:id="rId18"/>
    <p:sldLayoutId id="2147484254" r:id="rId19"/>
    <p:sldLayoutId id="2147484255" r:id="rId20"/>
    <p:sldLayoutId id="2147484256" r:id="rId21"/>
    <p:sldLayoutId id="2147484257" r:id="rId22"/>
    <p:sldLayoutId id="2147484258" r:id="rId23"/>
    <p:sldLayoutId id="2147484259" r:id="rId24"/>
    <p:sldLayoutId id="2147484260" r:id="rId25"/>
    <p:sldLayoutId id="2147484261" r:id="rId26"/>
    <p:sldLayoutId id="2147484262" r:id="rId27"/>
    <p:sldLayoutId id="2147484263" r:id="rId28"/>
    <p:sldLayoutId id="2147484264" r:id="rId29"/>
    <p:sldLayoutId id="2147484265" r:id="rId30"/>
    <p:sldLayoutId id="2147484266" r:id="rId31"/>
    <p:sldLayoutId id="2147484267" r:id="rId32"/>
    <p:sldLayoutId id="2147484268" r:id="rId33"/>
    <p:sldLayoutId id="2147484269" r:id="rId34"/>
    <p:sldLayoutId id="2147484270" r:id="rId35"/>
    <p:sldLayoutId id="2147484271" r:id="rId36"/>
    <p:sldLayoutId id="2147484272" r:id="rId3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16800" indent="-316800" algn="l" defTabSz="914400" rtl="0" eaLnBrk="1" latinLnBrk="0" hangingPunct="1">
        <a:lnSpc>
          <a:spcPct val="90000"/>
        </a:lnSpc>
        <a:spcBef>
          <a:spcPts val="1200"/>
        </a:spcBef>
        <a:buClr>
          <a:schemeClr val="tx2"/>
        </a:buClr>
        <a:buSzPct val="80000"/>
        <a:buFont typeface="Verdana" panose="020B0604030504040204" pitchFamily="34" charset="0"/>
        <a:buChar char="›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0000" indent="-3168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Verdana" panose="020B060403050404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46800" indent="-3168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0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76800" indent="-316800" algn="l" defTabSz="914400" rtl="0" eaLnBrk="1" latinLnBrk="0" hangingPunct="1">
        <a:lnSpc>
          <a:spcPct val="90000"/>
        </a:lnSpc>
        <a:spcBef>
          <a:spcPts val="600"/>
        </a:spcBef>
        <a:buFont typeface="Verdana" panose="020B060403050404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890000" indent="-3168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b="1" i="0" kern="1200">
          <a:solidFill>
            <a:schemeClr val="tx2"/>
          </a:solidFill>
          <a:latin typeface="+mn-lt"/>
          <a:ea typeface="+mn-ea"/>
          <a:cs typeface="+mn-cs"/>
        </a:defRPr>
      </a:lvl7pPr>
      <a:lvl8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16000" indent="-1440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Verdana" panose="020B0604030504040204" pitchFamily="34" charset="0"/>
        <a:buChar char="–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>
          <p15:clr>
            <a:srgbClr val="F26B43"/>
          </p15:clr>
        </p15:guide>
        <p15:guide id="8" orient="horz" pos="3919">
          <p15:clr>
            <a:srgbClr val="F26B43"/>
          </p15:clr>
        </p15:guide>
        <p15:guide id="9" pos="3840">
          <p15:clr>
            <a:srgbClr val="F26B43"/>
          </p15:clr>
        </p15:guide>
        <p15:guide id="10" orient="horz" pos="2159">
          <p15:clr>
            <a:srgbClr val="F26B43"/>
          </p15:clr>
        </p15:guide>
        <p15:guide id="11" pos="400">
          <p15:clr>
            <a:srgbClr val="F26B43"/>
          </p15:clr>
        </p15:guide>
        <p15:guide id="12" pos="4128">
          <p15:clr>
            <a:srgbClr val="F26B43"/>
          </p15:clr>
        </p15:guide>
        <p15:guide id="13" pos="3552">
          <p15:clr>
            <a:srgbClr val="F26B43"/>
          </p15:clr>
        </p15:guide>
        <p15:guide id="14" orient="horz" pos="1275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pos="461">
          <p15:clr>
            <a:srgbClr val="F26B43"/>
          </p15:clr>
        </p15:guide>
        <p15:guide id="17" orient="horz" pos="6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Different models in SPADE</a:t>
            </a:r>
            <a:endParaRPr lang="nl-NL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Which one to use?</a:t>
            </a:r>
            <a:endParaRPr lang="nl-NL"/>
          </a:p>
        </p:txBody>
      </p:sp>
      <p:pic>
        <p:nvPicPr>
          <p:cNvPr id="8" name="Picture 7" descr="A picture containing text, night sky&#10;&#10;Description automatically generated">
            <a:extLst>
              <a:ext uri="{FF2B5EF4-FFF2-40B4-BE49-F238E27FC236}">
                <a16:creationId xmlns:a16="http://schemas.microsoft.com/office/drawing/2014/main" id="{1032DBFB-C574-42B9-9AD5-ADC1637B60E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255" y="893786"/>
            <a:ext cx="5321158" cy="4661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533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EC91CAC1-DC2C-4CE1-9A4E-51200E2AE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rmAutofit lnSpcReduction="10000"/>
          </a:bodyPr>
          <a:lstStyle/>
          <a:p>
            <a:pPr>
              <a:tabLst>
                <a:tab pos="4937125" algn="l"/>
              </a:tabLst>
            </a:pPr>
            <a:r>
              <a:rPr lang="en-US" dirty="0">
                <a:solidFill>
                  <a:schemeClr val="tx2"/>
                </a:solidFill>
              </a:rPr>
              <a:t>Scope</a:t>
            </a:r>
            <a:r>
              <a:rPr lang="en-US" dirty="0"/>
              <a:t>: population habitual (usual) intake distribution</a:t>
            </a:r>
          </a:p>
          <a:p>
            <a:pPr marL="0" indent="0">
              <a:buNone/>
              <a:tabLst>
                <a:tab pos="4937125" algn="l"/>
              </a:tabLst>
            </a:pPr>
            <a:endParaRPr lang="en-US" sz="800" dirty="0"/>
          </a:p>
          <a:p>
            <a:pPr marL="365125" indent="-365125">
              <a:tabLst>
                <a:tab pos="4937125" algn="l"/>
              </a:tabLst>
            </a:pPr>
            <a:r>
              <a:rPr lang="en-US" dirty="0">
                <a:solidFill>
                  <a:schemeClr val="tx2"/>
                </a:solidFill>
              </a:rPr>
              <a:t>Data</a:t>
            </a:r>
            <a:r>
              <a:rPr lang="en-US" dirty="0"/>
              <a:t>:  sufficient subjects with ≥2 independent days </a:t>
            </a:r>
            <a:br>
              <a:rPr lang="en-US" dirty="0"/>
            </a:br>
            <a:r>
              <a:rPr lang="en-US" dirty="0"/>
              <a:t>          with ≥2 </a:t>
            </a:r>
            <a:r>
              <a:rPr lang="en-US" i="1" dirty="0"/>
              <a:t>positive intakes </a:t>
            </a:r>
            <a:r>
              <a:rPr lang="en-US" dirty="0"/>
              <a:t>(on separate rows)</a:t>
            </a:r>
          </a:p>
          <a:p>
            <a:pPr marL="0" indent="0">
              <a:buNone/>
              <a:tabLst>
                <a:tab pos="4937125" algn="l"/>
              </a:tabLst>
            </a:pPr>
            <a:endParaRPr lang="en-US" sz="800" dirty="0"/>
          </a:p>
          <a:p>
            <a:pPr>
              <a:tabLst>
                <a:tab pos="4937125" algn="l"/>
              </a:tabLst>
            </a:pPr>
            <a:r>
              <a:rPr lang="en-US" dirty="0">
                <a:solidFill>
                  <a:schemeClr val="tx2"/>
                </a:solidFill>
              </a:rPr>
              <a:t>Data</a:t>
            </a:r>
            <a:r>
              <a:rPr lang="en-US" dirty="0"/>
              <a:t>: mandatory variables </a:t>
            </a:r>
            <a:r>
              <a:rPr lang="en-US" dirty="0">
                <a:sym typeface="Wingdings" panose="05000000000000000000" pitchFamily="2" charset="2"/>
              </a:rPr>
              <a:t> id, sex, age 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         </a:t>
            </a:r>
            <a:r>
              <a:rPr lang="en-US" sz="1600" dirty="0">
                <a:sym typeface="Wingdings" panose="05000000000000000000" pitchFamily="2" charset="2"/>
              </a:rPr>
              <a:t>(page 21 manual, some tips if data does not contain age or sex info)</a:t>
            </a:r>
          </a:p>
          <a:p>
            <a:pPr>
              <a:tabLst>
                <a:tab pos="4937125" algn="l"/>
              </a:tabLst>
            </a:pPr>
            <a:endParaRPr lang="en-US" dirty="0">
              <a:sym typeface="Wingdings" panose="05000000000000000000" pitchFamily="2" charset="2"/>
            </a:endParaRPr>
          </a:p>
          <a:p>
            <a:pPr>
              <a:tabLst>
                <a:tab pos="4937125" algn="l"/>
              </a:tabLst>
            </a:pPr>
            <a:r>
              <a:rPr lang="en-US" dirty="0">
                <a:solidFill>
                  <a:srgbClr val="3587AF"/>
                </a:solidFill>
                <a:sym typeface="Wingdings" panose="05000000000000000000" pitchFamily="2" charset="2"/>
              </a:rPr>
              <a:t>Outcome: </a:t>
            </a:r>
            <a:r>
              <a:rPr lang="en-US" dirty="0">
                <a:sym typeface="Wingdings" panose="05000000000000000000" pitchFamily="2" charset="2"/>
              </a:rPr>
              <a:t>Single variable per analysis</a:t>
            </a:r>
          </a:p>
          <a:p>
            <a:pPr marL="313200" lvl="1" indent="0">
              <a:buNone/>
              <a:tabLst>
                <a:tab pos="4937125" algn="l"/>
              </a:tabLst>
            </a:pPr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en-US" dirty="0">
                <a:sym typeface="Wingdings" panose="05000000000000000000" pitchFamily="2" charset="2"/>
              </a:rPr>
              <a:t>multiple variables with correlation not possible</a:t>
            </a:r>
            <a:endParaRPr lang="nl-NL" sz="240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76C9D7C4-9AA4-4D44-A8A2-38248E167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 check: is SPADE suitable?</a:t>
            </a:r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38D7753-BFBA-45AA-A9BB-62ECDA21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SPADE course, </a:t>
            </a:r>
            <a:r>
              <a:rPr lang="nl-NL" dirty="0" err="1"/>
              <a:t>July</a:t>
            </a:r>
            <a:r>
              <a:rPr lang="nl-NL" dirty="0"/>
              <a:t> 8-9, 2025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3DCF811-9752-4AF2-895D-6778C4D8C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2</a:t>
            </a:fld>
            <a:endParaRPr lang="nl-NL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CDDF2AA-86BD-687A-3F83-718C3D0D9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A2DF33-4BBC-A2BC-52FF-21B1CA5B87AD}"/>
              </a:ext>
            </a:extLst>
          </p:cNvPr>
          <p:cNvSpPr txBox="1"/>
          <p:nvPr/>
        </p:nvSpPr>
        <p:spPr>
          <a:xfrm rot="925473">
            <a:off x="9007670" y="1367245"/>
            <a:ext cx="2977809" cy="120032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nl-NL" b="1" dirty="0">
                <a:solidFill>
                  <a:srgbClr val="C00000"/>
                </a:solidFill>
              </a:rPr>
              <a:t>No</a:t>
            </a:r>
            <a:r>
              <a:rPr lang="nl-NL" dirty="0">
                <a:solidFill>
                  <a:srgbClr val="C00000"/>
                </a:solidFill>
              </a:rPr>
              <a:t> </a:t>
            </a:r>
            <a:r>
              <a:rPr lang="nl-NL" dirty="0" err="1">
                <a:solidFill>
                  <a:srgbClr val="C00000"/>
                </a:solidFill>
              </a:rPr>
              <a:t>results</a:t>
            </a:r>
            <a:r>
              <a:rPr lang="nl-NL" dirty="0">
                <a:solidFill>
                  <a:srgbClr val="C00000"/>
                </a:solidFill>
              </a:rPr>
              <a:t> </a:t>
            </a:r>
            <a:r>
              <a:rPr lang="nl-NL" dirty="0" err="1">
                <a:solidFill>
                  <a:srgbClr val="C00000"/>
                </a:solidFill>
              </a:rPr>
              <a:t>for</a:t>
            </a:r>
            <a:r>
              <a:rPr lang="nl-NL" dirty="0">
                <a:solidFill>
                  <a:srgbClr val="C00000"/>
                </a:solidFill>
              </a:rPr>
              <a:t> </a:t>
            </a:r>
          </a:p>
          <a:p>
            <a:pPr algn="ctr"/>
            <a:r>
              <a:rPr lang="nl-NL" dirty="0" err="1">
                <a:solidFill>
                  <a:srgbClr val="C00000"/>
                </a:solidFill>
              </a:rPr>
              <a:t>regression</a:t>
            </a:r>
            <a:r>
              <a:rPr lang="nl-NL" dirty="0">
                <a:solidFill>
                  <a:srgbClr val="C00000"/>
                </a:solidFill>
              </a:rPr>
              <a:t> </a:t>
            </a:r>
            <a:r>
              <a:rPr lang="nl-NL" dirty="0" err="1">
                <a:solidFill>
                  <a:srgbClr val="C00000"/>
                </a:solidFill>
              </a:rPr>
              <a:t>calibration</a:t>
            </a:r>
            <a:r>
              <a:rPr lang="nl-NL" dirty="0">
                <a:solidFill>
                  <a:srgbClr val="C00000"/>
                </a:solidFill>
              </a:rPr>
              <a:t>, </a:t>
            </a:r>
          </a:p>
          <a:p>
            <a:pPr algn="ctr"/>
            <a:r>
              <a:rPr lang="nl-NL" dirty="0" err="1">
                <a:solidFill>
                  <a:srgbClr val="C00000"/>
                </a:solidFill>
              </a:rPr>
              <a:t>also</a:t>
            </a:r>
            <a:r>
              <a:rPr lang="nl-NL" dirty="0">
                <a:solidFill>
                  <a:srgbClr val="C00000"/>
                </a:solidFill>
              </a:rPr>
              <a:t> </a:t>
            </a:r>
            <a:r>
              <a:rPr lang="nl-NL" dirty="0" err="1">
                <a:solidFill>
                  <a:srgbClr val="C00000"/>
                </a:solidFill>
              </a:rPr>
              <a:t>called</a:t>
            </a:r>
            <a:r>
              <a:rPr lang="nl-NL" dirty="0">
                <a:solidFill>
                  <a:srgbClr val="C00000"/>
                </a:solidFill>
              </a:rPr>
              <a:t> '</a:t>
            </a:r>
            <a:r>
              <a:rPr lang="nl-NL" b="1" dirty="0" err="1">
                <a:solidFill>
                  <a:srgbClr val="C00000"/>
                </a:solidFill>
              </a:rPr>
              <a:t>individual</a:t>
            </a:r>
            <a:r>
              <a:rPr lang="nl-NL" dirty="0">
                <a:solidFill>
                  <a:srgbClr val="C00000"/>
                </a:solidFill>
              </a:rPr>
              <a:t>' </a:t>
            </a:r>
            <a:r>
              <a:rPr lang="nl-NL" dirty="0" err="1">
                <a:solidFill>
                  <a:srgbClr val="C00000"/>
                </a:solidFill>
              </a:rPr>
              <a:t>habitual</a:t>
            </a:r>
            <a:r>
              <a:rPr lang="nl-NL" dirty="0">
                <a:solidFill>
                  <a:srgbClr val="C00000"/>
                </a:solidFill>
              </a:rPr>
              <a:t> intakes</a:t>
            </a:r>
          </a:p>
        </p:txBody>
      </p:sp>
    </p:spTree>
    <p:extLst>
      <p:ext uri="{BB962C8B-B14F-4D97-AF65-F5344CB8AC3E}">
        <p14:creationId xmlns:p14="http://schemas.microsoft.com/office/powerpoint/2010/main" val="2143404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76C9D7C4-9AA4-4D44-A8A2-38248E167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206" y="314512"/>
            <a:ext cx="10923588" cy="948047"/>
          </a:xfrm>
        </p:spPr>
        <p:txBody>
          <a:bodyPr/>
          <a:lstStyle/>
          <a:p>
            <a:r>
              <a:rPr lang="en-US"/>
              <a:t>Model selection within SPADE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38D7753-BFBA-45AA-A9BB-62ECDA21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8406" y="6477065"/>
            <a:ext cx="5003800" cy="264272"/>
          </a:xfrm>
        </p:spPr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069193E-7AA7-4ACB-A103-6B984B1A4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3DCF811-9752-4AF2-895D-6778C4D8C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3</a:t>
            </a:fld>
            <a:endParaRPr lang="nl-N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D582FF-68D4-44C9-8E4D-5952324E5058}"/>
              </a:ext>
            </a:extLst>
          </p:cNvPr>
          <p:cNvSpPr txBox="1"/>
          <p:nvPr/>
        </p:nvSpPr>
        <p:spPr>
          <a:xfrm>
            <a:off x="634206" y="2189289"/>
            <a:ext cx="3641808" cy="369332"/>
          </a:xfrm>
          <a:prstGeom prst="rect">
            <a:avLst/>
          </a:prstGeom>
          <a:solidFill>
            <a:srgbClr val="F9D3FF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Regular foods and drinks</a:t>
            </a:r>
            <a:endParaRPr lang="nl-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0F49AC-730B-4BDE-AD53-9A32670676A9}"/>
              </a:ext>
            </a:extLst>
          </p:cNvPr>
          <p:cNvSpPr txBox="1"/>
          <p:nvPr/>
        </p:nvSpPr>
        <p:spPr>
          <a:xfrm>
            <a:off x="4582891" y="2210606"/>
            <a:ext cx="2664296" cy="369332"/>
          </a:xfrm>
          <a:prstGeom prst="rect">
            <a:avLst/>
          </a:prstGeom>
          <a:solidFill>
            <a:srgbClr val="F9D3FF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Dietary supplements</a:t>
            </a:r>
            <a:endParaRPr lang="nl-N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0A0E7D-3F1C-424A-A203-1EFC009BBB08}"/>
              </a:ext>
            </a:extLst>
          </p:cNvPr>
          <p:cNvSpPr txBox="1"/>
          <p:nvPr/>
        </p:nvSpPr>
        <p:spPr>
          <a:xfrm>
            <a:off x="7812915" y="2189289"/>
            <a:ext cx="2213694" cy="923330"/>
          </a:xfrm>
          <a:prstGeom prst="rect">
            <a:avLst/>
          </a:prstGeom>
          <a:solidFill>
            <a:srgbClr val="F9D3FF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Nutrients added to foods or drinks (fortification)</a:t>
            </a:r>
            <a:endParaRPr lang="nl-NL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302033-11FD-1644-9E4D-A597F845C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368" y="3043126"/>
            <a:ext cx="1868129" cy="284785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352C624-C274-22B9-2B5B-44A0E4ADF6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206" y="3053892"/>
            <a:ext cx="1428114" cy="2206617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D1BAED22-9BD5-7144-D77F-C9B8A9D1691D}"/>
              </a:ext>
            </a:extLst>
          </p:cNvPr>
          <p:cNvGrpSpPr/>
          <p:nvPr/>
        </p:nvGrpSpPr>
        <p:grpSpPr>
          <a:xfrm>
            <a:off x="2433936" y="3075209"/>
            <a:ext cx="1647444" cy="2400277"/>
            <a:chOff x="6402409" y="3084198"/>
            <a:chExt cx="2889073" cy="3591426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20BE16B-F9E0-281E-2216-B2635D17D3F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02409" y="3084198"/>
              <a:ext cx="2889073" cy="3591426"/>
            </a:xfrm>
            <a:prstGeom prst="rect">
              <a:avLst/>
            </a:prstGeom>
          </p:spPr>
        </p:pic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9E8E59D-28D2-98CA-DEC7-AC96D15BC106}"/>
                </a:ext>
              </a:extLst>
            </p:cNvPr>
            <p:cNvSpPr/>
            <p:nvPr/>
          </p:nvSpPr>
          <p:spPr>
            <a:xfrm>
              <a:off x="6744931" y="3373123"/>
              <a:ext cx="344129" cy="2742812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22AD02F6-C4F4-66A3-5EBE-6B71A6A84BBC}"/>
              </a:ext>
            </a:extLst>
          </p:cNvPr>
          <p:cNvSpPr txBox="1"/>
          <p:nvPr/>
        </p:nvSpPr>
        <p:spPr>
          <a:xfrm>
            <a:off x="634206" y="1504335"/>
            <a:ext cx="8470465" cy="36933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nl-NL"/>
              <a:t>Histograms of the data can help to select the right model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A1D9C4-40BB-7974-5FFD-ADF9D18943D7}"/>
              </a:ext>
            </a:extLst>
          </p:cNvPr>
          <p:cNvSpPr txBox="1"/>
          <p:nvPr/>
        </p:nvSpPr>
        <p:spPr>
          <a:xfrm>
            <a:off x="7247187" y="5475486"/>
            <a:ext cx="4875987" cy="1415772"/>
          </a:xfrm>
          <a:prstGeom prst="rect">
            <a:avLst/>
          </a:prstGeom>
          <a:solidFill>
            <a:srgbClr val="F9D3FF"/>
          </a:solidFill>
        </p:spPr>
        <p:txBody>
          <a:bodyPr wrap="square" rtlCol="0">
            <a:spAutoFit/>
          </a:bodyPr>
          <a:lstStyle/>
          <a:p>
            <a:r>
              <a:rPr lang="nl-NL" i="1" dirty="0"/>
              <a:t>Bad approach:</a:t>
            </a:r>
            <a:br>
              <a:rPr lang="nl-NL" dirty="0"/>
            </a:br>
            <a:r>
              <a:rPr lang="nl-NL" dirty="0"/>
              <a:t>  </a:t>
            </a:r>
            <a:r>
              <a:rPr lang="nl-NL" b="1" dirty="0"/>
              <a:t>model(</a:t>
            </a:r>
            <a:r>
              <a:rPr lang="nl-NL" dirty="0"/>
              <a:t>source_1 + source_2</a:t>
            </a:r>
            <a:r>
              <a:rPr lang="nl-NL" b="1" dirty="0"/>
              <a:t>)</a:t>
            </a:r>
            <a:br>
              <a:rPr lang="nl-NL" dirty="0"/>
            </a:br>
            <a:r>
              <a:rPr lang="nl-NL" i="1" dirty="0" err="1"/>
              <a:t>Better</a:t>
            </a:r>
            <a:r>
              <a:rPr lang="nl-NL" i="1" dirty="0"/>
              <a:t>:</a:t>
            </a:r>
            <a:endParaRPr lang="nl-NL" dirty="0"/>
          </a:p>
          <a:p>
            <a:r>
              <a:rPr lang="nl-NL" b="1" dirty="0"/>
              <a:t>  model(</a:t>
            </a:r>
            <a:r>
              <a:rPr lang="nl-NL" dirty="0"/>
              <a:t>source_1</a:t>
            </a:r>
            <a:r>
              <a:rPr lang="nl-NL" b="1" dirty="0"/>
              <a:t>)</a:t>
            </a:r>
            <a:r>
              <a:rPr lang="nl-NL" dirty="0"/>
              <a:t> + </a:t>
            </a:r>
            <a:r>
              <a:rPr lang="nl-NL" b="1" dirty="0"/>
              <a:t>model(</a:t>
            </a:r>
            <a:r>
              <a:rPr lang="nl-NL" dirty="0"/>
              <a:t>source_2)</a:t>
            </a:r>
            <a:r>
              <a:rPr lang="nl-NL" b="1" dirty="0"/>
              <a:t>     </a:t>
            </a:r>
            <a:r>
              <a:rPr lang="nl-NL" sz="1400" dirty="0"/>
              <a:t>(first </a:t>
            </a:r>
            <a:r>
              <a:rPr lang="nl-NL" sz="1400" dirty="0" err="1"/>
              <a:t>shrink</a:t>
            </a:r>
            <a:r>
              <a:rPr lang="nl-NL" sz="1400" dirty="0"/>
              <a:t> </a:t>
            </a:r>
            <a:r>
              <a:rPr lang="nl-NL" sz="1400" dirty="0" err="1"/>
              <a:t>then</a:t>
            </a:r>
            <a:r>
              <a:rPr lang="nl-NL" sz="1400" dirty="0"/>
              <a:t> </a:t>
            </a:r>
            <a:r>
              <a:rPr lang="nl-NL" sz="1400" dirty="0" err="1"/>
              <a:t>add</a:t>
            </a:r>
            <a:r>
              <a:rPr lang="nl-NL" sz="1400" dirty="0"/>
              <a:t>)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E80B163-090C-99B9-8098-8745BA4C9D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5459" y="3098988"/>
            <a:ext cx="3353268" cy="220058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33EB7AB-9C05-3CBE-4BDD-85DCD27A802D}"/>
              </a:ext>
            </a:extLst>
          </p:cNvPr>
          <p:cNvSpPr txBox="1"/>
          <p:nvPr/>
        </p:nvSpPr>
        <p:spPr>
          <a:xfrm>
            <a:off x="633413" y="5890984"/>
            <a:ext cx="3105542" cy="369332"/>
          </a:xfrm>
          <a:prstGeom prst="rect">
            <a:avLst/>
          </a:prstGeom>
          <a:solidFill>
            <a:srgbClr val="F9D3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nl-NL"/>
              <a:t>Continuous distributions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A3A78A-F9E8-8FA1-1D54-DABC10A04578}"/>
              </a:ext>
            </a:extLst>
          </p:cNvPr>
          <p:cNvSpPr txBox="1"/>
          <p:nvPr/>
        </p:nvSpPr>
        <p:spPr>
          <a:xfrm>
            <a:off x="4653354" y="5890984"/>
            <a:ext cx="2386543" cy="369332"/>
          </a:xfrm>
          <a:prstGeom prst="rect">
            <a:avLst/>
          </a:prstGeom>
          <a:solidFill>
            <a:srgbClr val="F9D3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nl-NL" dirty="0" err="1"/>
              <a:t>Spiked</a:t>
            </a:r>
            <a:r>
              <a:rPr lang="nl-NL" dirty="0"/>
              <a:t> </a:t>
            </a:r>
            <a:r>
              <a:rPr lang="nl-NL" dirty="0" err="1"/>
              <a:t>distribution</a:t>
            </a:r>
            <a:endParaRPr lang="nl-N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558407-4608-EF5B-B8D5-9939FB6BAD53}"/>
              </a:ext>
            </a:extLst>
          </p:cNvPr>
          <p:cNvSpPr txBox="1"/>
          <p:nvPr/>
        </p:nvSpPr>
        <p:spPr>
          <a:xfrm>
            <a:off x="9356545" y="3268308"/>
            <a:ext cx="2804144" cy="369332"/>
          </a:xfrm>
          <a:prstGeom prst="rect">
            <a:avLst/>
          </a:prstGeom>
          <a:solidFill>
            <a:srgbClr val="F9D3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nl-NL" dirty="0" err="1"/>
              <a:t>Bimodal</a:t>
            </a:r>
            <a:r>
              <a:rPr lang="nl-NL" dirty="0"/>
              <a:t> </a:t>
            </a:r>
            <a:r>
              <a:rPr lang="nl-NL" dirty="0" err="1"/>
              <a:t>distribution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04477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6" grpId="0" animBg="1"/>
      <p:bldP spid="17" grpId="0" animBg="1"/>
      <p:bldP spid="20" grpId="0" animBg="1"/>
      <p:bldP spid="21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76C9D7C4-9AA4-4D44-A8A2-38248E167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206" y="314512"/>
            <a:ext cx="10923588" cy="948047"/>
          </a:xfrm>
        </p:spPr>
        <p:txBody>
          <a:bodyPr/>
          <a:lstStyle/>
          <a:p>
            <a:r>
              <a:rPr lang="en-US"/>
              <a:t>Model selection within SPADE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38D7753-BFBA-45AA-A9BB-62ECDA21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069193E-7AA7-4ACB-A103-6B984B1A4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3DCF811-9752-4AF2-895D-6778C4D8C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4</a:t>
            </a:fld>
            <a:endParaRPr lang="nl-N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8A9DA5-63BE-4A2F-9B01-9954C35DEBD3}"/>
              </a:ext>
            </a:extLst>
          </p:cNvPr>
          <p:cNvSpPr/>
          <p:nvPr/>
        </p:nvSpPr>
        <p:spPr>
          <a:xfrm>
            <a:off x="634206" y="1262559"/>
            <a:ext cx="10923588" cy="4445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How many sources of the intake variable do you want to model separately?</a:t>
            </a:r>
            <a:endParaRPr lang="nl-NL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4496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76C9D7C4-9AA4-4D44-A8A2-38248E167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206" y="314512"/>
            <a:ext cx="10923588" cy="948047"/>
          </a:xfrm>
        </p:spPr>
        <p:txBody>
          <a:bodyPr/>
          <a:lstStyle/>
          <a:p>
            <a:r>
              <a:rPr lang="en-US"/>
              <a:t>Model selection within SPADE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38D7753-BFBA-45AA-A9BB-62ECDA21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069193E-7AA7-4ACB-A103-6B984B1A4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3DCF811-9752-4AF2-895D-6778C4D8C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5</a:t>
            </a:fld>
            <a:endParaRPr lang="nl-N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8A9DA5-63BE-4A2F-9B01-9954C35DEBD3}"/>
              </a:ext>
            </a:extLst>
          </p:cNvPr>
          <p:cNvSpPr/>
          <p:nvPr/>
        </p:nvSpPr>
        <p:spPr>
          <a:xfrm>
            <a:off x="634206" y="1262559"/>
            <a:ext cx="10923588" cy="4445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How many sources of the intake variable do you want to model separately?</a:t>
            </a:r>
            <a:endParaRPr lang="nl-NL" dirty="0">
              <a:solidFill>
                <a:schemeClr val="tx2"/>
              </a:solidFill>
            </a:endParaRP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315F8E88-D19B-49D7-A693-B1922DEE9EED}"/>
              </a:ext>
            </a:extLst>
          </p:cNvPr>
          <p:cNvSpPr/>
          <p:nvPr/>
        </p:nvSpPr>
        <p:spPr>
          <a:xfrm>
            <a:off x="2339752" y="1723392"/>
            <a:ext cx="216024" cy="44450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BA89AB3E-A153-4A6D-A71C-192FF053C109}"/>
              </a:ext>
            </a:extLst>
          </p:cNvPr>
          <p:cNvSpPr/>
          <p:nvPr/>
        </p:nvSpPr>
        <p:spPr>
          <a:xfrm>
            <a:off x="9420200" y="1707059"/>
            <a:ext cx="216024" cy="44450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D04F1F-9CFC-4C05-90EB-0C7BF2DB3C7B}"/>
              </a:ext>
            </a:extLst>
          </p:cNvPr>
          <p:cNvSpPr txBox="1"/>
          <p:nvPr/>
        </p:nvSpPr>
        <p:spPr>
          <a:xfrm>
            <a:off x="2555776" y="1721520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1</a:t>
            </a:r>
            <a:endParaRPr lang="nl-NL" i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5CFD1B-031E-4884-985F-54334D64A1EE}"/>
              </a:ext>
            </a:extLst>
          </p:cNvPr>
          <p:cNvSpPr txBox="1"/>
          <p:nvPr/>
        </p:nvSpPr>
        <p:spPr>
          <a:xfrm>
            <a:off x="9636224" y="172152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≥2</a:t>
            </a:r>
            <a:endParaRPr lang="nl-NL" i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D4484D-E03D-4715-989A-AFF1F5A19C13}"/>
              </a:ext>
            </a:extLst>
          </p:cNvPr>
          <p:cNvSpPr/>
          <p:nvPr/>
        </p:nvSpPr>
        <p:spPr>
          <a:xfrm>
            <a:off x="634206" y="2196172"/>
            <a:ext cx="5189525" cy="4445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Intake from dietary supplements?</a:t>
            </a:r>
            <a:endParaRPr lang="nl-NL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4687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76C9D7C4-9AA4-4D44-A8A2-38248E167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206" y="314512"/>
            <a:ext cx="10923588" cy="948047"/>
          </a:xfrm>
        </p:spPr>
        <p:txBody>
          <a:bodyPr/>
          <a:lstStyle/>
          <a:p>
            <a:r>
              <a:rPr lang="en-US"/>
              <a:t>Model selection within SPADE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38D7753-BFBA-45AA-A9BB-62ECDA21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069193E-7AA7-4ACB-A103-6B984B1A4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3DCF811-9752-4AF2-895D-6778C4D8C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6</a:t>
            </a:fld>
            <a:endParaRPr lang="nl-N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8A9DA5-63BE-4A2F-9B01-9954C35DEBD3}"/>
              </a:ext>
            </a:extLst>
          </p:cNvPr>
          <p:cNvSpPr/>
          <p:nvPr/>
        </p:nvSpPr>
        <p:spPr>
          <a:xfrm>
            <a:off x="634206" y="1262559"/>
            <a:ext cx="10923588" cy="4445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How many sources of the intake variable do you want to model separately?</a:t>
            </a:r>
            <a:endParaRPr lang="nl-NL" dirty="0">
              <a:solidFill>
                <a:schemeClr val="tx2"/>
              </a:solidFill>
            </a:endParaRP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315F8E88-D19B-49D7-A693-B1922DEE9EED}"/>
              </a:ext>
            </a:extLst>
          </p:cNvPr>
          <p:cNvSpPr/>
          <p:nvPr/>
        </p:nvSpPr>
        <p:spPr>
          <a:xfrm>
            <a:off x="2339752" y="1723392"/>
            <a:ext cx="216024" cy="44450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BA89AB3E-A153-4A6D-A71C-192FF053C109}"/>
              </a:ext>
            </a:extLst>
          </p:cNvPr>
          <p:cNvSpPr/>
          <p:nvPr/>
        </p:nvSpPr>
        <p:spPr>
          <a:xfrm>
            <a:off x="9420200" y="1707059"/>
            <a:ext cx="216024" cy="44450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D04F1F-9CFC-4C05-90EB-0C7BF2DB3C7B}"/>
              </a:ext>
            </a:extLst>
          </p:cNvPr>
          <p:cNvSpPr txBox="1"/>
          <p:nvPr/>
        </p:nvSpPr>
        <p:spPr>
          <a:xfrm>
            <a:off x="2555776" y="1721520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1</a:t>
            </a:r>
            <a:endParaRPr lang="nl-NL" i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5CFD1B-031E-4884-985F-54334D64A1EE}"/>
              </a:ext>
            </a:extLst>
          </p:cNvPr>
          <p:cNvSpPr txBox="1"/>
          <p:nvPr/>
        </p:nvSpPr>
        <p:spPr>
          <a:xfrm>
            <a:off x="9636224" y="172152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≥2</a:t>
            </a:r>
            <a:endParaRPr lang="nl-NL" i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D4484D-E03D-4715-989A-AFF1F5A19C13}"/>
              </a:ext>
            </a:extLst>
          </p:cNvPr>
          <p:cNvSpPr/>
          <p:nvPr/>
        </p:nvSpPr>
        <p:spPr>
          <a:xfrm>
            <a:off x="634206" y="2196172"/>
            <a:ext cx="5189525" cy="4445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Intake from dietary supplements?</a:t>
            </a:r>
            <a:endParaRPr lang="nl-NL" dirty="0">
              <a:solidFill>
                <a:schemeClr val="tx2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E057A2-E650-4265-9CF7-73C13CC62A58}"/>
              </a:ext>
            </a:extLst>
          </p:cNvPr>
          <p:cNvSpPr txBox="1"/>
          <p:nvPr/>
        </p:nvSpPr>
        <p:spPr>
          <a:xfrm>
            <a:off x="634206" y="2809727"/>
            <a:ext cx="7090569" cy="9233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Dietary supplements are concentrated sources of nutrients, with non-continuous amounts, need special treatment in analyses</a:t>
            </a:r>
            <a:endParaRPr lang="nl-NL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7EA4BF-1654-441F-8228-F5942A99E810}"/>
              </a:ext>
            </a:extLst>
          </p:cNvPr>
          <p:cNvSpPr txBox="1"/>
          <p:nvPr/>
        </p:nvSpPr>
        <p:spPr>
          <a:xfrm>
            <a:off x="5829506" y="6273948"/>
            <a:ext cx="56181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/>
              <a:t>Verkaik-Kloosterman et al. 2011 J Nutr; 141(11):2055-63</a:t>
            </a:r>
            <a:endParaRPr lang="nl-NL" sz="1400" i="1"/>
          </a:p>
        </p:txBody>
      </p:sp>
    </p:spTree>
    <p:extLst>
      <p:ext uri="{BB962C8B-B14F-4D97-AF65-F5344CB8AC3E}">
        <p14:creationId xmlns:p14="http://schemas.microsoft.com/office/powerpoint/2010/main" val="645824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76C9D7C4-9AA4-4D44-A8A2-38248E167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206" y="314512"/>
            <a:ext cx="10923588" cy="948047"/>
          </a:xfrm>
        </p:spPr>
        <p:txBody>
          <a:bodyPr/>
          <a:lstStyle/>
          <a:p>
            <a:r>
              <a:rPr lang="en-US"/>
              <a:t>Model selection within SPADE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38D7753-BFBA-45AA-A9BB-62ECDA21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069193E-7AA7-4ACB-A103-6B984B1A4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3DCF811-9752-4AF2-895D-6778C4D8C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7</a:t>
            </a:fld>
            <a:endParaRPr lang="nl-N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8A9DA5-63BE-4A2F-9B01-9954C35DEBD3}"/>
              </a:ext>
            </a:extLst>
          </p:cNvPr>
          <p:cNvSpPr/>
          <p:nvPr/>
        </p:nvSpPr>
        <p:spPr>
          <a:xfrm>
            <a:off x="634206" y="1262559"/>
            <a:ext cx="10923588" cy="4445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How many sources of the intake variable do you want to model separately?</a:t>
            </a:r>
            <a:endParaRPr lang="nl-NL" dirty="0">
              <a:solidFill>
                <a:schemeClr val="tx2"/>
              </a:solidFill>
            </a:endParaRP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315F8E88-D19B-49D7-A693-B1922DEE9EED}"/>
              </a:ext>
            </a:extLst>
          </p:cNvPr>
          <p:cNvSpPr/>
          <p:nvPr/>
        </p:nvSpPr>
        <p:spPr>
          <a:xfrm>
            <a:off x="2339752" y="1723392"/>
            <a:ext cx="216024" cy="44450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BA89AB3E-A153-4A6D-A71C-192FF053C109}"/>
              </a:ext>
            </a:extLst>
          </p:cNvPr>
          <p:cNvSpPr/>
          <p:nvPr/>
        </p:nvSpPr>
        <p:spPr>
          <a:xfrm>
            <a:off x="9420200" y="1707059"/>
            <a:ext cx="216024" cy="44450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D04F1F-9CFC-4C05-90EB-0C7BF2DB3C7B}"/>
              </a:ext>
            </a:extLst>
          </p:cNvPr>
          <p:cNvSpPr txBox="1"/>
          <p:nvPr/>
        </p:nvSpPr>
        <p:spPr>
          <a:xfrm>
            <a:off x="2555776" y="1721520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1</a:t>
            </a:r>
            <a:endParaRPr lang="nl-NL" i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5CFD1B-031E-4884-985F-54334D64A1EE}"/>
              </a:ext>
            </a:extLst>
          </p:cNvPr>
          <p:cNvSpPr txBox="1"/>
          <p:nvPr/>
        </p:nvSpPr>
        <p:spPr>
          <a:xfrm>
            <a:off x="9636224" y="172152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≥2</a:t>
            </a:r>
            <a:endParaRPr lang="nl-NL" i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D4484D-E03D-4715-989A-AFF1F5A19C13}"/>
              </a:ext>
            </a:extLst>
          </p:cNvPr>
          <p:cNvSpPr/>
          <p:nvPr/>
        </p:nvSpPr>
        <p:spPr>
          <a:xfrm>
            <a:off x="634206" y="2196172"/>
            <a:ext cx="5189525" cy="4445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Intake from dietary supplements?</a:t>
            </a:r>
            <a:endParaRPr lang="nl-NL" dirty="0">
              <a:solidFill>
                <a:schemeClr val="tx2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E057A2-E650-4265-9CF7-73C13CC62A58}"/>
              </a:ext>
            </a:extLst>
          </p:cNvPr>
          <p:cNvSpPr txBox="1"/>
          <p:nvPr/>
        </p:nvSpPr>
        <p:spPr>
          <a:xfrm>
            <a:off x="634206" y="2809727"/>
            <a:ext cx="7090569" cy="9233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Dietary supplements are concentrated sources of nutrients, with non-continuous amounts, need special treatment in analyses</a:t>
            </a:r>
            <a:endParaRPr lang="nl-NL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7EA4BF-1654-441F-8228-F5942A99E810}"/>
              </a:ext>
            </a:extLst>
          </p:cNvPr>
          <p:cNvSpPr txBox="1"/>
          <p:nvPr/>
        </p:nvSpPr>
        <p:spPr>
          <a:xfrm>
            <a:off x="5829506" y="6273948"/>
            <a:ext cx="56181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/>
              <a:t>Verkaik-Kloosterman et al. 2011 J Nutr; 141(11):2055-63</a:t>
            </a:r>
            <a:endParaRPr lang="nl-NL" sz="1400" i="1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E2ACD7-F91D-57DD-1DE9-0F3D40932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5303" y="2824021"/>
            <a:ext cx="1868129" cy="2847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044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76C9D7C4-9AA4-4D44-A8A2-38248E167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206" y="314512"/>
            <a:ext cx="10923588" cy="948047"/>
          </a:xfrm>
        </p:spPr>
        <p:txBody>
          <a:bodyPr/>
          <a:lstStyle/>
          <a:p>
            <a:r>
              <a:rPr lang="en-US"/>
              <a:t>Model selection within SPADE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38D7753-BFBA-45AA-A9BB-62ECDA21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069193E-7AA7-4ACB-A103-6B984B1A4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3DCF811-9752-4AF2-895D-6778C4D8C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8</a:t>
            </a:fld>
            <a:endParaRPr lang="nl-N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8A9DA5-63BE-4A2F-9B01-9954C35DEBD3}"/>
              </a:ext>
            </a:extLst>
          </p:cNvPr>
          <p:cNvSpPr/>
          <p:nvPr/>
        </p:nvSpPr>
        <p:spPr>
          <a:xfrm>
            <a:off x="634206" y="1262559"/>
            <a:ext cx="10923588" cy="4445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How many sources of the intake variable do you want to model separately?</a:t>
            </a:r>
            <a:endParaRPr lang="nl-NL" dirty="0">
              <a:solidFill>
                <a:schemeClr val="tx2"/>
              </a:solidFill>
            </a:endParaRP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315F8E88-D19B-49D7-A693-B1922DEE9EED}"/>
              </a:ext>
            </a:extLst>
          </p:cNvPr>
          <p:cNvSpPr/>
          <p:nvPr/>
        </p:nvSpPr>
        <p:spPr>
          <a:xfrm>
            <a:off x="2339752" y="1723392"/>
            <a:ext cx="216024" cy="44450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BA89AB3E-A153-4A6D-A71C-192FF053C109}"/>
              </a:ext>
            </a:extLst>
          </p:cNvPr>
          <p:cNvSpPr/>
          <p:nvPr/>
        </p:nvSpPr>
        <p:spPr>
          <a:xfrm>
            <a:off x="9420200" y="1707059"/>
            <a:ext cx="216024" cy="44450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D04F1F-9CFC-4C05-90EB-0C7BF2DB3C7B}"/>
              </a:ext>
            </a:extLst>
          </p:cNvPr>
          <p:cNvSpPr txBox="1"/>
          <p:nvPr/>
        </p:nvSpPr>
        <p:spPr>
          <a:xfrm>
            <a:off x="2555776" y="1721520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1</a:t>
            </a:r>
            <a:endParaRPr lang="nl-NL" i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5CFD1B-031E-4884-985F-54334D64A1EE}"/>
              </a:ext>
            </a:extLst>
          </p:cNvPr>
          <p:cNvSpPr txBox="1"/>
          <p:nvPr/>
        </p:nvSpPr>
        <p:spPr>
          <a:xfrm>
            <a:off x="9636224" y="172152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≥2</a:t>
            </a:r>
            <a:endParaRPr lang="nl-NL" i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D4484D-E03D-4715-989A-AFF1F5A19C13}"/>
              </a:ext>
            </a:extLst>
          </p:cNvPr>
          <p:cNvSpPr/>
          <p:nvPr/>
        </p:nvSpPr>
        <p:spPr>
          <a:xfrm>
            <a:off x="634206" y="2196172"/>
            <a:ext cx="5189525" cy="4445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Intake from dietary supplements?</a:t>
            </a:r>
            <a:endParaRPr lang="nl-NL" dirty="0">
              <a:solidFill>
                <a:schemeClr val="tx2"/>
              </a:solidFill>
            </a:endParaRP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C346344A-7B8F-4BC1-AC4B-1C1C7C2474D2}"/>
              </a:ext>
            </a:extLst>
          </p:cNvPr>
          <p:cNvSpPr/>
          <p:nvPr/>
        </p:nvSpPr>
        <p:spPr>
          <a:xfrm>
            <a:off x="846138" y="2648801"/>
            <a:ext cx="216024" cy="44450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3348C382-E2B9-4D9C-A844-4BDEA7D8DEF0}"/>
              </a:ext>
            </a:extLst>
          </p:cNvPr>
          <p:cNvSpPr/>
          <p:nvPr/>
        </p:nvSpPr>
        <p:spPr>
          <a:xfrm>
            <a:off x="5078498" y="2652609"/>
            <a:ext cx="216024" cy="44450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31C0C9-FA35-4A8C-A0BD-04C4780D938F}"/>
              </a:ext>
            </a:extLst>
          </p:cNvPr>
          <p:cNvSpPr/>
          <p:nvPr/>
        </p:nvSpPr>
        <p:spPr>
          <a:xfrm>
            <a:off x="67991" y="3137569"/>
            <a:ext cx="2991841" cy="4445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Daily intakes?</a:t>
            </a:r>
            <a:endParaRPr lang="nl-NL" dirty="0">
              <a:solidFill>
                <a:schemeClr val="tx2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9BDBE3-C353-493C-BF80-EA38DC8DF2F6}"/>
              </a:ext>
            </a:extLst>
          </p:cNvPr>
          <p:cNvSpPr txBox="1"/>
          <p:nvPr/>
        </p:nvSpPr>
        <p:spPr>
          <a:xfrm>
            <a:off x="1045953" y="2660697"/>
            <a:ext cx="540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no</a:t>
            </a:r>
            <a:endParaRPr lang="nl-NL" i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56DAA1-1EFB-4B87-849C-75C57940EF70}"/>
              </a:ext>
            </a:extLst>
          </p:cNvPr>
          <p:cNvSpPr txBox="1"/>
          <p:nvPr/>
        </p:nvSpPr>
        <p:spPr>
          <a:xfrm>
            <a:off x="5275059" y="2640672"/>
            <a:ext cx="60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yes</a:t>
            </a:r>
            <a:endParaRPr lang="nl-NL" i="1" dirty="0"/>
          </a:p>
        </p:txBody>
      </p:sp>
    </p:spTree>
    <p:extLst>
      <p:ext uri="{BB962C8B-B14F-4D97-AF65-F5344CB8AC3E}">
        <p14:creationId xmlns:p14="http://schemas.microsoft.com/office/powerpoint/2010/main" val="3272062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76C9D7C4-9AA4-4D44-A8A2-38248E167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206" y="314512"/>
            <a:ext cx="10923588" cy="948047"/>
          </a:xfrm>
        </p:spPr>
        <p:txBody>
          <a:bodyPr/>
          <a:lstStyle/>
          <a:p>
            <a:r>
              <a:rPr lang="en-US"/>
              <a:t>Model selection within SPADE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38D7753-BFBA-45AA-A9BB-62ECDA21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069193E-7AA7-4ACB-A103-6B984B1A4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3DCF811-9752-4AF2-895D-6778C4D8C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9</a:t>
            </a:fld>
            <a:endParaRPr lang="nl-N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8A9DA5-63BE-4A2F-9B01-9954C35DEBD3}"/>
              </a:ext>
            </a:extLst>
          </p:cNvPr>
          <p:cNvSpPr/>
          <p:nvPr/>
        </p:nvSpPr>
        <p:spPr>
          <a:xfrm>
            <a:off x="634206" y="1262559"/>
            <a:ext cx="10923588" cy="4445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How many sources of the intake variable do you want to model separately?</a:t>
            </a:r>
            <a:endParaRPr lang="nl-NL" dirty="0">
              <a:solidFill>
                <a:schemeClr val="tx2"/>
              </a:solidFill>
            </a:endParaRP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315F8E88-D19B-49D7-A693-B1922DEE9EED}"/>
              </a:ext>
            </a:extLst>
          </p:cNvPr>
          <p:cNvSpPr/>
          <p:nvPr/>
        </p:nvSpPr>
        <p:spPr>
          <a:xfrm>
            <a:off x="2339752" y="1723392"/>
            <a:ext cx="216024" cy="44450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BA89AB3E-A153-4A6D-A71C-192FF053C109}"/>
              </a:ext>
            </a:extLst>
          </p:cNvPr>
          <p:cNvSpPr/>
          <p:nvPr/>
        </p:nvSpPr>
        <p:spPr>
          <a:xfrm>
            <a:off x="9420200" y="1707059"/>
            <a:ext cx="216024" cy="44450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D04F1F-9CFC-4C05-90EB-0C7BF2DB3C7B}"/>
              </a:ext>
            </a:extLst>
          </p:cNvPr>
          <p:cNvSpPr txBox="1"/>
          <p:nvPr/>
        </p:nvSpPr>
        <p:spPr>
          <a:xfrm>
            <a:off x="2555776" y="1721520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1</a:t>
            </a:r>
            <a:endParaRPr lang="nl-NL" i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5CFD1B-031E-4884-985F-54334D64A1EE}"/>
              </a:ext>
            </a:extLst>
          </p:cNvPr>
          <p:cNvSpPr txBox="1"/>
          <p:nvPr/>
        </p:nvSpPr>
        <p:spPr>
          <a:xfrm>
            <a:off x="9636224" y="172152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≥2</a:t>
            </a:r>
            <a:endParaRPr lang="nl-NL" i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D4484D-E03D-4715-989A-AFF1F5A19C13}"/>
              </a:ext>
            </a:extLst>
          </p:cNvPr>
          <p:cNvSpPr/>
          <p:nvPr/>
        </p:nvSpPr>
        <p:spPr>
          <a:xfrm>
            <a:off x="634206" y="2196172"/>
            <a:ext cx="5189525" cy="4445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Intake from dietary supplements?</a:t>
            </a:r>
            <a:endParaRPr lang="nl-NL" dirty="0">
              <a:solidFill>
                <a:schemeClr val="tx2"/>
              </a:solidFill>
            </a:endParaRP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C346344A-7B8F-4BC1-AC4B-1C1C7C2474D2}"/>
              </a:ext>
            </a:extLst>
          </p:cNvPr>
          <p:cNvSpPr/>
          <p:nvPr/>
        </p:nvSpPr>
        <p:spPr>
          <a:xfrm>
            <a:off x="846138" y="2648801"/>
            <a:ext cx="216024" cy="44450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3348C382-E2B9-4D9C-A844-4BDEA7D8DEF0}"/>
              </a:ext>
            </a:extLst>
          </p:cNvPr>
          <p:cNvSpPr/>
          <p:nvPr/>
        </p:nvSpPr>
        <p:spPr>
          <a:xfrm>
            <a:off x="5078498" y="2652609"/>
            <a:ext cx="216024" cy="44450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31C0C9-FA35-4A8C-A0BD-04C4780D938F}"/>
              </a:ext>
            </a:extLst>
          </p:cNvPr>
          <p:cNvSpPr/>
          <p:nvPr/>
        </p:nvSpPr>
        <p:spPr>
          <a:xfrm>
            <a:off x="67991" y="3137569"/>
            <a:ext cx="2991841" cy="4445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Daily intakes?</a:t>
            </a:r>
            <a:endParaRPr lang="nl-NL" dirty="0">
              <a:solidFill>
                <a:schemeClr val="tx2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9BDBE3-C353-493C-BF80-EA38DC8DF2F6}"/>
              </a:ext>
            </a:extLst>
          </p:cNvPr>
          <p:cNvSpPr txBox="1"/>
          <p:nvPr/>
        </p:nvSpPr>
        <p:spPr>
          <a:xfrm>
            <a:off x="1045953" y="2660697"/>
            <a:ext cx="540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no</a:t>
            </a:r>
            <a:endParaRPr lang="nl-NL" i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56DAA1-1EFB-4B87-849C-75C57940EF70}"/>
              </a:ext>
            </a:extLst>
          </p:cNvPr>
          <p:cNvSpPr txBox="1"/>
          <p:nvPr/>
        </p:nvSpPr>
        <p:spPr>
          <a:xfrm>
            <a:off x="5275059" y="2640672"/>
            <a:ext cx="60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yes</a:t>
            </a:r>
            <a:endParaRPr lang="nl-NL" i="1" dirty="0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F306587B-FF09-4941-9099-C34C5A02E002}"/>
              </a:ext>
            </a:extLst>
          </p:cNvPr>
          <p:cNvSpPr/>
          <p:nvPr/>
        </p:nvSpPr>
        <p:spPr>
          <a:xfrm>
            <a:off x="488950" y="3582068"/>
            <a:ext cx="206940" cy="1554411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A9AC00-4ED8-4F87-9924-1ADF4C26E06B}"/>
              </a:ext>
            </a:extLst>
          </p:cNvPr>
          <p:cNvSpPr txBox="1"/>
          <p:nvPr/>
        </p:nvSpPr>
        <p:spPr>
          <a:xfrm>
            <a:off x="605868" y="3541753"/>
            <a:ext cx="60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yes</a:t>
            </a:r>
            <a:endParaRPr lang="nl-NL" i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52A96B-4760-0D92-EC91-5AB8864C9600}"/>
              </a:ext>
            </a:extLst>
          </p:cNvPr>
          <p:cNvSpPr txBox="1"/>
          <p:nvPr/>
        </p:nvSpPr>
        <p:spPr>
          <a:xfrm>
            <a:off x="2465500" y="3541753"/>
            <a:ext cx="540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no</a:t>
            </a:r>
            <a:endParaRPr lang="nl-NL" i="1" dirty="0"/>
          </a:p>
        </p:txBody>
      </p:sp>
    </p:spTree>
    <p:extLst>
      <p:ext uri="{BB962C8B-B14F-4D97-AF65-F5344CB8AC3E}">
        <p14:creationId xmlns:p14="http://schemas.microsoft.com/office/powerpoint/2010/main" val="4134116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76C9D7C4-9AA4-4D44-A8A2-38248E167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206" y="314512"/>
            <a:ext cx="10923588" cy="948047"/>
          </a:xfrm>
        </p:spPr>
        <p:txBody>
          <a:bodyPr/>
          <a:lstStyle/>
          <a:p>
            <a:r>
              <a:rPr lang="en-US"/>
              <a:t>Model selection within SPADE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38D7753-BFBA-45AA-A9BB-62ECDA21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069193E-7AA7-4ACB-A103-6B984B1A4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3DCF811-9752-4AF2-895D-6778C4D8C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10</a:t>
            </a:fld>
            <a:endParaRPr lang="nl-N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8A9DA5-63BE-4A2F-9B01-9954C35DEBD3}"/>
              </a:ext>
            </a:extLst>
          </p:cNvPr>
          <p:cNvSpPr/>
          <p:nvPr/>
        </p:nvSpPr>
        <p:spPr>
          <a:xfrm>
            <a:off x="634206" y="1262559"/>
            <a:ext cx="10923588" cy="4445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How many sources of the intake variable do you want to model separately?</a:t>
            </a:r>
            <a:endParaRPr lang="nl-NL" dirty="0">
              <a:solidFill>
                <a:schemeClr val="tx2"/>
              </a:solidFill>
            </a:endParaRP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315F8E88-D19B-49D7-A693-B1922DEE9EED}"/>
              </a:ext>
            </a:extLst>
          </p:cNvPr>
          <p:cNvSpPr/>
          <p:nvPr/>
        </p:nvSpPr>
        <p:spPr>
          <a:xfrm>
            <a:off x="2339752" y="1723392"/>
            <a:ext cx="216024" cy="44450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BA89AB3E-A153-4A6D-A71C-192FF053C109}"/>
              </a:ext>
            </a:extLst>
          </p:cNvPr>
          <p:cNvSpPr/>
          <p:nvPr/>
        </p:nvSpPr>
        <p:spPr>
          <a:xfrm>
            <a:off x="9420200" y="1707059"/>
            <a:ext cx="216024" cy="44450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D04F1F-9CFC-4C05-90EB-0C7BF2DB3C7B}"/>
              </a:ext>
            </a:extLst>
          </p:cNvPr>
          <p:cNvSpPr txBox="1"/>
          <p:nvPr/>
        </p:nvSpPr>
        <p:spPr>
          <a:xfrm>
            <a:off x="2555776" y="1721520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1</a:t>
            </a:r>
            <a:endParaRPr lang="nl-NL" i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5CFD1B-031E-4884-985F-54334D64A1EE}"/>
              </a:ext>
            </a:extLst>
          </p:cNvPr>
          <p:cNvSpPr txBox="1"/>
          <p:nvPr/>
        </p:nvSpPr>
        <p:spPr>
          <a:xfrm>
            <a:off x="9636224" y="172152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≥2</a:t>
            </a:r>
            <a:endParaRPr lang="nl-NL" i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D4484D-E03D-4715-989A-AFF1F5A19C13}"/>
              </a:ext>
            </a:extLst>
          </p:cNvPr>
          <p:cNvSpPr/>
          <p:nvPr/>
        </p:nvSpPr>
        <p:spPr>
          <a:xfrm>
            <a:off x="634206" y="2196172"/>
            <a:ext cx="5189525" cy="4445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Intake from dietary supplements?</a:t>
            </a:r>
            <a:endParaRPr lang="nl-NL" dirty="0">
              <a:solidFill>
                <a:schemeClr val="tx2"/>
              </a:solidFill>
            </a:endParaRP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C346344A-7B8F-4BC1-AC4B-1C1C7C2474D2}"/>
              </a:ext>
            </a:extLst>
          </p:cNvPr>
          <p:cNvSpPr/>
          <p:nvPr/>
        </p:nvSpPr>
        <p:spPr>
          <a:xfrm>
            <a:off x="846138" y="2648801"/>
            <a:ext cx="216024" cy="44450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3348C382-E2B9-4D9C-A844-4BDEA7D8DEF0}"/>
              </a:ext>
            </a:extLst>
          </p:cNvPr>
          <p:cNvSpPr/>
          <p:nvPr/>
        </p:nvSpPr>
        <p:spPr>
          <a:xfrm>
            <a:off x="5078498" y="2652609"/>
            <a:ext cx="216024" cy="44450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31C0C9-FA35-4A8C-A0BD-04C4780D938F}"/>
              </a:ext>
            </a:extLst>
          </p:cNvPr>
          <p:cNvSpPr/>
          <p:nvPr/>
        </p:nvSpPr>
        <p:spPr>
          <a:xfrm>
            <a:off x="67991" y="3137569"/>
            <a:ext cx="2991841" cy="4445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Daily intakes?</a:t>
            </a:r>
            <a:endParaRPr lang="nl-NL" dirty="0">
              <a:solidFill>
                <a:schemeClr val="tx2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9BDBE3-C353-493C-BF80-EA38DC8DF2F6}"/>
              </a:ext>
            </a:extLst>
          </p:cNvPr>
          <p:cNvSpPr txBox="1"/>
          <p:nvPr/>
        </p:nvSpPr>
        <p:spPr>
          <a:xfrm>
            <a:off x="1045953" y="2660697"/>
            <a:ext cx="540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no</a:t>
            </a:r>
            <a:endParaRPr lang="nl-NL" i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56DAA1-1EFB-4B87-849C-75C57940EF70}"/>
              </a:ext>
            </a:extLst>
          </p:cNvPr>
          <p:cNvSpPr txBox="1"/>
          <p:nvPr/>
        </p:nvSpPr>
        <p:spPr>
          <a:xfrm>
            <a:off x="5275059" y="2640672"/>
            <a:ext cx="60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yes</a:t>
            </a:r>
            <a:endParaRPr lang="nl-NL" i="1" dirty="0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F306587B-FF09-4941-9099-C34C5A02E002}"/>
              </a:ext>
            </a:extLst>
          </p:cNvPr>
          <p:cNvSpPr/>
          <p:nvPr/>
        </p:nvSpPr>
        <p:spPr>
          <a:xfrm>
            <a:off x="488950" y="3582068"/>
            <a:ext cx="206940" cy="1554411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A9AC00-4ED8-4F87-9924-1ADF4C26E06B}"/>
              </a:ext>
            </a:extLst>
          </p:cNvPr>
          <p:cNvSpPr txBox="1"/>
          <p:nvPr/>
        </p:nvSpPr>
        <p:spPr>
          <a:xfrm>
            <a:off x="605868" y="3541753"/>
            <a:ext cx="60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yes</a:t>
            </a:r>
            <a:endParaRPr lang="nl-NL" i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BF6BE1-6BBD-4D01-8CA5-F6122E999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45" y="3874180"/>
            <a:ext cx="739311" cy="114232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B52A96B-4760-0D92-EC91-5AB8864C9600}"/>
              </a:ext>
            </a:extLst>
          </p:cNvPr>
          <p:cNvSpPr txBox="1"/>
          <p:nvPr/>
        </p:nvSpPr>
        <p:spPr>
          <a:xfrm>
            <a:off x="2465500" y="3541753"/>
            <a:ext cx="540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no</a:t>
            </a:r>
            <a:endParaRPr lang="nl-NL" i="1" dirty="0"/>
          </a:p>
        </p:txBody>
      </p:sp>
    </p:spTree>
    <p:extLst>
      <p:ext uri="{BB962C8B-B14F-4D97-AF65-F5344CB8AC3E}">
        <p14:creationId xmlns:p14="http://schemas.microsoft.com/office/powerpoint/2010/main" val="2793459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76C9D7C4-9AA4-4D44-A8A2-38248E167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206" y="314512"/>
            <a:ext cx="10923588" cy="948047"/>
          </a:xfrm>
        </p:spPr>
        <p:txBody>
          <a:bodyPr/>
          <a:lstStyle/>
          <a:p>
            <a:r>
              <a:rPr lang="en-US"/>
              <a:t>Model selection within SPADE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38D7753-BFBA-45AA-A9BB-62ECDA21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069193E-7AA7-4ACB-A103-6B984B1A4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3DCF811-9752-4AF2-895D-6778C4D8C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11</a:t>
            </a:fld>
            <a:endParaRPr lang="nl-N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8A9DA5-63BE-4A2F-9B01-9954C35DEBD3}"/>
              </a:ext>
            </a:extLst>
          </p:cNvPr>
          <p:cNvSpPr/>
          <p:nvPr/>
        </p:nvSpPr>
        <p:spPr>
          <a:xfrm>
            <a:off x="634206" y="1262559"/>
            <a:ext cx="10923588" cy="4445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How many sources of the intake variable do you want to model separately?</a:t>
            </a:r>
            <a:endParaRPr lang="nl-NL" dirty="0">
              <a:solidFill>
                <a:schemeClr val="tx2"/>
              </a:solidFill>
            </a:endParaRP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315F8E88-D19B-49D7-A693-B1922DEE9EED}"/>
              </a:ext>
            </a:extLst>
          </p:cNvPr>
          <p:cNvSpPr/>
          <p:nvPr/>
        </p:nvSpPr>
        <p:spPr>
          <a:xfrm>
            <a:off x="2339752" y="1723392"/>
            <a:ext cx="216024" cy="44450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BA89AB3E-A153-4A6D-A71C-192FF053C109}"/>
              </a:ext>
            </a:extLst>
          </p:cNvPr>
          <p:cNvSpPr/>
          <p:nvPr/>
        </p:nvSpPr>
        <p:spPr>
          <a:xfrm>
            <a:off x="9420200" y="1707059"/>
            <a:ext cx="216024" cy="44450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D04F1F-9CFC-4C05-90EB-0C7BF2DB3C7B}"/>
              </a:ext>
            </a:extLst>
          </p:cNvPr>
          <p:cNvSpPr txBox="1"/>
          <p:nvPr/>
        </p:nvSpPr>
        <p:spPr>
          <a:xfrm>
            <a:off x="2555776" y="1721520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1</a:t>
            </a:r>
            <a:endParaRPr lang="nl-NL" i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5CFD1B-031E-4884-985F-54334D64A1EE}"/>
              </a:ext>
            </a:extLst>
          </p:cNvPr>
          <p:cNvSpPr txBox="1"/>
          <p:nvPr/>
        </p:nvSpPr>
        <p:spPr>
          <a:xfrm>
            <a:off x="9636224" y="172152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≥2</a:t>
            </a:r>
            <a:endParaRPr lang="nl-NL" i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D4484D-E03D-4715-989A-AFF1F5A19C13}"/>
              </a:ext>
            </a:extLst>
          </p:cNvPr>
          <p:cNvSpPr/>
          <p:nvPr/>
        </p:nvSpPr>
        <p:spPr>
          <a:xfrm>
            <a:off x="634206" y="2196172"/>
            <a:ext cx="5189525" cy="4445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Intake from dietary supplements?</a:t>
            </a:r>
            <a:endParaRPr lang="nl-NL" dirty="0">
              <a:solidFill>
                <a:schemeClr val="tx2"/>
              </a:solidFill>
            </a:endParaRP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C346344A-7B8F-4BC1-AC4B-1C1C7C2474D2}"/>
              </a:ext>
            </a:extLst>
          </p:cNvPr>
          <p:cNvSpPr/>
          <p:nvPr/>
        </p:nvSpPr>
        <p:spPr>
          <a:xfrm>
            <a:off x="846138" y="2648801"/>
            <a:ext cx="216024" cy="44450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3348C382-E2B9-4D9C-A844-4BDEA7D8DEF0}"/>
              </a:ext>
            </a:extLst>
          </p:cNvPr>
          <p:cNvSpPr/>
          <p:nvPr/>
        </p:nvSpPr>
        <p:spPr>
          <a:xfrm>
            <a:off x="5078498" y="2652609"/>
            <a:ext cx="216024" cy="44450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31C0C9-FA35-4A8C-A0BD-04C4780D938F}"/>
              </a:ext>
            </a:extLst>
          </p:cNvPr>
          <p:cNvSpPr/>
          <p:nvPr/>
        </p:nvSpPr>
        <p:spPr>
          <a:xfrm>
            <a:off x="67991" y="3137569"/>
            <a:ext cx="2991841" cy="4445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Daily intakes?</a:t>
            </a:r>
            <a:endParaRPr lang="nl-NL" dirty="0">
              <a:solidFill>
                <a:schemeClr val="tx2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9BDBE3-C353-493C-BF80-EA38DC8DF2F6}"/>
              </a:ext>
            </a:extLst>
          </p:cNvPr>
          <p:cNvSpPr txBox="1"/>
          <p:nvPr/>
        </p:nvSpPr>
        <p:spPr>
          <a:xfrm>
            <a:off x="1045953" y="2660697"/>
            <a:ext cx="540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no</a:t>
            </a:r>
            <a:endParaRPr lang="nl-NL" i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56DAA1-1EFB-4B87-849C-75C57940EF70}"/>
              </a:ext>
            </a:extLst>
          </p:cNvPr>
          <p:cNvSpPr txBox="1"/>
          <p:nvPr/>
        </p:nvSpPr>
        <p:spPr>
          <a:xfrm>
            <a:off x="5275059" y="2640672"/>
            <a:ext cx="60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yes</a:t>
            </a:r>
            <a:endParaRPr lang="nl-NL" i="1" dirty="0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F306587B-FF09-4941-9099-C34C5A02E002}"/>
              </a:ext>
            </a:extLst>
          </p:cNvPr>
          <p:cNvSpPr/>
          <p:nvPr/>
        </p:nvSpPr>
        <p:spPr>
          <a:xfrm>
            <a:off x="488950" y="3582068"/>
            <a:ext cx="206940" cy="1554411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A9AC00-4ED8-4F87-9924-1ADF4C26E06B}"/>
              </a:ext>
            </a:extLst>
          </p:cNvPr>
          <p:cNvSpPr txBox="1"/>
          <p:nvPr/>
        </p:nvSpPr>
        <p:spPr>
          <a:xfrm>
            <a:off x="605868" y="3541753"/>
            <a:ext cx="60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yes</a:t>
            </a:r>
            <a:endParaRPr lang="nl-NL" i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00B08B6-270C-4544-8569-9A50F3493068}"/>
              </a:ext>
            </a:extLst>
          </p:cNvPr>
          <p:cNvSpPr txBox="1"/>
          <p:nvPr/>
        </p:nvSpPr>
        <p:spPr>
          <a:xfrm>
            <a:off x="1928377" y="4794556"/>
            <a:ext cx="6300242" cy="14773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/>
              <a:t>Daily intakes </a:t>
            </a:r>
            <a:r>
              <a:rPr lang="en-US" dirty="0"/>
              <a:t>= nutrient/food consumed by virtually whole population on every day</a:t>
            </a:r>
          </a:p>
          <a:p>
            <a:endParaRPr lang="en-US" dirty="0"/>
          </a:p>
          <a:p>
            <a:r>
              <a:rPr lang="en-US" dirty="0"/>
              <a:t>SPADE generates a warning or an error when large proportion of zero intakes in survey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BF6BE1-6BBD-4D01-8CA5-F6122E999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45" y="3874180"/>
            <a:ext cx="739311" cy="114232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B52A96B-4760-0D92-EC91-5AB8864C9600}"/>
              </a:ext>
            </a:extLst>
          </p:cNvPr>
          <p:cNvSpPr txBox="1"/>
          <p:nvPr/>
        </p:nvSpPr>
        <p:spPr>
          <a:xfrm>
            <a:off x="2465500" y="3541753"/>
            <a:ext cx="540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no</a:t>
            </a:r>
            <a:endParaRPr lang="nl-NL" i="1" dirty="0"/>
          </a:p>
        </p:txBody>
      </p:sp>
    </p:spTree>
    <p:extLst>
      <p:ext uri="{BB962C8B-B14F-4D97-AF65-F5344CB8AC3E}">
        <p14:creationId xmlns:p14="http://schemas.microsoft.com/office/powerpoint/2010/main" val="3840618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76C9D7C4-9AA4-4D44-A8A2-38248E167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206" y="314512"/>
            <a:ext cx="10923588" cy="948047"/>
          </a:xfrm>
        </p:spPr>
        <p:txBody>
          <a:bodyPr/>
          <a:lstStyle/>
          <a:p>
            <a:r>
              <a:rPr lang="en-US"/>
              <a:t>Model selection within SPADE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38D7753-BFBA-45AA-A9BB-62ECDA21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069193E-7AA7-4ACB-A103-6B984B1A4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3DCF811-9752-4AF2-895D-6778C4D8C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12</a:t>
            </a:fld>
            <a:endParaRPr lang="nl-N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8A9DA5-63BE-4A2F-9B01-9954C35DEBD3}"/>
              </a:ext>
            </a:extLst>
          </p:cNvPr>
          <p:cNvSpPr/>
          <p:nvPr/>
        </p:nvSpPr>
        <p:spPr>
          <a:xfrm>
            <a:off x="634206" y="1262559"/>
            <a:ext cx="10923588" cy="4445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How many sources of the intake variable do you want to model separately?</a:t>
            </a:r>
            <a:endParaRPr lang="nl-NL" dirty="0">
              <a:solidFill>
                <a:schemeClr val="tx2"/>
              </a:solidFill>
            </a:endParaRP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315F8E88-D19B-49D7-A693-B1922DEE9EED}"/>
              </a:ext>
            </a:extLst>
          </p:cNvPr>
          <p:cNvSpPr/>
          <p:nvPr/>
        </p:nvSpPr>
        <p:spPr>
          <a:xfrm>
            <a:off x="2339752" y="1723392"/>
            <a:ext cx="216024" cy="44450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BA89AB3E-A153-4A6D-A71C-192FF053C109}"/>
              </a:ext>
            </a:extLst>
          </p:cNvPr>
          <p:cNvSpPr/>
          <p:nvPr/>
        </p:nvSpPr>
        <p:spPr>
          <a:xfrm>
            <a:off x="9420200" y="1707059"/>
            <a:ext cx="216024" cy="44450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D04F1F-9CFC-4C05-90EB-0C7BF2DB3C7B}"/>
              </a:ext>
            </a:extLst>
          </p:cNvPr>
          <p:cNvSpPr txBox="1"/>
          <p:nvPr/>
        </p:nvSpPr>
        <p:spPr>
          <a:xfrm>
            <a:off x="2555776" y="1721520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1</a:t>
            </a:r>
            <a:endParaRPr lang="nl-NL" i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5CFD1B-031E-4884-985F-54334D64A1EE}"/>
              </a:ext>
            </a:extLst>
          </p:cNvPr>
          <p:cNvSpPr txBox="1"/>
          <p:nvPr/>
        </p:nvSpPr>
        <p:spPr>
          <a:xfrm>
            <a:off x="9636224" y="172152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≥2</a:t>
            </a:r>
            <a:endParaRPr lang="nl-NL" i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D4484D-E03D-4715-989A-AFF1F5A19C13}"/>
              </a:ext>
            </a:extLst>
          </p:cNvPr>
          <p:cNvSpPr/>
          <p:nvPr/>
        </p:nvSpPr>
        <p:spPr>
          <a:xfrm>
            <a:off x="634206" y="2196172"/>
            <a:ext cx="5189525" cy="4445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Intake from dietary supplements?</a:t>
            </a:r>
            <a:endParaRPr lang="nl-NL" dirty="0">
              <a:solidFill>
                <a:schemeClr val="tx2"/>
              </a:solidFill>
            </a:endParaRP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C346344A-7B8F-4BC1-AC4B-1C1C7C2474D2}"/>
              </a:ext>
            </a:extLst>
          </p:cNvPr>
          <p:cNvSpPr/>
          <p:nvPr/>
        </p:nvSpPr>
        <p:spPr>
          <a:xfrm>
            <a:off x="846138" y="2648801"/>
            <a:ext cx="216024" cy="44450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3348C382-E2B9-4D9C-A844-4BDEA7D8DEF0}"/>
              </a:ext>
            </a:extLst>
          </p:cNvPr>
          <p:cNvSpPr/>
          <p:nvPr/>
        </p:nvSpPr>
        <p:spPr>
          <a:xfrm>
            <a:off x="5078498" y="2652609"/>
            <a:ext cx="216024" cy="44450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31C0C9-FA35-4A8C-A0BD-04C4780D938F}"/>
              </a:ext>
            </a:extLst>
          </p:cNvPr>
          <p:cNvSpPr/>
          <p:nvPr/>
        </p:nvSpPr>
        <p:spPr>
          <a:xfrm>
            <a:off x="67991" y="3137569"/>
            <a:ext cx="2991841" cy="4445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Daily intakes?</a:t>
            </a:r>
            <a:endParaRPr lang="nl-NL" dirty="0">
              <a:solidFill>
                <a:schemeClr val="tx2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9BDBE3-C353-493C-BF80-EA38DC8DF2F6}"/>
              </a:ext>
            </a:extLst>
          </p:cNvPr>
          <p:cNvSpPr txBox="1"/>
          <p:nvPr/>
        </p:nvSpPr>
        <p:spPr>
          <a:xfrm>
            <a:off x="1045953" y="2660697"/>
            <a:ext cx="540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no</a:t>
            </a:r>
            <a:endParaRPr lang="nl-NL" i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56DAA1-1EFB-4B87-849C-75C57940EF70}"/>
              </a:ext>
            </a:extLst>
          </p:cNvPr>
          <p:cNvSpPr txBox="1"/>
          <p:nvPr/>
        </p:nvSpPr>
        <p:spPr>
          <a:xfrm>
            <a:off x="5275059" y="2640672"/>
            <a:ext cx="60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yes</a:t>
            </a:r>
            <a:endParaRPr lang="nl-NL" i="1" dirty="0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F306587B-FF09-4941-9099-C34C5A02E002}"/>
              </a:ext>
            </a:extLst>
          </p:cNvPr>
          <p:cNvSpPr/>
          <p:nvPr/>
        </p:nvSpPr>
        <p:spPr>
          <a:xfrm>
            <a:off x="488950" y="3582068"/>
            <a:ext cx="206940" cy="1554411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A9AC00-4ED8-4F87-9924-1ADF4C26E06B}"/>
              </a:ext>
            </a:extLst>
          </p:cNvPr>
          <p:cNvSpPr txBox="1"/>
          <p:nvPr/>
        </p:nvSpPr>
        <p:spPr>
          <a:xfrm>
            <a:off x="605868" y="3541753"/>
            <a:ext cx="60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yes</a:t>
            </a:r>
            <a:endParaRPr lang="nl-NL" i="1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B257907-D2A7-4D3B-BFFA-EC7D4B5D7502}"/>
              </a:ext>
            </a:extLst>
          </p:cNvPr>
          <p:cNvSpPr/>
          <p:nvPr/>
        </p:nvSpPr>
        <p:spPr>
          <a:xfrm>
            <a:off x="90623" y="5136480"/>
            <a:ext cx="1241017" cy="1135404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</a:rPr>
              <a:t>SPADE for daily intakes</a:t>
            </a:r>
          </a:p>
          <a:p>
            <a:pPr algn="ctr"/>
            <a:r>
              <a:rPr lang="en-US" sz="16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chapter 3</a:t>
            </a:r>
            <a:endParaRPr lang="nl-NL" sz="16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00B08B6-270C-4544-8569-9A50F3493068}"/>
              </a:ext>
            </a:extLst>
          </p:cNvPr>
          <p:cNvSpPr txBox="1"/>
          <p:nvPr/>
        </p:nvSpPr>
        <p:spPr>
          <a:xfrm>
            <a:off x="1928377" y="4794556"/>
            <a:ext cx="6300242" cy="14773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/>
              <a:t>Daily intakes </a:t>
            </a:r>
            <a:r>
              <a:rPr lang="en-US" dirty="0"/>
              <a:t>= nutrient/food consumed by virtually whole population on every day</a:t>
            </a:r>
          </a:p>
          <a:p>
            <a:endParaRPr lang="en-US" dirty="0"/>
          </a:p>
          <a:p>
            <a:r>
              <a:rPr lang="en-US" dirty="0"/>
              <a:t>SPADE generates a warning or an error with large proportion of zero intakes in survey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BF6BE1-6BBD-4D01-8CA5-F6122E999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45" y="3874180"/>
            <a:ext cx="739311" cy="114232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B52A96B-4760-0D92-EC91-5AB8864C9600}"/>
              </a:ext>
            </a:extLst>
          </p:cNvPr>
          <p:cNvSpPr txBox="1"/>
          <p:nvPr/>
        </p:nvSpPr>
        <p:spPr>
          <a:xfrm>
            <a:off x="2465500" y="3541753"/>
            <a:ext cx="540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no</a:t>
            </a:r>
            <a:endParaRPr lang="nl-NL" i="1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77642F04-7F5A-7822-0A90-F76DC32DC77B}"/>
              </a:ext>
            </a:extLst>
          </p:cNvPr>
          <p:cNvSpPr/>
          <p:nvPr/>
        </p:nvSpPr>
        <p:spPr>
          <a:xfrm rot="10800000">
            <a:off x="1331639" y="5183912"/>
            <a:ext cx="596737" cy="1095304"/>
          </a:xfrm>
          <a:prstGeom prst="rightArrow">
            <a:avLst>
              <a:gd name="adj1" fmla="val 50000"/>
              <a:gd name="adj2" fmla="val 5928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34630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76C9D7C4-9AA4-4D44-A8A2-38248E167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206" y="314512"/>
            <a:ext cx="10923588" cy="948047"/>
          </a:xfrm>
        </p:spPr>
        <p:txBody>
          <a:bodyPr/>
          <a:lstStyle/>
          <a:p>
            <a:r>
              <a:rPr lang="en-US"/>
              <a:t>Model selection within SPADE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38D7753-BFBA-45AA-A9BB-62ECDA21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069193E-7AA7-4ACB-A103-6B984B1A4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3DCF811-9752-4AF2-895D-6778C4D8C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13</a:t>
            </a:fld>
            <a:endParaRPr lang="nl-NL" dirty="0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DF7B3CC-7924-E18B-F940-8A0CA5520844}"/>
              </a:ext>
            </a:extLst>
          </p:cNvPr>
          <p:cNvGrpSpPr/>
          <p:nvPr/>
        </p:nvGrpSpPr>
        <p:grpSpPr>
          <a:xfrm>
            <a:off x="67197" y="1262559"/>
            <a:ext cx="11489803" cy="5009325"/>
            <a:chOff x="67991" y="1262559"/>
            <a:chExt cx="11489803" cy="500932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BD04F1F-9CFC-4C05-90EB-0C7BF2DB3C7B}"/>
                </a:ext>
              </a:extLst>
            </p:cNvPr>
            <p:cNvSpPr txBox="1"/>
            <p:nvPr/>
          </p:nvSpPr>
          <p:spPr>
            <a:xfrm>
              <a:off x="2555776" y="1721520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1</a:t>
              </a:r>
              <a:endParaRPr lang="nl-NL" i="1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D5CFD1B-031E-4884-985F-54334D64A1EE}"/>
                </a:ext>
              </a:extLst>
            </p:cNvPr>
            <p:cNvSpPr txBox="1"/>
            <p:nvPr/>
          </p:nvSpPr>
          <p:spPr>
            <a:xfrm>
              <a:off x="9636224" y="1721520"/>
              <a:ext cx="5760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≥2</a:t>
              </a:r>
              <a:endParaRPr lang="nl-NL" i="1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59BDBE3-C353-493C-BF80-EA38DC8DF2F6}"/>
                </a:ext>
              </a:extLst>
            </p:cNvPr>
            <p:cNvSpPr txBox="1"/>
            <p:nvPr/>
          </p:nvSpPr>
          <p:spPr>
            <a:xfrm>
              <a:off x="1045953" y="2660697"/>
              <a:ext cx="5405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no</a:t>
              </a:r>
              <a:endParaRPr lang="nl-NL" i="1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18A9DA5-63BE-4A2F-9B01-9954C35DEBD3}"/>
                </a:ext>
              </a:extLst>
            </p:cNvPr>
            <p:cNvSpPr/>
            <p:nvPr/>
          </p:nvSpPr>
          <p:spPr>
            <a:xfrm>
              <a:off x="634206" y="1262559"/>
              <a:ext cx="10923588" cy="4445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/>
                  </a:solidFill>
                </a:rPr>
                <a:t>Number of sources of intake variable</a:t>
              </a:r>
              <a:endParaRPr lang="nl-NL" dirty="0">
                <a:solidFill>
                  <a:schemeClr val="tx2"/>
                </a:solidFill>
              </a:endParaRPr>
            </a:p>
          </p:txBody>
        </p:sp>
        <p:sp>
          <p:nvSpPr>
            <p:cNvPr id="9" name="Arrow: Down 8">
              <a:extLst>
                <a:ext uri="{FF2B5EF4-FFF2-40B4-BE49-F238E27FC236}">
                  <a16:creationId xmlns:a16="http://schemas.microsoft.com/office/drawing/2014/main" id="{315F8E88-D19B-49D7-A693-B1922DEE9EED}"/>
                </a:ext>
              </a:extLst>
            </p:cNvPr>
            <p:cNvSpPr/>
            <p:nvPr/>
          </p:nvSpPr>
          <p:spPr>
            <a:xfrm>
              <a:off x="2339752" y="1723392"/>
              <a:ext cx="216024" cy="444500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" name="Arrow: Down 9">
              <a:extLst>
                <a:ext uri="{FF2B5EF4-FFF2-40B4-BE49-F238E27FC236}">
                  <a16:creationId xmlns:a16="http://schemas.microsoft.com/office/drawing/2014/main" id="{BA89AB3E-A153-4A6D-A71C-192FF053C109}"/>
                </a:ext>
              </a:extLst>
            </p:cNvPr>
            <p:cNvSpPr/>
            <p:nvPr/>
          </p:nvSpPr>
          <p:spPr>
            <a:xfrm>
              <a:off x="9420200" y="1707059"/>
              <a:ext cx="216024" cy="444500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BD4484D-E03D-4715-989A-AFF1F5A19C13}"/>
                </a:ext>
              </a:extLst>
            </p:cNvPr>
            <p:cNvSpPr/>
            <p:nvPr/>
          </p:nvSpPr>
          <p:spPr>
            <a:xfrm>
              <a:off x="634206" y="2196172"/>
              <a:ext cx="5189525" cy="4445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2"/>
                  </a:solidFill>
                </a:rPr>
                <a:t>Intake </a:t>
              </a:r>
              <a:r>
                <a:rPr lang="en-US" dirty="0">
                  <a:solidFill>
                    <a:schemeClr val="tx2"/>
                  </a:solidFill>
                </a:rPr>
                <a:t>from dietary supplements?</a:t>
              </a:r>
              <a:endParaRPr lang="nl-NL" dirty="0">
                <a:solidFill>
                  <a:schemeClr val="tx2"/>
                </a:solidFill>
              </a:endParaRPr>
            </a:p>
          </p:txBody>
        </p:sp>
        <p:sp>
          <p:nvSpPr>
            <p:cNvPr id="17" name="Arrow: Down 16">
              <a:extLst>
                <a:ext uri="{FF2B5EF4-FFF2-40B4-BE49-F238E27FC236}">
                  <a16:creationId xmlns:a16="http://schemas.microsoft.com/office/drawing/2014/main" id="{C346344A-7B8F-4BC1-AC4B-1C1C7C2474D2}"/>
                </a:ext>
              </a:extLst>
            </p:cNvPr>
            <p:cNvSpPr/>
            <p:nvPr/>
          </p:nvSpPr>
          <p:spPr>
            <a:xfrm>
              <a:off x="846138" y="2648801"/>
              <a:ext cx="216024" cy="444500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231C0C9-FA35-4A8C-A0BD-04C4780D938F}"/>
                </a:ext>
              </a:extLst>
            </p:cNvPr>
            <p:cNvSpPr/>
            <p:nvPr/>
          </p:nvSpPr>
          <p:spPr>
            <a:xfrm>
              <a:off x="67991" y="3137569"/>
              <a:ext cx="2991841" cy="4445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/>
                  </a:solidFill>
                </a:rPr>
                <a:t>Daily intakes?</a:t>
              </a:r>
              <a:endParaRPr lang="nl-NL" dirty="0">
                <a:solidFill>
                  <a:schemeClr val="tx2"/>
                </a:solidFill>
              </a:endParaRPr>
            </a:p>
          </p:txBody>
        </p:sp>
        <p:sp>
          <p:nvSpPr>
            <p:cNvPr id="22" name="Arrow: Down 21">
              <a:extLst>
                <a:ext uri="{FF2B5EF4-FFF2-40B4-BE49-F238E27FC236}">
                  <a16:creationId xmlns:a16="http://schemas.microsoft.com/office/drawing/2014/main" id="{F306587B-FF09-4941-9099-C34C5A02E002}"/>
                </a:ext>
              </a:extLst>
            </p:cNvPr>
            <p:cNvSpPr/>
            <p:nvPr/>
          </p:nvSpPr>
          <p:spPr>
            <a:xfrm>
              <a:off x="488950" y="3582069"/>
              <a:ext cx="216024" cy="1482650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9A9AC00-4ED8-4F87-9924-1ADF4C26E06B}"/>
                </a:ext>
              </a:extLst>
            </p:cNvPr>
            <p:cNvSpPr txBox="1"/>
            <p:nvPr/>
          </p:nvSpPr>
          <p:spPr>
            <a:xfrm>
              <a:off x="605868" y="3541753"/>
              <a:ext cx="6037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yes</a:t>
              </a:r>
              <a:endParaRPr lang="nl-NL" i="1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B257907-D2A7-4D3B-BFFA-EC7D4B5D7502}"/>
                </a:ext>
              </a:extLst>
            </p:cNvPr>
            <p:cNvSpPr/>
            <p:nvPr/>
          </p:nvSpPr>
          <p:spPr>
            <a:xfrm>
              <a:off x="90623" y="5136480"/>
              <a:ext cx="1241017" cy="1135404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SPADE for daily intakes</a:t>
              </a:r>
            </a:p>
            <a:p>
              <a:pPr algn="ctr"/>
              <a:r>
                <a:rPr lang="en-US" sz="1600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chapter 3</a:t>
              </a:r>
              <a:endParaRPr lang="nl-NL" sz="16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26" name="Arrow: Down 25">
              <a:extLst>
                <a:ext uri="{FF2B5EF4-FFF2-40B4-BE49-F238E27FC236}">
                  <a16:creationId xmlns:a16="http://schemas.microsoft.com/office/drawing/2014/main" id="{E099A742-A1B5-4F85-8D9D-D4B94BD27940}"/>
                </a:ext>
              </a:extLst>
            </p:cNvPr>
            <p:cNvSpPr/>
            <p:nvPr/>
          </p:nvSpPr>
          <p:spPr>
            <a:xfrm>
              <a:off x="2339752" y="3581457"/>
              <a:ext cx="216024" cy="444500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31954FD-5FB7-4D03-957C-AB6C95096F01}"/>
                </a:ext>
              </a:extLst>
            </p:cNvPr>
            <p:cNvSpPr txBox="1"/>
            <p:nvPr/>
          </p:nvSpPr>
          <p:spPr>
            <a:xfrm>
              <a:off x="2465500" y="3541753"/>
              <a:ext cx="5405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no</a:t>
              </a:r>
              <a:endParaRPr lang="nl-NL" i="1" dirty="0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EB3FBB0-A1C4-0209-26CE-E0796A2EF023}"/>
                </a:ext>
              </a:extLst>
            </p:cNvPr>
            <p:cNvGrpSpPr/>
            <p:nvPr/>
          </p:nvGrpSpPr>
          <p:grpSpPr>
            <a:xfrm>
              <a:off x="4271809" y="3033490"/>
              <a:ext cx="1498396" cy="1690558"/>
              <a:chOff x="6402409" y="3084198"/>
              <a:chExt cx="2889073" cy="3591426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D94561F9-EE39-3714-DD11-40178E0F40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02409" y="3084198"/>
                <a:ext cx="2889073" cy="3591426"/>
              </a:xfrm>
              <a:prstGeom prst="rect">
                <a:avLst/>
              </a:prstGeom>
            </p:spPr>
          </p:pic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38EBB252-EEF3-CB96-B7D0-04124438D8B3}"/>
                  </a:ext>
                </a:extLst>
              </p:cNvPr>
              <p:cNvSpPr/>
              <p:nvPr/>
            </p:nvSpPr>
            <p:spPr>
              <a:xfrm>
                <a:off x="6744931" y="3373123"/>
                <a:ext cx="344129" cy="2742812"/>
              </a:xfrm>
              <a:prstGeom prst="ellipse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184565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76C9D7C4-9AA4-4D44-A8A2-38248E167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206" y="314512"/>
            <a:ext cx="10923588" cy="948047"/>
          </a:xfrm>
        </p:spPr>
        <p:txBody>
          <a:bodyPr/>
          <a:lstStyle/>
          <a:p>
            <a:r>
              <a:rPr lang="en-US"/>
              <a:t>Model selection within SPADE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38D7753-BFBA-45AA-A9BB-62ECDA21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069193E-7AA7-4ACB-A103-6B984B1A4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3DCF811-9752-4AF2-895D-6778C4D8C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14</a:t>
            </a:fld>
            <a:endParaRPr lang="nl-NL" dirty="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8406484-4529-779E-2ADE-1BFD6AD8C84B}"/>
              </a:ext>
            </a:extLst>
          </p:cNvPr>
          <p:cNvGrpSpPr/>
          <p:nvPr/>
        </p:nvGrpSpPr>
        <p:grpSpPr>
          <a:xfrm>
            <a:off x="1704577" y="4042132"/>
            <a:ext cx="2422477" cy="1025166"/>
            <a:chOff x="1704577" y="4042132"/>
            <a:chExt cx="2422477" cy="1025166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93718EA-1E5E-4B9F-8FDA-77C4B8BB19F9}"/>
                </a:ext>
              </a:extLst>
            </p:cNvPr>
            <p:cNvSpPr/>
            <p:nvPr/>
          </p:nvSpPr>
          <p:spPr>
            <a:xfrm>
              <a:off x="1704577" y="4042132"/>
              <a:ext cx="2422477" cy="4445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/>
                  </a:solidFill>
                </a:rPr>
                <a:t>Never consumers?</a:t>
              </a:r>
              <a:endParaRPr lang="nl-NL" dirty="0">
                <a:solidFill>
                  <a:schemeClr val="tx2"/>
                </a:solidFill>
              </a:endParaRPr>
            </a:p>
          </p:txBody>
        </p:sp>
        <p:sp>
          <p:nvSpPr>
            <p:cNvPr id="30" name="Arrow: Down 29">
              <a:extLst>
                <a:ext uri="{FF2B5EF4-FFF2-40B4-BE49-F238E27FC236}">
                  <a16:creationId xmlns:a16="http://schemas.microsoft.com/office/drawing/2014/main" id="{66E42F6F-200D-4116-83B2-F45A41A3FEDB}"/>
                </a:ext>
              </a:extLst>
            </p:cNvPr>
            <p:cNvSpPr/>
            <p:nvPr/>
          </p:nvSpPr>
          <p:spPr>
            <a:xfrm>
              <a:off x="1984272" y="4486631"/>
              <a:ext cx="216024" cy="580667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4D6A00B-3EAC-45D7-AC2E-D0374390565A}"/>
                </a:ext>
              </a:extLst>
            </p:cNvPr>
            <p:cNvSpPr txBox="1"/>
            <p:nvPr/>
          </p:nvSpPr>
          <p:spPr>
            <a:xfrm>
              <a:off x="2107923" y="4474408"/>
              <a:ext cx="5405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no</a:t>
              </a:r>
              <a:endParaRPr lang="nl-NL" i="1" dirty="0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DF7B3CC-7924-E18B-F940-8A0CA5520844}"/>
              </a:ext>
            </a:extLst>
          </p:cNvPr>
          <p:cNvGrpSpPr/>
          <p:nvPr/>
        </p:nvGrpSpPr>
        <p:grpSpPr>
          <a:xfrm>
            <a:off x="67197" y="1262559"/>
            <a:ext cx="11489803" cy="5009325"/>
            <a:chOff x="67991" y="1262559"/>
            <a:chExt cx="11489803" cy="500932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BD04F1F-9CFC-4C05-90EB-0C7BF2DB3C7B}"/>
                </a:ext>
              </a:extLst>
            </p:cNvPr>
            <p:cNvSpPr txBox="1"/>
            <p:nvPr/>
          </p:nvSpPr>
          <p:spPr>
            <a:xfrm>
              <a:off x="2555776" y="1721520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1</a:t>
              </a:r>
              <a:endParaRPr lang="nl-NL" i="1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D5CFD1B-031E-4884-985F-54334D64A1EE}"/>
                </a:ext>
              </a:extLst>
            </p:cNvPr>
            <p:cNvSpPr txBox="1"/>
            <p:nvPr/>
          </p:nvSpPr>
          <p:spPr>
            <a:xfrm>
              <a:off x="9636224" y="1721520"/>
              <a:ext cx="5760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≥2</a:t>
              </a:r>
              <a:endParaRPr lang="nl-NL" i="1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59BDBE3-C353-493C-BF80-EA38DC8DF2F6}"/>
                </a:ext>
              </a:extLst>
            </p:cNvPr>
            <p:cNvSpPr txBox="1"/>
            <p:nvPr/>
          </p:nvSpPr>
          <p:spPr>
            <a:xfrm>
              <a:off x="1045953" y="2660697"/>
              <a:ext cx="5405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no</a:t>
              </a:r>
              <a:endParaRPr lang="nl-NL" i="1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18A9DA5-63BE-4A2F-9B01-9954C35DEBD3}"/>
                </a:ext>
              </a:extLst>
            </p:cNvPr>
            <p:cNvSpPr/>
            <p:nvPr/>
          </p:nvSpPr>
          <p:spPr>
            <a:xfrm>
              <a:off x="634206" y="1262559"/>
              <a:ext cx="10923588" cy="4445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/>
                  </a:solidFill>
                </a:rPr>
                <a:t>Number of sources of intake variable</a:t>
              </a:r>
              <a:endParaRPr lang="nl-NL" dirty="0">
                <a:solidFill>
                  <a:schemeClr val="tx2"/>
                </a:solidFill>
              </a:endParaRPr>
            </a:p>
          </p:txBody>
        </p:sp>
        <p:sp>
          <p:nvSpPr>
            <p:cNvPr id="9" name="Arrow: Down 8">
              <a:extLst>
                <a:ext uri="{FF2B5EF4-FFF2-40B4-BE49-F238E27FC236}">
                  <a16:creationId xmlns:a16="http://schemas.microsoft.com/office/drawing/2014/main" id="{315F8E88-D19B-49D7-A693-B1922DEE9EED}"/>
                </a:ext>
              </a:extLst>
            </p:cNvPr>
            <p:cNvSpPr/>
            <p:nvPr/>
          </p:nvSpPr>
          <p:spPr>
            <a:xfrm>
              <a:off x="2339752" y="1723392"/>
              <a:ext cx="216024" cy="444500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" name="Arrow: Down 9">
              <a:extLst>
                <a:ext uri="{FF2B5EF4-FFF2-40B4-BE49-F238E27FC236}">
                  <a16:creationId xmlns:a16="http://schemas.microsoft.com/office/drawing/2014/main" id="{BA89AB3E-A153-4A6D-A71C-192FF053C109}"/>
                </a:ext>
              </a:extLst>
            </p:cNvPr>
            <p:cNvSpPr/>
            <p:nvPr/>
          </p:nvSpPr>
          <p:spPr>
            <a:xfrm>
              <a:off x="9420200" y="1707059"/>
              <a:ext cx="216024" cy="444500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BD4484D-E03D-4715-989A-AFF1F5A19C13}"/>
                </a:ext>
              </a:extLst>
            </p:cNvPr>
            <p:cNvSpPr/>
            <p:nvPr/>
          </p:nvSpPr>
          <p:spPr>
            <a:xfrm>
              <a:off x="634206" y="2196172"/>
              <a:ext cx="5189525" cy="4445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2"/>
                  </a:solidFill>
                </a:rPr>
                <a:t>Intake </a:t>
              </a:r>
              <a:r>
                <a:rPr lang="en-US" dirty="0">
                  <a:solidFill>
                    <a:schemeClr val="tx2"/>
                  </a:solidFill>
                </a:rPr>
                <a:t>from dietary supplements?</a:t>
              </a:r>
              <a:endParaRPr lang="nl-NL" dirty="0">
                <a:solidFill>
                  <a:schemeClr val="tx2"/>
                </a:solidFill>
              </a:endParaRPr>
            </a:p>
          </p:txBody>
        </p:sp>
        <p:sp>
          <p:nvSpPr>
            <p:cNvPr id="17" name="Arrow: Down 16">
              <a:extLst>
                <a:ext uri="{FF2B5EF4-FFF2-40B4-BE49-F238E27FC236}">
                  <a16:creationId xmlns:a16="http://schemas.microsoft.com/office/drawing/2014/main" id="{C346344A-7B8F-4BC1-AC4B-1C1C7C2474D2}"/>
                </a:ext>
              </a:extLst>
            </p:cNvPr>
            <p:cNvSpPr/>
            <p:nvPr/>
          </p:nvSpPr>
          <p:spPr>
            <a:xfrm>
              <a:off x="846138" y="2648801"/>
              <a:ext cx="216024" cy="444500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231C0C9-FA35-4A8C-A0BD-04C4780D938F}"/>
                </a:ext>
              </a:extLst>
            </p:cNvPr>
            <p:cNvSpPr/>
            <p:nvPr/>
          </p:nvSpPr>
          <p:spPr>
            <a:xfrm>
              <a:off x="67991" y="3137569"/>
              <a:ext cx="2991841" cy="4445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/>
                  </a:solidFill>
                </a:rPr>
                <a:t>Daily intakes?</a:t>
              </a:r>
              <a:endParaRPr lang="nl-NL" dirty="0">
                <a:solidFill>
                  <a:schemeClr val="tx2"/>
                </a:solidFill>
              </a:endParaRPr>
            </a:p>
          </p:txBody>
        </p:sp>
        <p:sp>
          <p:nvSpPr>
            <p:cNvPr id="22" name="Arrow: Down 21">
              <a:extLst>
                <a:ext uri="{FF2B5EF4-FFF2-40B4-BE49-F238E27FC236}">
                  <a16:creationId xmlns:a16="http://schemas.microsoft.com/office/drawing/2014/main" id="{F306587B-FF09-4941-9099-C34C5A02E002}"/>
                </a:ext>
              </a:extLst>
            </p:cNvPr>
            <p:cNvSpPr/>
            <p:nvPr/>
          </p:nvSpPr>
          <p:spPr>
            <a:xfrm>
              <a:off x="488950" y="3582069"/>
              <a:ext cx="216024" cy="1482650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9A9AC00-4ED8-4F87-9924-1ADF4C26E06B}"/>
                </a:ext>
              </a:extLst>
            </p:cNvPr>
            <p:cNvSpPr txBox="1"/>
            <p:nvPr/>
          </p:nvSpPr>
          <p:spPr>
            <a:xfrm>
              <a:off x="605868" y="3541753"/>
              <a:ext cx="6037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yes</a:t>
              </a:r>
              <a:endParaRPr lang="nl-NL" i="1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B257907-D2A7-4D3B-BFFA-EC7D4B5D7502}"/>
                </a:ext>
              </a:extLst>
            </p:cNvPr>
            <p:cNvSpPr/>
            <p:nvPr/>
          </p:nvSpPr>
          <p:spPr>
            <a:xfrm>
              <a:off x="90623" y="5136480"/>
              <a:ext cx="1241017" cy="1135404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SPADE for daily intakes</a:t>
              </a:r>
            </a:p>
            <a:p>
              <a:pPr algn="ctr"/>
              <a:r>
                <a:rPr lang="en-US" sz="1600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chapter 3</a:t>
              </a:r>
              <a:endParaRPr lang="nl-NL" sz="16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26" name="Arrow: Down 25">
              <a:extLst>
                <a:ext uri="{FF2B5EF4-FFF2-40B4-BE49-F238E27FC236}">
                  <a16:creationId xmlns:a16="http://schemas.microsoft.com/office/drawing/2014/main" id="{E099A742-A1B5-4F85-8D9D-D4B94BD27940}"/>
                </a:ext>
              </a:extLst>
            </p:cNvPr>
            <p:cNvSpPr/>
            <p:nvPr/>
          </p:nvSpPr>
          <p:spPr>
            <a:xfrm>
              <a:off x="2339752" y="3581457"/>
              <a:ext cx="216024" cy="444500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31954FD-5FB7-4D03-957C-AB6C95096F01}"/>
                </a:ext>
              </a:extLst>
            </p:cNvPr>
            <p:cNvSpPr txBox="1"/>
            <p:nvPr/>
          </p:nvSpPr>
          <p:spPr>
            <a:xfrm>
              <a:off x="2465500" y="3541753"/>
              <a:ext cx="5405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no</a:t>
              </a:r>
              <a:endParaRPr lang="nl-NL" i="1" dirty="0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EB3FBB0-A1C4-0209-26CE-E0796A2EF023}"/>
                </a:ext>
              </a:extLst>
            </p:cNvPr>
            <p:cNvGrpSpPr/>
            <p:nvPr/>
          </p:nvGrpSpPr>
          <p:grpSpPr>
            <a:xfrm>
              <a:off x="4271809" y="3033490"/>
              <a:ext cx="1498396" cy="1690558"/>
              <a:chOff x="6402409" y="3084198"/>
              <a:chExt cx="2889073" cy="3591426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D94561F9-EE39-3714-DD11-40178E0F40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02409" y="3084198"/>
                <a:ext cx="2889073" cy="3591426"/>
              </a:xfrm>
              <a:prstGeom prst="rect">
                <a:avLst/>
              </a:prstGeom>
            </p:spPr>
          </p:pic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38EBB252-EEF3-CB96-B7D0-04124438D8B3}"/>
                  </a:ext>
                </a:extLst>
              </p:cNvPr>
              <p:cNvSpPr/>
              <p:nvPr/>
            </p:nvSpPr>
            <p:spPr>
              <a:xfrm>
                <a:off x="6744931" y="3373123"/>
                <a:ext cx="344129" cy="2742812"/>
              </a:xfrm>
              <a:prstGeom prst="ellipse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989677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76C9D7C4-9AA4-4D44-A8A2-38248E167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206" y="314512"/>
            <a:ext cx="10923588" cy="948047"/>
          </a:xfrm>
        </p:spPr>
        <p:txBody>
          <a:bodyPr/>
          <a:lstStyle/>
          <a:p>
            <a:r>
              <a:rPr lang="en-US"/>
              <a:t>Model selection within SPADE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38D7753-BFBA-45AA-A9BB-62ECDA21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069193E-7AA7-4ACB-A103-6B984B1A4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3DCF811-9752-4AF2-895D-6778C4D8C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15</a:t>
            </a:fld>
            <a:endParaRPr lang="nl-NL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EBB5642-6429-409F-BCF9-14E069997343}"/>
              </a:ext>
            </a:extLst>
          </p:cNvPr>
          <p:cNvSpPr/>
          <p:nvPr/>
        </p:nvSpPr>
        <p:spPr>
          <a:xfrm>
            <a:off x="1407497" y="5152155"/>
            <a:ext cx="1241017" cy="114273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SPADE for episodical intakes</a:t>
            </a:r>
          </a:p>
          <a:p>
            <a:pPr algn="ctr"/>
            <a:r>
              <a:rPr lang="en-US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chapter 4</a:t>
            </a:r>
            <a:endParaRPr lang="nl-NL" sz="14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8406484-4529-779E-2ADE-1BFD6AD8C84B}"/>
              </a:ext>
            </a:extLst>
          </p:cNvPr>
          <p:cNvGrpSpPr/>
          <p:nvPr/>
        </p:nvGrpSpPr>
        <p:grpSpPr>
          <a:xfrm>
            <a:off x="1704577" y="4042132"/>
            <a:ext cx="2422477" cy="1025166"/>
            <a:chOff x="1704577" y="4042132"/>
            <a:chExt cx="2422477" cy="1025166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93718EA-1E5E-4B9F-8FDA-77C4B8BB19F9}"/>
                </a:ext>
              </a:extLst>
            </p:cNvPr>
            <p:cNvSpPr/>
            <p:nvPr/>
          </p:nvSpPr>
          <p:spPr>
            <a:xfrm>
              <a:off x="1704577" y="4042132"/>
              <a:ext cx="2422477" cy="4445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/>
                  </a:solidFill>
                </a:rPr>
                <a:t>Never consumers?</a:t>
              </a:r>
              <a:endParaRPr lang="nl-NL" dirty="0">
                <a:solidFill>
                  <a:schemeClr val="tx2"/>
                </a:solidFill>
              </a:endParaRPr>
            </a:p>
          </p:txBody>
        </p:sp>
        <p:sp>
          <p:nvSpPr>
            <p:cNvPr id="30" name="Arrow: Down 29">
              <a:extLst>
                <a:ext uri="{FF2B5EF4-FFF2-40B4-BE49-F238E27FC236}">
                  <a16:creationId xmlns:a16="http://schemas.microsoft.com/office/drawing/2014/main" id="{66E42F6F-200D-4116-83B2-F45A41A3FEDB}"/>
                </a:ext>
              </a:extLst>
            </p:cNvPr>
            <p:cNvSpPr/>
            <p:nvPr/>
          </p:nvSpPr>
          <p:spPr>
            <a:xfrm>
              <a:off x="1984272" y="4486631"/>
              <a:ext cx="216024" cy="580667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4D6A00B-3EAC-45D7-AC2E-D0374390565A}"/>
                </a:ext>
              </a:extLst>
            </p:cNvPr>
            <p:cNvSpPr txBox="1"/>
            <p:nvPr/>
          </p:nvSpPr>
          <p:spPr>
            <a:xfrm>
              <a:off x="2107923" y="4474408"/>
              <a:ext cx="5405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no</a:t>
              </a:r>
              <a:endParaRPr lang="nl-NL" i="1" dirty="0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DF7B3CC-7924-E18B-F940-8A0CA5520844}"/>
              </a:ext>
            </a:extLst>
          </p:cNvPr>
          <p:cNvGrpSpPr/>
          <p:nvPr/>
        </p:nvGrpSpPr>
        <p:grpSpPr>
          <a:xfrm>
            <a:off x="67197" y="1262559"/>
            <a:ext cx="11489803" cy="5009325"/>
            <a:chOff x="67991" y="1262559"/>
            <a:chExt cx="11489803" cy="500932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BD04F1F-9CFC-4C05-90EB-0C7BF2DB3C7B}"/>
                </a:ext>
              </a:extLst>
            </p:cNvPr>
            <p:cNvSpPr txBox="1"/>
            <p:nvPr/>
          </p:nvSpPr>
          <p:spPr>
            <a:xfrm>
              <a:off x="2555776" y="1721520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1</a:t>
              </a:r>
              <a:endParaRPr lang="nl-NL" i="1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D5CFD1B-031E-4884-985F-54334D64A1EE}"/>
                </a:ext>
              </a:extLst>
            </p:cNvPr>
            <p:cNvSpPr txBox="1"/>
            <p:nvPr/>
          </p:nvSpPr>
          <p:spPr>
            <a:xfrm>
              <a:off x="9636224" y="1721520"/>
              <a:ext cx="5760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≥2</a:t>
              </a:r>
              <a:endParaRPr lang="nl-NL" i="1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59BDBE3-C353-493C-BF80-EA38DC8DF2F6}"/>
                </a:ext>
              </a:extLst>
            </p:cNvPr>
            <p:cNvSpPr txBox="1"/>
            <p:nvPr/>
          </p:nvSpPr>
          <p:spPr>
            <a:xfrm>
              <a:off x="1045953" y="2660697"/>
              <a:ext cx="5405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no</a:t>
              </a:r>
              <a:endParaRPr lang="nl-NL" i="1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18A9DA5-63BE-4A2F-9B01-9954C35DEBD3}"/>
                </a:ext>
              </a:extLst>
            </p:cNvPr>
            <p:cNvSpPr/>
            <p:nvPr/>
          </p:nvSpPr>
          <p:spPr>
            <a:xfrm>
              <a:off x="634206" y="1262559"/>
              <a:ext cx="10923588" cy="4445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/>
                  </a:solidFill>
                </a:rPr>
                <a:t>Number of sources of intake variable</a:t>
              </a:r>
              <a:endParaRPr lang="nl-NL" dirty="0">
                <a:solidFill>
                  <a:schemeClr val="tx2"/>
                </a:solidFill>
              </a:endParaRPr>
            </a:p>
          </p:txBody>
        </p:sp>
        <p:sp>
          <p:nvSpPr>
            <p:cNvPr id="9" name="Arrow: Down 8">
              <a:extLst>
                <a:ext uri="{FF2B5EF4-FFF2-40B4-BE49-F238E27FC236}">
                  <a16:creationId xmlns:a16="http://schemas.microsoft.com/office/drawing/2014/main" id="{315F8E88-D19B-49D7-A693-B1922DEE9EED}"/>
                </a:ext>
              </a:extLst>
            </p:cNvPr>
            <p:cNvSpPr/>
            <p:nvPr/>
          </p:nvSpPr>
          <p:spPr>
            <a:xfrm>
              <a:off x="2339752" y="1723392"/>
              <a:ext cx="216024" cy="444500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" name="Arrow: Down 9">
              <a:extLst>
                <a:ext uri="{FF2B5EF4-FFF2-40B4-BE49-F238E27FC236}">
                  <a16:creationId xmlns:a16="http://schemas.microsoft.com/office/drawing/2014/main" id="{BA89AB3E-A153-4A6D-A71C-192FF053C109}"/>
                </a:ext>
              </a:extLst>
            </p:cNvPr>
            <p:cNvSpPr/>
            <p:nvPr/>
          </p:nvSpPr>
          <p:spPr>
            <a:xfrm>
              <a:off x="9420200" y="1707059"/>
              <a:ext cx="216024" cy="444500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BD4484D-E03D-4715-989A-AFF1F5A19C13}"/>
                </a:ext>
              </a:extLst>
            </p:cNvPr>
            <p:cNvSpPr/>
            <p:nvPr/>
          </p:nvSpPr>
          <p:spPr>
            <a:xfrm>
              <a:off x="634206" y="2196172"/>
              <a:ext cx="5189525" cy="4445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2"/>
                  </a:solidFill>
                </a:rPr>
                <a:t>Intake </a:t>
              </a:r>
              <a:r>
                <a:rPr lang="en-US" dirty="0">
                  <a:solidFill>
                    <a:schemeClr val="tx2"/>
                  </a:solidFill>
                </a:rPr>
                <a:t>from dietary supplements?</a:t>
              </a:r>
              <a:endParaRPr lang="nl-NL" dirty="0">
                <a:solidFill>
                  <a:schemeClr val="tx2"/>
                </a:solidFill>
              </a:endParaRPr>
            </a:p>
          </p:txBody>
        </p:sp>
        <p:sp>
          <p:nvSpPr>
            <p:cNvPr id="17" name="Arrow: Down 16">
              <a:extLst>
                <a:ext uri="{FF2B5EF4-FFF2-40B4-BE49-F238E27FC236}">
                  <a16:creationId xmlns:a16="http://schemas.microsoft.com/office/drawing/2014/main" id="{C346344A-7B8F-4BC1-AC4B-1C1C7C2474D2}"/>
                </a:ext>
              </a:extLst>
            </p:cNvPr>
            <p:cNvSpPr/>
            <p:nvPr/>
          </p:nvSpPr>
          <p:spPr>
            <a:xfrm>
              <a:off x="846138" y="2648801"/>
              <a:ext cx="216024" cy="444500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231C0C9-FA35-4A8C-A0BD-04C4780D938F}"/>
                </a:ext>
              </a:extLst>
            </p:cNvPr>
            <p:cNvSpPr/>
            <p:nvPr/>
          </p:nvSpPr>
          <p:spPr>
            <a:xfrm>
              <a:off x="67991" y="3137569"/>
              <a:ext cx="2991841" cy="4445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/>
                  </a:solidFill>
                </a:rPr>
                <a:t>Daily intakes?</a:t>
              </a:r>
              <a:endParaRPr lang="nl-NL" dirty="0">
                <a:solidFill>
                  <a:schemeClr val="tx2"/>
                </a:solidFill>
              </a:endParaRPr>
            </a:p>
          </p:txBody>
        </p:sp>
        <p:sp>
          <p:nvSpPr>
            <p:cNvPr id="22" name="Arrow: Down 21">
              <a:extLst>
                <a:ext uri="{FF2B5EF4-FFF2-40B4-BE49-F238E27FC236}">
                  <a16:creationId xmlns:a16="http://schemas.microsoft.com/office/drawing/2014/main" id="{F306587B-FF09-4941-9099-C34C5A02E002}"/>
                </a:ext>
              </a:extLst>
            </p:cNvPr>
            <p:cNvSpPr/>
            <p:nvPr/>
          </p:nvSpPr>
          <p:spPr>
            <a:xfrm>
              <a:off x="488950" y="3582069"/>
              <a:ext cx="216024" cy="1482650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9A9AC00-4ED8-4F87-9924-1ADF4C26E06B}"/>
                </a:ext>
              </a:extLst>
            </p:cNvPr>
            <p:cNvSpPr txBox="1"/>
            <p:nvPr/>
          </p:nvSpPr>
          <p:spPr>
            <a:xfrm>
              <a:off x="605868" y="3541753"/>
              <a:ext cx="6037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yes</a:t>
              </a:r>
              <a:endParaRPr lang="nl-NL" i="1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B257907-D2A7-4D3B-BFFA-EC7D4B5D7502}"/>
                </a:ext>
              </a:extLst>
            </p:cNvPr>
            <p:cNvSpPr/>
            <p:nvPr/>
          </p:nvSpPr>
          <p:spPr>
            <a:xfrm>
              <a:off x="90623" y="5136480"/>
              <a:ext cx="1241017" cy="1135404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SPADE for daily intakes</a:t>
              </a:r>
            </a:p>
            <a:p>
              <a:pPr algn="ctr"/>
              <a:r>
                <a:rPr lang="en-US" sz="1600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chapter 3</a:t>
              </a:r>
              <a:endParaRPr lang="nl-NL" sz="16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26" name="Arrow: Down 25">
              <a:extLst>
                <a:ext uri="{FF2B5EF4-FFF2-40B4-BE49-F238E27FC236}">
                  <a16:creationId xmlns:a16="http://schemas.microsoft.com/office/drawing/2014/main" id="{E099A742-A1B5-4F85-8D9D-D4B94BD27940}"/>
                </a:ext>
              </a:extLst>
            </p:cNvPr>
            <p:cNvSpPr/>
            <p:nvPr/>
          </p:nvSpPr>
          <p:spPr>
            <a:xfrm>
              <a:off x="2339752" y="3581457"/>
              <a:ext cx="216024" cy="444500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31954FD-5FB7-4D03-957C-AB6C95096F01}"/>
                </a:ext>
              </a:extLst>
            </p:cNvPr>
            <p:cNvSpPr txBox="1"/>
            <p:nvPr/>
          </p:nvSpPr>
          <p:spPr>
            <a:xfrm>
              <a:off x="2465500" y="3541753"/>
              <a:ext cx="5405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no</a:t>
              </a:r>
              <a:endParaRPr lang="nl-NL" i="1" dirty="0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EB3FBB0-A1C4-0209-26CE-E0796A2EF023}"/>
                </a:ext>
              </a:extLst>
            </p:cNvPr>
            <p:cNvGrpSpPr/>
            <p:nvPr/>
          </p:nvGrpSpPr>
          <p:grpSpPr>
            <a:xfrm>
              <a:off x="4271809" y="3033490"/>
              <a:ext cx="1498396" cy="1690558"/>
              <a:chOff x="6402409" y="3084198"/>
              <a:chExt cx="2889073" cy="3591426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D94561F9-EE39-3714-DD11-40178E0F40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02409" y="3084198"/>
                <a:ext cx="2889073" cy="3591426"/>
              </a:xfrm>
              <a:prstGeom prst="rect">
                <a:avLst/>
              </a:prstGeom>
            </p:spPr>
          </p:pic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38EBB252-EEF3-CB96-B7D0-04124438D8B3}"/>
                  </a:ext>
                </a:extLst>
              </p:cNvPr>
              <p:cNvSpPr/>
              <p:nvPr/>
            </p:nvSpPr>
            <p:spPr>
              <a:xfrm>
                <a:off x="6744931" y="3373123"/>
                <a:ext cx="344129" cy="2742812"/>
              </a:xfrm>
              <a:prstGeom prst="ellipse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702430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76C9D7C4-9AA4-4D44-A8A2-38248E167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206" y="314512"/>
            <a:ext cx="10923588" cy="948047"/>
          </a:xfrm>
        </p:spPr>
        <p:txBody>
          <a:bodyPr/>
          <a:lstStyle/>
          <a:p>
            <a:r>
              <a:rPr lang="en-US"/>
              <a:t>Model selection within SPADE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38D7753-BFBA-45AA-A9BB-62ECDA21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069193E-7AA7-4ACB-A103-6B984B1A4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3DCF811-9752-4AF2-895D-6778C4D8C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16</a:t>
            </a:fld>
            <a:endParaRPr lang="nl-NL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EBB5642-6429-409F-BCF9-14E069997343}"/>
              </a:ext>
            </a:extLst>
          </p:cNvPr>
          <p:cNvSpPr/>
          <p:nvPr/>
        </p:nvSpPr>
        <p:spPr>
          <a:xfrm>
            <a:off x="1407497" y="5152155"/>
            <a:ext cx="1241017" cy="114273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SPADE for episodical intakes</a:t>
            </a:r>
          </a:p>
          <a:p>
            <a:pPr algn="ctr"/>
            <a:r>
              <a:rPr lang="en-US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chapter 4</a:t>
            </a:r>
            <a:endParaRPr lang="nl-NL" sz="14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8406484-4529-779E-2ADE-1BFD6AD8C84B}"/>
              </a:ext>
            </a:extLst>
          </p:cNvPr>
          <p:cNvGrpSpPr/>
          <p:nvPr/>
        </p:nvGrpSpPr>
        <p:grpSpPr>
          <a:xfrm>
            <a:off x="1704577" y="4042132"/>
            <a:ext cx="2422477" cy="1025166"/>
            <a:chOff x="1704577" y="4042132"/>
            <a:chExt cx="2422477" cy="1025166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93718EA-1E5E-4B9F-8FDA-77C4B8BB19F9}"/>
                </a:ext>
              </a:extLst>
            </p:cNvPr>
            <p:cNvSpPr/>
            <p:nvPr/>
          </p:nvSpPr>
          <p:spPr>
            <a:xfrm>
              <a:off x="1704577" y="4042132"/>
              <a:ext cx="2422477" cy="4445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/>
                  </a:solidFill>
                </a:rPr>
                <a:t>Never consumers?</a:t>
              </a:r>
              <a:endParaRPr lang="nl-NL" dirty="0">
                <a:solidFill>
                  <a:schemeClr val="tx2"/>
                </a:solidFill>
              </a:endParaRPr>
            </a:p>
          </p:txBody>
        </p:sp>
        <p:sp>
          <p:nvSpPr>
            <p:cNvPr id="30" name="Arrow: Down 29">
              <a:extLst>
                <a:ext uri="{FF2B5EF4-FFF2-40B4-BE49-F238E27FC236}">
                  <a16:creationId xmlns:a16="http://schemas.microsoft.com/office/drawing/2014/main" id="{66E42F6F-200D-4116-83B2-F45A41A3FEDB}"/>
                </a:ext>
              </a:extLst>
            </p:cNvPr>
            <p:cNvSpPr/>
            <p:nvPr/>
          </p:nvSpPr>
          <p:spPr>
            <a:xfrm>
              <a:off x="1984272" y="4486631"/>
              <a:ext cx="216024" cy="580667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4D6A00B-3EAC-45D7-AC2E-D0374390565A}"/>
                </a:ext>
              </a:extLst>
            </p:cNvPr>
            <p:cNvSpPr txBox="1"/>
            <p:nvPr/>
          </p:nvSpPr>
          <p:spPr>
            <a:xfrm>
              <a:off x="2107923" y="4474408"/>
              <a:ext cx="5405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no</a:t>
              </a:r>
              <a:endParaRPr lang="nl-NL" i="1" dirty="0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DF7B3CC-7924-E18B-F940-8A0CA5520844}"/>
              </a:ext>
            </a:extLst>
          </p:cNvPr>
          <p:cNvGrpSpPr/>
          <p:nvPr/>
        </p:nvGrpSpPr>
        <p:grpSpPr>
          <a:xfrm>
            <a:off x="67197" y="1262559"/>
            <a:ext cx="11489803" cy="5009325"/>
            <a:chOff x="67991" y="1262559"/>
            <a:chExt cx="11489803" cy="500932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BD04F1F-9CFC-4C05-90EB-0C7BF2DB3C7B}"/>
                </a:ext>
              </a:extLst>
            </p:cNvPr>
            <p:cNvSpPr txBox="1"/>
            <p:nvPr/>
          </p:nvSpPr>
          <p:spPr>
            <a:xfrm>
              <a:off x="2555776" y="1721520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1</a:t>
              </a:r>
              <a:endParaRPr lang="nl-NL" i="1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D5CFD1B-031E-4884-985F-54334D64A1EE}"/>
                </a:ext>
              </a:extLst>
            </p:cNvPr>
            <p:cNvSpPr txBox="1"/>
            <p:nvPr/>
          </p:nvSpPr>
          <p:spPr>
            <a:xfrm>
              <a:off x="9636224" y="1721520"/>
              <a:ext cx="5760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≥2</a:t>
              </a:r>
              <a:endParaRPr lang="nl-NL" i="1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59BDBE3-C353-493C-BF80-EA38DC8DF2F6}"/>
                </a:ext>
              </a:extLst>
            </p:cNvPr>
            <p:cNvSpPr txBox="1"/>
            <p:nvPr/>
          </p:nvSpPr>
          <p:spPr>
            <a:xfrm>
              <a:off x="1045953" y="2660697"/>
              <a:ext cx="5405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no</a:t>
              </a:r>
              <a:endParaRPr lang="nl-NL" i="1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18A9DA5-63BE-4A2F-9B01-9954C35DEBD3}"/>
                </a:ext>
              </a:extLst>
            </p:cNvPr>
            <p:cNvSpPr/>
            <p:nvPr/>
          </p:nvSpPr>
          <p:spPr>
            <a:xfrm>
              <a:off x="634206" y="1262559"/>
              <a:ext cx="10923588" cy="4445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/>
                  </a:solidFill>
                </a:rPr>
                <a:t>Number of sources of intake variable</a:t>
              </a:r>
              <a:endParaRPr lang="nl-NL" dirty="0">
                <a:solidFill>
                  <a:schemeClr val="tx2"/>
                </a:solidFill>
              </a:endParaRPr>
            </a:p>
          </p:txBody>
        </p:sp>
        <p:sp>
          <p:nvSpPr>
            <p:cNvPr id="9" name="Arrow: Down 8">
              <a:extLst>
                <a:ext uri="{FF2B5EF4-FFF2-40B4-BE49-F238E27FC236}">
                  <a16:creationId xmlns:a16="http://schemas.microsoft.com/office/drawing/2014/main" id="{315F8E88-D19B-49D7-A693-B1922DEE9EED}"/>
                </a:ext>
              </a:extLst>
            </p:cNvPr>
            <p:cNvSpPr/>
            <p:nvPr/>
          </p:nvSpPr>
          <p:spPr>
            <a:xfrm>
              <a:off x="2339752" y="1723392"/>
              <a:ext cx="216024" cy="444500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" name="Arrow: Down 9">
              <a:extLst>
                <a:ext uri="{FF2B5EF4-FFF2-40B4-BE49-F238E27FC236}">
                  <a16:creationId xmlns:a16="http://schemas.microsoft.com/office/drawing/2014/main" id="{BA89AB3E-A153-4A6D-A71C-192FF053C109}"/>
                </a:ext>
              </a:extLst>
            </p:cNvPr>
            <p:cNvSpPr/>
            <p:nvPr/>
          </p:nvSpPr>
          <p:spPr>
            <a:xfrm>
              <a:off x="9420200" y="1707059"/>
              <a:ext cx="216024" cy="444500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BD4484D-E03D-4715-989A-AFF1F5A19C13}"/>
                </a:ext>
              </a:extLst>
            </p:cNvPr>
            <p:cNvSpPr/>
            <p:nvPr/>
          </p:nvSpPr>
          <p:spPr>
            <a:xfrm>
              <a:off x="634206" y="2196172"/>
              <a:ext cx="5189525" cy="4445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2"/>
                  </a:solidFill>
                </a:rPr>
                <a:t>Intake </a:t>
              </a:r>
              <a:r>
                <a:rPr lang="en-US" dirty="0">
                  <a:solidFill>
                    <a:schemeClr val="tx2"/>
                  </a:solidFill>
                </a:rPr>
                <a:t>from dietary supplements?</a:t>
              </a:r>
              <a:endParaRPr lang="nl-NL" dirty="0">
                <a:solidFill>
                  <a:schemeClr val="tx2"/>
                </a:solidFill>
              </a:endParaRPr>
            </a:p>
          </p:txBody>
        </p:sp>
        <p:sp>
          <p:nvSpPr>
            <p:cNvPr id="17" name="Arrow: Down 16">
              <a:extLst>
                <a:ext uri="{FF2B5EF4-FFF2-40B4-BE49-F238E27FC236}">
                  <a16:creationId xmlns:a16="http://schemas.microsoft.com/office/drawing/2014/main" id="{C346344A-7B8F-4BC1-AC4B-1C1C7C2474D2}"/>
                </a:ext>
              </a:extLst>
            </p:cNvPr>
            <p:cNvSpPr/>
            <p:nvPr/>
          </p:nvSpPr>
          <p:spPr>
            <a:xfrm>
              <a:off x="846138" y="2648801"/>
              <a:ext cx="216024" cy="444500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231C0C9-FA35-4A8C-A0BD-04C4780D938F}"/>
                </a:ext>
              </a:extLst>
            </p:cNvPr>
            <p:cNvSpPr/>
            <p:nvPr/>
          </p:nvSpPr>
          <p:spPr>
            <a:xfrm>
              <a:off x="67991" y="3137569"/>
              <a:ext cx="2991841" cy="4445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/>
                  </a:solidFill>
                </a:rPr>
                <a:t>Daily intakes?</a:t>
              </a:r>
              <a:endParaRPr lang="nl-NL" dirty="0">
                <a:solidFill>
                  <a:schemeClr val="tx2"/>
                </a:solidFill>
              </a:endParaRPr>
            </a:p>
          </p:txBody>
        </p:sp>
        <p:sp>
          <p:nvSpPr>
            <p:cNvPr id="22" name="Arrow: Down 21">
              <a:extLst>
                <a:ext uri="{FF2B5EF4-FFF2-40B4-BE49-F238E27FC236}">
                  <a16:creationId xmlns:a16="http://schemas.microsoft.com/office/drawing/2014/main" id="{F306587B-FF09-4941-9099-C34C5A02E002}"/>
                </a:ext>
              </a:extLst>
            </p:cNvPr>
            <p:cNvSpPr/>
            <p:nvPr/>
          </p:nvSpPr>
          <p:spPr>
            <a:xfrm>
              <a:off x="488950" y="3582069"/>
              <a:ext cx="216024" cy="1482650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9A9AC00-4ED8-4F87-9924-1ADF4C26E06B}"/>
                </a:ext>
              </a:extLst>
            </p:cNvPr>
            <p:cNvSpPr txBox="1"/>
            <p:nvPr/>
          </p:nvSpPr>
          <p:spPr>
            <a:xfrm>
              <a:off x="605868" y="3541753"/>
              <a:ext cx="6037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yes</a:t>
              </a:r>
              <a:endParaRPr lang="nl-NL" i="1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B257907-D2A7-4D3B-BFFA-EC7D4B5D7502}"/>
                </a:ext>
              </a:extLst>
            </p:cNvPr>
            <p:cNvSpPr/>
            <p:nvPr/>
          </p:nvSpPr>
          <p:spPr>
            <a:xfrm>
              <a:off x="90623" y="5136480"/>
              <a:ext cx="1241017" cy="1135404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SPADE for daily intakes</a:t>
              </a:r>
            </a:p>
            <a:p>
              <a:pPr algn="ctr"/>
              <a:r>
                <a:rPr lang="en-US" sz="1600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chapter 3</a:t>
              </a:r>
              <a:endParaRPr lang="nl-NL" sz="16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26" name="Arrow: Down 25">
              <a:extLst>
                <a:ext uri="{FF2B5EF4-FFF2-40B4-BE49-F238E27FC236}">
                  <a16:creationId xmlns:a16="http://schemas.microsoft.com/office/drawing/2014/main" id="{E099A742-A1B5-4F85-8D9D-D4B94BD27940}"/>
                </a:ext>
              </a:extLst>
            </p:cNvPr>
            <p:cNvSpPr/>
            <p:nvPr/>
          </p:nvSpPr>
          <p:spPr>
            <a:xfrm>
              <a:off x="2339752" y="3581457"/>
              <a:ext cx="216024" cy="444500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31954FD-5FB7-4D03-957C-AB6C95096F01}"/>
                </a:ext>
              </a:extLst>
            </p:cNvPr>
            <p:cNvSpPr txBox="1"/>
            <p:nvPr/>
          </p:nvSpPr>
          <p:spPr>
            <a:xfrm>
              <a:off x="2465500" y="3541753"/>
              <a:ext cx="5405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no</a:t>
              </a:r>
              <a:endParaRPr lang="nl-NL" i="1" dirty="0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EB3FBB0-A1C4-0209-26CE-E0796A2EF023}"/>
                </a:ext>
              </a:extLst>
            </p:cNvPr>
            <p:cNvGrpSpPr/>
            <p:nvPr/>
          </p:nvGrpSpPr>
          <p:grpSpPr>
            <a:xfrm>
              <a:off x="4271809" y="3033490"/>
              <a:ext cx="1498396" cy="1690558"/>
              <a:chOff x="6402409" y="3084198"/>
              <a:chExt cx="2889073" cy="3591426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D94561F9-EE39-3714-DD11-40178E0F40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02409" y="3084198"/>
                <a:ext cx="2889073" cy="3591426"/>
              </a:xfrm>
              <a:prstGeom prst="rect">
                <a:avLst/>
              </a:prstGeom>
            </p:spPr>
          </p:pic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38EBB252-EEF3-CB96-B7D0-04124438D8B3}"/>
                  </a:ext>
                </a:extLst>
              </p:cNvPr>
              <p:cNvSpPr/>
              <p:nvPr/>
            </p:nvSpPr>
            <p:spPr>
              <a:xfrm>
                <a:off x="6744931" y="3373123"/>
                <a:ext cx="344129" cy="2742812"/>
              </a:xfrm>
              <a:prstGeom prst="ellipse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</p:grp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5A302446-1F01-CCF1-8DDE-53D741B69303}"/>
              </a:ext>
            </a:extLst>
          </p:cNvPr>
          <p:cNvSpPr txBox="1"/>
          <p:nvPr/>
        </p:nvSpPr>
        <p:spPr>
          <a:xfrm>
            <a:off x="3235816" y="4984859"/>
            <a:ext cx="7943461" cy="14773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nl-NL"/>
              <a:t>Episodical intakes are not every day consumed by most of the pariticipants (like potatoes) </a:t>
            </a:r>
          </a:p>
          <a:p>
            <a:endParaRPr lang="nl-NL"/>
          </a:p>
          <a:p>
            <a:r>
              <a:rPr lang="nl-NL"/>
              <a:t>SPADE assumes here that all participants are </a:t>
            </a:r>
            <a:r>
              <a:rPr lang="nl-NL" b="1"/>
              <a:t>potential consumers</a:t>
            </a:r>
            <a:r>
              <a:rPr lang="nl-NL"/>
              <a:t> even if a person has only zero intakes in the survey</a:t>
            </a:r>
          </a:p>
        </p:txBody>
      </p: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8C2CBA95-AEFA-D556-67EC-B302669669A4}"/>
              </a:ext>
            </a:extLst>
          </p:cNvPr>
          <p:cNvSpPr/>
          <p:nvPr/>
        </p:nvSpPr>
        <p:spPr>
          <a:xfrm rot="10800000">
            <a:off x="2639079" y="5175871"/>
            <a:ext cx="596737" cy="1095304"/>
          </a:xfrm>
          <a:prstGeom prst="rightArrow">
            <a:avLst>
              <a:gd name="adj1" fmla="val 50000"/>
              <a:gd name="adj2" fmla="val 5928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524869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76C9D7C4-9AA4-4D44-A8A2-38248E167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206" y="314512"/>
            <a:ext cx="10923588" cy="948047"/>
          </a:xfrm>
        </p:spPr>
        <p:txBody>
          <a:bodyPr/>
          <a:lstStyle/>
          <a:p>
            <a:r>
              <a:rPr lang="en-US"/>
              <a:t>Model selection within SPADE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38D7753-BFBA-45AA-A9BB-62ECDA21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069193E-7AA7-4ACB-A103-6B984B1A4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3DCF811-9752-4AF2-895D-6778C4D8C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17</a:t>
            </a:fld>
            <a:endParaRPr lang="nl-NL" dirty="0"/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E099A742-A1B5-4F85-8D9D-D4B94BD27940}"/>
              </a:ext>
            </a:extLst>
          </p:cNvPr>
          <p:cNvSpPr/>
          <p:nvPr/>
        </p:nvSpPr>
        <p:spPr>
          <a:xfrm>
            <a:off x="2339752" y="3581457"/>
            <a:ext cx="216024" cy="44450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8A9DA5-63BE-4A2F-9B01-9954C35DEBD3}"/>
              </a:ext>
            </a:extLst>
          </p:cNvPr>
          <p:cNvSpPr/>
          <p:nvPr/>
        </p:nvSpPr>
        <p:spPr>
          <a:xfrm>
            <a:off x="637757" y="1262559"/>
            <a:ext cx="10923588" cy="4445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Number of sources of intake variable</a:t>
            </a:r>
            <a:endParaRPr lang="nl-NL" dirty="0">
              <a:solidFill>
                <a:schemeClr val="tx2"/>
              </a:solidFill>
            </a:endParaRP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315F8E88-D19B-49D7-A693-B1922DEE9EED}"/>
              </a:ext>
            </a:extLst>
          </p:cNvPr>
          <p:cNvSpPr/>
          <p:nvPr/>
        </p:nvSpPr>
        <p:spPr>
          <a:xfrm>
            <a:off x="2343303" y="1723392"/>
            <a:ext cx="216024" cy="44450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BA89AB3E-A153-4A6D-A71C-192FF053C109}"/>
              </a:ext>
            </a:extLst>
          </p:cNvPr>
          <p:cNvSpPr/>
          <p:nvPr/>
        </p:nvSpPr>
        <p:spPr>
          <a:xfrm>
            <a:off x="9423751" y="1707059"/>
            <a:ext cx="216024" cy="44450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D04F1F-9CFC-4C05-90EB-0C7BF2DB3C7B}"/>
              </a:ext>
            </a:extLst>
          </p:cNvPr>
          <p:cNvSpPr txBox="1"/>
          <p:nvPr/>
        </p:nvSpPr>
        <p:spPr>
          <a:xfrm>
            <a:off x="2559327" y="1721520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1</a:t>
            </a:r>
            <a:endParaRPr lang="nl-NL" i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5CFD1B-031E-4884-985F-54334D64A1EE}"/>
              </a:ext>
            </a:extLst>
          </p:cNvPr>
          <p:cNvSpPr txBox="1"/>
          <p:nvPr/>
        </p:nvSpPr>
        <p:spPr>
          <a:xfrm>
            <a:off x="9639775" y="172152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≥2</a:t>
            </a:r>
            <a:endParaRPr lang="nl-NL" i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D4484D-E03D-4715-989A-AFF1F5A19C13}"/>
              </a:ext>
            </a:extLst>
          </p:cNvPr>
          <p:cNvSpPr/>
          <p:nvPr/>
        </p:nvSpPr>
        <p:spPr>
          <a:xfrm>
            <a:off x="637757" y="2196172"/>
            <a:ext cx="5189525" cy="4445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Intake from dietary supplements?</a:t>
            </a:r>
            <a:endParaRPr lang="nl-NL" dirty="0">
              <a:solidFill>
                <a:schemeClr val="tx2"/>
              </a:solidFill>
            </a:endParaRP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C346344A-7B8F-4BC1-AC4B-1C1C7C2474D2}"/>
              </a:ext>
            </a:extLst>
          </p:cNvPr>
          <p:cNvSpPr/>
          <p:nvPr/>
        </p:nvSpPr>
        <p:spPr>
          <a:xfrm>
            <a:off x="849689" y="2648801"/>
            <a:ext cx="216024" cy="44450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31C0C9-FA35-4A8C-A0BD-04C4780D938F}"/>
              </a:ext>
            </a:extLst>
          </p:cNvPr>
          <p:cNvSpPr/>
          <p:nvPr/>
        </p:nvSpPr>
        <p:spPr>
          <a:xfrm>
            <a:off x="71542" y="3137569"/>
            <a:ext cx="2991841" cy="4445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Daily intakes?</a:t>
            </a:r>
            <a:endParaRPr lang="nl-NL" dirty="0">
              <a:solidFill>
                <a:schemeClr val="tx2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9BDBE3-C353-493C-BF80-EA38DC8DF2F6}"/>
              </a:ext>
            </a:extLst>
          </p:cNvPr>
          <p:cNvSpPr txBox="1"/>
          <p:nvPr/>
        </p:nvSpPr>
        <p:spPr>
          <a:xfrm>
            <a:off x="1049504" y="2660697"/>
            <a:ext cx="540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no</a:t>
            </a:r>
            <a:endParaRPr lang="nl-NL" i="1" dirty="0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F306587B-FF09-4941-9099-C34C5A02E002}"/>
              </a:ext>
            </a:extLst>
          </p:cNvPr>
          <p:cNvSpPr/>
          <p:nvPr/>
        </p:nvSpPr>
        <p:spPr>
          <a:xfrm>
            <a:off x="492501" y="3582069"/>
            <a:ext cx="216024" cy="148265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A9AC00-4ED8-4F87-9924-1ADF4C26E06B}"/>
              </a:ext>
            </a:extLst>
          </p:cNvPr>
          <p:cNvSpPr txBox="1"/>
          <p:nvPr/>
        </p:nvSpPr>
        <p:spPr>
          <a:xfrm>
            <a:off x="609419" y="3541753"/>
            <a:ext cx="60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yes</a:t>
            </a:r>
            <a:endParaRPr lang="nl-NL" i="1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B257907-D2A7-4D3B-BFFA-EC7D4B5D7502}"/>
              </a:ext>
            </a:extLst>
          </p:cNvPr>
          <p:cNvSpPr/>
          <p:nvPr/>
        </p:nvSpPr>
        <p:spPr>
          <a:xfrm>
            <a:off x="94174" y="5097152"/>
            <a:ext cx="1241017" cy="1135404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</a:rPr>
              <a:t>SPADE for daily intakes</a:t>
            </a:r>
          </a:p>
          <a:p>
            <a:pPr algn="ctr"/>
            <a:r>
              <a:rPr lang="en-US" sz="16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chapter 3</a:t>
            </a:r>
            <a:endParaRPr lang="nl-NL" sz="16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31954FD-5FB7-4D03-957C-AB6C95096F01}"/>
              </a:ext>
            </a:extLst>
          </p:cNvPr>
          <p:cNvSpPr txBox="1"/>
          <p:nvPr/>
        </p:nvSpPr>
        <p:spPr>
          <a:xfrm>
            <a:off x="2469051" y="3541753"/>
            <a:ext cx="540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no</a:t>
            </a:r>
            <a:endParaRPr lang="nl-NL" i="1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93718EA-1E5E-4B9F-8FDA-77C4B8BB19F9}"/>
              </a:ext>
            </a:extLst>
          </p:cNvPr>
          <p:cNvSpPr/>
          <p:nvPr/>
        </p:nvSpPr>
        <p:spPr>
          <a:xfrm>
            <a:off x="1708128" y="4042132"/>
            <a:ext cx="2422477" cy="4445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Never consumers?</a:t>
            </a:r>
            <a:endParaRPr lang="nl-NL" dirty="0">
              <a:solidFill>
                <a:schemeClr val="tx2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EBB5642-6429-409F-BCF9-14E069997343}"/>
              </a:ext>
            </a:extLst>
          </p:cNvPr>
          <p:cNvSpPr/>
          <p:nvPr/>
        </p:nvSpPr>
        <p:spPr>
          <a:xfrm>
            <a:off x="1411048" y="5080333"/>
            <a:ext cx="1241017" cy="114273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SPADE for episodical intakes</a:t>
            </a:r>
          </a:p>
          <a:p>
            <a:pPr algn="ctr"/>
            <a:r>
              <a:rPr lang="en-US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chapter 4</a:t>
            </a:r>
            <a:endParaRPr lang="nl-NL" sz="14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66E42F6F-200D-4116-83B2-F45A41A3FEDB}"/>
              </a:ext>
            </a:extLst>
          </p:cNvPr>
          <p:cNvSpPr/>
          <p:nvPr/>
        </p:nvSpPr>
        <p:spPr>
          <a:xfrm>
            <a:off x="1987823" y="4486631"/>
            <a:ext cx="216024" cy="580667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4D6A00B-3EAC-45D7-AC2E-D0374390565A}"/>
              </a:ext>
            </a:extLst>
          </p:cNvPr>
          <p:cNvSpPr txBox="1"/>
          <p:nvPr/>
        </p:nvSpPr>
        <p:spPr>
          <a:xfrm>
            <a:off x="2111474" y="4474408"/>
            <a:ext cx="540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no</a:t>
            </a:r>
            <a:endParaRPr lang="nl-NL" i="1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EB3FBB0-A1C4-0209-26CE-E0796A2EF023}"/>
              </a:ext>
            </a:extLst>
          </p:cNvPr>
          <p:cNvGrpSpPr/>
          <p:nvPr/>
        </p:nvGrpSpPr>
        <p:grpSpPr>
          <a:xfrm>
            <a:off x="4315731" y="3074281"/>
            <a:ext cx="1406643" cy="1507551"/>
            <a:chOff x="6402409" y="3084198"/>
            <a:chExt cx="2889073" cy="3591426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D94561F9-EE39-3714-DD11-40178E0F40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2409" y="3084198"/>
              <a:ext cx="2889073" cy="3591426"/>
            </a:xfrm>
            <a:prstGeom prst="rect">
              <a:avLst/>
            </a:prstGeom>
          </p:spPr>
        </p:pic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38EBB252-EEF3-CB96-B7D0-04124438D8B3}"/>
                </a:ext>
              </a:extLst>
            </p:cNvPr>
            <p:cNvSpPr/>
            <p:nvPr/>
          </p:nvSpPr>
          <p:spPr>
            <a:xfrm>
              <a:off x="6744931" y="3373123"/>
              <a:ext cx="344129" cy="2742812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0BEB7AE-EEBE-5A9C-12A9-04F62CF8D8A8}"/>
              </a:ext>
            </a:extLst>
          </p:cNvPr>
          <p:cNvGrpSpPr/>
          <p:nvPr/>
        </p:nvGrpSpPr>
        <p:grpSpPr>
          <a:xfrm>
            <a:off x="4461941" y="5053816"/>
            <a:ext cx="7405162" cy="1461939"/>
            <a:chOff x="4461941" y="5053816"/>
            <a:chExt cx="7405162" cy="1461939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7364862-B9FD-1F5A-8A22-2EC224E89D46}"/>
                </a:ext>
              </a:extLst>
            </p:cNvPr>
            <p:cNvSpPr txBox="1"/>
            <p:nvPr/>
          </p:nvSpPr>
          <p:spPr>
            <a:xfrm>
              <a:off x="5058679" y="5053816"/>
              <a:ext cx="6808424" cy="146193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nl-NL"/>
                <a:t>Episodical intakes </a:t>
              </a:r>
              <a:r>
                <a:rPr lang="nl-NL" b="1"/>
                <a:t>AND</a:t>
              </a:r>
              <a:r>
                <a:rPr lang="nl-NL"/>
                <a:t> extra information </a:t>
              </a:r>
            </a:p>
            <a:p>
              <a:r>
                <a:rPr lang="nl-NL"/>
                <a:t>(e.g. Food Frequency Questionaire) : participant is </a:t>
              </a:r>
            </a:p>
            <a:p>
              <a:r>
                <a:rPr lang="nl-NL"/>
                <a:t>a consumer or a never consumer</a:t>
              </a:r>
              <a:endParaRPr lang="nl-NL" b="1"/>
            </a:p>
            <a:p>
              <a:endParaRPr lang="nl-NL"/>
            </a:p>
            <a:p>
              <a:r>
                <a:rPr lang="nl-NL" sz="1700"/>
                <a:t>The habitual intake of a (confirmed) never consumer is zero</a:t>
              </a:r>
            </a:p>
          </p:txBody>
        </p:sp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1868BC04-CB6F-5BE8-64F9-9DB5807F4BAE}"/>
                </a:ext>
              </a:extLst>
            </p:cNvPr>
            <p:cNvSpPr/>
            <p:nvPr/>
          </p:nvSpPr>
          <p:spPr>
            <a:xfrm rot="10800000">
              <a:off x="4461941" y="5244828"/>
              <a:ext cx="596737" cy="1095304"/>
            </a:xfrm>
            <a:prstGeom prst="rightArrow">
              <a:avLst>
                <a:gd name="adj1" fmla="val 50000"/>
                <a:gd name="adj2" fmla="val 5928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2E9DCA8-BF93-BB77-1AB0-0A603D71110B}"/>
              </a:ext>
            </a:extLst>
          </p:cNvPr>
          <p:cNvSpPr/>
          <p:nvPr/>
        </p:nvSpPr>
        <p:spPr>
          <a:xfrm>
            <a:off x="2757377" y="5088976"/>
            <a:ext cx="1689236" cy="1407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Episodical intakes + </a:t>
            </a:r>
            <a:br>
              <a:rPr lang="en-US" sz="1600" dirty="0">
                <a:solidFill>
                  <a:schemeClr val="tx2">
                    <a:lumMod val="20000"/>
                    <a:lumOff val="80000"/>
                  </a:schemeClr>
                </a:solidFill>
              </a:rPr>
            </a:br>
            <a:r>
              <a:rPr lang="en-US" sz="16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never consumers</a:t>
            </a:r>
          </a:p>
          <a:p>
            <a:pPr algn="ctr"/>
            <a:r>
              <a:rPr lang="en-US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chapter 4.3</a:t>
            </a:r>
            <a:endParaRPr lang="nl-NL" sz="14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74827A9-FD1E-0E8D-EE47-4612B64307E7}"/>
              </a:ext>
            </a:extLst>
          </p:cNvPr>
          <p:cNvGrpSpPr/>
          <p:nvPr/>
        </p:nvGrpSpPr>
        <p:grpSpPr>
          <a:xfrm>
            <a:off x="3279772" y="4501296"/>
            <a:ext cx="802030" cy="583518"/>
            <a:chOff x="3279772" y="4501296"/>
            <a:chExt cx="802030" cy="583518"/>
          </a:xfrm>
        </p:grpSpPr>
        <p:sp>
          <p:nvSpPr>
            <p:cNvPr id="16" name="Arrow: Down 15">
              <a:extLst>
                <a:ext uri="{FF2B5EF4-FFF2-40B4-BE49-F238E27FC236}">
                  <a16:creationId xmlns:a16="http://schemas.microsoft.com/office/drawing/2014/main" id="{914C96E0-95B6-E3F7-86A5-50DB758811CD}"/>
                </a:ext>
              </a:extLst>
            </p:cNvPr>
            <p:cNvSpPr/>
            <p:nvPr/>
          </p:nvSpPr>
          <p:spPr>
            <a:xfrm>
              <a:off x="3279772" y="4504147"/>
              <a:ext cx="216024" cy="580667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1AF8AC7-6D94-2CC2-F5D1-D042D16ACC10}"/>
                </a:ext>
              </a:extLst>
            </p:cNvPr>
            <p:cNvSpPr txBox="1"/>
            <p:nvPr/>
          </p:nvSpPr>
          <p:spPr>
            <a:xfrm>
              <a:off x="3478069" y="4501296"/>
              <a:ext cx="6037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yes</a:t>
              </a:r>
              <a:endParaRPr lang="nl-NL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2611931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76C9D7C4-9AA4-4D44-A8A2-38248E167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206" y="314512"/>
            <a:ext cx="10923588" cy="948047"/>
          </a:xfrm>
        </p:spPr>
        <p:txBody>
          <a:bodyPr/>
          <a:lstStyle/>
          <a:p>
            <a:r>
              <a:rPr lang="en-US"/>
              <a:t>Model selection within SPADE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38D7753-BFBA-45AA-A9BB-62ECDA21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069193E-7AA7-4ACB-A103-6B984B1A4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3DCF811-9752-4AF2-895D-6778C4D8C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18</a:t>
            </a:fld>
            <a:endParaRPr lang="nl-NL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E8F2628-AEF9-36CF-4F4A-78C7B9F66E77}"/>
              </a:ext>
            </a:extLst>
          </p:cNvPr>
          <p:cNvGrpSpPr/>
          <p:nvPr/>
        </p:nvGrpSpPr>
        <p:grpSpPr>
          <a:xfrm>
            <a:off x="67991" y="1262559"/>
            <a:ext cx="11489803" cy="5210593"/>
            <a:chOff x="67991" y="1262559"/>
            <a:chExt cx="11489803" cy="521059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18A9DA5-63BE-4A2F-9B01-9954C35DEBD3}"/>
                </a:ext>
              </a:extLst>
            </p:cNvPr>
            <p:cNvSpPr/>
            <p:nvPr/>
          </p:nvSpPr>
          <p:spPr>
            <a:xfrm>
              <a:off x="634206" y="1262559"/>
              <a:ext cx="10923588" cy="4445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/>
                  </a:solidFill>
                </a:rPr>
                <a:t>Number of sources of intake variable</a:t>
              </a:r>
              <a:endParaRPr lang="nl-NL" dirty="0">
                <a:solidFill>
                  <a:schemeClr val="tx2"/>
                </a:solidFill>
              </a:endParaRPr>
            </a:p>
          </p:txBody>
        </p:sp>
        <p:sp>
          <p:nvSpPr>
            <p:cNvPr id="9" name="Arrow: Down 8">
              <a:extLst>
                <a:ext uri="{FF2B5EF4-FFF2-40B4-BE49-F238E27FC236}">
                  <a16:creationId xmlns:a16="http://schemas.microsoft.com/office/drawing/2014/main" id="{315F8E88-D19B-49D7-A693-B1922DEE9EED}"/>
                </a:ext>
              </a:extLst>
            </p:cNvPr>
            <p:cNvSpPr/>
            <p:nvPr/>
          </p:nvSpPr>
          <p:spPr>
            <a:xfrm>
              <a:off x="2339752" y="1723392"/>
              <a:ext cx="216024" cy="444500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" name="Arrow: Down 9">
              <a:extLst>
                <a:ext uri="{FF2B5EF4-FFF2-40B4-BE49-F238E27FC236}">
                  <a16:creationId xmlns:a16="http://schemas.microsoft.com/office/drawing/2014/main" id="{BA89AB3E-A153-4A6D-A71C-192FF053C109}"/>
                </a:ext>
              </a:extLst>
            </p:cNvPr>
            <p:cNvSpPr/>
            <p:nvPr/>
          </p:nvSpPr>
          <p:spPr>
            <a:xfrm>
              <a:off x="9420200" y="1707059"/>
              <a:ext cx="216024" cy="444500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BD04F1F-9CFC-4C05-90EB-0C7BF2DB3C7B}"/>
                </a:ext>
              </a:extLst>
            </p:cNvPr>
            <p:cNvSpPr txBox="1"/>
            <p:nvPr/>
          </p:nvSpPr>
          <p:spPr>
            <a:xfrm>
              <a:off x="2555776" y="1721520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1</a:t>
              </a:r>
              <a:endParaRPr lang="nl-NL" i="1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D5CFD1B-031E-4884-985F-54334D64A1EE}"/>
                </a:ext>
              </a:extLst>
            </p:cNvPr>
            <p:cNvSpPr txBox="1"/>
            <p:nvPr/>
          </p:nvSpPr>
          <p:spPr>
            <a:xfrm>
              <a:off x="9636224" y="1721520"/>
              <a:ext cx="5760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≥2</a:t>
              </a:r>
              <a:endParaRPr lang="nl-NL" i="1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BD4484D-E03D-4715-989A-AFF1F5A19C13}"/>
                </a:ext>
              </a:extLst>
            </p:cNvPr>
            <p:cNvSpPr/>
            <p:nvPr/>
          </p:nvSpPr>
          <p:spPr>
            <a:xfrm>
              <a:off x="634206" y="2196172"/>
              <a:ext cx="5189525" cy="4445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/>
                  </a:solidFill>
                </a:rPr>
                <a:t>Intake from dietary supplements?</a:t>
              </a:r>
              <a:endParaRPr lang="nl-NL" dirty="0">
                <a:solidFill>
                  <a:schemeClr val="tx2"/>
                </a:solidFill>
              </a:endParaRPr>
            </a:p>
          </p:txBody>
        </p:sp>
        <p:sp>
          <p:nvSpPr>
            <p:cNvPr id="17" name="Arrow: Down 16">
              <a:extLst>
                <a:ext uri="{FF2B5EF4-FFF2-40B4-BE49-F238E27FC236}">
                  <a16:creationId xmlns:a16="http://schemas.microsoft.com/office/drawing/2014/main" id="{C346344A-7B8F-4BC1-AC4B-1C1C7C2474D2}"/>
                </a:ext>
              </a:extLst>
            </p:cNvPr>
            <p:cNvSpPr/>
            <p:nvPr/>
          </p:nvSpPr>
          <p:spPr>
            <a:xfrm>
              <a:off x="846138" y="2648801"/>
              <a:ext cx="216024" cy="444500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231C0C9-FA35-4A8C-A0BD-04C4780D938F}"/>
                </a:ext>
              </a:extLst>
            </p:cNvPr>
            <p:cNvSpPr/>
            <p:nvPr/>
          </p:nvSpPr>
          <p:spPr>
            <a:xfrm>
              <a:off x="67991" y="3137569"/>
              <a:ext cx="2991841" cy="4445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/>
                  </a:solidFill>
                </a:rPr>
                <a:t>Daily intakes?</a:t>
              </a:r>
              <a:endParaRPr lang="nl-NL" dirty="0">
                <a:solidFill>
                  <a:schemeClr val="tx2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59BDBE3-C353-493C-BF80-EA38DC8DF2F6}"/>
                </a:ext>
              </a:extLst>
            </p:cNvPr>
            <p:cNvSpPr txBox="1"/>
            <p:nvPr/>
          </p:nvSpPr>
          <p:spPr>
            <a:xfrm>
              <a:off x="1045953" y="2660697"/>
              <a:ext cx="5405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no</a:t>
              </a:r>
              <a:endParaRPr lang="nl-NL" i="1" dirty="0"/>
            </a:p>
          </p:txBody>
        </p:sp>
        <p:sp>
          <p:nvSpPr>
            <p:cNvPr id="22" name="Arrow: Down 21">
              <a:extLst>
                <a:ext uri="{FF2B5EF4-FFF2-40B4-BE49-F238E27FC236}">
                  <a16:creationId xmlns:a16="http://schemas.microsoft.com/office/drawing/2014/main" id="{F306587B-FF09-4941-9099-C34C5A02E002}"/>
                </a:ext>
              </a:extLst>
            </p:cNvPr>
            <p:cNvSpPr/>
            <p:nvPr/>
          </p:nvSpPr>
          <p:spPr>
            <a:xfrm>
              <a:off x="488950" y="3582069"/>
              <a:ext cx="216024" cy="1482650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9A9AC00-4ED8-4F87-9924-1ADF4C26E06B}"/>
                </a:ext>
              </a:extLst>
            </p:cNvPr>
            <p:cNvSpPr txBox="1"/>
            <p:nvPr/>
          </p:nvSpPr>
          <p:spPr>
            <a:xfrm>
              <a:off x="605868" y="3541753"/>
              <a:ext cx="6037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yes</a:t>
              </a:r>
              <a:endParaRPr lang="nl-NL" i="1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B257907-D2A7-4D3B-BFFA-EC7D4B5D7502}"/>
                </a:ext>
              </a:extLst>
            </p:cNvPr>
            <p:cNvSpPr/>
            <p:nvPr/>
          </p:nvSpPr>
          <p:spPr>
            <a:xfrm>
              <a:off x="90623" y="5066144"/>
              <a:ext cx="1241017" cy="1135404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SPADE for daily intakes</a:t>
              </a:r>
            </a:p>
            <a:p>
              <a:pPr algn="ctr"/>
              <a:r>
                <a:rPr lang="en-US" sz="1600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chapter 3</a:t>
              </a:r>
              <a:endParaRPr lang="nl-NL" sz="16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26" name="Arrow: Down 25">
              <a:extLst>
                <a:ext uri="{FF2B5EF4-FFF2-40B4-BE49-F238E27FC236}">
                  <a16:creationId xmlns:a16="http://schemas.microsoft.com/office/drawing/2014/main" id="{E099A742-A1B5-4F85-8D9D-D4B94BD27940}"/>
                </a:ext>
              </a:extLst>
            </p:cNvPr>
            <p:cNvSpPr/>
            <p:nvPr/>
          </p:nvSpPr>
          <p:spPr>
            <a:xfrm>
              <a:off x="2339752" y="3581457"/>
              <a:ext cx="216024" cy="444500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31954FD-5FB7-4D03-957C-AB6C95096F01}"/>
                </a:ext>
              </a:extLst>
            </p:cNvPr>
            <p:cNvSpPr txBox="1"/>
            <p:nvPr/>
          </p:nvSpPr>
          <p:spPr>
            <a:xfrm>
              <a:off x="2465500" y="3541753"/>
              <a:ext cx="5405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no</a:t>
              </a:r>
              <a:endParaRPr lang="nl-NL" i="1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93718EA-1E5E-4B9F-8FDA-77C4B8BB19F9}"/>
                </a:ext>
              </a:extLst>
            </p:cNvPr>
            <p:cNvSpPr/>
            <p:nvPr/>
          </p:nvSpPr>
          <p:spPr>
            <a:xfrm>
              <a:off x="1704577" y="4042132"/>
              <a:ext cx="2422477" cy="4445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/>
                  </a:solidFill>
                </a:rPr>
                <a:t>Never consumers?</a:t>
              </a:r>
              <a:endParaRPr lang="nl-NL" dirty="0">
                <a:solidFill>
                  <a:schemeClr val="tx2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EBB5642-6429-409F-BCF9-14E069997343}"/>
                </a:ext>
              </a:extLst>
            </p:cNvPr>
            <p:cNvSpPr/>
            <p:nvPr/>
          </p:nvSpPr>
          <p:spPr>
            <a:xfrm>
              <a:off x="1407497" y="5066144"/>
              <a:ext cx="1241017" cy="1142736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SPADE for episodical intakes</a:t>
              </a:r>
            </a:p>
            <a:p>
              <a:pPr algn="ctr"/>
              <a:r>
                <a:rPr lang="en-US" sz="1400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chapter 4</a:t>
              </a:r>
              <a:endParaRPr lang="nl-NL" sz="14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30" name="Arrow: Down 29">
              <a:extLst>
                <a:ext uri="{FF2B5EF4-FFF2-40B4-BE49-F238E27FC236}">
                  <a16:creationId xmlns:a16="http://schemas.microsoft.com/office/drawing/2014/main" id="{66E42F6F-200D-4116-83B2-F45A41A3FEDB}"/>
                </a:ext>
              </a:extLst>
            </p:cNvPr>
            <p:cNvSpPr/>
            <p:nvPr/>
          </p:nvSpPr>
          <p:spPr>
            <a:xfrm>
              <a:off x="1984272" y="4486631"/>
              <a:ext cx="216024" cy="580667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4D6A00B-3EAC-45D7-AC2E-D0374390565A}"/>
                </a:ext>
              </a:extLst>
            </p:cNvPr>
            <p:cNvSpPr txBox="1"/>
            <p:nvPr/>
          </p:nvSpPr>
          <p:spPr>
            <a:xfrm>
              <a:off x="2107923" y="4474408"/>
              <a:ext cx="5405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no</a:t>
              </a:r>
              <a:endParaRPr lang="nl-NL" i="1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2AE2C36-E928-48E9-AFB9-8F4A6BD6CE46}"/>
                </a:ext>
              </a:extLst>
            </p:cNvPr>
            <p:cNvSpPr/>
            <p:nvPr/>
          </p:nvSpPr>
          <p:spPr>
            <a:xfrm>
              <a:off x="2757377" y="5066144"/>
              <a:ext cx="1689236" cy="1407008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Episodical intakes + </a:t>
              </a:r>
              <a:br>
                <a:rPr lang="en-US" sz="1600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</a:br>
              <a:r>
                <a:rPr lang="en-US" sz="1600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never consumers</a:t>
              </a:r>
            </a:p>
            <a:p>
              <a:pPr algn="ctr"/>
              <a:r>
                <a:rPr lang="en-US" sz="1400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chapter 4.3</a:t>
              </a:r>
              <a:endParaRPr lang="nl-NL" sz="14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33" name="Arrow: Down 32">
              <a:extLst>
                <a:ext uri="{FF2B5EF4-FFF2-40B4-BE49-F238E27FC236}">
                  <a16:creationId xmlns:a16="http://schemas.microsoft.com/office/drawing/2014/main" id="{28C4C9C7-ED63-4D31-B213-B561CA60E12B}"/>
                </a:ext>
              </a:extLst>
            </p:cNvPr>
            <p:cNvSpPr/>
            <p:nvPr/>
          </p:nvSpPr>
          <p:spPr>
            <a:xfrm>
              <a:off x="3279772" y="4484051"/>
              <a:ext cx="216024" cy="580667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B668BA4-70B1-4312-B2CF-FA2FC4E1FD28}"/>
                </a:ext>
              </a:extLst>
            </p:cNvPr>
            <p:cNvSpPr txBox="1"/>
            <p:nvPr/>
          </p:nvSpPr>
          <p:spPr>
            <a:xfrm>
              <a:off x="3445564" y="4467695"/>
              <a:ext cx="6037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yes</a:t>
              </a:r>
              <a:endParaRPr lang="nl-NL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7256592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76C9D7C4-9AA4-4D44-A8A2-38248E167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206" y="314512"/>
            <a:ext cx="10923588" cy="948047"/>
          </a:xfrm>
        </p:spPr>
        <p:txBody>
          <a:bodyPr/>
          <a:lstStyle/>
          <a:p>
            <a:r>
              <a:rPr lang="en-US"/>
              <a:t>Model selection within SPADE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38D7753-BFBA-45AA-A9BB-62ECDA21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069193E-7AA7-4ACB-A103-6B984B1A4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3DCF811-9752-4AF2-895D-6778C4D8C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19</a:t>
            </a:fld>
            <a:endParaRPr lang="nl-NL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E8F2628-AEF9-36CF-4F4A-78C7B9F66E77}"/>
              </a:ext>
            </a:extLst>
          </p:cNvPr>
          <p:cNvGrpSpPr/>
          <p:nvPr/>
        </p:nvGrpSpPr>
        <p:grpSpPr>
          <a:xfrm>
            <a:off x="67991" y="1262559"/>
            <a:ext cx="11489803" cy="5210593"/>
            <a:chOff x="67991" y="1262559"/>
            <a:chExt cx="11489803" cy="521059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18A9DA5-63BE-4A2F-9B01-9954C35DEBD3}"/>
                </a:ext>
              </a:extLst>
            </p:cNvPr>
            <p:cNvSpPr/>
            <p:nvPr/>
          </p:nvSpPr>
          <p:spPr>
            <a:xfrm>
              <a:off x="634206" y="1262559"/>
              <a:ext cx="10923588" cy="4445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/>
                  </a:solidFill>
                </a:rPr>
                <a:t>Number of sources of intake variable</a:t>
              </a:r>
              <a:endParaRPr lang="nl-NL" dirty="0">
                <a:solidFill>
                  <a:schemeClr val="tx2"/>
                </a:solidFill>
              </a:endParaRPr>
            </a:p>
          </p:txBody>
        </p:sp>
        <p:sp>
          <p:nvSpPr>
            <p:cNvPr id="9" name="Arrow: Down 8">
              <a:extLst>
                <a:ext uri="{FF2B5EF4-FFF2-40B4-BE49-F238E27FC236}">
                  <a16:creationId xmlns:a16="http://schemas.microsoft.com/office/drawing/2014/main" id="{315F8E88-D19B-49D7-A693-B1922DEE9EED}"/>
                </a:ext>
              </a:extLst>
            </p:cNvPr>
            <p:cNvSpPr/>
            <p:nvPr/>
          </p:nvSpPr>
          <p:spPr>
            <a:xfrm>
              <a:off x="2339752" y="1723392"/>
              <a:ext cx="216024" cy="444500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" name="Arrow: Down 9">
              <a:extLst>
                <a:ext uri="{FF2B5EF4-FFF2-40B4-BE49-F238E27FC236}">
                  <a16:creationId xmlns:a16="http://schemas.microsoft.com/office/drawing/2014/main" id="{BA89AB3E-A153-4A6D-A71C-192FF053C109}"/>
                </a:ext>
              </a:extLst>
            </p:cNvPr>
            <p:cNvSpPr/>
            <p:nvPr/>
          </p:nvSpPr>
          <p:spPr>
            <a:xfrm>
              <a:off x="9420200" y="1707059"/>
              <a:ext cx="216024" cy="444500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BD04F1F-9CFC-4C05-90EB-0C7BF2DB3C7B}"/>
                </a:ext>
              </a:extLst>
            </p:cNvPr>
            <p:cNvSpPr txBox="1"/>
            <p:nvPr/>
          </p:nvSpPr>
          <p:spPr>
            <a:xfrm>
              <a:off x="2555776" y="1721520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1</a:t>
              </a:r>
              <a:endParaRPr lang="nl-NL" i="1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D5CFD1B-031E-4884-985F-54334D64A1EE}"/>
                </a:ext>
              </a:extLst>
            </p:cNvPr>
            <p:cNvSpPr txBox="1"/>
            <p:nvPr/>
          </p:nvSpPr>
          <p:spPr>
            <a:xfrm>
              <a:off x="9636224" y="1721520"/>
              <a:ext cx="5760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≥2</a:t>
              </a:r>
              <a:endParaRPr lang="nl-NL" i="1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BD4484D-E03D-4715-989A-AFF1F5A19C13}"/>
                </a:ext>
              </a:extLst>
            </p:cNvPr>
            <p:cNvSpPr/>
            <p:nvPr/>
          </p:nvSpPr>
          <p:spPr>
            <a:xfrm>
              <a:off x="634206" y="2196172"/>
              <a:ext cx="5189525" cy="4445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/>
                  </a:solidFill>
                </a:rPr>
                <a:t>Intake from dietary supplements?</a:t>
              </a:r>
              <a:endParaRPr lang="nl-NL" dirty="0">
                <a:solidFill>
                  <a:schemeClr val="tx2"/>
                </a:solidFill>
              </a:endParaRPr>
            </a:p>
          </p:txBody>
        </p:sp>
        <p:sp>
          <p:nvSpPr>
            <p:cNvPr id="17" name="Arrow: Down 16">
              <a:extLst>
                <a:ext uri="{FF2B5EF4-FFF2-40B4-BE49-F238E27FC236}">
                  <a16:creationId xmlns:a16="http://schemas.microsoft.com/office/drawing/2014/main" id="{C346344A-7B8F-4BC1-AC4B-1C1C7C2474D2}"/>
                </a:ext>
              </a:extLst>
            </p:cNvPr>
            <p:cNvSpPr/>
            <p:nvPr/>
          </p:nvSpPr>
          <p:spPr>
            <a:xfrm>
              <a:off x="846138" y="2648801"/>
              <a:ext cx="216024" cy="444500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231C0C9-FA35-4A8C-A0BD-04C4780D938F}"/>
                </a:ext>
              </a:extLst>
            </p:cNvPr>
            <p:cNvSpPr/>
            <p:nvPr/>
          </p:nvSpPr>
          <p:spPr>
            <a:xfrm>
              <a:off x="67991" y="3137569"/>
              <a:ext cx="2991841" cy="4445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/>
                  </a:solidFill>
                </a:rPr>
                <a:t>Daily intakes?</a:t>
              </a:r>
              <a:endParaRPr lang="nl-NL" dirty="0">
                <a:solidFill>
                  <a:schemeClr val="tx2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59BDBE3-C353-493C-BF80-EA38DC8DF2F6}"/>
                </a:ext>
              </a:extLst>
            </p:cNvPr>
            <p:cNvSpPr txBox="1"/>
            <p:nvPr/>
          </p:nvSpPr>
          <p:spPr>
            <a:xfrm>
              <a:off x="1045953" y="2660697"/>
              <a:ext cx="5405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no</a:t>
              </a:r>
              <a:endParaRPr lang="nl-NL" i="1" dirty="0"/>
            </a:p>
          </p:txBody>
        </p:sp>
        <p:sp>
          <p:nvSpPr>
            <p:cNvPr id="22" name="Arrow: Down 21">
              <a:extLst>
                <a:ext uri="{FF2B5EF4-FFF2-40B4-BE49-F238E27FC236}">
                  <a16:creationId xmlns:a16="http://schemas.microsoft.com/office/drawing/2014/main" id="{F306587B-FF09-4941-9099-C34C5A02E002}"/>
                </a:ext>
              </a:extLst>
            </p:cNvPr>
            <p:cNvSpPr/>
            <p:nvPr/>
          </p:nvSpPr>
          <p:spPr>
            <a:xfrm>
              <a:off x="488950" y="3582069"/>
              <a:ext cx="216024" cy="1482650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9A9AC00-4ED8-4F87-9924-1ADF4C26E06B}"/>
                </a:ext>
              </a:extLst>
            </p:cNvPr>
            <p:cNvSpPr txBox="1"/>
            <p:nvPr/>
          </p:nvSpPr>
          <p:spPr>
            <a:xfrm>
              <a:off x="605868" y="3541753"/>
              <a:ext cx="6037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yes</a:t>
              </a:r>
              <a:endParaRPr lang="nl-NL" i="1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B257907-D2A7-4D3B-BFFA-EC7D4B5D7502}"/>
                </a:ext>
              </a:extLst>
            </p:cNvPr>
            <p:cNvSpPr/>
            <p:nvPr/>
          </p:nvSpPr>
          <p:spPr>
            <a:xfrm>
              <a:off x="90623" y="5066144"/>
              <a:ext cx="1241017" cy="1135404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SPADE for daily intakes</a:t>
              </a:r>
            </a:p>
            <a:p>
              <a:pPr algn="ctr"/>
              <a:r>
                <a:rPr lang="en-US" sz="1600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chapter 3</a:t>
              </a:r>
              <a:endParaRPr lang="nl-NL" sz="16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26" name="Arrow: Down 25">
              <a:extLst>
                <a:ext uri="{FF2B5EF4-FFF2-40B4-BE49-F238E27FC236}">
                  <a16:creationId xmlns:a16="http://schemas.microsoft.com/office/drawing/2014/main" id="{E099A742-A1B5-4F85-8D9D-D4B94BD27940}"/>
                </a:ext>
              </a:extLst>
            </p:cNvPr>
            <p:cNvSpPr/>
            <p:nvPr/>
          </p:nvSpPr>
          <p:spPr>
            <a:xfrm>
              <a:off x="2339752" y="3581457"/>
              <a:ext cx="216024" cy="444500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31954FD-5FB7-4D03-957C-AB6C95096F01}"/>
                </a:ext>
              </a:extLst>
            </p:cNvPr>
            <p:cNvSpPr txBox="1"/>
            <p:nvPr/>
          </p:nvSpPr>
          <p:spPr>
            <a:xfrm>
              <a:off x="2465500" y="3541753"/>
              <a:ext cx="5405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no</a:t>
              </a:r>
              <a:endParaRPr lang="nl-NL" i="1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93718EA-1E5E-4B9F-8FDA-77C4B8BB19F9}"/>
                </a:ext>
              </a:extLst>
            </p:cNvPr>
            <p:cNvSpPr/>
            <p:nvPr/>
          </p:nvSpPr>
          <p:spPr>
            <a:xfrm>
              <a:off x="1704577" y="4042132"/>
              <a:ext cx="2422477" cy="4445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/>
                  </a:solidFill>
                </a:rPr>
                <a:t>Never consumers?</a:t>
              </a:r>
              <a:endParaRPr lang="nl-NL" dirty="0">
                <a:solidFill>
                  <a:schemeClr val="tx2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EBB5642-6429-409F-BCF9-14E069997343}"/>
                </a:ext>
              </a:extLst>
            </p:cNvPr>
            <p:cNvSpPr/>
            <p:nvPr/>
          </p:nvSpPr>
          <p:spPr>
            <a:xfrm>
              <a:off x="1407497" y="5066144"/>
              <a:ext cx="1241017" cy="1142736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SPADE for episodical intakes</a:t>
              </a:r>
            </a:p>
            <a:p>
              <a:pPr algn="ctr"/>
              <a:r>
                <a:rPr lang="en-US" sz="1400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chapter 4</a:t>
              </a:r>
              <a:endParaRPr lang="nl-NL" sz="14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30" name="Arrow: Down 29">
              <a:extLst>
                <a:ext uri="{FF2B5EF4-FFF2-40B4-BE49-F238E27FC236}">
                  <a16:creationId xmlns:a16="http://schemas.microsoft.com/office/drawing/2014/main" id="{66E42F6F-200D-4116-83B2-F45A41A3FEDB}"/>
                </a:ext>
              </a:extLst>
            </p:cNvPr>
            <p:cNvSpPr/>
            <p:nvPr/>
          </p:nvSpPr>
          <p:spPr>
            <a:xfrm>
              <a:off x="1984272" y="4486631"/>
              <a:ext cx="216024" cy="580667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4D6A00B-3EAC-45D7-AC2E-D0374390565A}"/>
                </a:ext>
              </a:extLst>
            </p:cNvPr>
            <p:cNvSpPr txBox="1"/>
            <p:nvPr/>
          </p:nvSpPr>
          <p:spPr>
            <a:xfrm>
              <a:off x="2107923" y="4474408"/>
              <a:ext cx="5405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no</a:t>
              </a:r>
              <a:endParaRPr lang="nl-NL" i="1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2AE2C36-E928-48E9-AFB9-8F4A6BD6CE46}"/>
                </a:ext>
              </a:extLst>
            </p:cNvPr>
            <p:cNvSpPr/>
            <p:nvPr/>
          </p:nvSpPr>
          <p:spPr>
            <a:xfrm>
              <a:off x="2757377" y="5066144"/>
              <a:ext cx="1689236" cy="1407008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Episodical intakes + </a:t>
              </a:r>
              <a:br>
                <a:rPr lang="en-US" sz="1600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</a:br>
              <a:r>
                <a:rPr lang="en-US" sz="1600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never consumers</a:t>
              </a:r>
            </a:p>
            <a:p>
              <a:pPr algn="ctr"/>
              <a:r>
                <a:rPr lang="en-US" sz="1400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chapter 4.3</a:t>
              </a:r>
              <a:endParaRPr lang="nl-NL" sz="14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33" name="Arrow: Down 32">
              <a:extLst>
                <a:ext uri="{FF2B5EF4-FFF2-40B4-BE49-F238E27FC236}">
                  <a16:creationId xmlns:a16="http://schemas.microsoft.com/office/drawing/2014/main" id="{28C4C9C7-ED63-4D31-B213-B561CA60E12B}"/>
                </a:ext>
              </a:extLst>
            </p:cNvPr>
            <p:cNvSpPr/>
            <p:nvPr/>
          </p:nvSpPr>
          <p:spPr>
            <a:xfrm>
              <a:off x="3279772" y="4484051"/>
              <a:ext cx="216024" cy="580667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B668BA4-70B1-4312-B2CF-FA2FC4E1FD28}"/>
                </a:ext>
              </a:extLst>
            </p:cNvPr>
            <p:cNvSpPr txBox="1"/>
            <p:nvPr/>
          </p:nvSpPr>
          <p:spPr>
            <a:xfrm>
              <a:off x="3445564" y="4467695"/>
              <a:ext cx="6037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yes</a:t>
              </a:r>
              <a:endParaRPr lang="nl-NL" i="1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8046AA1-F0B9-084D-5329-98C4EEE2CF01}"/>
              </a:ext>
            </a:extLst>
          </p:cNvPr>
          <p:cNvGrpSpPr/>
          <p:nvPr/>
        </p:nvGrpSpPr>
        <p:grpSpPr>
          <a:xfrm>
            <a:off x="5150235" y="2634339"/>
            <a:ext cx="1606801" cy="2417638"/>
            <a:chOff x="5150235" y="2634339"/>
            <a:chExt cx="1606801" cy="2417638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E56DAA1-1EFB-4B87-849C-75C57940EF70}"/>
                </a:ext>
              </a:extLst>
            </p:cNvPr>
            <p:cNvSpPr txBox="1"/>
            <p:nvPr/>
          </p:nvSpPr>
          <p:spPr>
            <a:xfrm>
              <a:off x="5275059" y="2640672"/>
              <a:ext cx="6037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yes</a:t>
              </a:r>
              <a:endParaRPr lang="nl-NL" i="1" dirty="0"/>
            </a:p>
          </p:txBody>
        </p:sp>
        <p:sp>
          <p:nvSpPr>
            <p:cNvPr id="36" name="Arrow: Down 35">
              <a:extLst>
                <a:ext uri="{FF2B5EF4-FFF2-40B4-BE49-F238E27FC236}">
                  <a16:creationId xmlns:a16="http://schemas.microsoft.com/office/drawing/2014/main" id="{9305AE17-C2F2-42AB-AB64-E9DD5A4622E3}"/>
                </a:ext>
              </a:extLst>
            </p:cNvPr>
            <p:cNvSpPr/>
            <p:nvPr/>
          </p:nvSpPr>
          <p:spPr>
            <a:xfrm>
              <a:off x="5150235" y="2634339"/>
              <a:ext cx="201319" cy="2417638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A60DB7A7-323E-D263-3D1F-E9C8BD5605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94152" y="3029382"/>
              <a:ext cx="1262884" cy="19251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749867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76C9D7C4-9AA4-4D44-A8A2-38248E167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206" y="314512"/>
            <a:ext cx="10923588" cy="948047"/>
          </a:xfrm>
        </p:spPr>
        <p:txBody>
          <a:bodyPr/>
          <a:lstStyle/>
          <a:p>
            <a:r>
              <a:rPr lang="en-US"/>
              <a:t>Model selection within SPADE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38D7753-BFBA-45AA-A9BB-62ECDA21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069193E-7AA7-4ACB-A103-6B984B1A4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3DCF811-9752-4AF2-895D-6778C4D8C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20</a:t>
            </a:fld>
            <a:endParaRPr lang="nl-NL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E8F2628-AEF9-36CF-4F4A-78C7B9F66E77}"/>
              </a:ext>
            </a:extLst>
          </p:cNvPr>
          <p:cNvGrpSpPr/>
          <p:nvPr/>
        </p:nvGrpSpPr>
        <p:grpSpPr>
          <a:xfrm>
            <a:off x="67991" y="1262559"/>
            <a:ext cx="11489803" cy="5210593"/>
            <a:chOff x="67991" y="1262559"/>
            <a:chExt cx="11489803" cy="521059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18A9DA5-63BE-4A2F-9B01-9954C35DEBD3}"/>
                </a:ext>
              </a:extLst>
            </p:cNvPr>
            <p:cNvSpPr/>
            <p:nvPr/>
          </p:nvSpPr>
          <p:spPr>
            <a:xfrm>
              <a:off x="634206" y="1262559"/>
              <a:ext cx="10923588" cy="4445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/>
                  </a:solidFill>
                </a:rPr>
                <a:t>Number of sources of intake variable</a:t>
              </a:r>
              <a:endParaRPr lang="nl-NL" dirty="0">
                <a:solidFill>
                  <a:schemeClr val="tx2"/>
                </a:solidFill>
              </a:endParaRPr>
            </a:p>
          </p:txBody>
        </p:sp>
        <p:sp>
          <p:nvSpPr>
            <p:cNvPr id="9" name="Arrow: Down 8">
              <a:extLst>
                <a:ext uri="{FF2B5EF4-FFF2-40B4-BE49-F238E27FC236}">
                  <a16:creationId xmlns:a16="http://schemas.microsoft.com/office/drawing/2014/main" id="{315F8E88-D19B-49D7-A693-B1922DEE9EED}"/>
                </a:ext>
              </a:extLst>
            </p:cNvPr>
            <p:cNvSpPr/>
            <p:nvPr/>
          </p:nvSpPr>
          <p:spPr>
            <a:xfrm>
              <a:off x="2339752" y="1723392"/>
              <a:ext cx="216024" cy="444500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" name="Arrow: Down 9">
              <a:extLst>
                <a:ext uri="{FF2B5EF4-FFF2-40B4-BE49-F238E27FC236}">
                  <a16:creationId xmlns:a16="http://schemas.microsoft.com/office/drawing/2014/main" id="{BA89AB3E-A153-4A6D-A71C-192FF053C109}"/>
                </a:ext>
              </a:extLst>
            </p:cNvPr>
            <p:cNvSpPr/>
            <p:nvPr/>
          </p:nvSpPr>
          <p:spPr>
            <a:xfrm>
              <a:off x="9420200" y="1707059"/>
              <a:ext cx="216024" cy="444500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BD04F1F-9CFC-4C05-90EB-0C7BF2DB3C7B}"/>
                </a:ext>
              </a:extLst>
            </p:cNvPr>
            <p:cNvSpPr txBox="1"/>
            <p:nvPr/>
          </p:nvSpPr>
          <p:spPr>
            <a:xfrm>
              <a:off x="2555776" y="1721520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1</a:t>
              </a:r>
              <a:endParaRPr lang="nl-NL" i="1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D5CFD1B-031E-4884-985F-54334D64A1EE}"/>
                </a:ext>
              </a:extLst>
            </p:cNvPr>
            <p:cNvSpPr txBox="1"/>
            <p:nvPr/>
          </p:nvSpPr>
          <p:spPr>
            <a:xfrm>
              <a:off x="9636224" y="1721520"/>
              <a:ext cx="5760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≥2</a:t>
              </a:r>
              <a:endParaRPr lang="nl-NL" i="1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BD4484D-E03D-4715-989A-AFF1F5A19C13}"/>
                </a:ext>
              </a:extLst>
            </p:cNvPr>
            <p:cNvSpPr/>
            <p:nvPr/>
          </p:nvSpPr>
          <p:spPr>
            <a:xfrm>
              <a:off x="634206" y="2196172"/>
              <a:ext cx="5189525" cy="4445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/>
                  </a:solidFill>
                </a:rPr>
                <a:t>Intake from dietary supplements?</a:t>
              </a:r>
              <a:endParaRPr lang="nl-NL" dirty="0">
                <a:solidFill>
                  <a:schemeClr val="tx2"/>
                </a:solidFill>
              </a:endParaRPr>
            </a:p>
          </p:txBody>
        </p:sp>
        <p:sp>
          <p:nvSpPr>
            <p:cNvPr id="17" name="Arrow: Down 16">
              <a:extLst>
                <a:ext uri="{FF2B5EF4-FFF2-40B4-BE49-F238E27FC236}">
                  <a16:creationId xmlns:a16="http://schemas.microsoft.com/office/drawing/2014/main" id="{C346344A-7B8F-4BC1-AC4B-1C1C7C2474D2}"/>
                </a:ext>
              </a:extLst>
            </p:cNvPr>
            <p:cNvSpPr/>
            <p:nvPr/>
          </p:nvSpPr>
          <p:spPr>
            <a:xfrm>
              <a:off x="846138" y="2648801"/>
              <a:ext cx="216024" cy="444500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231C0C9-FA35-4A8C-A0BD-04C4780D938F}"/>
                </a:ext>
              </a:extLst>
            </p:cNvPr>
            <p:cNvSpPr/>
            <p:nvPr/>
          </p:nvSpPr>
          <p:spPr>
            <a:xfrm>
              <a:off x="67991" y="3137569"/>
              <a:ext cx="2991841" cy="4445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/>
                  </a:solidFill>
                </a:rPr>
                <a:t>Daily intakes?</a:t>
              </a:r>
              <a:endParaRPr lang="nl-NL" dirty="0">
                <a:solidFill>
                  <a:schemeClr val="tx2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59BDBE3-C353-493C-BF80-EA38DC8DF2F6}"/>
                </a:ext>
              </a:extLst>
            </p:cNvPr>
            <p:cNvSpPr txBox="1"/>
            <p:nvPr/>
          </p:nvSpPr>
          <p:spPr>
            <a:xfrm>
              <a:off x="1045953" y="2660697"/>
              <a:ext cx="5405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no</a:t>
              </a:r>
              <a:endParaRPr lang="nl-NL" i="1" dirty="0"/>
            </a:p>
          </p:txBody>
        </p:sp>
        <p:sp>
          <p:nvSpPr>
            <p:cNvPr id="22" name="Arrow: Down 21">
              <a:extLst>
                <a:ext uri="{FF2B5EF4-FFF2-40B4-BE49-F238E27FC236}">
                  <a16:creationId xmlns:a16="http://schemas.microsoft.com/office/drawing/2014/main" id="{F306587B-FF09-4941-9099-C34C5A02E002}"/>
                </a:ext>
              </a:extLst>
            </p:cNvPr>
            <p:cNvSpPr/>
            <p:nvPr/>
          </p:nvSpPr>
          <p:spPr>
            <a:xfrm>
              <a:off x="488950" y="3582069"/>
              <a:ext cx="216024" cy="1482650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9A9AC00-4ED8-4F87-9924-1ADF4C26E06B}"/>
                </a:ext>
              </a:extLst>
            </p:cNvPr>
            <p:cNvSpPr txBox="1"/>
            <p:nvPr/>
          </p:nvSpPr>
          <p:spPr>
            <a:xfrm>
              <a:off x="605868" y="3541753"/>
              <a:ext cx="6037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yes</a:t>
              </a:r>
              <a:endParaRPr lang="nl-NL" i="1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B257907-D2A7-4D3B-BFFA-EC7D4B5D7502}"/>
                </a:ext>
              </a:extLst>
            </p:cNvPr>
            <p:cNvSpPr/>
            <p:nvPr/>
          </p:nvSpPr>
          <p:spPr>
            <a:xfrm>
              <a:off x="90623" y="5066144"/>
              <a:ext cx="1241017" cy="1135404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SPADE for daily intakes</a:t>
              </a:r>
            </a:p>
            <a:p>
              <a:pPr algn="ctr"/>
              <a:r>
                <a:rPr lang="en-US" sz="1600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chapter 3</a:t>
              </a:r>
              <a:endParaRPr lang="nl-NL" sz="16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26" name="Arrow: Down 25">
              <a:extLst>
                <a:ext uri="{FF2B5EF4-FFF2-40B4-BE49-F238E27FC236}">
                  <a16:creationId xmlns:a16="http://schemas.microsoft.com/office/drawing/2014/main" id="{E099A742-A1B5-4F85-8D9D-D4B94BD27940}"/>
                </a:ext>
              </a:extLst>
            </p:cNvPr>
            <p:cNvSpPr/>
            <p:nvPr/>
          </p:nvSpPr>
          <p:spPr>
            <a:xfrm>
              <a:off x="2339752" y="3581457"/>
              <a:ext cx="216024" cy="444500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31954FD-5FB7-4D03-957C-AB6C95096F01}"/>
                </a:ext>
              </a:extLst>
            </p:cNvPr>
            <p:cNvSpPr txBox="1"/>
            <p:nvPr/>
          </p:nvSpPr>
          <p:spPr>
            <a:xfrm>
              <a:off x="2465500" y="3541753"/>
              <a:ext cx="5405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no</a:t>
              </a:r>
              <a:endParaRPr lang="nl-NL" i="1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93718EA-1E5E-4B9F-8FDA-77C4B8BB19F9}"/>
                </a:ext>
              </a:extLst>
            </p:cNvPr>
            <p:cNvSpPr/>
            <p:nvPr/>
          </p:nvSpPr>
          <p:spPr>
            <a:xfrm>
              <a:off x="1704577" y="4042132"/>
              <a:ext cx="2422477" cy="4445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/>
                  </a:solidFill>
                </a:rPr>
                <a:t>Never consumers?</a:t>
              </a:r>
              <a:endParaRPr lang="nl-NL" dirty="0">
                <a:solidFill>
                  <a:schemeClr val="tx2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EBB5642-6429-409F-BCF9-14E069997343}"/>
                </a:ext>
              </a:extLst>
            </p:cNvPr>
            <p:cNvSpPr/>
            <p:nvPr/>
          </p:nvSpPr>
          <p:spPr>
            <a:xfrm>
              <a:off x="1407497" y="5066144"/>
              <a:ext cx="1241017" cy="1142736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SPADE for episodical intakes</a:t>
              </a:r>
            </a:p>
            <a:p>
              <a:pPr algn="ctr"/>
              <a:r>
                <a:rPr lang="en-US" sz="1400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chapter 4</a:t>
              </a:r>
              <a:endParaRPr lang="nl-NL" sz="14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30" name="Arrow: Down 29">
              <a:extLst>
                <a:ext uri="{FF2B5EF4-FFF2-40B4-BE49-F238E27FC236}">
                  <a16:creationId xmlns:a16="http://schemas.microsoft.com/office/drawing/2014/main" id="{66E42F6F-200D-4116-83B2-F45A41A3FEDB}"/>
                </a:ext>
              </a:extLst>
            </p:cNvPr>
            <p:cNvSpPr/>
            <p:nvPr/>
          </p:nvSpPr>
          <p:spPr>
            <a:xfrm>
              <a:off x="1984272" y="4486631"/>
              <a:ext cx="216024" cy="580667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4D6A00B-3EAC-45D7-AC2E-D0374390565A}"/>
                </a:ext>
              </a:extLst>
            </p:cNvPr>
            <p:cNvSpPr txBox="1"/>
            <p:nvPr/>
          </p:nvSpPr>
          <p:spPr>
            <a:xfrm>
              <a:off x="2107923" y="4474408"/>
              <a:ext cx="5405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no</a:t>
              </a:r>
              <a:endParaRPr lang="nl-NL" i="1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2AE2C36-E928-48E9-AFB9-8F4A6BD6CE46}"/>
                </a:ext>
              </a:extLst>
            </p:cNvPr>
            <p:cNvSpPr/>
            <p:nvPr/>
          </p:nvSpPr>
          <p:spPr>
            <a:xfrm>
              <a:off x="2757377" y="5066144"/>
              <a:ext cx="1689236" cy="1407008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Episodical intakes + </a:t>
              </a:r>
              <a:br>
                <a:rPr lang="en-US" sz="1600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</a:br>
              <a:r>
                <a:rPr lang="en-US" sz="1600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never consumers</a:t>
              </a:r>
            </a:p>
            <a:p>
              <a:pPr algn="ctr"/>
              <a:r>
                <a:rPr lang="en-US" sz="1400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chapter 4.3</a:t>
              </a:r>
              <a:endParaRPr lang="nl-NL" sz="14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33" name="Arrow: Down 32">
              <a:extLst>
                <a:ext uri="{FF2B5EF4-FFF2-40B4-BE49-F238E27FC236}">
                  <a16:creationId xmlns:a16="http://schemas.microsoft.com/office/drawing/2014/main" id="{28C4C9C7-ED63-4D31-B213-B561CA60E12B}"/>
                </a:ext>
              </a:extLst>
            </p:cNvPr>
            <p:cNvSpPr/>
            <p:nvPr/>
          </p:nvSpPr>
          <p:spPr>
            <a:xfrm>
              <a:off x="3279772" y="4484051"/>
              <a:ext cx="216024" cy="580667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B668BA4-70B1-4312-B2CF-FA2FC4E1FD28}"/>
                </a:ext>
              </a:extLst>
            </p:cNvPr>
            <p:cNvSpPr txBox="1"/>
            <p:nvPr/>
          </p:nvSpPr>
          <p:spPr>
            <a:xfrm>
              <a:off x="3445564" y="4467695"/>
              <a:ext cx="6037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yes</a:t>
              </a:r>
              <a:endParaRPr lang="nl-NL" i="1" dirty="0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31B34E6C-F869-49F1-9928-D7F19944C772}"/>
              </a:ext>
            </a:extLst>
          </p:cNvPr>
          <p:cNvSpPr/>
          <p:nvPr/>
        </p:nvSpPr>
        <p:spPr>
          <a:xfrm>
            <a:off x="4645122" y="5066144"/>
            <a:ext cx="1709568" cy="138867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</a:rPr>
              <a:t>Episodical intakes supplements only</a:t>
            </a:r>
          </a:p>
          <a:p>
            <a:pPr algn="ctr"/>
            <a:r>
              <a:rPr lang="en-US" sz="16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chapter 5</a:t>
            </a:r>
            <a:endParaRPr lang="nl-NL" sz="16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8046AA1-F0B9-084D-5329-98C4EEE2CF01}"/>
              </a:ext>
            </a:extLst>
          </p:cNvPr>
          <p:cNvGrpSpPr/>
          <p:nvPr/>
        </p:nvGrpSpPr>
        <p:grpSpPr>
          <a:xfrm>
            <a:off x="5150235" y="2634339"/>
            <a:ext cx="1606801" cy="2417638"/>
            <a:chOff x="5150235" y="2634339"/>
            <a:chExt cx="1606801" cy="2417638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E56DAA1-1EFB-4B87-849C-75C57940EF70}"/>
                </a:ext>
              </a:extLst>
            </p:cNvPr>
            <p:cNvSpPr txBox="1"/>
            <p:nvPr/>
          </p:nvSpPr>
          <p:spPr>
            <a:xfrm>
              <a:off x="5275059" y="2640672"/>
              <a:ext cx="6037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yes</a:t>
              </a:r>
              <a:endParaRPr lang="nl-NL" i="1" dirty="0"/>
            </a:p>
          </p:txBody>
        </p:sp>
        <p:sp>
          <p:nvSpPr>
            <p:cNvPr id="36" name="Arrow: Down 35">
              <a:extLst>
                <a:ext uri="{FF2B5EF4-FFF2-40B4-BE49-F238E27FC236}">
                  <a16:creationId xmlns:a16="http://schemas.microsoft.com/office/drawing/2014/main" id="{9305AE17-C2F2-42AB-AB64-E9DD5A4622E3}"/>
                </a:ext>
              </a:extLst>
            </p:cNvPr>
            <p:cNvSpPr/>
            <p:nvPr/>
          </p:nvSpPr>
          <p:spPr>
            <a:xfrm>
              <a:off x="5150235" y="2634339"/>
              <a:ext cx="201319" cy="2417638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A60DB7A7-323E-D263-3D1F-E9C8BD5605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94152" y="3029382"/>
              <a:ext cx="1262884" cy="19251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646635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76C9D7C4-9AA4-4D44-A8A2-38248E167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206" y="314512"/>
            <a:ext cx="10923588" cy="948047"/>
          </a:xfrm>
        </p:spPr>
        <p:txBody>
          <a:bodyPr/>
          <a:lstStyle/>
          <a:p>
            <a:r>
              <a:rPr lang="en-US"/>
              <a:t>Model selection within SPADE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38D7753-BFBA-45AA-A9BB-62ECDA21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069193E-7AA7-4ACB-A103-6B984B1A4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3DCF811-9752-4AF2-895D-6778C4D8C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21</a:t>
            </a:fld>
            <a:endParaRPr lang="nl-NL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19AE674-7F63-059F-A386-35C33F2C0AEF}"/>
              </a:ext>
            </a:extLst>
          </p:cNvPr>
          <p:cNvGrpSpPr/>
          <p:nvPr/>
        </p:nvGrpSpPr>
        <p:grpSpPr>
          <a:xfrm>
            <a:off x="35273" y="1289679"/>
            <a:ext cx="11521727" cy="5235233"/>
            <a:chOff x="67991" y="1252770"/>
            <a:chExt cx="11521727" cy="5235233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231C0C9-FA35-4A8C-A0BD-04C4780D938F}"/>
                </a:ext>
              </a:extLst>
            </p:cNvPr>
            <p:cNvSpPr/>
            <p:nvPr/>
          </p:nvSpPr>
          <p:spPr>
            <a:xfrm>
              <a:off x="67991" y="3137569"/>
              <a:ext cx="2991841" cy="4445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/>
                  </a:solidFill>
                </a:rPr>
                <a:t>Daily intakes?</a:t>
              </a:r>
              <a:endParaRPr lang="nl-NL" dirty="0">
                <a:solidFill>
                  <a:schemeClr val="tx2"/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93718EA-1E5E-4B9F-8FDA-77C4B8BB19F9}"/>
                </a:ext>
              </a:extLst>
            </p:cNvPr>
            <p:cNvSpPr/>
            <p:nvPr/>
          </p:nvSpPr>
          <p:spPr>
            <a:xfrm>
              <a:off x="1704577" y="4042132"/>
              <a:ext cx="2422477" cy="4445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/>
                  </a:solidFill>
                </a:rPr>
                <a:t>Never consumers?</a:t>
              </a:r>
              <a:endParaRPr lang="nl-NL" dirty="0">
                <a:solidFill>
                  <a:schemeClr val="tx2"/>
                </a:solidFill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F9E9115-1A6A-68CA-1660-0D54ED79529F}"/>
                </a:ext>
              </a:extLst>
            </p:cNvPr>
            <p:cNvGrpSpPr/>
            <p:nvPr/>
          </p:nvGrpSpPr>
          <p:grpSpPr>
            <a:xfrm>
              <a:off x="90623" y="1252770"/>
              <a:ext cx="11499095" cy="5235233"/>
              <a:chOff x="90623" y="1252770"/>
              <a:chExt cx="11499095" cy="5235233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18A9DA5-63BE-4A2F-9B01-9954C35DEBD3}"/>
                  </a:ext>
                </a:extLst>
              </p:cNvPr>
              <p:cNvSpPr/>
              <p:nvPr/>
            </p:nvSpPr>
            <p:spPr>
              <a:xfrm>
                <a:off x="666130" y="1252770"/>
                <a:ext cx="10923588" cy="44450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2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2"/>
                    </a:solidFill>
                  </a:rPr>
                  <a:t>Number of sources of </a:t>
                </a:r>
                <a:r>
                  <a:rPr lang="en-US">
                    <a:solidFill>
                      <a:schemeClr val="tx2"/>
                    </a:solidFill>
                  </a:rPr>
                  <a:t>intake variable</a:t>
                </a:r>
                <a:endParaRPr lang="nl-NL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" name="Arrow: Down 8">
                <a:extLst>
                  <a:ext uri="{FF2B5EF4-FFF2-40B4-BE49-F238E27FC236}">
                    <a16:creationId xmlns:a16="http://schemas.microsoft.com/office/drawing/2014/main" id="{315F8E88-D19B-49D7-A693-B1922DEE9EED}"/>
                  </a:ext>
                </a:extLst>
              </p:cNvPr>
              <p:cNvSpPr/>
              <p:nvPr/>
            </p:nvSpPr>
            <p:spPr>
              <a:xfrm>
                <a:off x="2339752" y="1723392"/>
                <a:ext cx="216024" cy="444500"/>
              </a:xfrm>
              <a:prstGeom prst="downArrow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10" name="Arrow: Down 9">
                <a:extLst>
                  <a:ext uri="{FF2B5EF4-FFF2-40B4-BE49-F238E27FC236}">
                    <a16:creationId xmlns:a16="http://schemas.microsoft.com/office/drawing/2014/main" id="{BA89AB3E-A153-4A6D-A71C-192FF053C109}"/>
                  </a:ext>
                </a:extLst>
              </p:cNvPr>
              <p:cNvSpPr/>
              <p:nvPr/>
            </p:nvSpPr>
            <p:spPr>
              <a:xfrm>
                <a:off x="9420200" y="1707059"/>
                <a:ext cx="216024" cy="444500"/>
              </a:xfrm>
              <a:prstGeom prst="downArrow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BD04F1F-9CFC-4C05-90EB-0C7BF2DB3C7B}"/>
                  </a:ext>
                </a:extLst>
              </p:cNvPr>
              <p:cNvSpPr txBox="1"/>
              <p:nvPr/>
            </p:nvSpPr>
            <p:spPr>
              <a:xfrm>
                <a:off x="2555776" y="1721520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1</a:t>
                </a:r>
                <a:endParaRPr lang="nl-NL" i="1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D5CFD1B-031E-4884-985F-54334D64A1EE}"/>
                  </a:ext>
                </a:extLst>
              </p:cNvPr>
              <p:cNvSpPr txBox="1"/>
              <p:nvPr/>
            </p:nvSpPr>
            <p:spPr>
              <a:xfrm>
                <a:off x="9636224" y="1721520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≥2</a:t>
                </a:r>
                <a:endParaRPr lang="nl-NL" i="1" dirty="0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BD4484D-E03D-4715-989A-AFF1F5A19C13}"/>
                  </a:ext>
                </a:extLst>
              </p:cNvPr>
              <p:cNvSpPr/>
              <p:nvPr/>
            </p:nvSpPr>
            <p:spPr>
              <a:xfrm>
                <a:off x="634206" y="2196172"/>
                <a:ext cx="5189525" cy="44450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2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2"/>
                    </a:solidFill>
                  </a:rPr>
                  <a:t>Intake from dietary supplements?</a:t>
                </a:r>
                <a:endParaRPr lang="nl-NL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17" name="Arrow: Down 16">
                <a:extLst>
                  <a:ext uri="{FF2B5EF4-FFF2-40B4-BE49-F238E27FC236}">
                    <a16:creationId xmlns:a16="http://schemas.microsoft.com/office/drawing/2014/main" id="{C346344A-7B8F-4BC1-AC4B-1C1C7C2474D2}"/>
                  </a:ext>
                </a:extLst>
              </p:cNvPr>
              <p:cNvSpPr/>
              <p:nvPr/>
            </p:nvSpPr>
            <p:spPr>
              <a:xfrm>
                <a:off x="846138" y="2648801"/>
                <a:ext cx="216024" cy="444500"/>
              </a:xfrm>
              <a:prstGeom prst="downArrow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59BDBE3-C353-493C-BF80-EA38DC8DF2F6}"/>
                  </a:ext>
                </a:extLst>
              </p:cNvPr>
              <p:cNvSpPr txBox="1"/>
              <p:nvPr/>
            </p:nvSpPr>
            <p:spPr>
              <a:xfrm>
                <a:off x="1045953" y="2660697"/>
                <a:ext cx="5405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no</a:t>
                </a:r>
                <a:endParaRPr lang="nl-NL" i="1" dirty="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E56DAA1-1EFB-4B87-849C-75C57940EF70}"/>
                  </a:ext>
                </a:extLst>
              </p:cNvPr>
              <p:cNvSpPr txBox="1"/>
              <p:nvPr/>
            </p:nvSpPr>
            <p:spPr>
              <a:xfrm>
                <a:off x="5275059" y="2640672"/>
                <a:ext cx="6037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yes</a:t>
                </a:r>
                <a:endParaRPr lang="nl-NL" i="1" dirty="0"/>
              </a:p>
            </p:txBody>
          </p:sp>
          <p:sp>
            <p:nvSpPr>
              <p:cNvPr id="22" name="Arrow: Down 21">
                <a:extLst>
                  <a:ext uri="{FF2B5EF4-FFF2-40B4-BE49-F238E27FC236}">
                    <a16:creationId xmlns:a16="http://schemas.microsoft.com/office/drawing/2014/main" id="{F306587B-FF09-4941-9099-C34C5A02E002}"/>
                  </a:ext>
                </a:extLst>
              </p:cNvPr>
              <p:cNvSpPr/>
              <p:nvPr/>
            </p:nvSpPr>
            <p:spPr>
              <a:xfrm>
                <a:off x="488950" y="3582069"/>
                <a:ext cx="216024" cy="1482650"/>
              </a:xfrm>
              <a:prstGeom prst="downArrow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9A9AC00-4ED8-4F87-9924-1ADF4C26E06B}"/>
                  </a:ext>
                </a:extLst>
              </p:cNvPr>
              <p:cNvSpPr txBox="1"/>
              <p:nvPr/>
            </p:nvSpPr>
            <p:spPr>
              <a:xfrm>
                <a:off x="605868" y="3541753"/>
                <a:ext cx="6037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yes</a:t>
                </a:r>
                <a:endParaRPr lang="nl-NL" i="1" dirty="0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B257907-D2A7-4D3B-BFFA-EC7D4B5D7502}"/>
                  </a:ext>
                </a:extLst>
              </p:cNvPr>
              <p:cNvSpPr/>
              <p:nvPr/>
            </p:nvSpPr>
            <p:spPr>
              <a:xfrm>
                <a:off x="90623" y="5080995"/>
                <a:ext cx="1241017" cy="1135404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  <a:t>SPADE for daily intakes</a:t>
                </a:r>
              </a:p>
              <a:p>
                <a:pPr algn="ctr"/>
                <a:r>
                  <a:rPr lang="en-US" sz="1600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  <a:t>chapter 3</a:t>
                </a:r>
                <a:endParaRPr lang="nl-NL" sz="1600" dirty="0">
                  <a:solidFill>
                    <a:schemeClr val="tx2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26" name="Arrow: Down 25">
                <a:extLst>
                  <a:ext uri="{FF2B5EF4-FFF2-40B4-BE49-F238E27FC236}">
                    <a16:creationId xmlns:a16="http://schemas.microsoft.com/office/drawing/2014/main" id="{E099A742-A1B5-4F85-8D9D-D4B94BD27940}"/>
                  </a:ext>
                </a:extLst>
              </p:cNvPr>
              <p:cNvSpPr/>
              <p:nvPr/>
            </p:nvSpPr>
            <p:spPr>
              <a:xfrm>
                <a:off x="2339752" y="3581457"/>
                <a:ext cx="216024" cy="444500"/>
              </a:xfrm>
              <a:prstGeom prst="downArrow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31954FD-5FB7-4D03-957C-AB6C95096F01}"/>
                  </a:ext>
                </a:extLst>
              </p:cNvPr>
              <p:cNvSpPr txBox="1"/>
              <p:nvPr/>
            </p:nvSpPr>
            <p:spPr>
              <a:xfrm>
                <a:off x="2465500" y="3541753"/>
                <a:ext cx="5405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no</a:t>
                </a:r>
                <a:endParaRPr lang="nl-NL" i="1" dirty="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8EBB5642-6429-409F-BCF9-14E069997343}"/>
                  </a:ext>
                </a:extLst>
              </p:cNvPr>
              <p:cNvSpPr/>
              <p:nvPr/>
            </p:nvSpPr>
            <p:spPr>
              <a:xfrm>
                <a:off x="1407497" y="5080995"/>
                <a:ext cx="1241017" cy="1142736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  <a:t>SPADE for episodical intakes</a:t>
                </a:r>
              </a:p>
              <a:p>
                <a:pPr algn="ctr"/>
                <a:r>
                  <a:rPr lang="en-US" sz="1400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  <a:t>chapter 4</a:t>
                </a:r>
                <a:endParaRPr lang="nl-NL" sz="1400" dirty="0">
                  <a:solidFill>
                    <a:schemeClr val="tx2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30" name="Arrow: Down 29">
                <a:extLst>
                  <a:ext uri="{FF2B5EF4-FFF2-40B4-BE49-F238E27FC236}">
                    <a16:creationId xmlns:a16="http://schemas.microsoft.com/office/drawing/2014/main" id="{66E42F6F-200D-4116-83B2-F45A41A3FEDB}"/>
                  </a:ext>
                </a:extLst>
              </p:cNvPr>
              <p:cNvSpPr/>
              <p:nvPr/>
            </p:nvSpPr>
            <p:spPr>
              <a:xfrm>
                <a:off x="1984272" y="4486631"/>
                <a:ext cx="216024" cy="580667"/>
              </a:xfrm>
              <a:prstGeom prst="downArrow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4D6A00B-3EAC-45D7-AC2E-D0374390565A}"/>
                  </a:ext>
                </a:extLst>
              </p:cNvPr>
              <p:cNvSpPr txBox="1"/>
              <p:nvPr/>
            </p:nvSpPr>
            <p:spPr>
              <a:xfrm>
                <a:off x="2107923" y="4474408"/>
                <a:ext cx="5405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no</a:t>
                </a:r>
                <a:endParaRPr lang="nl-NL" i="1" dirty="0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2AE2C36-E928-48E9-AFB9-8F4A6BD6CE46}"/>
                  </a:ext>
                </a:extLst>
              </p:cNvPr>
              <p:cNvSpPr/>
              <p:nvPr/>
            </p:nvSpPr>
            <p:spPr>
              <a:xfrm>
                <a:off x="2757377" y="5080995"/>
                <a:ext cx="1689236" cy="1407008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  <a:t>Episodical intakes + </a:t>
                </a:r>
                <a:br>
                  <a:rPr lang="en-US" sz="1600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</a:br>
                <a:r>
                  <a:rPr lang="en-US" sz="1600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  <a:t>never consumers</a:t>
                </a:r>
              </a:p>
              <a:p>
                <a:pPr algn="ctr"/>
                <a:r>
                  <a:rPr lang="en-US" sz="1400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  <a:t>chapter 4.3</a:t>
                </a:r>
                <a:endParaRPr lang="nl-NL" sz="1400" dirty="0">
                  <a:solidFill>
                    <a:schemeClr val="tx2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33" name="Arrow: Down 32">
                <a:extLst>
                  <a:ext uri="{FF2B5EF4-FFF2-40B4-BE49-F238E27FC236}">
                    <a16:creationId xmlns:a16="http://schemas.microsoft.com/office/drawing/2014/main" id="{28C4C9C7-ED63-4D31-B213-B561CA60E12B}"/>
                  </a:ext>
                </a:extLst>
              </p:cNvPr>
              <p:cNvSpPr/>
              <p:nvPr/>
            </p:nvSpPr>
            <p:spPr>
              <a:xfrm>
                <a:off x="3279772" y="4484051"/>
                <a:ext cx="216024" cy="580667"/>
              </a:xfrm>
              <a:prstGeom prst="downArrow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B668BA4-70B1-4312-B2CF-FA2FC4E1FD28}"/>
                  </a:ext>
                </a:extLst>
              </p:cNvPr>
              <p:cNvSpPr txBox="1"/>
              <p:nvPr/>
            </p:nvSpPr>
            <p:spPr>
              <a:xfrm>
                <a:off x="3445564" y="4467695"/>
                <a:ext cx="6037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yes</a:t>
                </a:r>
                <a:endParaRPr lang="nl-NL" i="1" dirty="0"/>
              </a:p>
            </p:txBody>
          </p:sp>
          <p:sp>
            <p:nvSpPr>
              <p:cNvPr id="36" name="Arrow: Down 35">
                <a:extLst>
                  <a:ext uri="{FF2B5EF4-FFF2-40B4-BE49-F238E27FC236}">
                    <a16:creationId xmlns:a16="http://schemas.microsoft.com/office/drawing/2014/main" id="{9305AE17-C2F2-42AB-AB64-E9DD5A4622E3}"/>
                  </a:ext>
                </a:extLst>
              </p:cNvPr>
              <p:cNvSpPr/>
              <p:nvPr/>
            </p:nvSpPr>
            <p:spPr>
              <a:xfrm>
                <a:off x="5150235" y="2634339"/>
                <a:ext cx="201319" cy="2417638"/>
              </a:xfrm>
              <a:prstGeom prst="downArrow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1B34E6C-F869-49F1-9928-D7F19944C772}"/>
                  </a:ext>
                </a:extLst>
              </p:cNvPr>
              <p:cNvSpPr/>
              <p:nvPr/>
            </p:nvSpPr>
            <p:spPr>
              <a:xfrm>
                <a:off x="4645122" y="5080995"/>
                <a:ext cx="1709568" cy="138867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  <a:t>Episodical intakes supplements only</a:t>
                </a:r>
              </a:p>
              <a:p>
                <a:pPr algn="ctr"/>
                <a:r>
                  <a:rPr lang="en-US" sz="1600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  <a:t>chapter 5</a:t>
                </a:r>
                <a:endParaRPr lang="nl-NL" sz="1600" dirty="0">
                  <a:solidFill>
                    <a:schemeClr val="tx2">
                      <a:lumMod val="20000"/>
                      <a:lumOff val="80000"/>
                    </a:schemeClr>
                  </a:solidFill>
                </a:endParaRPr>
              </a:p>
            </p:txBody>
          </p:sp>
        </p:grp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CA20AC3-8BEA-4B2F-9EF0-1E125B0A5619}"/>
              </a:ext>
            </a:extLst>
          </p:cNvPr>
          <p:cNvSpPr/>
          <p:nvPr/>
        </p:nvSpPr>
        <p:spPr>
          <a:xfrm>
            <a:off x="7879556" y="2166020"/>
            <a:ext cx="3297312" cy="92672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Intake from 2 sources, </a:t>
            </a:r>
          </a:p>
          <a:p>
            <a:pPr algn="ctr"/>
            <a:r>
              <a:rPr lang="en-US" dirty="0">
                <a:solidFill>
                  <a:schemeClr val="tx2"/>
                </a:solidFill>
              </a:rPr>
              <a:t>of which 1 is dietary supplements?</a:t>
            </a:r>
            <a:endParaRPr lang="nl-NL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32516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76C9D7C4-9AA4-4D44-A8A2-38248E167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206" y="314512"/>
            <a:ext cx="10923588" cy="948047"/>
          </a:xfrm>
        </p:spPr>
        <p:txBody>
          <a:bodyPr/>
          <a:lstStyle/>
          <a:p>
            <a:r>
              <a:rPr lang="en-US"/>
              <a:t>Model selection within SPADE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38D7753-BFBA-45AA-A9BB-62ECDA21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069193E-7AA7-4ACB-A103-6B984B1A4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3DCF811-9752-4AF2-895D-6778C4D8C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22</a:t>
            </a:fld>
            <a:endParaRPr lang="nl-NL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19AE674-7F63-059F-A386-35C33F2C0AEF}"/>
              </a:ext>
            </a:extLst>
          </p:cNvPr>
          <p:cNvGrpSpPr/>
          <p:nvPr/>
        </p:nvGrpSpPr>
        <p:grpSpPr>
          <a:xfrm>
            <a:off x="35273" y="1289679"/>
            <a:ext cx="11521727" cy="5235233"/>
            <a:chOff x="67991" y="1252770"/>
            <a:chExt cx="11521727" cy="5235233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231C0C9-FA35-4A8C-A0BD-04C4780D938F}"/>
                </a:ext>
              </a:extLst>
            </p:cNvPr>
            <p:cNvSpPr/>
            <p:nvPr/>
          </p:nvSpPr>
          <p:spPr>
            <a:xfrm>
              <a:off x="67991" y="3137569"/>
              <a:ext cx="2991841" cy="4445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/>
                  </a:solidFill>
                </a:rPr>
                <a:t>Daily intakes?</a:t>
              </a:r>
              <a:endParaRPr lang="nl-NL" dirty="0">
                <a:solidFill>
                  <a:schemeClr val="tx2"/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93718EA-1E5E-4B9F-8FDA-77C4B8BB19F9}"/>
                </a:ext>
              </a:extLst>
            </p:cNvPr>
            <p:cNvSpPr/>
            <p:nvPr/>
          </p:nvSpPr>
          <p:spPr>
            <a:xfrm>
              <a:off x="1704577" y="4042132"/>
              <a:ext cx="2422477" cy="4445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/>
                  </a:solidFill>
                </a:rPr>
                <a:t>Never consumers?</a:t>
              </a:r>
              <a:endParaRPr lang="nl-NL" dirty="0">
                <a:solidFill>
                  <a:schemeClr val="tx2"/>
                </a:solidFill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F9E9115-1A6A-68CA-1660-0D54ED79529F}"/>
                </a:ext>
              </a:extLst>
            </p:cNvPr>
            <p:cNvGrpSpPr/>
            <p:nvPr/>
          </p:nvGrpSpPr>
          <p:grpSpPr>
            <a:xfrm>
              <a:off x="90623" y="1252770"/>
              <a:ext cx="11499095" cy="5235233"/>
              <a:chOff x="90623" y="1252770"/>
              <a:chExt cx="11499095" cy="5235233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18A9DA5-63BE-4A2F-9B01-9954C35DEBD3}"/>
                  </a:ext>
                </a:extLst>
              </p:cNvPr>
              <p:cNvSpPr/>
              <p:nvPr/>
            </p:nvSpPr>
            <p:spPr>
              <a:xfrm>
                <a:off x="666130" y="1252770"/>
                <a:ext cx="10923588" cy="44450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2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2"/>
                    </a:solidFill>
                  </a:rPr>
                  <a:t>Number of sources of </a:t>
                </a:r>
                <a:r>
                  <a:rPr lang="en-US">
                    <a:solidFill>
                      <a:schemeClr val="tx2"/>
                    </a:solidFill>
                  </a:rPr>
                  <a:t>intake variable</a:t>
                </a:r>
                <a:endParaRPr lang="nl-NL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" name="Arrow: Down 8">
                <a:extLst>
                  <a:ext uri="{FF2B5EF4-FFF2-40B4-BE49-F238E27FC236}">
                    <a16:creationId xmlns:a16="http://schemas.microsoft.com/office/drawing/2014/main" id="{315F8E88-D19B-49D7-A693-B1922DEE9EED}"/>
                  </a:ext>
                </a:extLst>
              </p:cNvPr>
              <p:cNvSpPr/>
              <p:nvPr/>
            </p:nvSpPr>
            <p:spPr>
              <a:xfrm>
                <a:off x="2339752" y="1723392"/>
                <a:ext cx="216024" cy="444500"/>
              </a:xfrm>
              <a:prstGeom prst="downArrow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10" name="Arrow: Down 9">
                <a:extLst>
                  <a:ext uri="{FF2B5EF4-FFF2-40B4-BE49-F238E27FC236}">
                    <a16:creationId xmlns:a16="http://schemas.microsoft.com/office/drawing/2014/main" id="{BA89AB3E-A153-4A6D-A71C-192FF053C109}"/>
                  </a:ext>
                </a:extLst>
              </p:cNvPr>
              <p:cNvSpPr/>
              <p:nvPr/>
            </p:nvSpPr>
            <p:spPr>
              <a:xfrm>
                <a:off x="9420200" y="1707059"/>
                <a:ext cx="216024" cy="444500"/>
              </a:xfrm>
              <a:prstGeom prst="downArrow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BD04F1F-9CFC-4C05-90EB-0C7BF2DB3C7B}"/>
                  </a:ext>
                </a:extLst>
              </p:cNvPr>
              <p:cNvSpPr txBox="1"/>
              <p:nvPr/>
            </p:nvSpPr>
            <p:spPr>
              <a:xfrm>
                <a:off x="2555776" y="1721520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1</a:t>
                </a:r>
                <a:endParaRPr lang="nl-NL" i="1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D5CFD1B-031E-4884-985F-54334D64A1EE}"/>
                  </a:ext>
                </a:extLst>
              </p:cNvPr>
              <p:cNvSpPr txBox="1"/>
              <p:nvPr/>
            </p:nvSpPr>
            <p:spPr>
              <a:xfrm>
                <a:off x="9636224" y="1721520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≥2</a:t>
                </a:r>
                <a:endParaRPr lang="nl-NL" i="1" dirty="0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BD4484D-E03D-4715-989A-AFF1F5A19C13}"/>
                  </a:ext>
                </a:extLst>
              </p:cNvPr>
              <p:cNvSpPr/>
              <p:nvPr/>
            </p:nvSpPr>
            <p:spPr>
              <a:xfrm>
                <a:off x="634206" y="2196172"/>
                <a:ext cx="5189525" cy="44450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2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2"/>
                    </a:solidFill>
                  </a:rPr>
                  <a:t>Intake from dietary supplements?</a:t>
                </a:r>
                <a:endParaRPr lang="nl-NL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17" name="Arrow: Down 16">
                <a:extLst>
                  <a:ext uri="{FF2B5EF4-FFF2-40B4-BE49-F238E27FC236}">
                    <a16:creationId xmlns:a16="http://schemas.microsoft.com/office/drawing/2014/main" id="{C346344A-7B8F-4BC1-AC4B-1C1C7C2474D2}"/>
                  </a:ext>
                </a:extLst>
              </p:cNvPr>
              <p:cNvSpPr/>
              <p:nvPr/>
            </p:nvSpPr>
            <p:spPr>
              <a:xfrm>
                <a:off x="846138" y="2648801"/>
                <a:ext cx="216024" cy="444500"/>
              </a:xfrm>
              <a:prstGeom prst="downArrow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59BDBE3-C353-493C-BF80-EA38DC8DF2F6}"/>
                  </a:ext>
                </a:extLst>
              </p:cNvPr>
              <p:cNvSpPr txBox="1"/>
              <p:nvPr/>
            </p:nvSpPr>
            <p:spPr>
              <a:xfrm>
                <a:off x="1045953" y="2660697"/>
                <a:ext cx="5405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no</a:t>
                </a:r>
                <a:endParaRPr lang="nl-NL" i="1" dirty="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E56DAA1-1EFB-4B87-849C-75C57940EF70}"/>
                  </a:ext>
                </a:extLst>
              </p:cNvPr>
              <p:cNvSpPr txBox="1"/>
              <p:nvPr/>
            </p:nvSpPr>
            <p:spPr>
              <a:xfrm>
                <a:off x="5275059" y="2640672"/>
                <a:ext cx="6037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yes</a:t>
                </a:r>
                <a:endParaRPr lang="nl-NL" i="1" dirty="0"/>
              </a:p>
            </p:txBody>
          </p:sp>
          <p:sp>
            <p:nvSpPr>
              <p:cNvPr id="22" name="Arrow: Down 21">
                <a:extLst>
                  <a:ext uri="{FF2B5EF4-FFF2-40B4-BE49-F238E27FC236}">
                    <a16:creationId xmlns:a16="http://schemas.microsoft.com/office/drawing/2014/main" id="{F306587B-FF09-4941-9099-C34C5A02E002}"/>
                  </a:ext>
                </a:extLst>
              </p:cNvPr>
              <p:cNvSpPr/>
              <p:nvPr/>
            </p:nvSpPr>
            <p:spPr>
              <a:xfrm>
                <a:off x="488950" y="3582069"/>
                <a:ext cx="216024" cy="1482650"/>
              </a:xfrm>
              <a:prstGeom prst="downArrow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9A9AC00-4ED8-4F87-9924-1ADF4C26E06B}"/>
                  </a:ext>
                </a:extLst>
              </p:cNvPr>
              <p:cNvSpPr txBox="1"/>
              <p:nvPr/>
            </p:nvSpPr>
            <p:spPr>
              <a:xfrm>
                <a:off x="605868" y="3541753"/>
                <a:ext cx="6037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yes</a:t>
                </a:r>
                <a:endParaRPr lang="nl-NL" i="1" dirty="0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B257907-D2A7-4D3B-BFFA-EC7D4B5D7502}"/>
                  </a:ext>
                </a:extLst>
              </p:cNvPr>
              <p:cNvSpPr/>
              <p:nvPr/>
            </p:nvSpPr>
            <p:spPr>
              <a:xfrm>
                <a:off x="90623" y="5080995"/>
                <a:ext cx="1241017" cy="1135404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  <a:t>SPADE for daily intakes</a:t>
                </a:r>
              </a:p>
              <a:p>
                <a:pPr algn="ctr"/>
                <a:r>
                  <a:rPr lang="en-US" sz="1600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  <a:t>chapter 3</a:t>
                </a:r>
                <a:endParaRPr lang="nl-NL" sz="1600" dirty="0">
                  <a:solidFill>
                    <a:schemeClr val="tx2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26" name="Arrow: Down 25">
                <a:extLst>
                  <a:ext uri="{FF2B5EF4-FFF2-40B4-BE49-F238E27FC236}">
                    <a16:creationId xmlns:a16="http://schemas.microsoft.com/office/drawing/2014/main" id="{E099A742-A1B5-4F85-8D9D-D4B94BD27940}"/>
                  </a:ext>
                </a:extLst>
              </p:cNvPr>
              <p:cNvSpPr/>
              <p:nvPr/>
            </p:nvSpPr>
            <p:spPr>
              <a:xfrm>
                <a:off x="2339752" y="3581457"/>
                <a:ext cx="216024" cy="444500"/>
              </a:xfrm>
              <a:prstGeom prst="downArrow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31954FD-5FB7-4D03-957C-AB6C95096F01}"/>
                  </a:ext>
                </a:extLst>
              </p:cNvPr>
              <p:cNvSpPr txBox="1"/>
              <p:nvPr/>
            </p:nvSpPr>
            <p:spPr>
              <a:xfrm>
                <a:off x="2465500" y="3541753"/>
                <a:ext cx="5405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no</a:t>
                </a:r>
                <a:endParaRPr lang="nl-NL" i="1" dirty="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8EBB5642-6429-409F-BCF9-14E069997343}"/>
                  </a:ext>
                </a:extLst>
              </p:cNvPr>
              <p:cNvSpPr/>
              <p:nvPr/>
            </p:nvSpPr>
            <p:spPr>
              <a:xfrm>
                <a:off x="1407497" y="5080995"/>
                <a:ext cx="1241017" cy="1142736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  <a:t>SPADE for episodical intakes</a:t>
                </a:r>
              </a:p>
              <a:p>
                <a:pPr algn="ctr"/>
                <a:r>
                  <a:rPr lang="en-US" sz="1400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  <a:t>chapter 4</a:t>
                </a:r>
                <a:endParaRPr lang="nl-NL" sz="1400" dirty="0">
                  <a:solidFill>
                    <a:schemeClr val="tx2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30" name="Arrow: Down 29">
                <a:extLst>
                  <a:ext uri="{FF2B5EF4-FFF2-40B4-BE49-F238E27FC236}">
                    <a16:creationId xmlns:a16="http://schemas.microsoft.com/office/drawing/2014/main" id="{66E42F6F-200D-4116-83B2-F45A41A3FEDB}"/>
                  </a:ext>
                </a:extLst>
              </p:cNvPr>
              <p:cNvSpPr/>
              <p:nvPr/>
            </p:nvSpPr>
            <p:spPr>
              <a:xfrm>
                <a:off x="1984272" y="4486631"/>
                <a:ext cx="216024" cy="580667"/>
              </a:xfrm>
              <a:prstGeom prst="downArrow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4D6A00B-3EAC-45D7-AC2E-D0374390565A}"/>
                  </a:ext>
                </a:extLst>
              </p:cNvPr>
              <p:cNvSpPr txBox="1"/>
              <p:nvPr/>
            </p:nvSpPr>
            <p:spPr>
              <a:xfrm>
                <a:off x="2107923" y="4474408"/>
                <a:ext cx="5405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no</a:t>
                </a:r>
                <a:endParaRPr lang="nl-NL" i="1" dirty="0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2AE2C36-E928-48E9-AFB9-8F4A6BD6CE46}"/>
                  </a:ext>
                </a:extLst>
              </p:cNvPr>
              <p:cNvSpPr/>
              <p:nvPr/>
            </p:nvSpPr>
            <p:spPr>
              <a:xfrm>
                <a:off x="2757377" y="5080995"/>
                <a:ext cx="1689236" cy="1407008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  <a:t>Episodical intakes + </a:t>
                </a:r>
                <a:br>
                  <a:rPr lang="en-US" sz="1600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</a:br>
                <a:r>
                  <a:rPr lang="en-US" sz="1600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  <a:t>never consumers</a:t>
                </a:r>
              </a:p>
              <a:p>
                <a:pPr algn="ctr"/>
                <a:r>
                  <a:rPr lang="en-US" sz="1400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  <a:t>chapter 4.3</a:t>
                </a:r>
                <a:endParaRPr lang="nl-NL" sz="1400" dirty="0">
                  <a:solidFill>
                    <a:schemeClr val="tx2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33" name="Arrow: Down 32">
                <a:extLst>
                  <a:ext uri="{FF2B5EF4-FFF2-40B4-BE49-F238E27FC236}">
                    <a16:creationId xmlns:a16="http://schemas.microsoft.com/office/drawing/2014/main" id="{28C4C9C7-ED63-4D31-B213-B561CA60E12B}"/>
                  </a:ext>
                </a:extLst>
              </p:cNvPr>
              <p:cNvSpPr/>
              <p:nvPr/>
            </p:nvSpPr>
            <p:spPr>
              <a:xfrm>
                <a:off x="3279772" y="4484051"/>
                <a:ext cx="216024" cy="580667"/>
              </a:xfrm>
              <a:prstGeom prst="downArrow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B668BA4-70B1-4312-B2CF-FA2FC4E1FD28}"/>
                  </a:ext>
                </a:extLst>
              </p:cNvPr>
              <p:cNvSpPr txBox="1"/>
              <p:nvPr/>
            </p:nvSpPr>
            <p:spPr>
              <a:xfrm>
                <a:off x="3445564" y="4467695"/>
                <a:ext cx="6037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yes</a:t>
                </a:r>
                <a:endParaRPr lang="nl-NL" i="1" dirty="0"/>
              </a:p>
            </p:txBody>
          </p:sp>
          <p:sp>
            <p:nvSpPr>
              <p:cNvPr id="36" name="Arrow: Down 35">
                <a:extLst>
                  <a:ext uri="{FF2B5EF4-FFF2-40B4-BE49-F238E27FC236}">
                    <a16:creationId xmlns:a16="http://schemas.microsoft.com/office/drawing/2014/main" id="{9305AE17-C2F2-42AB-AB64-E9DD5A4622E3}"/>
                  </a:ext>
                </a:extLst>
              </p:cNvPr>
              <p:cNvSpPr/>
              <p:nvPr/>
            </p:nvSpPr>
            <p:spPr>
              <a:xfrm>
                <a:off x="5150235" y="2634339"/>
                <a:ext cx="201319" cy="2417638"/>
              </a:xfrm>
              <a:prstGeom prst="downArrow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1B34E6C-F869-49F1-9928-D7F19944C772}"/>
                  </a:ext>
                </a:extLst>
              </p:cNvPr>
              <p:cNvSpPr/>
              <p:nvPr/>
            </p:nvSpPr>
            <p:spPr>
              <a:xfrm>
                <a:off x="4645122" y="5080995"/>
                <a:ext cx="1709568" cy="138867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  <a:t>Episodical intakes supplements only</a:t>
                </a:r>
              </a:p>
              <a:p>
                <a:pPr algn="ctr"/>
                <a:r>
                  <a:rPr lang="en-US" sz="1600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  <a:t>chapter 5</a:t>
                </a:r>
                <a:endParaRPr lang="nl-NL" sz="1600" dirty="0">
                  <a:solidFill>
                    <a:schemeClr val="tx2">
                      <a:lumMod val="20000"/>
                      <a:lumOff val="80000"/>
                    </a:schemeClr>
                  </a:solidFill>
                </a:endParaRPr>
              </a:p>
            </p:txBody>
          </p:sp>
        </p:grp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CA20AC3-8BEA-4B2F-9EF0-1E125B0A5619}"/>
              </a:ext>
            </a:extLst>
          </p:cNvPr>
          <p:cNvSpPr/>
          <p:nvPr/>
        </p:nvSpPr>
        <p:spPr>
          <a:xfrm>
            <a:off x="7879556" y="2166020"/>
            <a:ext cx="3297312" cy="92672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Intake from 2 sources, </a:t>
            </a:r>
          </a:p>
          <a:p>
            <a:pPr algn="ctr"/>
            <a:r>
              <a:rPr lang="en-US" dirty="0">
                <a:solidFill>
                  <a:schemeClr val="tx2"/>
                </a:solidFill>
              </a:rPr>
              <a:t>of which 1 is dietary supplements?</a:t>
            </a:r>
            <a:endParaRPr lang="nl-NL" dirty="0">
              <a:solidFill>
                <a:schemeClr val="tx2"/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03024EB-294F-043F-A151-786882E48932}"/>
              </a:ext>
            </a:extLst>
          </p:cNvPr>
          <p:cNvGrpSpPr/>
          <p:nvPr/>
        </p:nvGrpSpPr>
        <p:grpSpPr>
          <a:xfrm>
            <a:off x="8300303" y="3061640"/>
            <a:ext cx="2606405" cy="2019355"/>
            <a:chOff x="8264314" y="3059781"/>
            <a:chExt cx="2606405" cy="2019355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48A1DAD-A358-4D71-9C59-42298CBCB778}"/>
                </a:ext>
              </a:extLst>
            </p:cNvPr>
            <p:cNvSpPr txBox="1"/>
            <p:nvPr/>
          </p:nvSpPr>
          <p:spPr>
            <a:xfrm>
              <a:off x="10330128" y="3059781"/>
              <a:ext cx="5405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/>
                <a:t>no</a:t>
              </a:r>
              <a:endParaRPr lang="nl-NL" i="1" dirty="0"/>
            </a:p>
          </p:txBody>
        </p:sp>
        <p:sp>
          <p:nvSpPr>
            <p:cNvPr id="40" name="Arrow: Down 39">
              <a:extLst>
                <a:ext uri="{FF2B5EF4-FFF2-40B4-BE49-F238E27FC236}">
                  <a16:creationId xmlns:a16="http://schemas.microsoft.com/office/drawing/2014/main" id="{4A82348E-CC1A-4F5C-93B1-0F6DDDA51D22}"/>
                </a:ext>
              </a:extLst>
            </p:cNvPr>
            <p:cNvSpPr/>
            <p:nvPr/>
          </p:nvSpPr>
          <p:spPr>
            <a:xfrm>
              <a:off x="8522303" y="3104941"/>
              <a:ext cx="209716" cy="1974195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0A63885-8607-41EB-A102-8A977070D941}"/>
                </a:ext>
              </a:extLst>
            </p:cNvPr>
            <p:cNvSpPr txBox="1"/>
            <p:nvPr/>
          </p:nvSpPr>
          <p:spPr>
            <a:xfrm>
              <a:off x="8657274" y="3063184"/>
              <a:ext cx="6037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yes</a:t>
              </a:r>
              <a:endParaRPr lang="nl-NL" i="1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4E10F00-400D-4AAF-A836-091BE0AB435F}"/>
                </a:ext>
              </a:extLst>
            </p:cNvPr>
            <p:cNvSpPr txBox="1"/>
            <p:nvPr/>
          </p:nvSpPr>
          <p:spPr>
            <a:xfrm rot="16200000">
              <a:off x="7765563" y="3779565"/>
              <a:ext cx="133605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preferred</a:t>
              </a:r>
              <a:endParaRPr lang="nl-NL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952891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76C9D7C4-9AA4-4D44-A8A2-38248E167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206" y="314512"/>
            <a:ext cx="10923588" cy="948047"/>
          </a:xfrm>
        </p:spPr>
        <p:txBody>
          <a:bodyPr/>
          <a:lstStyle/>
          <a:p>
            <a:r>
              <a:rPr lang="en-US"/>
              <a:t>Model selection within SPADE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38D7753-BFBA-45AA-A9BB-62ECDA21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069193E-7AA7-4ACB-A103-6B984B1A4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3DCF811-9752-4AF2-895D-6778C4D8C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23</a:t>
            </a:fld>
            <a:endParaRPr lang="nl-NL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19AE674-7F63-059F-A386-35C33F2C0AEF}"/>
              </a:ext>
            </a:extLst>
          </p:cNvPr>
          <p:cNvGrpSpPr/>
          <p:nvPr/>
        </p:nvGrpSpPr>
        <p:grpSpPr>
          <a:xfrm>
            <a:off x="35273" y="1289679"/>
            <a:ext cx="11521727" cy="5235233"/>
            <a:chOff x="67991" y="1252770"/>
            <a:chExt cx="11521727" cy="5235233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231C0C9-FA35-4A8C-A0BD-04C4780D938F}"/>
                </a:ext>
              </a:extLst>
            </p:cNvPr>
            <p:cNvSpPr/>
            <p:nvPr/>
          </p:nvSpPr>
          <p:spPr>
            <a:xfrm>
              <a:off x="67991" y="3137569"/>
              <a:ext cx="2991841" cy="4445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/>
                  </a:solidFill>
                </a:rPr>
                <a:t>Daily intakes?</a:t>
              </a:r>
              <a:endParaRPr lang="nl-NL" dirty="0">
                <a:solidFill>
                  <a:schemeClr val="tx2"/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93718EA-1E5E-4B9F-8FDA-77C4B8BB19F9}"/>
                </a:ext>
              </a:extLst>
            </p:cNvPr>
            <p:cNvSpPr/>
            <p:nvPr/>
          </p:nvSpPr>
          <p:spPr>
            <a:xfrm>
              <a:off x="1704577" y="4042132"/>
              <a:ext cx="2422477" cy="4445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/>
                  </a:solidFill>
                </a:rPr>
                <a:t>Never consumers?</a:t>
              </a:r>
              <a:endParaRPr lang="nl-NL" dirty="0">
                <a:solidFill>
                  <a:schemeClr val="tx2"/>
                </a:solidFill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F9E9115-1A6A-68CA-1660-0D54ED79529F}"/>
                </a:ext>
              </a:extLst>
            </p:cNvPr>
            <p:cNvGrpSpPr/>
            <p:nvPr/>
          </p:nvGrpSpPr>
          <p:grpSpPr>
            <a:xfrm>
              <a:off x="90623" y="1252770"/>
              <a:ext cx="11499095" cy="5235233"/>
              <a:chOff x="90623" y="1252770"/>
              <a:chExt cx="11499095" cy="5235233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18A9DA5-63BE-4A2F-9B01-9954C35DEBD3}"/>
                  </a:ext>
                </a:extLst>
              </p:cNvPr>
              <p:cNvSpPr/>
              <p:nvPr/>
            </p:nvSpPr>
            <p:spPr>
              <a:xfrm>
                <a:off x="666130" y="1252770"/>
                <a:ext cx="10923588" cy="44450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2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2"/>
                    </a:solidFill>
                  </a:rPr>
                  <a:t>Number of sources of </a:t>
                </a:r>
                <a:r>
                  <a:rPr lang="en-US">
                    <a:solidFill>
                      <a:schemeClr val="tx2"/>
                    </a:solidFill>
                  </a:rPr>
                  <a:t>intake variable</a:t>
                </a:r>
                <a:endParaRPr lang="nl-NL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" name="Arrow: Down 8">
                <a:extLst>
                  <a:ext uri="{FF2B5EF4-FFF2-40B4-BE49-F238E27FC236}">
                    <a16:creationId xmlns:a16="http://schemas.microsoft.com/office/drawing/2014/main" id="{315F8E88-D19B-49D7-A693-B1922DEE9EED}"/>
                  </a:ext>
                </a:extLst>
              </p:cNvPr>
              <p:cNvSpPr/>
              <p:nvPr/>
            </p:nvSpPr>
            <p:spPr>
              <a:xfrm>
                <a:off x="2339752" y="1723392"/>
                <a:ext cx="216024" cy="444500"/>
              </a:xfrm>
              <a:prstGeom prst="downArrow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10" name="Arrow: Down 9">
                <a:extLst>
                  <a:ext uri="{FF2B5EF4-FFF2-40B4-BE49-F238E27FC236}">
                    <a16:creationId xmlns:a16="http://schemas.microsoft.com/office/drawing/2014/main" id="{BA89AB3E-A153-4A6D-A71C-192FF053C109}"/>
                  </a:ext>
                </a:extLst>
              </p:cNvPr>
              <p:cNvSpPr/>
              <p:nvPr/>
            </p:nvSpPr>
            <p:spPr>
              <a:xfrm>
                <a:off x="9420200" y="1707059"/>
                <a:ext cx="216024" cy="444500"/>
              </a:xfrm>
              <a:prstGeom prst="downArrow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BD04F1F-9CFC-4C05-90EB-0C7BF2DB3C7B}"/>
                  </a:ext>
                </a:extLst>
              </p:cNvPr>
              <p:cNvSpPr txBox="1"/>
              <p:nvPr/>
            </p:nvSpPr>
            <p:spPr>
              <a:xfrm>
                <a:off x="2555776" y="1721520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1</a:t>
                </a:r>
                <a:endParaRPr lang="nl-NL" i="1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D5CFD1B-031E-4884-985F-54334D64A1EE}"/>
                  </a:ext>
                </a:extLst>
              </p:cNvPr>
              <p:cNvSpPr txBox="1"/>
              <p:nvPr/>
            </p:nvSpPr>
            <p:spPr>
              <a:xfrm>
                <a:off x="9636224" y="1721520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≥2</a:t>
                </a:r>
                <a:endParaRPr lang="nl-NL" i="1" dirty="0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BD4484D-E03D-4715-989A-AFF1F5A19C13}"/>
                  </a:ext>
                </a:extLst>
              </p:cNvPr>
              <p:cNvSpPr/>
              <p:nvPr/>
            </p:nvSpPr>
            <p:spPr>
              <a:xfrm>
                <a:off x="634206" y="2196172"/>
                <a:ext cx="5189525" cy="44450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2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2"/>
                    </a:solidFill>
                  </a:rPr>
                  <a:t>Intake from dietary supplements?</a:t>
                </a:r>
                <a:endParaRPr lang="nl-NL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17" name="Arrow: Down 16">
                <a:extLst>
                  <a:ext uri="{FF2B5EF4-FFF2-40B4-BE49-F238E27FC236}">
                    <a16:creationId xmlns:a16="http://schemas.microsoft.com/office/drawing/2014/main" id="{C346344A-7B8F-4BC1-AC4B-1C1C7C2474D2}"/>
                  </a:ext>
                </a:extLst>
              </p:cNvPr>
              <p:cNvSpPr/>
              <p:nvPr/>
            </p:nvSpPr>
            <p:spPr>
              <a:xfrm>
                <a:off x="846138" y="2648801"/>
                <a:ext cx="216024" cy="444500"/>
              </a:xfrm>
              <a:prstGeom prst="downArrow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59BDBE3-C353-493C-BF80-EA38DC8DF2F6}"/>
                  </a:ext>
                </a:extLst>
              </p:cNvPr>
              <p:cNvSpPr txBox="1"/>
              <p:nvPr/>
            </p:nvSpPr>
            <p:spPr>
              <a:xfrm>
                <a:off x="1045953" y="2660697"/>
                <a:ext cx="5405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no</a:t>
                </a:r>
                <a:endParaRPr lang="nl-NL" i="1" dirty="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E56DAA1-1EFB-4B87-849C-75C57940EF70}"/>
                  </a:ext>
                </a:extLst>
              </p:cNvPr>
              <p:cNvSpPr txBox="1"/>
              <p:nvPr/>
            </p:nvSpPr>
            <p:spPr>
              <a:xfrm>
                <a:off x="5275059" y="2640672"/>
                <a:ext cx="6037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yes</a:t>
                </a:r>
                <a:endParaRPr lang="nl-NL" i="1" dirty="0"/>
              </a:p>
            </p:txBody>
          </p:sp>
          <p:sp>
            <p:nvSpPr>
              <p:cNvPr id="22" name="Arrow: Down 21">
                <a:extLst>
                  <a:ext uri="{FF2B5EF4-FFF2-40B4-BE49-F238E27FC236}">
                    <a16:creationId xmlns:a16="http://schemas.microsoft.com/office/drawing/2014/main" id="{F306587B-FF09-4941-9099-C34C5A02E002}"/>
                  </a:ext>
                </a:extLst>
              </p:cNvPr>
              <p:cNvSpPr/>
              <p:nvPr/>
            </p:nvSpPr>
            <p:spPr>
              <a:xfrm>
                <a:off x="488950" y="3582069"/>
                <a:ext cx="216024" cy="1482650"/>
              </a:xfrm>
              <a:prstGeom prst="downArrow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9A9AC00-4ED8-4F87-9924-1ADF4C26E06B}"/>
                  </a:ext>
                </a:extLst>
              </p:cNvPr>
              <p:cNvSpPr txBox="1"/>
              <p:nvPr/>
            </p:nvSpPr>
            <p:spPr>
              <a:xfrm>
                <a:off x="605868" y="3541753"/>
                <a:ext cx="6037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yes</a:t>
                </a:r>
                <a:endParaRPr lang="nl-NL" i="1" dirty="0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B257907-D2A7-4D3B-BFFA-EC7D4B5D7502}"/>
                  </a:ext>
                </a:extLst>
              </p:cNvPr>
              <p:cNvSpPr/>
              <p:nvPr/>
            </p:nvSpPr>
            <p:spPr>
              <a:xfrm>
                <a:off x="90623" y="5080995"/>
                <a:ext cx="1241017" cy="1135404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  <a:t>SPADE for daily intakes</a:t>
                </a:r>
              </a:p>
              <a:p>
                <a:pPr algn="ctr"/>
                <a:r>
                  <a:rPr lang="en-US" sz="1600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  <a:t>chapter 3</a:t>
                </a:r>
                <a:endParaRPr lang="nl-NL" sz="1600" dirty="0">
                  <a:solidFill>
                    <a:schemeClr val="tx2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26" name="Arrow: Down 25">
                <a:extLst>
                  <a:ext uri="{FF2B5EF4-FFF2-40B4-BE49-F238E27FC236}">
                    <a16:creationId xmlns:a16="http://schemas.microsoft.com/office/drawing/2014/main" id="{E099A742-A1B5-4F85-8D9D-D4B94BD27940}"/>
                  </a:ext>
                </a:extLst>
              </p:cNvPr>
              <p:cNvSpPr/>
              <p:nvPr/>
            </p:nvSpPr>
            <p:spPr>
              <a:xfrm>
                <a:off x="2339752" y="3581457"/>
                <a:ext cx="216024" cy="444500"/>
              </a:xfrm>
              <a:prstGeom prst="downArrow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31954FD-5FB7-4D03-957C-AB6C95096F01}"/>
                  </a:ext>
                </a:extLst>
              </p:cNvPr>
              <p:cNvSpPr txBox="1"/>
              <p:nvPr/>
            </p:nvSpPr>
            <p:spPr>
              <a:xfrm>
                <a:off x="2465500" y="3541753"/>
                <a:ext cx="5405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no</a:t>
                </a:r>
                <a:endParaRPr lang="nl-NL" i="1" dirty="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8EBB5642-6429-409F-BCF9-14E069997343}"/>
                  </a:ext>
                </a:extLst>
              </p:cNvPr>
              <p:cNvSpPr/>
              <p:nvPr/>
            </p:nvSpPr>
            <p:spPr>
              <a:xfrm>
                <a:off x="1407497" y="5080995"/>
                <a:ext cx="1241017" cy="1142736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  <a:t>SPADE for episodical intakes</a:t>
                </a:r>
              </a:p>
              <a:p>
                <a:pPr algn="ctr"/>
                <a:r>
                  <a:rPr lang="en-US" sz="1400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  <a:t>chapter 4</a:t>
                </a:r>
                <a:endParaRPr lang="nl-NL" sz="1400" dirty="0">
                  <a:solidFill>
                    <a:schemeClr val="tx2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30" name="Arrow: Down 29">
                <a:extLst>
                  <a:ext uri="{FF2B5EF4-FFF2-40B4-BE49-F238E27FC236}">
                    <a16:creationId xmlns:a16="http://schemas.microsoft.com/office/drawing/2014/main" id="{66E42F6F-200D-4116-83B2-F45A41A3FEDB}"/>
                  </a:ext>
                </a:extLst>
              </p:cNvPr>
              <p:cNvSpPr/>
              <p:nvPr/>
            </p:nvSpPr>
            <p:spPr>
              <a:xfrm>
                <a:off x="1984272" y="4486631"/>
                <a:ext cx="216024" cy="580667"/>
              </a:xfrm>
              <a:prstGeom prst="downArrow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4D6A00B-3EAC-45D7-AC2E-D0374390565A}"/>
                  </a:ext>
                </a:extLst>
              </p:cNvPr>
              <p:cNvSpPr txBox="1"/>
              <p:nvPr/>
            </p:nvSpPr>
            <p:spPr>
              <a:xfrm>
                <a:off x="2107923" y="4474408"/>
                <a:ext cx="5405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no</a:t>
                </a:r>
                <a:endParaRPr lang="nl-NL" i="1" dirty="0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2AE2C36-E928-48E9-AFB9-8F4A6BD6CE46}"/>
                  </a:ext>
                </a:extLst>
              </p:cNvPr>
              <p:cNvSpPr/>
              <p:nvPr/>
            </p:nvSpPr>
            <p:spPr>
              <a:xfrm>
                <a:off x="2757377" y="5080995"/>
                <a:ext cx="1689236" cy="1407008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  <a:t>Episodical intakes + </a:t>
                </a:r>
                <a:br>
                  <a:rPr lang="en-US" sz="1600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</a:br>
                <a:r>
                  <a:rPr lang="en-US" sz="1600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  <a:t>never consumers</a:t>
                </a:r>
              </a:p>
              <a:p>
                <a:pPr algn="ctr"/>
                <a:r>
                  <a:rPr lang="en-US" sz="1400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  <a:t>chapter 4.3</a:t>
                </a:r>
                <a:endParaRPr lang="nl-NL" sz="1400" dirty="0">
                  <a:solidFill>
                    <a:schemeClr val="tx2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33" name="Arrow: Down 32">
                <a:extLst>
                  <a:ext uri="{FF2B5EF4-FFF2-40B4-BE49-F238E27FC236}">
                    <a16:creationId xmlns:a16="http://schemas.microsoft.com/office/drawing/2014/main" id="{28C4C9C7-ED63-4D31-B213-B561CA60E12B}"/>
                  </a:ext>
                </a:extLst>
              </p:cNvPr>
              <p:cNvSpPr/>
              <p:nvPr/>
            </p:nvSpPr>
            <p:spPr>
              <a:xfrm>
                <a:off x="3279772" y="4484051"/>
                <a:ext cx="216024" cy="580667"/>
              </a:xfrm>
              <a:prstGeom prst="downArrow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B668BA4-70B1-4312-B2CF-FA2FC4E1FD28}"/>
                  </a:ext>
                </a:extLst>
              </p:cNvPr>
              <p:cNvSpPr txBox="1"/>
              <p:nvPr/>
            </p:nvSpPr>
            <p:spPr>
              <a:xfrm>
                <a:off x="3445564" y="4467695"/>
                <a:ext cx="6037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yes</a:t>
                </a:r>
                <a:endParaRPr lang="nl-NL" i="1" dirty="0"/>
              </a:p>
            </p:txBody>
          </p:sp>
          <p:sp>
            <p:nvSpPr>
              <p:cNvPr id="36" name="Arrow: Down 35">
                <a:extLst>
                  <a:ext uri="{FF2B5EF4-FFF2-40B4-BE49-F238E27FC236}">
                    <a16:creationId xmlns:a16="http://schemas.microsoft.com/office/drawing/2014/main" id="{9305AE17-C2F2-42AB-AB64-E9DD5A4622E3}"/>
                  </a:ext>
                </a:extLst>
              </p:cNvPr>
              <p:cNvSpPr/>
              <p:nvPr/>
            </p:nvSpPr>
            <p:spPr>
              <a:xfrm>
                <a:off x="5150235" y="2634339"/>
                <a:ext cx="201319" cy="2417638"/>
              </a:xfrm>
              <a:prstGeom prst="downArrow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1B34E6C-F869-49F1-9928-D7F19944C772}"/>
                  </a:ext>
                </a:extLst>
              </p:cNvPr>
              <p:cNvSpPr/>
              <p:nvPr/>
            </p:nvSpPr>
            <p:spPr>
              <a:xfrm>
                <a:off x="4645122" y="5080995"/>
                <a:ext cx="1709568" cy="138867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  <a:t>Episodical intakes supplements only</a:t>
                </a:r>
              </a:p>
              <a:p>
                <a:pPr algn="ctr"/>
                <a:r>
                  <a:rPr lang="en-US" sz="1600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  <a:t>chapter 5</a:t>
                </a:r>
                <a:endParaRPr lang="nl-NL" sz="1600" dirty="0">
                  <a:solidFill>
                    <a:schemeClr val="tx2">
                      <a:lumMod val="20000"/>
                      <a:lumOff val="80000"/>
                    </a:schemeClr>
                  </a:solidFill>
                </a:endParaRPr>
              </a:p>
            </p:txBody>
          </p:sp>
        </p:grp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E7826D92-E2AB-48F9-9885-6A583C09C69D}"/>
              </a:ext>
            </a:extLst>
          </p:cNvPr>
          <p:cNvSpPr/>
          <p:nvPr/>
        </p:nvSpPr>
        <p:spPr>
          <a:xfrm>
            <a:off x="7551151" y="5080995"/>
            <a:ext cx="1887723" cy="145244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</a:rPr>
              <a:t>SPADE for intakes from food and supplements</a:t>
            </a:r>
          </a:p>
          <a:p>
            <a:pPr algn="ctr"/>
            <a:r>
              <a:rPr lang="en-US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chapter 6</a:t>
            </a:r>
            <a:endParaRPr lang="nl-NL" sz="14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A20AC3-8BEA-4B2F-9EF0-1E125B0A5619}"/>
              </a:ext>
            </a:extLst>
          </p:cNvPr>
          <p:cNvSpPr/>
          <p:nvPr/>
        </p:nvSpPr>
        <p:spPr>
          <a:xfrm>
            <a:off x="7879556" y="2166020"/>
            <a:ext cx="3297312" cy="92672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Intake from 2 sources, </a:t>
            </a:r>
          </a:p>
          <a:p>
            <a:pPr algn="ctr"/>
            <a:r>
              <a:rPr lang="en-US" dirty="0">
                <a:solidFill>
                  <a:schemeClr val="tx2"/>
                </a:solidFill>
              </a:rPr>
              <a:t>of which 1 is dietary supplements?</a:t>
            </a:r>
            <a:endParaRPr lang="nl-NL" dirty="0">
              <a:solidFill>
                <a:schemeClr val="tx2"/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03024EB-294F-043F-A151-786882E48932}"/>
              </a:ext>
            </a:extLst>
          </p:cNvPr>
          <p:cNvGrpSpPr/>
          <p:nvPr/>
        </p:nvGrpSpPr>
        <p:grpSpPr>
          <a:xfrm>
            <a:off x="8300303" y="3061640"/>
            <a:ext cx="2606405" cy="2019355"/>
            <a:chOff x="8264314" y="3059781"/>
            <a:chExt cx="2606405" cy="2019355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48A1DAD-A358-4D71-9C59-42298CBCB778}"/>
                </a:ext>
              </a:extLst>
            </p:cNvPr>
            <p:cNvSpPr txBox="1"/>
            <p:nvPr/>
          </p:nvSpPr>
          <p:spPr>
            <a:xfrm>
              <a:off x="10330128" y="3059781"/>
              <a:ext cx="5405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/>
                <a:t>no</a:t>
              </a:r>
              <a:endParaRPr lang="nl-NL" i="1" dirty="0"/>
            </a:p>
          </p:txBody>
        </p:sp>
        <p:sp>
          <p:nvSpPr>
            <p:cNvPr id="40" name="Arrow: Down 39">
              <a:extLst>
                <a:ext uri="{FF2B5EF4-FFF2-40B4-BE49-F238E27FC236}">
                  <a16:creationId xmlns:a16="http://schemas.microsoft.com/office/drawing/2014/main" id="{4A82348E-CC1A-4F5C-93B1-0F6DDDA51D22}"/>
                </a:ext>
              </a:extLst>
            </p:cNvPr>
            <p:cNvSpPr/>
            <p:nvPr/>
          </p:nvSpPr>
          <p:spPr>
            <a:xfrm>
              <a:off x="8522303" y="3104941"/>
              <a:ext cx="209716" cy="1974195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0A63885-8607-41EB-A102-8A977070D941}"/>
                </a:ext>
              </a:extLst>
            </p:cNvPr>
            <p:cNvSpPr txBox="1"/>
            <p:nvPr/>
          </p:nvSpPr>
          <p:spPr>
            <a:xfrm>
              <a:off x="8657274" y="3063184"/>
              <a:ext cx="6037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yes</a:t>
              </a:r>
              <a:endParaRPr lang="nl-NL" i="1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4E10F00-400D-4AAF-A836-091BE0AB435F}"/>
                </a:ext>
              </a:extLst>
            </p:cNvPr>
            <p:cNvSpPr txBox="1"/>
            <p:nvPr/>
          </p:nvSpPr>
          <p:spPr>
            <a:xfrm rot="16200000">
              <a:off x="7765563" y="3779565"/>
              <a:ext cx="133605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preferred</a:t>
              </a:r>
              <a:endParaRPr lang="nl-NL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116699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ED22C6-C973-C039-21DD-DC8B507944C0}"/>
              </a:ext>
            </a:extLst>
          </p:cNvPr>
          <p:cNvSpPr/>
          <p:nvPr/>
        </p:nvSpPr>
        <p:spPr>
          <a:xfrm>
            <a:off x="7716411" y="5080995"/>
            <a:ext cx="1887723" cy="145244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</a:rPr>
              <a:t>SPADE for intakes from food and supplements</a:t>
            </a:r>
          </a:p>
          <a:p>
            <a:pPr algn="ctr"/>
            <a:r>
              <a:rPr lang="en-US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chapter 6</a:t>
            </a:r>
            <a:endParaRPr lang="nl-NL" sz="14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76C9D7C4-9AA4-4D44-A8A2-38248E167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206" y="314512"/>
            <a:ext cx="10923588" cy="948047"/>
          </a:xfrm>
        </p:spPr>
        <p:txBody>
          <a:bodyPr/>
          <a:lstStyle/>
          <a:p>
            <a:r>
              <a:rPr lang="en-US"/>
              <a:t>Model selection within SPADE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38D7753-BFBA-45AA-A9BB-62ECDA21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069193E-7AA7-4ACB-A103-6B984B1A4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3DCF811-9752-4AF2-895D-6778C4D8C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24</a:t>
            </a:fld>
            <a:endParaRPr lang="nl-NL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19AE674-7F63-059F-A386-35C33F2C0AEF}"/>
              </a:ext>
            </a:extLst>
          </p:cNvPr>
          <p:cNvGrpSpPr/>
          <p:nvPr/>
        </p:nvGrpSpPr>
        <p:grpSpPr>
          <a:xfrm>
            <a:off x="35273" y="1289679"/>
            <a:ext cx="11521727" cy="5235233"/>
            <a:chOff x="67991" y="1252770"/>
            <a:chExt cx="11521727" cy="5235233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231C0C9-FA35-4A8C-A0BD-04C4780D938F}"/>
                </a:ext>
              </a:extLst>
            </p:cNvPr>
            <p:cNvSpPr/>
            <p:nvPr/>
          </p:nvSpPr>
          <p:spPr>
            <a:xfrm>
              <a:off x="67991" y="3137569"/>
              <a:ext cx="2991841" cy="4445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/>
                  </a:solidFill>
                </a:rPr>
                <a:t>Daily intakes?</a:t>
              </a:r>
              <a:endParaRPr lang="nl-NL" dirty="0">
                <a:solidFill>
                  <a:schemeClr val="tx2"/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93718EA-1E5E-4B9F-8FDA-77C4B8BB19F9}"/>
                </a:ext>
              </a:extLst>
            </p:cNvPr>
            <p:cNvSpPr/>
            <p:nvPr/>
          </p:nvSpPr>
          <p:spPr>
            <a:xfrm>
              <a:off x="1704577" y="4042132"/>
              <a:ext cx="2422477" cy="4445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/>
                  </a:solidFill>
                </a:rPr>
                <a:t>Never consumers?</a:t>
              </a:r>
              <a:endParaRPr lang="nl-NL" dirty="0">
                <a:solidFill>
                  <a:schemeClr val="tx2"/>
                </a:solidFill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F9E9115-1A6A-68CA-1660-0D54ED79529F}"/>
                </a:ext>
              </a:extLst>
            </p:cNvPr>
            <p:cNvGrpSpPr/>
            <p:nvPr/>
          </p:nvGrpSpPr>
          <p:grpSpPr>
            <a:xfrm>
              <a:off x="90623" y="1252770"/>
              <a:ext cx="11499095" cy="5235233"/>
              <a:chOff x="90623" y="1252770"/>
              <a:chExt cx="11499095" cy="5235233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18A9DA5-63BE-4A2F-9B01-9954C35DEBD3}"/>
                  </a:ext>
                </a:extLst>
              </p:cNvPr>
              <p:cNvSpPr/>
              <p:nvPr/>
            </p:nvSpPr>
            <p:spPr>
              <a:xfrm>
                <a:off x="666130" y="1252770"/>
                <a:ext cx="10923588" cy="44450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2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2"/>
                    </a:solidFill>
                  </a:rPr>
                  <a:t>Number of sources of </a:t>
                </a:r>
                <a:r>
                  <a:rPr lang="en-US">
                    <a:solidFill>
                      <a:schemeClr val="tx2"/>
                    </a:solidFill>
                  </a:rPr>
                  <a:t>intake variable</a:t>
                </a:r>
                <a:endParaRPr lang="nl-NL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" name="Arrow: Down 8">
                <a:extLst>
                  <a:ext uri="{FF2B5EF4-FFF2-40B4-BE49-F238E27FC236}">
                    <a16:creationId xmlns:a16="http://schemas.microsoft.com/office/drawing/2014/main" id="{315F8E88-D19B-49D7-A693-B1922DEE9EED}"/>
                  </a:ext>
                </a:extLst>
              </p:cNvPr>
              <p:cNvSpPr/>
              <p:nvPr/>
            </p:nvSpPr>
            <p:spPr>
              <a:xfrm>
                <a:off x="2339752" y="1723392"/>
                <a:ext cx="216024" cy="444500"/>
              </a:xfrm>
              <a:prstGeom prst="downArrow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10" name="Arrow: Down 9">
                <a:extLst>
                  <a:ext uri="{FF2B5EF4-FFF2-40B4-BE49-F238E27FC236}">
                    <a16:creationId xmlns:a16="http://schemas.microsoft.com/office/drawing/2014/main" id="{BA89AB3E-A153-4A6D-A71C-192FF053C109}"/>
                  </a:ext>
                </a:extLst>
              </p:cNvPr>
              <p:cNvSpPr/>
              <p:nvPr/>
            </p:nvSpPr>
            <p:spPr>
              <a:xfrm>
                <a:off x="9420200" y="1707059"/>
                <a:ext cx="216024" cy="444500"/>
              </a:xfrm>
              <a:prstGeom prst="downArrow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BD04F1F-9CFC-4C05-90EB-0C7BF2DB3C7B}"/>
                  </a:ext>
                </a:extLst>
              </p:cNvPr>
              <p:cNvSpPr txBox="1"/>
              <p:nvPr/>
            </p:nvSpPr>
            <p:spPr>
              <a:xfrm>
                <a:off x="2555776" y="1721520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1</a:t>
                </a:r>
                <a:endParaRPr lang="nl-NL" i="1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D5CFD1B-031E-4884-985F-54334D64A1EE}"/>
                  </a:ext>
                </a:extLst>
              </p:cNvPr>
              <p:cNvSpPr txBox="1"/>
              <p:nvPr/>
            </p:nvSpPr>
            <p:spPr>
              <a:xfrm>
                <a:off x="9636224" y="1721520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≥2</a:t>
                </a:r>
                <a:endParaRPr lang="nl-NL" i="1" dirty="0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BD4484D-E03D-4715-989A-AFF1F5A19C13}"/>
                  </a:ext>
                </a:extLst>
              </p:cNvPr>
              <p:cNvSpPr/>
              <p:nvPr/>
            </p:nvSpPr>
            <p:spPr>
              <a:xfrm>
                <a:off x="634206" y="2196172"/>
                <a:ext cx="5189525" cy="44450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2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2"/>
                    </a:solidFill>
                  </a:rPr>
                  <a:t>Intake from dietary supplements?</a:t>
                </a:r>
                <a:endParaRPr lang="nl-NL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17" name="Arrow: Down 16">
                <a:extLst>
                  <a:ext uri="{FF2B5EF4-FFF2-40B4-BE49-F238E27FC236}">
                    <a16:creationId xmlns:a16="http://schemas.microsoft.com/office/drawing/2014/main" id="{C346344A-7B8F-4BC1-AC4B-1C1C7C2474D2}"/>
                  </a:ext>
                </a:extLst>
              </p:cNvPr>
              <p:cNvSpPr/>
              <p:nvPr/>
            </p:nvSpPr>
            <p:spPr>
              <a:xfrm>
                <a:off x="846138" y="2648801"/>
                <a:ext cx="216024" cy="444500"/>
              </a:xfrm>
              <a:prstGeom prst="downArrow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59BDBE3-C353-493C-BF80-EA38DC8DF2F6}"/>
                  </a:ext>
                </a:extLst>
              </p:cNvPr>
              <p:cNvSpPr txBox="1"/>
              <p:nvPr/>
            </p:nvSpPr>
            <p:spPr>
              <a:xfrm>
                <a:off x="1045953" y="2660697"/>
                <a:ext cx="5405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no</a:t>
                </a:r>
                <a:endParaRPr lang="nl-NL" i="1" dirty="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E56DAA1-1EFB-4B87-849C-75C57940EF70}"/>
                  </a:ext>
                </a:extLst>
              </p:cNvPr>
              <p:cNvSpPr txBox="1"/>
              <p:nvPr/>
            </p:nvSpPr>
            <p:spPr>
              <a:xfrm>
                <a:off x="5275059" y="2640672"/>
                <a:ext cx="6037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yes</a:t>
                </a:r>
                <a:endParaRPr lang="nl-NL" i="1" dirty="0"/>
              </a:p>
            </p:txBody>
          </p:sp>
          <p:sp>
            <p:nvSpPr>
              <p:cNvPr id="22" name="Arrow: Down 21">
                <a:extLst>
                  <a:ext uri="{FF2B5EF4-FFF2-40B4-BE49-F238E27FC236}">
                    <a16:creationId xmlns:a16="http://schemas.microsoft.com/office/drawing/2014/main" id="{F306587B-FF09-4941-9099-C34C5A02E002}"/>
                  </a:ext>
                </a:extLst>
              </p:cNvPr>
              <p:cNvSpPr/>
              <p:nvPr/>
            </p:nvSpPr>
            <p:spPr>
              <a:xfrm>
                <a:off x="488950" y="3582069"/>
                <a:ext cx="216024" cy="1482650"/>
              </a:xfrm>
              <a:prstGeom prst="downArrow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9A9AC00-4ED8-4F87-9924-1ADF4C26E06B}"/>
                  </a:ext>
                </a:extLst>
              </p:cNvPr>
              <p:cNvSpPr txBox="1"/>
              <p:nvPr/>
            </p:nvSpPr>
            <p:spPr>
              <a:xfrm>
                <a:off x="605868" y="3541753"/>
                <a:ext cx="6037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yes</a:t>
                </a:r>
                <a:endParaRPr lang="nl-NL" i="1" dirty="0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B257907-D2A7-4D3B-BFFA-EC7D4B5D7502}"/>
                  </a:ext>
                </a:extLst>
              </p:cNvPr>
              <p:cNvSpPr/>
              <p:nvPr/>
            </p:nvSpPr>
            <p:spPr>
              <a:xfrm>
                <a:off x="90623" y="5080995"/>
                <a:ext cx="1241017" cy="1135404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  <a:t>SPADE for daily intakes</a:t>
                </a:r>
              </a:p>
              <a:p>
                <a:pPr algn="ctr"/>
                <a:r>
                  <a:rPr lang="en-US" sz="1600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  <a:t>chapter 3</a:t>
                </a:r>
                <a:endParaRPr lang="nl-NL" sz="1600" dirty="0">
                  <a:solidFill>
                    <a:schemeClr val="tx2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26" name="Arrow: Down 25">
                <a:extLst>
                  <a:ext uri="{FF2B5EF4-FFF2-40B4-BE49-F238E27FC236}">
                    <a16:creationId xmlns:a16="http://schemas.microsoft.com/office/drawing/2014/main" id="{E099A742-A1B5-4F85-8D9D-D4B94BD27940}"/>
                  </a:ext>
                </a:extLst>
              </p:cNvPr>
              <p:cNvSpPr/>
              <p:nvPr/>
            </p:nvSpPr>
            <p:spPr>
              <a:xfrm>
                <a:off x="2339752" y="3581457"/>
                <a:ext cx="216024" cy="444500"/>
              </a:xfrm>
              <a:prstGeom prst="downArrow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31954FD-5FB7-4D03-957C-AB6C95096F01}"/>
                  </a:ext>
                </a:extLst>
              </p:cNvPr>
              <p:cNvSpPr txBox="1"/>
              <p:nvPr/>
            </p:nvSpPr>
            <p:spPr>
              <a:xfrm>
                <a:off x="2465500" y="3541753"/>
                <a:ext cx="5405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no</a:t>
                </a:r>
                <a:endParaRPr lang="nl-NL" i="1" dirty="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8EBB5642-6429-409F-BCF9-14E069997343}"/>
                  </a:ext>
                </a:extLst>
              </p:cNvPr>
              <p:cNvSpPr/>
              <p:nvPr/>
            </p:nvSpPr>
            <p:spPr>
              <a:xfrm>
                <a:off x="1407497" y="5080995"/>
                <a:ext cx="1241017" cy="1142736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  <a:t>SPADE for episodical intakes</a:t>
                </a:r>
              </a:p>
              <a:p>
                <a:pPr algn="ctr"/>
                <a:r>
                  <a:rPr lang="en-US" sz="1400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  <a:t>chapter 4</a:t>
                </a:r>
                <a:endParaRPr lang="nl-NL" sz="1400" dirty="0">
                  <a:solidFill>
                    <a:schemeClr val="tx2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30" name="Arrow: Down 29">
                <a:extLst>
                  <a:ext uri="{FF2B5EF4-FFF2-40B4-BE49-F238E27FC236}">
                    <a16:creationId xmlns:a16="http://schemas.microsoft.com/office/drawing/2014/main" id="{66E42F6F-200D-4116-83B2-F45A41A3FEDB}"/>
                  </a:ext>
                </a:extLst>
              </p:cNvPr>
              <p:cNvSpPr/>
              <p:nvPr/>
            </p:nvSpPr>
            <p:spPr>
              <a:xfrm>
                <a:off x="1984272" y="4486631"/>
                <a:ext cx="216024" cy="580667"/>
              </a:xfrm>
              <a:prstGeom prst="downArrow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4D6A00B-3EAC-45D7-AC2E-D0374390565A}"/>
                  </a:ext>
                </a:extLst>
              </p:cNvPr>
              <p:cNvSpPr txBox="1"/>
              <p:nvPr/>
            </p:nvSpPr>
            <p:spPr>
              <a:xfrm>
                <a:off x="2107923" y="4474408"/>
                <a:ext cx="5405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no</a:t>
                </a:r>
                <a:endParaRPr lang="nl-NL" i="1" dirty="0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2AE2C36-E928-48E9-AFB9-8F4A6BD6CE46}"/>
                  </a:ext>
                </a:extLst>
              </p:cNvPr>
              <p:cNvSpPr/>
              <p:nvPr/>
            </p:nvSpPr>
            <p:spPr>
              <a:xfrm>
                <a:off x="2757377" y="5080995"/>
                <a:ext cx="1689236" cy="1407008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  <a:t>Episodical intakes + </a:t>
                </a:r>
                <a:br>
                  <a:rPr lang="en-US" sz="1600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</a:br>
                <a:r>
                  <a:rPr lang="en-US" sz="1600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  <a:t>never consumers</a:t>
                </a:r>
              </a:p>
              <a:p>
                <a:pPr algn="ctr"/>
                <a:r>
                  <a:rPr lang="en-US" sz="1400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  <a:t>chapter 4.3</a:t>
                </a:r>
                <a:endParaRPr lang="nl-NL" sz="1400" dirty="0">
                  <a:solidFill>
                    <a:schemeClr val="tx2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33" name="Arrow: Down 32">
                <a:extLst>
                  <a:ext uri="{FF2B5EF4-FFF2-40B4-BE49-F238E27FC236}">
                    <a16:creationId xmlns:a16="http://schemas.microsoft.com/office/drawing/2014/main" id="{28C4C9C7-ED63-4D31-B213-B561CA60E12B}"/>
                  </a:ext>
                </a:extLst>
              </p:cNvPr>
              <p:cNvSpPr/>
              <p:nvPr/>
            </p:nvSpPr>
            <p:spPr>
              <a:xfrm>
                <a:off x="3279772" y="4484051"/>
                <a:ext cx="216024" cy="580667"/>
              </a:xfrm>
              <a:prstGeom prst="downArrow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B668BA4-70B1-4312-B2CF-FA2FC4E1FD28}"/>
                  </a:ext>
                </a:extLst>
              </p:cNvPr>
              <p:cNvSpPr txBox="1"/>
              <p:nvPr/>
            </p:nvSpPr>
            <p:spPr>
              <a:xfrm>
                <a:off x="3445564" y="4467695"/>
                <a:ext cx="6037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yes</a:t>
                </a:r>
                <a:endParaRPr lang="nl-NL" i="1" dirty="0"/>
              </a:p>
            </p:txBody>
          </p:sp>
          <p:sp>
            <p:nvSpPr>
              <p:cNvPr id="36" name="Arrow: Down 35">
                <a:extLst>
                  <a:ext uri="{FF2B5EF4-FFF2-40B4-BE49-F238E27FC236}">
                    <a16:creationId xmlns:a16="http://schemas.microsoft.com/office/drawing/2014/main" id="{9305AE17-C2F2-42AB-AB64-E9DD5A4622E3}"/>
                  </a:ext>
                </a:extLst>
              </p:cNvPr>
              <p:cNvSpPr/>
              <p:nvPr/>
            </p:nvSpPr>
            <p:spPr>
              <a:xfrm>
                <a:off x="5150235" y="2634339"/>
                <a:ext cx="201319" cy="2417638"/>
              </a:xfrm>
              <a:prstGeom prst="downArrow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1B34E6C-F869-49F1-9928-D7F19944C772}"/>
                  </a:ext>
                </a:extLst>
              </p:cNvPr>
              <p:cNvSpPr/>
              <p:nvPr/>
            </p:nvSpPr>
            <p:spPr>
              <a:xfrm>
                <a:off x="4645122" y="5080995"/>
                <a:ext cx="1709568" cy="138867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  <a:t>Episodical intakes supplements only</a:t>
                </a:r>
              </a:p>
              <a:p>
                <a:pPr algn="ctr"/>
                <a:r>
                  <a:rPr lang="en-US" sz="1600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  <a:t>chapter 5</a:t>
                </a:r>
                <a:endParaRPr lang="nl-NL" sz="1600" dirty="0">
                  <a:solidFill>
                    <a:schemeClr val="tx2">
                      <a:lumMod val="20000"/>
                      <a:lumOff val="80000"/>
                    </a:schemeClr>
                  </a:solidFill>
                </a:endParaRPr>
              </a:p>
            </p:txBody>
          </p:sp>
        </p:grp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CA20AC3-8BEA-4B2F-9EF0-1E125B0A5619}"/>
              </a:ext>
            </a:extLst>
          </p:cNvPr>
          <p:cNvSpPr/>
          <p:nvPr/>
        </p:nvSpPr>
        <p:spPr>
          <a:xfrm>
            <a:off x="7879556" y="2166020"/>
            <a:ext cx="3297312" cy="92672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Intake from 2 sources, </a:t>
            </a:r>
          </a:p>
          <a:p>
            <a:pPr algn="ctr"/>
            <a:r>
              <a:rPr lang="en-US" dirty="0">
                <a:solidFill>
                  <a:schemeClr val="tx2"/>
                </a:solidFill>
              </a:rPr>
              <a:t>of which 1 is dietary supplements?</a:t>
            </a:r>
            <a:endParaRPr lang="nl-NL" dirty="0">
              <a:solidFill>
                <a:schemeClr val="tx2"/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03024EB-294F-043F-A151-786882E48932}"/>
              </a:ext>
            </a:extLst>
          </p:cNvPr>
          <p:cNvGrpSpPr/>
          <p:nvPr/>
        </p:nvGrpSpPr>
        <p:grpSpPr>
          <a:xfrm>
            <a:off x="8300303" y="3061640"/>
            <a:ext cx="2606405" cy="2019355"/>
            <a:chOff x="8264314" y="3059781"/>
            <a:chExt cx="2606405" cy="2019355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48A1DAD-A358-4D71-9C59-42298CBCB778}"/>
                </a:ext>
              </a:extLst>
            </p:cNvPr>
            <p:cNvSpPr txBox="1"/>
            <p:nvPr/>
          </p:nvSpPr>
          <p:spPr>
            <a:xfrm>
              <a:off x="10330128" y="3059781"/>
              <a:ext cx="5405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/>
                <a:t>no</a:t>
              </a:r>
              <a:endParaRPr lang="nl-NL" i="1" dirty="0"/>
            </a:p>
          </p:txBody>
        </p:sp>
        <p:sp>
          <p:nvSpPr>
            <p:cNvPr id="40" name="Arrow: Down 39">
              <a:extLst>
                <a:ext uri="{FF2B5EF4-FFF2-40B4-BE49-F238E27FC236}">
                  <a16:creationId xmlns:a16="http://schemas.microsoft.com/office/drawing/2014/main" id="{4A82348E-CC1A-4F5C-93B1-0F6DDDA51D22}"/>
                </a:ext>
              </a:extLst>
            </p:cNvPr>
            <p:cNvSpPr/>
            <p:nvPr/>
          </p:nvSpPr>
          <p:spPr>
            <a:xfrm>
              <a:off x="8522303" y="3104941"/>
              <a:ext cx="209716" cy="1974195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0A63885-8607-41EB-A102-8A977070D941}"/>
                </a:ext>
              </a:extLst>
            </p:cNvPr>
            <p:cNvSpPr txBox="1"/>
            <p:nvPr/>
          </p:nvSpPr>
          <p:spPr>
            <a:xfrm>
              <a:off x="8657274" y="3063184"/>
              <a:ext cx="6037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yes</a:t>
              </a:r>
              <a:endParaRPr lang="nl-NL" i="1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4E10F00-400D-4AAF-A836-091BE0AB435F}"/>
                </a:ext>
              </a:extLst>
            </p:cNvPr>
            <p:cNvSpPr txBox="1"/>
            <p:nvPr/>
          </p:nvSpPr>
          <p:spPr>
            <a:xfrm rot="16200000">
              <a:off x="7765563" y="3779565"/>
              <a:ext cx="133605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preferred</a:t>
              </a:r>
              <a:endParaRPr lang="nl-NL" sz="1600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86EC023-C570-4F83-C128-D10B3BEAD83D}"/>
              </a:ext>
            </a:extLst>
          </p:cNvPr>
          <p:cNvGrpSpPr/>
          <p:nvPr/>
        </p:nvGrpSpPr>
        <p:grpSpPr>
          <a:xfrm>
            <a:off x="4624106" y="3302161"/>
            <a:ext cx="3583043" cy="2639947"/>
            <a:chOff x="4624106" y="3302161"/>
            <a:chExt cx="3583043" cy="2639947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3C972AC-AC30-4105-9D6C-D415B1DA83D2}"/>
                </a:ext>
              </a:extLst>
            </p:cNvPr>
            <p:cNvSpPr txBox="1"/>
            <p:nvPr/>
          </p:nvSpPr>
          <p:spPr>
            <a:xfrm>
              <a:off x="4624106" y="3302161"/>
              <a:ext cx="3583043" cy="175432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This model combines </a:t>
              </a:r>
              <a:br>
                <a:rPr lang="en-US" dirty="0"/>
              </a:br>
              <a:r>
                <a:rPr lang="en-US" dirty="0"/>
                <a:t> * Daily/episodical with</a:t>
              </a:r>
              <a:br>
                <a:rPr lang="en-US" dirty="0"/>
              </a:br>
              <a:r>
                <a:rPr lang="en-US" dirty="0"/>
                <a:t> * supplement model</a:t>
              </a:r>
              <a:br>
                <a:rPr lang="en-US" dirty="0"/>
              </a:br>
              <a:r>
                <a:rPr lang="en-US" dirty="0"/>
                <a:t>but </a:t>
              </a:r>
              <a:r>
                <a:rPr lang="en-US" i="1" dirty="0"/>
                <a:t>separate analyses</a:t>
              </a:r>
              <a:r>
                <a:rPr lang="en-US" dirty="0"/>
                <a:t> for </a:t>
              </a:r>
              <a:r>
                <a:rPr lang="en-US" i="1" dirty="0"/>
                <a:t>users</a:t>
              </a:r>
              <a:r>
                <a:rPr lang="en-US" dirty="0"/>
                <a:t> and </a:t>
              </a:r>
              <a:r>
                <a:rPr lang="en-US" i="1" dirty="0"/>
                <a:t>non-users</a:t>
              </a:r>
              <a:r>
                <a:rPr lang="en-US" dirty="0"/>
                <a:t> of  supplements</a:t>
              </a:r>
              <a:endParaRPr lang="nl-NL" dirty="0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8D81BE1-0557-3AD4-3686-2D2D84A44565}"/>
                </a:ext>
              </a:extLst>
            </p:cNvPr>
            <p:cNvGrpSpPr/>
            <p:nvPr/>
          </p:nvGrpSpPr>
          <p:grpSpPr>
            <a:xfrm>
              <a:off x="7033036" y="5066748"/>
              <a:ext cx="846520" cy="875360"/>
              <a:chOff x="6832076" y="5076796"/>
              <a:chExt cx="846520" cy="87536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876715D-FC67-7240-B810-D5C141B464B4}"/>
                  </a:ext>
                </a:extLst>
              </p:cNvPr>
              <p:cNvSpPr/>
              <p:nvPr/>
            </p:nvSpPr>
            <p:spPr>
              <a:xfrm>
                <a:off x="6832076" y="5076796"/>
                <a:ext cx="224385" cy="76040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15" name="Arrow: Right 14">
                <a:extLst>
                  <a:ext uri="{FF2B5EF4-FFF2-40B4-BE49-F238E27FC236}">
                    <a16:creationId xmlns:a16="http://schemas.microsoft.com/office/drawing/2014/main" id="{D98B0A92-D4AF-9723-872B-CED0CEADDC79}"/>
                  </a:ext>
                </a:extLst>
              </p:cNvPr>
              <p:cNvSpPr/>
              <p:nvPr/>
            </p:nvSpPr>
            <p:spPr>
              <a:xfrm>
                <a:off x="7053193" y="5489404"/>
                <a:ext cx="625403" cy="462752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966538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022E3F28-22C8-C9AD-78F0-FB8F11249A35}"/>
              </a:ext>
            </a:extLst>
          </p:cNvPr>
          <p:cNvSpPr/>
          <p:nvPr/>
        </p:nvSpPr>
        <p:spPr>
          <a:xfrm>
            <a:off x="7716411" y="5080995"/>
            <a:ext cx="1887723" cy="145244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</a:rPr>
              <a:t>SPADE for intakes from food and supplements</a:t>
            </a:r>
          </a:p>
          <a:p>
            <a:pPr algn="ctr"/>
            <a:r>
              <a:rPr lang="en-US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chapter 6</a:t>
            </a:r>
            <a:endParaRPr lang="nl-NL" sz="14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76C9D7C4-9AA4-4D44-A8A2-38248E167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206" y="314512"/>
            <a:ext cx="10923588" cy="948047"/>
          </a:xfrm>
        </p:spPr>
        <p:txBody>
          <a:bodyPr/>
          <a:lstStyle/>
          <a:p>
            <a:r>
              <a:rPr lang="en-US"/>
              <a:t>Model selection within SPADE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38D7753-BFBA-45AA-A9BB-62ECDA21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069193E-7AA7-4ACB-A103-6B984B1A4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3DCF811-9752-4AF2-895D-6778C4D8C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25</a:t>
            </a:fld>
            <a:endParaRPr lang="nl-NL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19AE674-7F63-059F-A386-35C33F2C0AEF}"/>
              </a:ext>
            </a:extLst>
          </p:cNvPr>
          <p:cNvGrpSpPr/>
          <p:nvPr/>
        </p:nvGrpSpPr>
        <p:grpSpPr>
          <a:xfrm>
            <a:off x="35273" y="1289679"/>
            <a:ext cx="11521727" cy="5235233"/>
            <a:chOff x="67991" y="1252770"/>
            <a:chExt cx="11521727" cy="5235233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231C0C9-FA35-4A8C-A0BD-04C4780D938F}"/>
                </a:ext>
              </a:extLst>
            </p:cNvPr>
            <p:cNvSpPr/>
            <p:nvPr/>
          </p:nvSpPr>
          <p:spPr>
            <a:xfrm>
              <a:off x="67991" y="3137569"/>
              <a:ext cx="2991841" cy="4445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/>
                  </a:solidFill>
                </a:rPr>
                <a:t>Daily intakes?</a:t>
              </a:r>
              <a:endParaRPr lang="nl-NL" dirty="0">
                <a:solidFill>
                  <a:schemeClr val="tx2"/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93718EA-1E5E-4B9F-8FDA-77C4B8BB19F9}"/>
                </a:ext>
              </a:extLst>
            </p:cNvPr>
            <p:cNvSpPr/>
            <p:nvPr/>
          </p:nvSpPr>
          <p:spPr>
            <a:xfrm>
              <a:off x="1704577" y="4042132"/>
              <a:ext cx="2422477" cy="4445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/>
                  </a:solidFill>
                </a:rPr>
                <a:t>Never consumers?</a:t>
              </a:r>
              <a:endParaRPr lang="nl-NL" dirty="0">
                <a:solidFill>
                  <a:schemeClr val="tx2"/>
                </a:solidFill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F9E9115-1A6A-68CA-1660-0D54ED79529F}"/>
                </a:ext>
              </a:extLst>
            </p:cNvPr>
            <p:cNvGrpSpPr/>
            <p:nvPr/>
          </p:nvGrpSpPr>
          <p:grpSpPr>
            <a:xfrm>
              <a:off x="90623" y="1252770"/>
              <a:ext cx="11499095" cy="5235233"/>
              <a:chOff x="90623" y="1252770"/>
              <a:chExt cx="11499095" cy="5235233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18A9DA5-63BE-4A2F-9B01-9954C35DEBD3}"/>
                  </a:ext>
                </a:extLst>
              </p:cNvPr>
              <p:cNvSpPr/>
              <p:nvPr/>
            </p:nvSpPr>
            <p:spPr>
              <a:xfrm>
                <a:off x="666130" y="1252770"/>
                <a:ext cx="10923588" cy="44450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2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2"/>
                    </a:solidFill>
                  </a:rPr>
                  <a:t>Number of sources of </a:t>
                </a:r>
                <a:r>
                  <a:rPr lang="en-US">
                    <a:solidFill>
                      <a:schemeClr val="tx2"/>
                    </a:solidFill>
                  </a:rPr>
                  <a:t>intake variable</a:t>
                </a:r>
                <a:endParaRPr lang="nl-NL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" name="Arrow: Down 8">
                <a:extLst>
                  <a:ext uri="{FF2B5EF4-FFF2-40B4-BE49-F238E27FC236}">
                    <a16:creationId xmlns:a16="http://schemas.microsoft.com/office/drawing/2014/main" id="{315F8E88-D19B-49D7-A693-B1922DEE9EED}"/>
                  </a:ext>
                </a:extLst>
              </p:cNvPr>
              <p:cNvSpPr/>
              <p:nvPr/>
            </p:nvSpPr>
            <p:spPr>
              <a:xfrm>
                <a:off x="2339752" y="1723392"/>
                <a:ext cx="216024" cy="444500"/>
              </a:xfrm>
              <a:prstGeom prst="downArrow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10" name="Arrow: Down 9">
                <a:extLst>
                  <a:ext uri="{FF2B5EF4-FFF2-40B4-BE49-F238E27FC236}">
                    <a16:creationId xmlns:a16="http://schemas.microsoft.com/office/drawing/2014/main" id="{BA89AB3E-A153-4A6D-A71C-192FF053C109}"/>
                  </a:ext>
                </a:extLst>
              </p:cNvPr>
              <p:cNvSpPr/>
              <p:nvPr/>
            </p:nvSpPr>
            <p:spPr>
              <a:xfrm>
                <a:off x="9420200" y="1707059"/>
                <a:ext cx="216024" cy="444500"/>
              </a:xfrm>
              <a:prstGeom prst="downArrow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BD04F1F-9CFC-4C05-90EB-0C7BF2DB3C7B}"/>
                  </a:ext>
                </a:extLst>
              </p:cNvPr>
              <p:cNvSpPr txBox="1"/>
              <p:nvPr/>
            </p:nvSpPr>
            <p:spPr>
              <a:xfrm>
                <a:off x="2555776" y="1721520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1</a:t>
                </a:r>
                <a:endParaRPr lang="nl-NL" i="1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D5CFD1B-031E-4884-985F-54334D64A1EE}"/>
                  </a:ext>
                </a:extLst>
              </p:cNvPr>
              <p:cNvSpPr txBox="1"/>
              <p:nvPr/>
            </p:nvSpPr>
            <p:spPr>
              <a:xfrm>
                <a:off x="9636224" y="1721520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≥2</a:t>
                </a:r>
                <a:endParaRPr lang="nl-NL" i="1" dirty="0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BD4484D-E03D-4715-989A-AFF1F5A19C13}"/>
                  </a:ext>
                </a:extLst>
              </p:cNvPr>
              <p:cNvSpPr/>
              <p:nvPr/>
            </p:nvSpPr>
            <p:spPr>
              <a:xfrm>
                <a:off x="634206" y="2196172"/>
                <a:ext cx="5189525" cy="44450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2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2"/>
                    </a:solidFill>
                  </a:rPr>
                  <a:t>Intake from dietary supplements?</a:t>
                </a:r>
                <a:endParaRPr lang="nl-NL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17" name="Arrow: Down 16">
                <a:extLst>
                  <a:ext uri="{FF2B5EF4-FFF2-40B4-BE49-F238E27FC236}">
                    <a16:creationId xmlns:a16="http://schemas.microsoft.com/office/drawing/2014/main" id="{C346344A-7B8F-4BC1-AC4B-1C1C7C2474D2}"/>
                  </a:ext>
                </a:extLst>
              </p:cNvPr>
              <p:cNvSpPr/>
              <p:nvPr/>
            </p:nvSpPr>
            <p:spPr>
              <a:xfrm>
                <a:off x="846138" y="2648801"/>
                <a:ext cx="216024" cy="444500"/>
              </a:xfrm>
              <a:prstGeom prst="downArrow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59BDBE3-C353-493C-BF80-EA38DC8DF2F6}"/>
                  </a:ext>
                </a:extLst>
              </p:cNvPr>
              <p:cNvSpPr txBox="1"/>
              <p:nvPr/>
            </p:nvSpPr>
            <p:spPr>
              <a:xfrm>
                <a:off x="1045953" y="2660697"/>
                <a:ext cx="5405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no</a:t>
                </a:r>
                <a:endParaRPr lang="nl-NL" i="1" dirty="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E56DAA1-1EFB-4B87-849C-75C57940EF70}"/>
                  </a:ext>
                </a:extLst>
              </p:cNvPr>
              <p:cNvSpPr txBox="1"/>
              <p:nvPr/>
            </p:nvSpPr>
            <p:spPr>
              <a:xfrm>
                <a:off x="5275059" y="2640672"/>
                <a:ext cx="6037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yes</a:t>
                </a:r>
                <a:endParaRPr lang="nl-NL" i="1" dirty="0"/>
              </a:p>
            </p:txBody>
          </p:sp>
          <p:sp>
            <p:nvSpPr>
              <p:cNvPr id="22" name="Arrow: Down 21">
                <a:extLst>
                  <a:ext uri="{FF2B5EF4-FFF2-40B4-BE49-F238E27FC236}">
                    <a16:creationId xmlns:a16="http://schemas.microsoft.com/office/drawing/2014/main" id="{F306587B-FF09-4941-9099-C34C5A02E002}"/>
                  </a:ext>
                </a:extLst>
              </p:cNvPr>
              <p:cNvSpPr/>
              <p:nvPr/>
            </p:nvSpPr>
            <p:spPr>
              <a:xfrm>
                <a:off x="488950" y="3582069"/>
                <a:ext cx="216024" cy="1482650"/>
              </a:xfrm>
              <a:prstGeom prst="downArrow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9A9AC00-4ED8-4F87-9924-1ADF4C26E06B}"/>
                  </a:ext>
                </a:extLst>
              </p:cNvPr>
              <p:cNvSpPr txBox="1"/>
              <p:nvPr/>
            </p:nvSpPr>
            <p:spPr>
              <a:xfrm>
                <a:off x="605868" y="3541753"/>
                <a:ext cx="6037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yes</a:t>
                </a:r>
                <a:endParaRPr lang="nl-NL" i="1" dirty="0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B257907-D2A7-4D3B-BFFA-EC7D4B5D7502}"/>
                  </a:ext>
                </a:extLst>
              </p:cNvPr>
              <p:cNvSpPr/>
              <p:nvPr/>
            </p:nvSpPr>
            <p:spPr>
              <a:xfrm>
                <a:off x="90623" y="5080995"/>
                <a:ext cx="1241017" cy="1135404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  <a:t>SPADE for daily intakes</a:t>
                </a:r>
              </a:p>
              <a:p>
                <a:pPr algn="ctr"/>
                <a:r>
                  <a:rPr lang="en-US" sz="1600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  <a:t>chapter 3</a:t>
                </a:r>
                <a:endParaRPr lang="nl-NL" sz="1600" dirty="0">
                  <a:solidFill>
                    <a:schemeClr val="tx2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26" name="Arrow: Down 25">
                <a:extLst>
                  <a:ext uri="{FF2B5EF4-FFF2-40B4-BE49-F238E27FC236}">
                    <a16:creationId xmlns:a16="http://schemas.microsoft.com/office/drawing/2014/main" id="{E099A742-A1B5-4F85-8D9D-D4B94BD27940}"/>
                  </a:ext>
                </a:extLst>
              </p:cNvPr>
              <p:cNvSpPr/>
              <p:nvPr/>
            </p:nvSpPr>
            <p:spPr>
              <a:xfrm>
                <a:off x="2339752" y="3581457"/>
                <a:ext cx="216024" cy="444500"/>
              </a:xfrm>
              <a:prstGeom prst="downArrow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31954FD-5FB7-4D03-957C-AB6C95096F01}"/>
                  </a:ext>
                </a:extLst>
              </p:cNvPr>
              <p:cNvSpPr txBox="1"/>
              <p:nvPr/>
            </p:nvSpPr>
            <p:spPr>
              <a:xfrm>
                <a:off x="2465500" y="3541753"/>
                <a:ext cx="5405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no</a:t>
                </a:r>
                <a:endParaRPr lang="nl-NL" i="1" dirty="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8EBB5642-6429-409F-BCF9-14E069997343}"/>
                  </a:ext>
                </a:extLst>
              </p:cNvPr>
              <p:cNvSpPr/>
              <p:nvPr/>
            </p:nvSpPr>
            <p:spPr>
              <a:xfrm>
                <a:off x="1407497" y="5080995"/>
                <a:ext cx="1241017" cy="1142736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  <a:t>SPADE for episodical intakes</a:t>
                </a:r>
              </a:p>
              <a:p>
                <a:pPr algn="ctr"/>
                <a:r>
                  <a:rPr lang="en-US" sz="1400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  <a:t>chapter 4</a:t>
                </a:r>
                <a:endParaRPr lang="nl-NL" sz="1400" dirty="0">
                  <a:solidFill>
                    <a:schemeClr val="tx2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30" name="Arrow: Down 29">
                <a:extLst>
                  <a:ext uri="{FF2B5EF4-FFF2-40B4-BE49-F238E27FC236}">
                    <a16:creationId xmlns:a16="http://schemas.microsoft.com/office/drawing/2014/main" id="{66E42F6F-200D-4116-83B2-F45A41A3FEDB}"/>
                  </a:ext>
                </a:extLst>
              </p:cNvPr>
              <p:cNvSpPr/>
              <p:nvPr/>
            </p:nvSpPr>
            <p:spPr>
              <a:xfrm>
                <a:off x="1984272" y="4486631"/>
                <a:ext cx="216024" cy="580667"/>
              </a:xfrm>
              <a:prstGeom prst="downArrow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4D6A00B-3EAC-45D7-AC2E-D0374390565A}"/>
                  </a:ext>
                </a:extLst>
              </p:cNvPr>
              <p:cNvSpPr txBox="1"/>
              <p:nvPr/>
            </p:nvSpPr>
            <p:spPr>
              <a:xfrm>
                <a:off x="2107923" y="4474408"/>
                <a:ext cx="5405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no</a:t>
                </a:r>
                <a:endParaRPr lang="nl-NL" i="1" dirty="0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2AE2C36-E928-48E9-AFB9-8F4A6BD6CE46}"/>
                  </a:ext>
                </a:extLst>
              </p:cNvPr>
              <p:cNvSpPr/>
              <p:nvPr/>
            </p:nvSpPr>
            <p:spPr>
              <a:xfrm>
                <a:off x="2757377" y="5080995"/>
                <a:ext cx="1689236" cy="1407008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  <a:t>Episodical intakes + </a:t>
                </a:r>
                <a:br>
                  <a:rPr lang="en-US" sz="1600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</a:br>
                <a:r>
                  <a:rPr lang="en-US" sz="1600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  <a:t>never consumers</a:t>
                </a:r>
              </a:p>
              <a:p>
                <a:pPr algn="ctr"/>
                <a:r>
                  <a:rPr lang="en-US" sz="1400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  <a:t>chapter 4.3</a:t>
                </a:r>
                <a:endParaRPr lang="nl-NL" sz="1400" dirty="0">
                  <a:solidFill>
                    <a:schemeClr val="tx2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33" name="Arrow: Down 32">
                <a:extLst>
                  <a:ext uri="{FF2B5EF4-FFF2-40B4-BE49-F238E27FC236}">
                    <a16:creationId xmlns:a16="http://schemas.microsoft.com/office/drawing/2014/main" id="{28C4C9C7-ED63-4D31-B213-B561CA60E12B}"/>
                  </a:ext>
                </a:extLst>
              </p:cNvPr>
              <p:cNvSpPr/>
              <p:nvPr/>
            </p:nvSpPr>
            <p:spPr>
              <a:xfrm>
                <a:off x="3279772" y="4484051"/>
                <a:ext cx="216024" cy="580667"/>
              </a:xfrm>
              <a:prstGeom prst="downArrow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B668BA4-70B1-4312-B2CF-FA2FC4E1FD28}"/>
                  </a:ext>
                </a:extLst>
              </p:cNvPr>
              <p:cNvSpPr txBox="1"/>
              <p:nvPr/>
            </p:nvSpPr>
            <p:spPr>
              <a:xfrm>
                <a:off x="3445564" y="4467695"/>
                <a:ext cx="6037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yes</a:t>
                </a:r>
                <a:endParaRPr lang="nl-NL" i="1" dirty="0"/>
              </a:p>
            </p:txBody>
          </p:sp>
          <p:sp>
            <p:nvSpPr>
              <p:cNvPr id="36" name="Arrow: Down 35">
                <a:extLst>
                  <a:ext uri="{FF2B5EF4-FFF2-40B4-BE49-F238E27FC236}">
                    <a16:creationId xmlns:a16="http://schemas.microsoft.com/office/drawing/2014/main" id="{9305AE17-C2F2-42AB-AB64-E9DD5A4622E3}"/>
                  </a:ext>
                </a:extLst>
              </p:cNvPr>
              <p:cNvSpPr/>
              <p:nvPr/>
            </p:nvSpPr>
            <p:spPr>
              <a:xfrm>
                <a:off x="5150235" y="2634339"/>
                <a:ext cx="201319" cy="2417638"/>
              </a:xfrm>
              <a:prstGeom prst="downArrow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1B34E6C-F869-49F1-9928-D7F19944C772}"/>
                  </a:ext>
                </a:extLst>
              </p:cNvPr>
              <p:cNvSpPr/>
              <p:nvPr/>
            </p:nvSpPr>
            <p:spPr>
              <a:xfrm>
                <a:off x="4645122" y="5080995"/>
                <a:ext cx="1709568" cy="138867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  <a:t>Episodical intakes supplements only</a:t>
                </a:r>
              </a:p>
              <a:p>
                <a:pPr algn="ctr"/>
                <a:r>
                  <a:rPr lang="en-US" sz="1600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  <a:t>chapter 5</a:t>
                </a:r>
                <a:endParaRPr lang="nl-NL" sz="1600" dirty="0">
                  <a:solidFill>
                    <a:schemeClr val="tx2">
                      <a:lumMod val="20000"/>
                      <a:lumOff val="80000"/>
                    </a:schemeClr>
                  </a:solidFill>
                </a:endParaRPr>
              </a:p>
            </p:txBody>
          </p:sp>
        </p:grp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42A314DB-A406-412F-98F4-9A66058F6779}"/>
              </a:ext>
            </a:extLst>
          </p:cNvPr>
          <p:cNvSpPr/>
          <p:nvPr/>
        </p:nvSpPr>
        <p:spPr>
          <a:xfrm>
            <a:off x="9716087" y="5080995"/>
            <a:ext cx="1359370" cy="144391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</a:rPr>
              <a:t>SPADE for multiple sources</a:t>
            </a:r>
          </a:p>
          <a:p>
            <a:pPr algn="ctr"/>
            <a:endParaRPr lang="en-US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pPr algn="ctr"/>
            <a:r>
              <a:rPr lang="en-US" sz="16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chapter 7</a:t>
            </a:r>
            <a:endParaRPr lang="nl-NL" sz="16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4" name="Arrow: Down 43">
            <a:extLst>
              <a:ext uri="{FF2B5EF4-FFF2-40B4-BE49-F238E27FC236}">
                <a16:creationId xmlns:a16="http://schemas.microsoft.com/office/drawing/2014/main" id="{14A99F86-A458-445C-AC63-FE368CBFD540}"/>
              </a:ext>
            </a:extLst>
          </p:cNvPr>
          <p:cNvSpPr/>
          <p:nvPr/>
        </p:nvSpPr>
        <p:spPr>
          <a:xfrm rot="19683585">
            <a:off x="9277429" y="3250707"/>
            <a:ext cx="201320" cy="1927761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A20AC3-8BEA-4B2F-9EF0-1E125B0A5619}"/>
              </a:ext>
            </a:extLst>
          </p:cNvPr>
          <p:cNvSpPr/>
          <p:nvPr/>
        </p:nvSpPr>
        <p:spPr>
          <a:xfrm>
            <a:off x="7879556" y="2166020"/>
            <a:ext cx="3297312" cy="92672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Intake from 2 sources, </a:t>
            </a:r>
          </a:p>
          <a:p>
            <a:pPr algn="ctr"/>
            <a:r>
              <a:rPr lang="en-US" dirty="0">
                <a:solidFill>
                  <a:schemeClr val="tx2"/>
                </a:solidFill>
              </a:rPr>
              <a:t>of which 1 is dietary supplements?</a:t>
            </a:r>
            <a:endParaRPr lang="nl-NL" dirty="0">
              <a:solidFill>
                <a:schemeClr val="tx2"/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03024EB-294F-043F-A151-786882E48932}"/>
              </a:ext>
            </a:extLst>
          </p:cNvPr>
          <p:cNvGrpSpPr/>
          <p:nvPr/>
        </p:nvGrpSpPr>
        <p:grpSpPr>
          <a:xfrm>
            <a:off x="8300303" y="3061640"/>
            <a:ext cx="2606405" cy="2019355"/>
            <a:chOff x="8264314" y="3059781"/>
            <a:chExt cx="2606405" cy="2019355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48A1DAD-A358-4D71-9C59-42298CBCB778}"/>
                </a:ext>
              </a:extLst>
            </p:cNvPr>
            <p:cNvSpPr txBox="1"/>
            <p:nvPr/>
          </p:nvSpPr>
          <p:spPr>
            <a:xfrm>
              <a:off x="10330128" y="3059781"/>
              <a:ext cx="5405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/>
                <a:t>no</a:t>
              </a:r>
              <a:endParaRPr lang="nl-NL" i="1" dirty="0"/>
            </a:p>
          </p:txBody>
        </p:sp>
        <p:sp>
          <p:nvSpPr>
            <p:cNvPr id="40" name="Arrow: Down 39">
              <a:extLst>
                <a:ext uri="{FF2B5EF4-FFF2-40B4-BE49-F238E27FC236}">
                  <a16:creationId xmlns:a16="http://schemas.microsoft.com/office/drawing/2014/main" id="{4A82348E-CC1A-4F5C-93B1-0F6DDDA51D22}"/>
                </a:ext>
              </a:extLst>
            </p:cNvPr>
            <p:cNvSpPr/>
            <p:nvPr/>
          </p:nvSpPr>
          <p:spPr>
            <a:xfrm>
              <a:off x="8522303" y="3104941"/>
              <a:ext cx="209716" cy="1974195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0A63885-8607-41EB-A102-8A977070D941}"/>
                </a:ext>
              </a:extLst>
            </p:cNvPr>
            <p:cNvSpPr txBox="1"/>
            <p:nvPr/>
          </p:nvSpPr>
          <p:spPr>
            <a:xfrm>
              <a:off x="8657274" y="3063184"/>
              <a:ext cx="6037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yes</a:t>
              </a:r>
              <a:endParaRPr lang="nl-NL" i="1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4E10F00-400D-4AAF-A836-091BE0AB435F}"/>
                </a:ext>
              </a:extLst>
            </p:cNvPr>
            <p:cNvSpPr txBox="1"/>
            <p:nvPr/>
          </p:nvSpPr>
          <p:spPr>
            <a:xfrm rot="16200000">
              <a:off x="7765563" y="3779565"/>
              <a:ext cx="133605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preferred</a:t>
              </a:r>
              <a:endParaRPr lang="nl-NL" sz="1600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86EC023-C570-4F83-C128-D10B3BEAD83D}"/>
              </a:ext>
            </a:extLst>
          </p:cNvPr>
          <p:cNvGrpSpPr/>
          <p:nvPr/>
        </p:nvGrpSpPr>
        <p:grpSpPr>
          <a:xfrm>
            <a:off x="4624106" y="3302161"/>
            <a:ext cx="3583043" cy="2639947"/>
            <a:chOff x="4624106" y="3302161"/>
            <a:chExt cx="3583043" cy="2639947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3C972AC-AC30-4105-9D6C-D415B1DA83D2}"/>
                </a:ext>
              </a:extLst>
            </p:cNvPr>
            <p:cNvSpPr txBox="1"/>
            <p:nvPr/>
          </p:nvSpPr>
          <p:spPr>
            <a:xfrm>
              <a:off x="4624106" y="3302161"/>
              <a:ext cx="3583043" cy="175432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This model combines </a:t>
              </a:r>
              <a:br>
                <a:rPr lang="en-US" dirty="0"/>
              </a:br>
              <a:r>
                <a:rPr lang="en-US" dirty="0"/>
                <a:t> * Daily/episodical food with</a:t>
              </a:r>
              <a:br>
                <a:rPr lang="en-US" dirty="0"/>
              </a:br>
              <a:r>
                <a:rPr lang="en-US" dirty="0"/>
                <a:t> * supplement model</a:t>
              </a:r>
              <a:br>
                <a:rPr lang="en-US" dirty="0"/>
              </a:br>
              <a:r>
                <a:rPr lang="en-US" dirty="0"/>
                <a:t>but </a:t>
              </a:r>
              <a:r>
                <a:rPr lang="en-US" i="1" dirty="0"/>
                <a:t>separate analyses</a:t>
              </a:r>
              <a:r>
                <a:rPr lang="en-US" dirty="0"/>
                <a:t> for </a:t>
              </a:r>
              <a:r>
                <a:rPr lang="en-US" i="1" dirty="0"/>
                <a:t>users</a:t>
              </a:r>
              <a:r>
                <a:rPr lang="en-US" dirty="0"/>
                <a:t> and </a:t>
              </a:r>
              <a:r>
                <a:rPr lang="en-US" i="1" dirty="0"/>
                <a:t>non-users</a:t>
              </a:r>
              <a:r>
                <a:rPr lang="en-US" dirty="0"/>
                <a:t> of  supplements</a:t>
              </a:r>
              <a:endParaRPr lang="nl-NL" dirty="0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8D81BE1-0557-3AD4-3686-2D2D84A44565}"/>
                </a:ext>
              </a:extLst>
            </p:cNvPr>
            <p:cNvGrpSpPr/>
            <p:nvPr/>
          </p:nvGrpSpPr>
          <p:grpSpPr>
            <a:xfrm>
              <a:off x="7033036" y="5066748"/>
              <a:ext cx="846520" cy="875360"/>
              <a:chOff x="6832076" y="5076796"/>
              <a:chExt cx="846520" cy="87536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876715D-FC67-7240-B810-D5C141B464B4}"/>
                  </a:ext>
                </a:extLst>
              </p:cNvPr>
              <p:cNvSpPr/>
              <p:nvPr/>
            </p:nvSpPr>
            <p:spPr>
              <a:xfrm>
                <a:off x="6832076" y="5076796"/>
                <a:ext cx="224385" cy="76040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15" name="Arrow: Right 14">
                <a:extLst>
                  <a:ext uri="{FF2B5EF4-FFF2-40B4-BE49-F238E27FC236}">
                    <a16:creationId xmlns:a16="http://schemas.microsoft.com/office/drawing/2014/main" id="{D98B0A92-D4AF-9723-872B-CED0CEADDC79}"/>
                  </a:ext>
                </a:extLst>
              </p:cNvPr>
              <p:cNvSpPr/>
              <p:nvPr/>
            </p:nvSpPr>
            <p:spPr>
              <a:xfrm>
                <a:off x="7053193" y="5489404"/>
                <a:ext cx="625403" cy="462752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353423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76C9D7C4-9AA4-4D44-A8A2-38248E167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206" y="314512"/>
            <a:ext cx="10923588" cy="948047"/>
          </a:xfrm>
        </p:spPr>
        <p:txBody>
          <a:bodyPr/>
          <a:lstStyle/>
          <a:p>
            <a:r>
              <a:rPr lang="en-US"/>
              <a:t>Model selection within SPADE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38D7753-BFBA-45AA-A9BB-62ECDA21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069193E-7AA7-4ACB-A103-6B984B1A4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3DCF811-9752-4AF2-895D-6778C4D8C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26</a:t>
            </a:fld>
            <a:endParaRPr lang="nl-NL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C4E8DCA-1D74-DD60-A841-D1D4D7640F80}"/>
              </a:ext>
            </a:extLst>
          </p:cNvPr>
          <p:cNvGrpSpPr/>
          <p:nvPr/>
        </p:nvGrpSpPr>
        <p:grpSpPr>
          <a:xfrm>
            <a:off x="10202171" y="3059781"/>
            <a:ext cx="668548" cy="1976824"/>
            <a:chOff x="10202171" y="3059781"/>
            <a:chExt cx="668548" cy="1976824"/>
          </a:xfrm>
        </p:grpSpPr>
        <p:sp>
          <p:nvSpPr>
            <p:cNvPr id="41" name="Arrow: Down 40">
              <a:extLst>
                <a:ext uri="{FF2B5EF4-FFF2-40B4-BE49-F238E27FC236}">
                  <a16:creationId xmlns:a16="http://schemas.microsoft.com/office/drawing/2014/main" id="{B60FC1C0-E582-40F2-A89D-C28F13E3E9DE}"/>
                </a:ext>
              </a:extLst>
            </p:cNvPr>
            <p:cNvSpPr/>
            <p:nvPr/>
          </p:nvSpPr>
          <p:spPr>
            <a:xfrm>
              <a:off x="10202171" y="3108844"/>
              <a:ext cx="201320" cy="1927761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48A1DAD-A358-4D71-9C59-42298CBCB778}"/>
                </a:ext>
              </a:extLst>
            </p:cNvPr>
            <p:cNvSpPr txBox="1"/>
            <p:nvPr/>
          </p:nvSpPr>
          <p:spPr>
            <a:xfrm>
              <a:off x="10330128" y="3059781"/>
              <a:ext cx="5405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no</a:t>
              </a:r>
              <a:endParaRPr lang="nl-NL" i="1" dirty="0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10A63885-8607-41EB-A102-8A977070D941}"/>
              </a:ext>
            </a:extLst>
          </p:cNvPr>
          <p:cNvSpPr txBox="1"/>
          <p:nvPr/>
        </p:nvSpPr>
        <p:spPr>
          <a:xfrm>
            <a:off x="8657274" y="3063184"/>
            <a:ext cx="60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yes</a:t>
            </a:r>
            <a:endParaRPr lang="nl-NL" i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EF6A9F8-4198-4DFF-BCFF-9DAC2B48EDCB}"/>
              </a:ext>
            </a:extLst>
          </p:cNvPr>
          <p:cNvSpPr txBox="1"/>
          <p:nvPr/>
        </p:nvSpPr>
        <p:spPr>
          <a:xfrm rot="16200000">
            <a:off x="7765563" y="3779565"/>
            <a:ext cx="13360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preferred</a:t>
            </a:r>
            <a:endParaRPr lang="nl-NL" sz="16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AEA2F3A-2385-2E06-AA16-59FB76B1E2D0}"/>
              </a:ext>
            </a:extLst>
          </p:cNvPr>
          <p:cNvGrpSpPr/>
          <p:nvPr/>
        </p:nvGrpSpPr>
        <p:grpSpPr>
          <a:xfrm>
            <a:off x="67991" y="1262559"/>
            <a:ext cx="11489803" cy="5247063"/>
            <a:chOff x="67991" y="1262559"/>
            <a:chExt cx="11489803" cy="52470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18A9DA5-63BE-4A2F-9B01-9954C35DEBD3}"/>
                </a:ext>
              </a:extLst>
            </p:cNvPr>
            <p:cNvSpPr/>
            <p:nvPr/>
          </p:nvSpPr>
          <p:spPr>
            <a:xfrm>
              <a:off x="634206" y="1262559"/>
              <a:ext cx="10923588" cy="4445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/>
                  </a:solidFill>
                </a:rPr>
                <a:t>Number of sources of intake variable</a:t>
              </a:r>
              <a:endParaRPr lang="nl-NL" dirty="0">
                <a:solidFill>
                  <a:schemeClr val="tx2"/>
                </a:solidFill>
              </a:endParaRPr>
            </a:p>
          </p:txBody>
        </p:sp>
        <p:sp>
          <p:nvSpPr>
            <p:cNvPr id="9" name="Arrow: Down 8">
              <a:extLst>
                <a:ext uri="{FF2B5EF4-FFF2-40B4-BE49-F238E27FC236}">
                  <a16:creationId xmlns:a16="http://schemas.microsoft.com/office/drawing/2014/main" id="{315F8E88-D19B-49D7-A693-B1922DEE9EED}"/>
                </a:ext>
              </a:extLst>
            </p:cNvPr>
            <p:cNvSpPr/>
            <p:nvPr/>
          </p:nvSpPr>
          <p:spPr>
            <a:xfrm>
              <a:off x="2339752" y="1723392"/>
              <a:ext cx="216024" cy="444500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" name="Arrow: Down 9">
              <a:extLst>
                <a:ext uri="{FF2B5EF4-FFF2-40B4-BE49-F238E27FC236}">
                  <a16:creationId xmlns:a16="http://schemas.microsoft.com/office/drawing/2014/main" id="{BA89AB3E-A153-4A6D-A71C-192FF053C109}"/>
                </a:ext>
              </a:extLst>
            </p:cNvPr>
            <p:cNvSpPr/>
            <p:nvPr/>
          </p:nvSpPr>
          <p:spPr>
            <a:xfrm>
              <a:off x="9420200" y="1707059"/>
              <a:ext cx="216024" cy="444500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BD04F1F-9CFC-4C05-90EB-0C7BF2DB3C7B}"/>
                </a:ext>
              </a:extLst>
            </p:cNvPr>
            <p:cNvSpPr txBox="1"/>
            <p:nvPr/>
          </p:nvSpPr>
          <p:spPr>
            <a:xfrm>
              <a:off x="2555776" y="1721520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1</a:t>
              </a:r>
              <a:endParaRPr lang="nl-NL" i="1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D5CFD1B-031E-4884-985F-54334D64A1EE}"/>
                </a:ext>
              </a:extLst>
            </p:cNvPr>
            <p:cNvSpPr txBox="1"/>
            <p:nvPr/>
          </p:nvSpPr>
          <p:spPr>
            <a:xfrm>
              <a:off x="9636224" y="1721520"/>
              <a:ext cx="5760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≥2</a:t>
              </a:r>
              <a:endParaRPr lang="nl-NL" i="1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BD4484D-E03D-4715-989A-AFF1F5A19C13}"/>
                </a:ext>
              </a:extLst>
            </p:cNvPr>
            <p:cNvSpPr/>
            <p:nvPr/>
          </p:nvSpPr>
          <p:spPr>
            <a:xfrm>
              <a:off x="634206" y="2196172"/>
              <a:ext cx="5189525" cy="4445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/>
                  </a:solidFill>
                </a:rPr>
                <a:t>Intake from dietary supplements?</a:t>
              </a:r>
              <a:endParaRPr lang="nl-NL" dirty="0">
                <a:solidFill>
                  <a:schemeClr val="tx2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CA20AC3-8BEA-4B2F-9EF0-1E125B0A5619}"/>
                </a:ext>
              </a:extLst>
            </p:cNvPr>
            <p:cNvSpPr/>
            <p:nvPr/>
          </p:nvSpPr>
          <p:spPr>
            <a:xfrm>
              <a:off x="7879556" y="2166020"/>
              <a:ext cx="3297312" cy="92672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/>
                  </a:solidFill>
                </a:rPr>
                <a:t>Intake from 2 sources, </a:t>
              </a:r>
            </a:p>
            <a:p>
              <a:pPr algn="ctr"/>
              <a:r>
                <a:rPr lang="en-US" dirty="0">
                  <a:solidFill>
                    <a:schemeClr val="tx2"/>
                  </a:solidFill>
                </a:rPr>
                <a:t>of which 1 is dietary supplements?</a:t>
              </a:r>
              <a:endParaRPr lang="nl-NL" dirty="0">
                <a:solidFill>
                  <a:schemeClr val="tx2"/>
                </a:solidFill>
              </a:endParaRPr>
            </a:p>
          </p:txBody>
        </p:sp>
        <p:sp>
          <p:nvSpPr>
            <p:cNvPr id="17" name="Arrow: Down 16">
              <a:extLst>
                <a:ext uri="{FF2B5EF4-FFF2-40B4-BE49-F238E27FC236}">
                  <a16:creationId xmlns:a16="http://schemas.microsoft.com/office/drawing/2014/main" id="{C346344A-7B8F-4BC1-AC4B-1C1C7C2474D2}"/>
                </a:ext>
              </a:extLst>
            </p:cNvPr>
            <p:cNvSpPr/>
            <p:nvPr/>
          </p:nvSpPr>
          <p:spPr>
            <a:xfrm>
              <a:off x="846138" y="2648801"/>
              <a:ext cx="216024" cy="444500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231C0C9-FA35-4A8C-A0BD-04C4780D938F}"/>
                </a:ext>
              </a:extLst>
            </p:cNvPr>
            <p:cNvSpPr/>
            <p:nvPr/>
          </p:nvSpPr>
          <p:spPr>
            <a:xfrm>
              <a:off x="67991" y="3137569"/>
              <a:ext cx="2991841" cy="4445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/>
                  </a:solidFill>
                </a:rPr>
                <a:t>Daily intakes?</a:t>
              </a:r>
              <a:endParaRPr lang="nl-NL" dirty="0">
                <a:solidFill>
                  <a:schemeClr val="tx2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59BDBE3-C353-493C-BF80-EA38DC8DF2F6}"/>
                </a:ext>
              </a:extLst>
            </p:cNvPr>
            <p:cNvSpPr txBox="1"/>
            <p:nvPr/>
          </p:nvSpPr>
          <p:spPr>
            <a:xfrm>
              <a:off x="1045953" y="2660697"/>
              <a:ext cx="5405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no</a:t>
              </a:r>
              <a:endParaRPr lang="nl-NL" i="1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E56DAA1-1EFB-4B87-849C-75C57940EF70}"/>
                </a:ext>
              </a:extLst>
            </p:cNvPr>
            <p:cNvSpPr txBox="1"/>
            <p:nvPr/>
          </p:nvSpPr>
          <p:spPr>
            <a:xfrm>
              <a:off x="5275059" y="2640672"/>
              <a:ext cx="6037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yes</a:t>
              </a:r>
              <a:endParaRPr lang="nl-NL" i="1" dirty="0"/>
            </a:p>
          </p:txBody>
        </p:sp>
        <p:sp>
          <p:nvSpPr>
            <p:cNvPr id="22" name="Arrow: Down 21">
              <a:extLst>
                <a:ext uri="{FF2B5EF4-FFF2-40B4-BE49-F238E27FC236}">
                  <a16:creationId xmlns:a16="http://schemas.microsoft.com/office/drawing/2014/main" id="{F306587B-FF09-4941-9099-C34C5A02E002}"/>
                </a:ext>
              </a:extLst>
            </p:cNvPr>
            <p:cNvSpPr/>
            <p:nvPr/>
          </p:nvSpPr>
          <p:spPr>
            <a:xfrm>
              <a:off x="488950" y="3582069"/>
              <a:ext cx="216024" cy="1482650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9A9AC00-4ED8-4F87-9924-1ADF4C26E06B}"/>
                </a:ext>
              </a:extLst>
            </p:cNvPr>
            <p:cNvSpPr txBox="1"/>
            <p:nvPr/>
          </p:nvSpPr>
          <p:spPr>
            <a:xfrm>
              <a:off x="605868" y="3541753"/>
              <a:ext cx="6037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yes</a:t>
              </a:r>
              <a:endParaRPr lang="nl-NL" i="1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B257907-D2A7-4D3B-BFFA-EC7D4B5D7502}"/>
                </a:ext>
              </a:extLst>
            </p:cNvPr>
            <p:cNvSpPr/>
            <p:nvPr/>
          </p:nvSpPr>
          <p:spPr>
            <a:xfrm>
              <a:off x="126326" y="5057176"/>
              <a:ext cx="1241017" cy="1135404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SPADE for daily intakes</a:t>
              </a:r>
            </a:p>
            <a:p>
              <a:pPr algn="ctr"/>
              <a:r>
                <a:rPr lang="en-US" sz="1600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chapter 3</a:t>
              </a:r>
              <a:endParaRPr lang="nl-NL" sz="16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26" name="Arrow: Down 25">
              <a:extLst>
                <a:ext uri="{FF2B5EF4-FFF2-40B4-BE49-F238E27FC236}">
                  <a16:creationId xmlns:a16="http://schemas.microsoft.com/office/drawing/2014/main" id="{E099A742-A1B5-4F85-8D9D-D4B94BD27940}"/>
                </a:ext>
              </a:extLst>
            </p:cNvPr>
            <p:cNvSpPr/>
            <p:nvPr/>
          </p:nvSpPr>
          <p:spPr>
            <a:xfrm>
              <a:off x="2339752" y="3581457"/>
              <a:ext cx="216024" cy="444500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31954FD-5FB7-4D03-957C-AB6C95096F01}"/>
                </a:ext>
              </a:extLst>
            </p:cNvPr>
            <p:cNvSpPr txBox="1"/>
            <p:nvPr/>
          </p:nvSpPr>
          <p:spPr>
            <a:xfrm>
              <a:off x="2465500" y="3541753"/>
              <a:ext cx="5405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no</a:t>
              </a:r>
              <a:endParaRPr lang="nl-NL" i="1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93718EA-1E5E-4B9F-8FDA-77C4B8BB19F9}"/>
                </a:ext>
              </a:extLst>
            </p:cNvPr>
            <p:cNvSpPr/>
            <p:nvPr/>
          </p:nvSpPr>
          <p:spPr>
            <a:xfrm>
              <a:off x="1704577" y="4042132"/>
              <a:ext cx="2422477" cy="4445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/>
                  </a:solidFill>
                </a:rPr>
                <a:t>Never consumers?</a:t>
              </a:r>
              <a:endParaRPr lang="nl-NL" dirty="0">
                <a:solidFill>
                  <a:schemeClr val="tx2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EBB5642-6429-409F-BCF9-14E069997343}"/>
                </a:ext>
              </a:extLst>
            </p:cNvPr>
            <p:cNvSpPr/>
            <p:nvPr/>
          </p:nvSpPr>
          <p:spPr>
            <a:xfrm>
              <a:off x="1443200" y="5057176"/>
              <a:ext cx="1241017" cy="1142736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SPADE for episodical intakes</a:t>
              </a:r>
            </a:p>
            <a:p>
              <a:pPr algn="ctr"/>
              <a:r>
                <a:rPr lang="en-US" sz="1400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chapter 4</a:t>
              </a:r>
              <a:endParaRPr lang="nl-NL" sz="14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30" name="Arrow: Down 29">
              <a:extLst>
                <a:ext uri="{FF2B5EF4-FFF2-40B4-BE49-F238E27FC236}">
                  <a16:creationId xmlns:a16="http://schemas.microsoft.com/office/drawing/2014/main" id="{66E42F6F-200D-4116-83B2-F45A41A3FEDB}"/>
                </a:ext>
              </a:extLst>
            </p:cNvPr>
            <p:cNvSpPr/>
            <p:nvPr/>
          </p:nvSpPr>
          <p:spPr>
            <a:xfrm>
              <a:off x="1984272" y="4486631"/>
              <a:ext cx="216024" cy="580667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4D6A00B-3EAC-45D7-AC2E-D0374390565A}"/>
                </a:ext>
              </a:extLst>
            </p:cNvPr>
            <p:cNvSpPr txBox="1"/>
            <p:nvPr/>
          </p:nvSpPr>
          <p:spPr>
            <a:xfrm>
              <a:off x="2107923" y="4474408"/>
              <a:ext cx="5405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no</a:t>
              </a:r>
              <a:endParaRPr lang="nl-NL" i="1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2AE2C36-E928-48E9-AFB9-8F4A6BD6CE46}"/>
                </a:ext>
              </a:extLst>
            </p:cNvPr>
            <p:cNvSpPr/>
            <p:nvPr/>
          </p:nvSpPr>
          <p:spPr>
            <a:xfrm>
              <a:off x="2793080" y="5057176"/>
              <a:ext cx="1689236" cy="1407008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Episodical intakes + </a:t>
              </a:r>
              <a:br>
                <a:rPr lang="en-US" sz="1600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</a:br>
              <a:r>
                <a:rPr lang="en-US" sz="1600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never consumers</a:t>
              </a:r>
            </a:p>
            <a:p>
              <a:pPr algn="ctr"/>
              <a:r>
                <a:rPr lang="en-US" sz="1400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chapter 4.3</a:t>
              </a:r>
              <a:endParaRPr lang="nl-NL" sz="14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33" name="Arrow: Down 32">
              <a:extLst>
                <a:ext uri="{FF2B5EF4-FFF2-40B4-BE49-F238E27FC236}">
                  <a16:creationId xmlns:a16="http://schemas.microsoft.com/office/drawing/2014/main" id="{28C4C9C7-ED63-4D31-B213-B561CA60E12B}"/>
                </a:ext>
              </a:extLst>
            </p:cNvPr>
            <p:cNvSpPr/>
            <p:nvPr/>
          </p:nvSpPr>
          <p:spPr>
            <a:xfrm>
              <a:off x="3279772" y="4484051"/>
              <a:ext cx="216024" cy="580667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B668BA4-70B1-4312-B2CF-FA2FC4E1FD28}"/>
                </a:ext>
              </a:extLst>
            </p:cNvPr>
            <p:cNvSpPr txBox="1"/>
            <p:nvPr/>
          </p:nvSpPr>
          <p:spPr>
            <a:xfrm>
              <a:off x="3445564" y="4467695"/>
              <a:ext cx="6037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yes</a:t>
              </a:r>
              <a:endParaRPr lang="nl-NL" i="1" dirty="0"/>
            </a:p>
          </p:txBody>
        </p:sp>
        <p:sp>
          <p:nvSpPr>
            <p:cNvPr id="36" name="Arrow: Down 35">
              <a:extLst>
                <a:ext uri="{FF2B5EF4-FFF2-40B4-BE49-F238E27FC236}">
                  <a16:creationId xmlns:a16="http://schemas.microsoft.com/office/drawing/2014/main" id="{9305AE17-C2F2-42AB-AB64-E9DD5A4622E3}"/>
                </a:ext>
              </a:extLst>
            </p:cNvPr>
            <p:cNvSpPr/>
            <p:nvPr/>
          </p:nvSpPr>
          <p:spPr>
            <a:xfrm>
              <a:off x="5150235" y="2634339"/>
              <a:ext cx="201319" cy="2417638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1B34E6C-F869-49F1-9928-D7F19944C772}"/>
                </a:ext>
              </a:extLst>
            </p:cNvPr>
            <p:cNvSpPr/>
            <p:nvPr/>
          </p:nvSpPr>
          <p:spPr>
            <a:xfrm>
              <a:off x="4645122" y="5057176"/>
              <a:ext cx="1709568" cy="138867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Episodical intakes supplements only</a:t>
              </a:r>
            </a:p>
            <a:p>
              <a:pPr algn="ctr"/>
              <a:r>
                <a:rPr lang="en-US" sz="1600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chapter 5</a:t>
              </a:r>
              <a:endParaRPr lang="nl-NL" sz="16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7826D92-E2AB-48F9-9885-6A583C09C69D}"/>
                </a:ext>
              </a:extLst>
            </p:cNvPr>
            <p:cNvSpPr/>
            <p:nvPr/>
          </p:nvSpPr>
          <p:spPr>
            <a:xfrm>
              <a:off x="8225126" y="5057176"/>
              <a:ext cx="1213748" cy="1452446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3-part model</a:t>
              </a:r>
            </a:p>
            <a:p>
              <a:pPr algn="ctr"/>
              <a:endParaRPr lang="en-US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  <a:p>
              <a:pPr algn="ctr"/>
              <a:endParaRPr lang="en-US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  <a:p>
              <a:pPr algn="ctr"/>
              <a:r>
                <a:rPr lang="en-US" sz="160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chapter 6</a:t>
              </a:r>
              <a:endParaRPr lang="nl-NL" sz="16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42A314DB-A406-412F-98F4-9A66058F6779}"/>
                </a:ext>
              </a:extLst>
            </p:cNvPr>
            <p:cNvSpPr/>
            <p:nvPr/>
          </p:nvSpPr>
          <p:spPr>
            <a:xfrm>
              <a:off x="9738121" y="5057176"/>
              <a:ext cx="1359370" cy="1443917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SPADE for multiple sources</a:t>
              </a:r>
            </a:p>
            <a:p>
              <a:pPr algn="ctr"/>
              <a:endParaRPr lang="en-US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  <a:p>
              <a:pPr algn="ctr"/>
              <a:r>
                <a:rPr lang="en-US" sz="1600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chapter 7</a:t>
              </a:r>
              <a:endParaRPr lang="nl-NL" sz="16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40" name="Arrow: Down 39">
              <a:extLst>
                <a:ext uri="{FF2B5EF4-FFF2-40B4-BE49-F238E27FC236}">
                  <a16:creationId xmlns:a16="http://schemas.microsoft.com/office/drawing/2014/main" id="{4A82348E-CC1A-4F5C-93B1-0F6DDDA51D22}"/>
                </a:ext>
              </a:extLst>
            </p:cNvPr>
            <p:cNvSpPr/>
            <p:nvPr/>
          </p:nvSpPr>
          <p:spPr>
            <a:xfrm>
              <a:off x="8502207" y="3091518"/>
              <a:ext cx="201320" cy="1927761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6" name="Arrow: Down 45">
              <a:extLst>
                <a:ext uri="{FF2B5EF4-FFF2-40B4-BE49-F238E27FC236}">
                  <a16:creationId xmlns:a16="http://schemas.microsoft.com/office/drawing/2014/main" id="{F292A73F-A188-4EDC-82FA-52D9D43A6C7A}"/>
                </a:ext>
              </a:extLst>
            </p:cNvPr>
            <p:cNvSpPr/>
            <p:nvPr/>
          </p:nvSpPr>
          <p:spPr>
            <a:xfrm rot="19683585">
              <a:off x="9277429" y="3250707"/>
              <a:ext cx="201320" cy="1927761"/>
            </a:xfrm>
            <a:prstGeom prst="downArrow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FA933CD-C839-F16D-1581-DEC499BBCFE8}"/>
              </a:ext>
            </a:extLst>
          </p:cNvPr>
          <p:cNvSpPr/>
          <p:nvPr/>
        </p:nvSpPr>
        <p:spPr>
          <a:xfrm>
            <a:off x="7716411" y="5080995"/>
            <a:ext cx="1887723" cy="145244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</a:rPr>
              <a:t>SPADE for intakes from food and supplements</a:t>
            </a:r>
          </a:p>
          <a:p>
            <a:pPr algn="ctr"/>
            <a:r>
              <a:rPr lang="en-US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chapter 6</a:t>
            </a:r>
            <a:endParaRPr lang="nl-NL" sz="14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47134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76C9D7C4-9AA4-4D44-A8A2-38248E167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206" y="314512"/>
            <a:ext cx="10923588" cy="948047"/>
          </a:xfrm>
        </p:spPr>
        <p:txBody>
          <a:bodyPr/>
          <a:lstStyle/>
          <a:p>
            <a:r>
              <a:rPr lang="en-US"/>
              <a:t>Model selection within SPADE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38D7753-BFBA-45AA-A9BB-62ECDA21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069193E-7AA7-4ACB-A103-6B984B1A4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3DCF811-9752-4AF2-895D-6778C4D8C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27</a:t>
            </a:fld>
            <a:endParaRPr lang="nl-NL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C4E8DCA-1D74-DD60-A841-D1D4D7640F80}"/>
              </a:ext>
            </a:extLst>
          </p:cNvPr>
          <p:cNvGrpSpPr/>
          <p:nvPr/>
        </p:nvGrpSpPr>
        <p:grpSpPr>
          <a:xfrm>
            <a:off x="10202171" y="3059781"/>
            <a:ext cx="668548" cy="1976824"/>
            <a:chOff x="10202171" y="3059781"/>
            <a:chExt cx="668548" cy="1976824"/>
          </a:xfrm>
        </p:grpSpPr>
        <p:sp>
          <p:nvSpPr>
            <p:cNvPr id="41" name="Arrow: Down 40">
              <a:extLst>
                <a:ext uri="{FF2B5EF4-FFF2-40B4-BE49-F238E27FC236}">
                  <a16:creationId xmlns:a16="http://schemas.microsoft.com/office/drawing/2014/main" id="{B60FC1C0-E582-40F2-A89D-C28F13E3E9DE}"/>
                </a:ext>
              </a:extLst>
            </p:cNvPr>
            <p:cNvSpPr/>
            <p:nvPr/>
          </p:nvSpPr>
          <p:spPr>
            <a:xfrm>
              <a:off x="10202171" y="3108844"/>
              <a:ext cx="201320" cy="1927761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48A1DAD-A358-4D71-9C59-42298CBCB778}"/>
                </a:ext>
              </a:extLst>
            </p:cNvPr>
            <p:cNvSpPr txBox="1"/>
            <p:nvPr/>
          </p:nvSpPr>
          <p:spPr>
            <a:xfrm>
              <a:off x="10330128" y="3059781"/>
              <a:ext cx="5405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no</a:t>
              </a:r>
              <a:endParaRPr lang="nl-NL" i="1" dirty="0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10A63885-8607-41EB-A102-8A977070D941}"/>
              </a:ext>
            </a:extLst>
          </p:cNvPr>
          <p:cNvSpPr txBox="1"/>
          <p:nvPr/>
        </p:nvSpPr>
        <p:spPr>
          <a:xfrm>
            <a:off x="8657274" y="3063184"/>
            <a:ext cx="60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yes</a:t>
            </a:r>
            <a:endParaRPr lang="nl-NL" i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EF6A9F8-4198-4DFF-BCFF-9DAC2B48EDCB}"/>
              </a:ext>
            </a:extLst>
          </p:cNvPr>
          <p:cNvSpPr txBox="1"/>
          <p:nvPr/>
        </p:nvSpPr>
        <p:spPr>
          <a:xfrm rot="16200000">
            <a:off x="7765563" y="3779565"/>
            <a:ext cx="13360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preferred</a:t>
            </a:r>
            <a:endParaRPr lang="nl-NL" sz="16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AEA2F3A-2385-2E06-AA16-59FB76B1E2D0}"/>
              </a:ext>
            </a:extLst>
          </p:cNvPr>
          <p:cNvGrpSpPr/>
          <p:nvPr/>
        </p:nvGrpSpPr>
        <p:grpSpPr>
          <a:xfrm>
            <a:off x="67991" y="1262559"/>
            <a:ext cx="11489803" cy="5247063"/>
            <a:chOff x="67991" y="1262559"/>
            <a:chExt cx="11489803" cy="52470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18A9DA5-63BE-4A2F-9B01-9954C35DEBD3}"/>
                </a:ext>
              </a:extLst>
            </p:cNvPr>
            <p:cNvSpPr/>
            <p:nvPr/>
          </p:nvSpPr>
          <p:spPr>
            <a:xfrm>
              <a:off x="634206" y="1262559"/>
              <a:ext cx="10923588" cy="4445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/>
                  </a:solidFill>
                </a:rPr>
                <a:t>Number of sources of intake variable</a:t>
              </a:r>
              <a:endParaRPr lang="nl-NL" dirty="0">
                <a:solidFill>
                  <a:schemeClr val="tx2"/>
                </a:solidFill>
              </a:endParaRPr>
            </a:p>
          </p:txBody>
        </p:sp>
        <p:sp>
          <p:nvSpPr>
            <p:cNvPr id="9" name="Arrow: Down 8">
              <a:extLst>
                <a:ext uri="{FF2B5EF4-FFF2-40B4-BE49-F238E27FC236}">
                  <a16:creationId xmlns:a16="http://schemas.microsoft.com/office/drawing/2014/main" id="{315F8E88-D19B-49D7-A693-B1922DEE9EED}"/>
                </a:ext>
              </a:extLst>
            </p:cNvPr>
            <p:cNvSpPr/>
            <p:nvPr/>
          </p:nvSpPr>
          <p:spPr>
            <a:xfrm>
              <a:off x="2339752" y="1723392"/>
              <a:ext cx="216024" cy="444500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" name="Arrow: Down 9">
              <a:extLst>
                <a:ext uri="{FF2B5EF4-FFF2-40B4-BE49-F238E27FC236}">
                  <a16:creationId xmlns:a16="http://schemas.microsoft.com/office/drawing/2014/main" id="{BA89AB3E-A153-4A6D-A71C-192FF053C109}"/>
                </a:ext>
              </a:extLst>
            </p:cNvPr>
            <p:cNvSpPr/>
            <p:nvPr/>
          </p:nvSpPr>
          <p:spPr>
            <a:xfrm>
              <a:off x="9420200" y="1707059"/>
              <a:ext cx="216024" cy="444500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BD04F1F-9CFC-4C05-90EB-0C7BF2DB3C7B}"/>
                </a:ext>
              </a:extLst>
            </p:cNvPr>
            <p:cNvSpPr txBox="1"/>
            <p:nvPr/>
          </p:nvSpPr>
          <p:spPr>
            <a:xfrm>
              <a:off x="2555776" y="1721520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1</a:t>
              </a:r>
              <a:endParaRPr lang="nl-NL" i="1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D5CFD1B-031E-4884-985F-54334D64A1EE}"/>
                </a:ext>
              </a:extLst>
            </p:cNvPr>
            <p:cNvSpPr txBox="1"/>
            <p:nvPr/>
          </p:nvSpPr>
          <p:spPr>
            <a:xfrm>
              <a:off x="9636224" y="1721520"/>
              <a:ext cx="5760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≥2</a:t>
              </a:r>
              <a:endParaRPr lang="nl-NL" i="1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BD4484D-E03D-4715-989A-AFF1F5A19C13}"/>
                </a:ext>
              </a:extLst>
            </p:cNvPr>
            <p:cNvSpPr/>
            <p:nvPr/>
          </p:nvSpPr>
          <p:spPr>
            <a:xfrm>
              <a:off x="634206" y="2196172"/>
              <a:ext cx="5189525" cy="4445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/>
                  </a:solidFill>
                </a:rPr>
                <a:t>Intake from dietary supplements?</a:t>
              </a:r>
              <a:endParaRPr lang="nl-NL" dirty="0">
                <a:solidFill>
                  <a:schemeClr val="tx2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CA20AC3-8BEA-4B2F-9EF0-1E125B0A5619}"/>
                </a:ext>
              </a:extLst>
            </p:cNvPr>
            <p:cNvSpPr/>
            <p:nvPr/>
          </p:nvSpPr>
          <p:spPr>
            <a:xfrm>
              <a:off x="7879556" y="2166020"/>
              <a:ext cx="3297312" cy="92672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/>
                  </a:solidFill>
                </a:rPr>
                <a:t>Intake from 2 sources, </a:t>
              </a:r>
            </a:p>
            <a:p>
              <a:pPr algn="ctr"/>
              <a:r>
                <a:rPr lang="en-US" dirty="0">
                  <a:solidFill>
                    <a:schemeClr val="tx2"/>
                  </a:solidFill>
                </a:rPr>
                <a:t>of which 1 is dietary supplements?</a:t>
              </a:r>
              <a:endParaRPr lang="nl-NL" dirty="0">
                <a:solidFill>
                  <a:schemeClr val="tx2"/>
                </a:solidFill>
              </a:endParaRPr>
            </a:p>
          </p:txBody>
        </p:sp>
        <p:sp>
          <p:nvSpPr>
            <p:cNvPr id="17" name="Arrow: Down 16">
              <a:extLst>
                <a:ext uri="{FF2B5EF4-FFF2-40B4-BE49-F238E27FC236}">
                  <a16:creationId xmlns:a16="http://schemas.microsoft.com/office/drawing/2014/main" id="{C346344A-7B8F-4BC1-AC4B-1C1C7C2474D2}"/>
                </a:ext>
              </a:extLst>
            </p:cNvPr>
            <p:cNvSpPr/>
            <p:nvPr/>
          </p:nvSpPr>
          <p:spPr>
            <a:xfrm>
              <a:off x="846138" y="2648801"/>
              <a:ext cx="216024" cy="444500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231C0C9-FA35-4A8C-A0BD-04C4780D938F}"/>
                </a:ext>
              </a:extLst>
            </p:cNvPr>
            <p:cNvSpPr/>
            <p:nvPr/>
          </p:nvSpPr>
          <p:spPr>
            <a:xfrm>
              <a:off x="67991" y="3137569"/>
              <a:ext cx="2991841" cy="4445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/>
                  </a:solidFill>
                </a:rPr>
                <a:t>Daily intakes?</a:t>
              </a:r>
              <a:endParaRPr lang="nl-NL" dirty="0">
                <a:solidFill>
                  <a:schemeClr val="tx2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59BDBE3-C353-493C-BF80-EA38DC8DF2F6}"/>
                </a:ext>
              </a:extLst>
            </p:cNvPr>
            <p:cNvSpPr txBox="1"/>
            <p:nvPr/>
          </p:nvSpPr>
          <p:spPr>
            <a:xfrm>
              <a:off x="1045953" y="2660697"/>
              <a:ext cx="5405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no</a:t>
              </a:r>
              <a:endParaRPr lang="nl-NL" i="1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E56DAA1-1EFB-4B87-849C-75C57940EF70}"/>
                </a:ext>
              </a:extLst>
            </p:cNvPr>
            <p:cNvSpPr txBox="1"/>
            <p:nvPr/>
          </p:nvSpPr>
          <p:spPr>
            <a:xfrm>
              <a:off x="5275059" y="2640672"/>
              <a:ext cx="6037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yes</a:t>
              </a:r>
              <a:endParaRPr lang="nl-NL" i="1" dirty="0"/>
            </a:p>
          </p:txBody>
        </p:sp>
        <p:sp>
          <p:nvSpPr>
            <p:cNvPr id="22" name="Arrow: Down 21">
              <a:extLst>
                <a:ext uri="{FF2B5EF4-FFF2-40B4-BE49-F238E27FC236}">
                  <a16:creationId xmlns:a16="http://schemas.microsoft.com/office/drawing/2014/main" id="{F306587B-FF09-4941-9099-C34C5A02E002}"/>
                </a:ext>
              </a:extLst>
            </p:cNvPr>
            <p:cNvSpPr/>
            <p:nvPr/>
          </p:nvSpPr>
          <p:spPr>
            <a:xfrm>
              <a:off x="488950" y="3582069"/>
              <a:ext cx="216024" cy="1482650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9A9AC00-4ED8-4F87-9924-1ADF4C26E06B}"/>
                </a:ext>
              </a:extLst>
            </p:cNvPr>
            <p:cNvSpPr txBox="1"/>
            <p:nvPr/>
          </p:nvSpPr>
          <p:spPr>
            <a:xfrm>
              <a:off x="605868" y="3541753"/>
              <a:ext cx="6037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yes</a:t>
              </a:r>
              <a:endParaRPr lang="nl-NL" i="1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B257907-D2A7-4D3B-BFFA-EC7D4B5D7502}"/>
                </a:ext>
              </a:extLst>
            </p:cNvPr>
            <p:cNvSpPr/>
            <p:nvPr/>
          </p:nvSpPr>
          <p:spPr>
            <a:xfrm>
              <a:off x="126326" y="5057176"/>
              <a:ext cx="1241017" cy="1135404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SPADE for daily intakes</a:t>
              </a:r>
            </a:p>
            <a:p>
              <a:pPr algn="ctr"/>
              <a:r>
                <a:rPr lang="en-US" sz="1600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chapter 3</a:t>
              </a:r>
              <a:endParaRPr lang="nl-NL" sz="16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26" name="Arrow: Down 25">
              <a:extLst>
                <a:ext uri="{FF2B5EF4-FFF2-40B4-BE49-F238E27FC236}">
                  <a16:creationId xmlns:a16="http://schemas.microsoft.com/office/drawing/2014/main" id="{E099A742-A1B5-4F85-8D9D-D4B94BD27940}"/>
                </a:ext>
              </a:extLst>
            </p:cNvPr>
            <p:cNvSpPr/>
            <p:nvPr/>
          </p:nvSpPr>
          <p:spPr>
            <a:xfrm>
              <a:off x="2339752" y="3581457"/>
              <a:ext cx="216024" cy="444500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31954FD-5FB7-4D03-957C-AB6C95096F01}"/>
                </a:ext>
              </a:extLst>
            </p:cNvPr>
            <p:cNvSpPr txBox="1"/>
            <p:nvPr/>
          </p:nvSpPr>
          <p:spPr>
            <a:xfrm>
              <a:off x="2465500" y="3541753"/>
              <a:ext cx="5405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no</a:t>
              </a:r>
              <a:endParaRPr lang="nl-NL" i="1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93718EA-1E5E-4B9F-8FDA-77C4B8BB19F9}"/>
                </a:ext>
              </a:extLst>
            </p:cNvPr>
            <p:cNvSpPr/>
            <p:nvPr/>
          </p:nvSpPr>
          <p:spPr>
            <a:xfrm>
              <a:off x="1704577" y="4042132"/>
              <a:ext cx="2422477" cy="4445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/>
                  </a:solidFill>
                </a:rPr>
                <a:t>Never consumers?</a:t>
              </a:r>
              <a:endParaRPr lang="nl-NL" dirty="0">
                <a:solidFill>
                  <a:schemeClr val="tx2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EBB5642-6429-409F-BCF9-14E069997343}"/>
                </a:ext>
              </a:extLst>
            </p:cNvPr>
            <p:cNvSpPr/>
            <p:nvPr/>
          </p:nvSpPr>
          <p:spPr>
            <a:xfrm>
              <a:off x="1443200" y="5057176"/>
              <a:ext cx="1241017" cy="1142736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SPADE for episodical intakes</a:t>
              </a:r>
            </a:p>
            <a:p>
              <a:pPr algn="ctr"/>
              <a:r>
                <a:rPr lang="en-US" sz="1400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chapter 4</a:t>
              </a:r>
              <a:endParaRPr lang="nl-NL" sz="14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30" name="Arrow: Down 29">
              <a:extLst>
                <a:ext uri="{FF2B5EF4-FFF2-40B4-BE49-F238E27FC236}">
                  <a16:creationId xmlns:a16="http://schemas.microsoft.com/office/drawing/2014/main" id="{66E42F6F-200D-4116-83B2-F45A41A3FEDB}"/>
                </a:ext>
              </a:extLst>
            </p:cNvPr>
            <p:cNvSpPr/>
            <p:nvPr/>
          </p:nvSpPr>
          <p:spPr>
            <a:xfrm>
              <a:off x="1984272" y="4486631"/>
              <a:ext cx="216024" cy="580667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4D6A00B-3EAC-45D7-AC2E-D0374390565A}"/>
                </a:ext>
              </a:extLst>
            </p:cNvPr>
            <p:cNvSpPr txBox="1"/>
            <p:nvPr/>
          </p:nvSpPr>
          <p:spPr>
            <a:xfrm>
              <a:off x="2107923" y="4474408"/>
              <a:ext cx="5405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no</a:t>
              </a:r>
              <a:endParaRPr lang="nl-NL" i="1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2AE2C36-E928-48E9-AFB9-8F4A6BD6CE46}"/>
                </a:ext>
              </a:extLst>
            </p:cNvPr>
            <p:cNvSpPr/>
            <p:nvPr/>
          </p:nvSpPr>
          <p:spPr>
            <a:xfrm>
              <a:off x="2793080" y="5057176"/>
              <a:ext cx="1689236" cy="1407008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Episodical intakes + </a:t>
              </a:r>
              <a:br>
                <a:rPr lang="en-US" sz="1600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</a:br>
              <a:r>
                <a:rPr lang="en-US" sz="1600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never consumers</a:t>
              </a:r>
            </a:p>
            <a:p>
              <a:pPr algn="ctr"/>
              <a:r>
                <a:rPr lang="en-US" sz="1400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chapter 4.3</a:t>
              </a:r>
              <a:endParaRPr lang="nl-NL" sz="14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33" name="Arrow: Down 32">
              <a:extLst>
                <a:ext uri="{FF2B5EF4-FFF2-40B4-BE49-F238E27FC236}">
                  <a16:creationId xmlns:a16="http://schemas.microsoft.com/office/drawing/2014/main" id="{28C4C9C7-ED63-4D31-B213-B561CA60E12B}"/>
                </a:ext>
              </a:extLst>
            </p:cNvPr>
            <p:cNvSpPr/>
            <p:nvPr/>
          </p:nvSpPr>
          <p:spPr>
            <a:xfrm>
              <a:off x="3279772" y="4484051"/>
              <a:ext cx="216024" cy="580667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B668BA4-70B1-4312-B2CF-FA2FC4E1FD28}"/>
                </a:ext>
              </a:extLst>
            </p:cNvPr>
            <p:cNvSpPr txBox="1"/>
            <p:nvPr/>
          </p:nvSpPr>
          <p:spPr>
            <a:xfrm>
              <a:off x="3445564" y="4467695"/>
              <a:ext cx="6037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yes</a:t>
              </a:r>
              <a:endParaRPr lang="nl-NL" i="1" dirty="0"/>
            </a:p>
          </p:txBody>
        </p:sp>
        <p:sp>
          <p:nvSpPr>
            <p:cNvPr id="36" name="Arrow: Down 35">
              <a:extLst>
                <a:ext uri="{FF2B5EF4-FFF2-40B4-BE49-F238E27FC236}">
                  <a16:creationId xmlns:a16="http://schemas.microsoft.com/office/drawing/2014/main" id="{9305AE17-C2F2-42AB-AB64-E9DD5A4622E3}"/>
                </a:ext>
              </a:extLst>
            </p:cNvPr>
            <p:cNvSpPr/>
            <p:nvPr/>
          </p:nvSpPr>
          <p:spPr>
            <a:xfrm>
              <a:off x="5150235" y="2634339"/>
              <a:ext cx="201319" cy="2417638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1B34E6C-F869-49F1-9928-D7F19944C772}"/>
                </a:ext>
              </a:extLst>
            </p:cNvPr>
            <p:cNvSpPr/>
            <p:nvPr/>
          </p:nvSpPr>
          <p:spPr>
            <a:xfrm>
              <a:off x="4645122" y="5057176"/>
              <a:ext cx="1709568" cy="138867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Episodical intakes supplements only</a:t>
              </a:r>
            </a:p>
            <a:p>
              <a:pPr algn="ctr"/>
              <a:r>
                <a:rPr lang="en-US" sz="1600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chapter 5</a:t>
              </a:r>
              <a:endParaRPr lang="nl-NL" sz="16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7826D92-E2AB-48F9-9885-6A583C09C69D}"/>
                </a:ext>
              </a:extLst>
            </p:cNvPr>
            <p:cNvSpPr/>
            <p:nvPr/>
          </p:nvSpPr>
          <p:spPr>
            <a:xfrm>
              <a:off x="8225126" y="5057176"/>
              <a:ext cx="1213748" cy="1452446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3-part model</a:t>
              </a:r>
            </a:p>
            <a:p>
              <a:pPr algn="ctr"/>
              <a:endParaRPr lang="en-US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  <a:p>
              <a:pPr algn="ctr"/>
              <a:endParaRPr lang="en-US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  <a:p>
              <a:pPr algn="ctr"/>
              <a:r>
                <a:rPr lang="en-US" sz="160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chapter 6</a:t>
              </a:r>
              <a:endParaRPr lang="nl-NL" sz="16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42A314DB-A406-412F-98F4-9A66058F6779}"/>
                </a:ext>
              </a:extLst>
            </p:cNvPr>
            <p:cNvSpPr/>
            <p:nvPr/>
          </p:nvSpPr>
          <p:spPr>
            <a:xfrm>
              <a:off x="9738121" y="5057176"/>
              <a:ext cx="1359370" cy="1443917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SPADE for multiple sources</a:t>
              </a:r>
            </a:p>
            <a:p>
              <a:pPr algn="ctr"/>
              <a:endParaRPr lang="en-US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  <a:p>
              <a:pPr algn="ctr"/>
              <a:r>
                <a:rPr lang="en-US" sz="1600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chapter 7</a:t>
              </a:r>
              <a:endParaRPr lang="nl-NL" sz="16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40" name="Arrow: Down 39">
              <a:extLst>
                <a:ext uri="{FF2B5EF4-FFF2-40B4-BE49-F238E27FC236}">
                  <a16:creationId xmlns:a16="http://schemas.microsoft.com/office/drawing/2014/main" id="{4A82348E-CC1A-4F5C-93B1-0F6DDDA51D22}"/>
                </a:ext>
              </a:extLst>
            </p:cNvPr>
            <p:cNvSpPr/>
            <p:nvPr/>
          </p:nvSpPr>
          <p:spPr>
            <a:xfrm>
              <a:off x="8502207" y="3091518"/>
              <a:ext cx="201320" cy="1927761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6" name="Arrow: Down 45">
              <a:extLst>
                <a:ext uri="{FF2B5EF4-FFF2-40B4-BE49-F238E27FC236}">
                  <a16:creationId xmlns:a16="http://schemas.microsoft.com/office/drawing/2014/main" id="{F292A73F-A188-4EDC-82FA-52D9D43A6C7A}"/>
                </a:ext>
              </a:extLst>
            </p:cNvPr>
            <p:cNvSpPr/>
            <p:nvPr/>
          </p:nvSpPr>
          <p:spPr>
            <a:xfrm rot="19683585">
              <a:off x="9277429" y="3250707"/>
              <a:ext cx="201320" cy="1927761"/>
            </a:xfrm>
            <a:prstGeom prst="downArrow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90121E8C-D27C-4086-87E4-19B328E78EBC}"/>
              </a:ext>
            </a:extLst>
          </p:cNvPr>
          <p:cNvSpPr txBox="1"/>
          <p:nvPr/>
        </p:nvSpPr>
        <p:spPr>
          <a:xfrm>
            <a:off x="6553199" y="3164510"/>
            <a:ext cx="4111129" cy="16312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700" dirty="0"/>
              <a:t>This model</a:t>
            </a:r>
            <a:r>
              <a:rPr lang="en-US" sz="1700" b="1" dirty="0"/>
              <a:t> </a:t>
            </a:r>
            <a:r>
              <a:rPr lang="en-US" sz="1700" dirty="0"/>
              <a:t>combines</a:t>
            </a:r>
            <a:br>
              <a:rPr lang="en-US" sz="1700" dirty="0"/>
            </a:br>
            <a:r>
              <a:rPr lang="en-US" sz="1700" dirty="0"/>
              <a:t>* Daily and/or episodical model(s) </a:t>
            </a:r>
            <a:br>
              <a:rPr lang="en-US" sz="1700" dirty="0"/>
            </a:br>
            <a:r>
              <a:rPr lang="en-US" sz="1700" dirty="0"/>
              <a:t>* </a:t>
            </a:r>
            <a:r>
              <a:rPr lang="en-US" sz="1700" dirty="0" err="1"/>
              <a:t>neverconsumers</a:t>
            </a:r>
            <a:r>
              <a:rPr lang="en-US" sz="1700" dirty="0"/>
              <a:t> model </a:t>
            </a:r>
            <a:br>
              <a:rPr lang="en-US" sz="1700" dirty="0"/>
            </a:br>
            <a:r>
              <a:rPr lang="en-US" sz="1700" dirty="0"/>
              <a:t>* supplement model</a:t>
            </a:r>
          </a:p>
          <a:p>
            <a:r>
              <a:rPr lang="en-US" sz="1600" i="1" dirty="0"/>
              <a:t>NO separate</a:t>
            </a:r>
            <a:r>
              <a:rPr lang="en-US" sz="1600" dirty="0"/>
              <a:t> analyses for </a:t>
            </a:r>
            <a:r>
              <a:rPr lang="en-US" sz="1600" i="1" dirty="0"/>
              <a:t>users</a:t>
            </a:r>
            <a:r>
              <a:rPr lang="en-US" sz="1600" dirty="0"/>
              <a:t> and </a:t>
            </a:r>
            <a:r>
              <a:rPr lang="en-US" sz="1600" i="1" dirty="0"/>
              <a:t>non-users</a:t>
            </a:r>
            <a:r>
              <a:rPr lang="en-US" sz="1600" dirty="0"/>
              <a:t> supplements</a:t>
            </a:r>
            <a:endParaRPr lang="nl-NL" sz="16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5E9B2A-D9F2-9966-CEA2-66D480D263F8}"/>
              </a:ext>
            </a:extLst>
          </p:cNvPr>
          <p:cNvSpPr/>
          <p:nvPr/>
        </p:nvSpPr>
        <p:spPr>
          <a:xfrm>
            <a:off x="7716411" y="5080995"/>
            <a:ext cx="1887723" cy="145244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</a:rPr>
              <a:t>SPADE for intakes from food and supplements</a:t>
            </a:r>
          </a:p>
          <a:p>
            <a:pPr algn="ctr"/>
            <a:r>
              <a:rPr lang="en-US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chapter 6</a:t>
            </a:r>
            <a:endParaRPr lang="nl-NL" sz="14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79072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76C9D7C4-9AA4-4D44-A8A2-38248E167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206" y="314512"/>
            <a:ext cx="10923588" cy="948047"/>
          </a:xfrm>
        </p:spPr>
        <p:txBody>
          <a:bodyPr/>
          <a:lstStyle/>
          <a:p>
            <a:r>
              <a:rPr lang="en-US"/>
              <a:t>Model selection within SPADE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38D7753-BFBA-45AA-A9BB-62ECDA21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069193E-7AA7-4ACB-A103-6B984B1A4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3DCF811-9752-4AF2-895D-6778C4D8C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28</a:t>
            </a:fld>
            <a:endParaRPr lang="nl-N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8A9DA5-63BE-4A2F-9B01-9954C35DEBD3}"/>
              </a:ext>
            </a:extLst>
          </p:cNvPr>
          <p:cNvSpPr/>
          <p:nvPr/>
        </p:nvSpPr>
        <p:spPr>
          <a:xfrm>
            <a:off x="634206" y="1262559"/>
            <a:ext cx="10923588" cy="4445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Number of sources of intake variable</a:t>
            </a:r>
            <a:endParaRPr lang="nl-NL" dirty="0">
              <a:solidFill>
                <a:schemeClr val="tx2"/>
              </a:solidFill>
            </a:endParaRP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315F8E88-D19B-49D7-A693-B1922DEE9EED}"/>
              </a:ext>
            </a:extLst>
          </p:cNvPr>
          <p:cNvSpPr/>
          <p:nvPr/>
        </p:nvSpPr>
        <p:spPr>
          <a:xfrm>
            <a:off x="2339752" y="1723392"/>
            <a:ext cx="216024" cy="44450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BA89AB3E-A153-4A6D-A71C-192FF053C109}"/>
              </a:ext>
            </a:extLst>
          </p:cNvPr>
          <p:cNvSpPr/>
          <p:nvPr/>
        </p:nvSpPr>
        <p:spPr>
          <a:xfrm>
            <a:off x="9420200" y="1707059"/>
            <a:ext cx="216024" cy="44450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D04F1F-9CFC-4C05-90EB-0C7BF2DB3C7B}"/>
              </a:ext>
            </a:extLst>
          </p:cNvPr>
          <p:cNvSpPr txBox="1"/>
          <p:nvPr/>
        </p:nvSpPr>
        <p:spPr>
          <a:xfrm>
            <a:off x="2555776" y="1721520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1</a:t>
            </a:r>
            <a:endParaRPr lang="nl-NL" i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5CFD1B-031E-4884-985F-54334D64A1EE}"/>
              </a:ext>
            </a:extLst>
          </p:cNvPr>
          <p:cNvSpPr txBox="1"/>
          <p:nvPr/>
        </p:nvSpPr>
        <p:spPr>
          <a:xfrm>
            <a:off x="9636224" y="172152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≥2</a:t>
            </a:r>
            <a:endParaRPr lang="nl-NL" i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D4484D-E03D-4715-989A-AFF1F5A19C13}"/>
              </a:ext>
            </a:extLst>
          </p:cNvPr>
          <p:cNvSpPr/>
          <p:nvPr/>
        </p:nvSpPr>
        <p:spPr>
          <a:xfrm>
            <a:off x="634206" y="2196172"/>
            <a:ext cx="5189525" cy="4445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Intake from dietary supplements?</a:t>
            </a:r>
            <a:endParaRPr lang="nl-NL" dirty="0">
              <a:solidFill>
                <a:schemeClr val="tx2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A20AC3-8BEA-4B2F-9EF0-1E125B0A5619}"/>
              </a:ext>
            </a:extLst>
          </p:cNvPr>
          <p:cNvSpPr/>
          <p:nvPr/>
        </p:nvSpPr>
        <p:spPr>
          <a:xfrm>
            <a:off x="7879556" y="2166020"/>
            <a:ext cx="3297312" cy="92672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Intake from 2 sources, </a:t>
            </a:r>
          </a:p>
          <a:p>
            <a:pPr algn="ctr"/>
            <a:r>
              <a:rPr lang="en-US" dirty="0">
                <a:solidFill>
                  <a:schemeClr val="tx2"/>
                </a:solidFill>
              </a:rPr>
              <a:t>of which 1 is dietary supplements?</a:t>
            </a:r>
            <a:endParaRPr lang="nl-NL" dirty="0">
              <a:solidFill>
                <a:schemeClr val="tx2"/>
              </a:solidFill>
            </a:endParaRP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C346344A-7B8F-4BC1-AC4B-1C1C7C2474D2}"/>
              </a:ext>
            </a:extLst>
          </p:cNvPr>
          <p:cNvSpPr/>
          <p:nvPr/>
        </p:nvSpPr>
        <p:spPr>
          <a:xfrm>
            <a:off x="846138" y="2648801"/>
            <a:ext cx="216024" cy="44450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31C0C9-FA35-4A8C-A0BD-04C4780D938F}"/>
              </a:ext>
            </a:extLst>
          </p:cNvPr>
          <p:cNvSpPr/>
          <p:nvPr/>
        </p:nvSpPr>
        <p:spPr>
          <a:xfrm>
            <a:off x="67991" y="3137569"/>
            <a:ext cx="2991841" cy="4445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Daily intakes?</a:t>
            </a:r>
            <a:endParaRPr lang="nl-NL" dirty="0">
              <a:solidFill>
                <a:schemeClr val="tx2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9BDBE3-C353-493C-BF80-EA38DC8DF2F6}"/>
              </a:ext>
            </a:extLst>
          </p:cNvPr>
          <p:cNvSpPr txBox="1"/>
          <p:nvPr/>
        </p:nvSpPr>
        <p:spPr>
          <a:xfrm>
            <a:off x="1045953" y="2660697"/>
            <a:ext cx="540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no</a:t>
            </a:r>
            <a:endParaRPr lang="nl-NL" i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56DAA1-1EFB-4B87-849C-75C57940EF70}"/>
              </a:ext>
            </a:extLst>
          </p:cNvPr>
          <p:cNvSpPr txBox="1"/>
          <p:nvPr/>
        </p:nvSpPr>
        <p:spPr>
          <a:xfrm>
            <a:off x="5275059" y="2640672"/>
            <a:ext cx="60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yes</a:t>
            </a:r>
            <a:endParaRPr lang="nl-NL" i="1" dirty="0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F306587B-FF09-4941-9099-C34C5A02E002}"/>
              </a:ext>
            </a:extLst>
          </p:cNvPr>
          <p:cNvSpPr/>
          <p:nvPr/>
        </p:nvSpPr>
        <p:spPr>
          <a:xfrm>
            <a:off x="488950" y="3582069"/>
            <a:ext cx="216024" cy="148265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A9AC00-4ED8-4F87-9924-1ADF4C26E06B}"/>
              </a:ext>
            </a:extLst>
          </p:cNvPr>
          <p:cNvSpPr txBox="1"/>
          <p:nvPr/>
        </p:nvSpPr>
        <p:spPr>
          <a:xfrm>
            <a:off x="605868" y="3541753"/>
            <a:ext cx="60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yes</a:t>
            </a:r>
            <a:endParaRPr lang="nl-NL" i="1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B257907-D2A7-4D3B-BFFA-EC7D4B5D7502}"/>
              </a:ext>
            </a:extLst>
          </p:cNvPr>
          <p:cNvSpPr/>
          <p:nvPr/>
        </p:nvSpPr>
        <p:spPr>
          <a:xfrm>
            <a:off x="126326" y="5057176"/>
            <a:ext cx="1241017" cy="1135404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</a:rPr>
              <a:t>SPADE for daily intakes</a:t>
            </a:r>
          </a:p>
          <a:p>
            <a:pPr algn="ctr"/>
            <a:r>
              <a:rPr lang="en-US" sz="16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chapter 3</a:t>
            </a:r>
            <a:endParaRPr lang="nl-NL" sz="16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E099A742-A1B5-4F85-8D9D-D4B94BD27940}"/>
              </a:ext>
            </a:extLst>
          </p:cNvPr>
          <p:cNvSpPr/>
          <p:nvPr/>
        </p:nvSpPr>
        <p:spPr>
          <a:xfrm>
            <a:off x="2339752" y="3581457"/>
            <a:ext cx="216024" cy="44450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31954FD-5FB7-4D03-957C-AB6C95096F01}"/>
              </a:ext>
            </a:extLst>
          </p:cNvPr>
          <p:cNvSpPr txBox="1"/>
          <p:nvPr/>
        </p:nvSpPr>
        <p:spPr>
          <a:xfrm>
            <a:off x="2465500" y="3541753"/>
            <a:ext cx="540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no</a:t>
            </a:r>
            <a:endParaRPr lang="nl-NL" i="1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93718EA-1E5E-4B9F-8FDA-77C4B8BB19F9}"/>
              </a:ext>
            </a:extLst>
          </p:cNvPr>
          <p:cNvSpPr/>
          <p:nvPr/>
        </p:nvSpPr>
        <p:spPr>
          <a:xfrm>
            <a:off x="1704577" y="4042132"/>
            <a:ext cx="2422477" cy="4445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Never consumers?</a:t>
            </a:r>
            <a:endParaRPr lang="nl-NL" dirty="0">
              <a:solidFill>
                <a:schemeClr val="tx2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EBB5642-6429-409F-BCF9-14E069997343}"/>
              </a:ext>
            </a:extLst>
          </p:cNvPr>
          <p:cNvSpPr/>
          <p:nvPr/>
        </p:nvSpPr>
        <p:spPr>
          <a:xfrm>
            <a:off x="1443200" y="5057176"/>
            <a:ext cx="1241017" cy="114273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SPADE for episodical intakes</a:t>
            </a:r>
          </a:p>
          <a:p>
            <a:pPr algn="ctr"/>
            <a:r>
              <a:rPr lang="en-US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chapter 4</a:t>
            </a:r>
            <a:endParaRPr lang="nl-NL" sz="14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66E42F6F-200D-4116-83B2-F45A41A3FEDB}"/>
              </a:ext>
            </a:extLst>
          </p:cNvPr>
          <p:cNvSpPr/>
          <p:nvPr/>
        </p:nvSpPr>
        <p:spPr>
          <a:xfrm>
            <a:off x="1984272" y="4486631"/>
            <a:ext cx="216024" cy="580667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4D6A00B-3EAC-45D7-AC2E-D0374390565A}"/>
              </a:ext>
            </a:extLst>
          </p:cNvPr>
          <p:cNvSpPr txBox="1"/>
          <p:nvPr/>
        </p:nvSpPr>
        <p:spPr>
          <a:xfrm>
            <a:off x="2107923" y="4474408"/>
            <a:ext cx="540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no</a:t>
            </a:r>
            <a:endParaRPr lang="nl-NL" i="1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2AE2C36-E928-48E9-AFB9-8F4A6BD6CE46}"/>
              </a:ext>
            </a:extLst>
          </p:cNvPr>
          <p:cNvSpPr/>
          <p:nvPr/>
        </p:nvSpPr>
        <p:spPr>
          <a:xfrm>
            <a:off x="2793080" y="5057176"/>
            <a:ext cx="1689236" cy="1407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Episodical intakes + </a:t>
            </a:r>
            <a:br>
              <a:rPr lang="en-US" sz="1600" dirty="0">
                <a:solidFill>
                  <a:schemeClr val="tx2">
                    <a:lumMod val="20000"/>
                    <a:lumOff val="80000"/>
                  </a:schemeClr>
                </a:solidFill>
              </a:rPr>
            </a:br>
            <a:r>
              <a:rPr lang="en-US" sz="16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never consumers</a:t>
            </a:r>
          </a:p>
          <a:p>
            <a:pPr algn="ctr"/>
            <a:r>
              <a:rPr lang="en-US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chapter 4.3</a:t>
            </a:r>
            <a:endParaRPr lang="nl-NL" sz="14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3" name="Arrow: Down 32">
            <a:extLst>
              <a:ext uri="{FF2B5EF4-FFF2-40B4-BE49-F238E27FC236}">
                <a16:creationId xmlns:a16="http://schemas.microsoft.com/office/drawing/2014/main" id="{28C4C9C7-ED63-4D31-B213-B561CA60E12B}"/>
              </a:ext>
            </a:extLst>
          </p:cNvPr>
          <p:cNvSpPr/>
          <p:nvPr/>
        </p:nvSpPr>
        <p:spPr>
          <a:xfrm>
            <a:off x="3279772" y="4484051"/>
            <a:ext cx="216024" cy="580667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B668BA4-70B1-4312-B2CF-FA2FC4E1FD28}"/>
              </a:ext>
            </a:extLst>
          </p:cNvPr>
          <p:cNvSpPr txBox="1"/>
          <p:nvPr/>
        </p:nvSpPr>
        <p:spPr>
          <a:xfrm>
            <a:off x="3445564" y="4467695"/>
            <a:ext cx="60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yes</a:t>
            </a:r>
            <a:endParaRPr lang="nl-NL" i="1" dirty="0"/>
          </a:p>
        </p:txBody>
      </p:sp>
      <p:sp>
        <p:nvSpPr>
          <p:cNvPr id="36" name="Arrow: Down 35">
            <a:extLst>
              <a:ext uri="{FF2B5EF4-FFF2-40B4-BE49-F238E27FC236}">
                <a16:creationId xmlns:a16="http://schemas.microsoft.com/office/drawing/2014/main" id="{9305AE17-C2F2-42AB-AB64-E9DD5A4622E3}"/>
              </a:ext>
            </a:extLst>
          </p:cNvPr>
          <p:cNvSpPr/>
          <p:nvPr/>
        </p:nvSpPr>
        <p:spPr>
          <a:xfrm>
            <a:off x="5150235" y="2634339"/>
            <a:ext cx="201319" cy="2417638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1B34E6C-F869-49F1-9928-D7F19944C772}"/>
              </a:ext>
            </a:extLst>
          </p:cNvPr>
          <p:cNvSpPr/>
          <p:nvPr/>
        </p:nvSpPr>
        <p:spPr>
          <a:xfrm>
            <a:off x="4645122" y="5057176"/>
            <a:ext cx="1709568" cy="138867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</a:rPr>
              <a:t>Episodical intakes supplements only</a:t>
            </a:r>
          </a:p>
          <a:p>
            <a:pPr algn="ctr"/>
            <a:r>
              <a:rPr lang="en-US" sz="16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chapter 5</a:t>
            </a:r>
            <a:endParaRPr lang="nl-NL" sz="16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7826D92-E2AB-48F9-9885-6A583C09C69D}"/>
              </a:ext>
            </a:extLst>
          </p:cNvPr>
          <p:cNvSpPr/>
          <p:nvPr/>
        </p:nvSpPr>
        <p:spPr>
          <a:xfrm>
            <a:off x="8225126" y="5057176"/>
            <a:ext cx="1213748" cy="145244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</a:rPr>
              <a:t>3-part model</a:t>
            </a:r>
          </a:p>
          <a:p>
            <a:pPr algn="ctr"/>
            <a:endParaRPr lang="en-US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pPr algn="ctr"/>
            <a:endParaRPr lang="en-US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pPr algn="ctr"/>
            <a:r>
              <a:rPr lang="en-US" sz="1600">
                <a:solidFill>
                  <a:schemeClr val="tx2">
                    <a:lumMod val="20000"/>
                    <a:lumOff val="80000"/>
                  </a:schemeClr>
                </a:solidFill>
              </a:rPr>
              <a:t>chapter 6</a:t>
            </a:r>
            <a:endParaRPr lang="nl-NL" sz="16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2A314DB-A406-412F-98F4-9A66058F6779}"/>
              </a:ext>
            </a:extLst>
          </p:cNvPr>
          <p:cNvSpPr/>
          <p:nvPr/>
        </p:nvSpPr>
        <p:spPr>
          <a:xfrm>
            <a:off x="9705070" y="5057176"/>
            <a:ext cx="1359370" cy="144391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</a:rPr>
              <a:t>SPADE for multiple sources</a:t>
            </a:r>
          </a:p>
          <a:p>
            <a:pPr algn="ctr"/>
            <a:endParaRPr lang="en-US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pPr algn="ctr"/>
            <a:r>
              <a:rPr lang="en-US" sz="16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chapter 7</a:t>
            </a:r>
            <a:endParaRPr lang="nl-NL" sz="16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0" name="Arrow: Down 39">
            <a:extLst>
              <a:ext uri="{FF2B5EF4-FFF2-40B4-BE49-F238E27FC236}">
                <a16:creationId xmlns:a16="http://schemas.microsoft.com/office/drawing/2014/main" id="{4A82348E-CC1A-4F5C-93B1-0F6DDDA51D22}"/>
              </a:ext>
            </a:extLst>
          </p:cNvPr>
          <p:cNvSpPr/>
          <p:nvPr/>
        </p:nvSpPr>
        <p:spPr>
          <a:xfrm>
            <a:off x="8502207" y="3091518"/>
            <a:ext cx="201320" cy="1927761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1" name="Arrow: Down 40">
            <a:extLst>
              <a:ext uri="{FF2B5EF4-FFF2-40B4-BE49-F238E27FC236}">
                <a16:creationId xmlns:a16="http://schemas.microsoft.com/office/drawing/2014/main" id="{B60FC1C0-E582-40F2-A89D-C28F13E3E9DE}"/>
              </a:ext>
            </a:extLst>
          </p:cNvPr>
          <p:cNvSpPr/>
          <p:nvPr/>
        </p:nvSpPr>
        <p:spPr>
          <a:xfrm>
            <a:off x="10202171" y="3108844"/>
            <a:ext cx="201320" cy="1927761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48A1DAD-A358-4D71-9C59-42298CBCB778}"/>
              </a:ext>
            </a:extLst>
          </p:cNvPr>
          <p:cNvSpPr txBox="1"/>
          <p:nvPr/>
        </p:nvSpPr>
        <p:spPr>
          <a:xfrm>
            <a:off x="10330128" y="3059781"/>
            <a:ext cx="540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no</a:t>
            </a:r>
            <a:endParaRPr lang="nl-NL" i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0A63885-8607-41EB-A102-8A977070D941}"/>
              </a:ext>
            </a:extLst>
          </p:cNvPr>
          <p:cNvSpPr txBox="1"/>
          <p:nvPr/>
        </p:nvSpPr>
        <p:spPr>
          <a:xfrm>
            <a:off x="8657274" y="3063184"/>
            <a:ext cx="60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yes</a:t>
            </a:r>
            <a:endParaRPr lang="nl-NL" i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EF6A9F8-4198-4DFF-BCFF-9DAC2B48EDCB}"/>
              </a:ext>
            </a:extLst>
          </p:cNvPr>
          <p:cNvSpPr txBox="1"/>
          <p:nvPr/>
        </p:nvSpPr>
        <p:spPr>
          <a:xfrm rot="16200000">
            <a:off x="7765563" y="3779565"/>
            <a:ext cx="13360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preferred</a:t>
            </a:r>
            <a:endParaRPr lang="nl-NL" sz="1600" dirty="0"/>
          </a:p>
        </p:txBody>
      </p:sp>
      <p:sp>
        <p:nvSpPr>
          <p:cNvPr id="46" name="Arrow: Down 45">
            <a:extLst>
              <a:ext uri="{FF2B5EF4-FFF2-40B4-BE49-F238E27FC236}">
                <a16:creationId xmlns:a16="http://schemas.microsoft.com/office/drawing/2014/main" id="{F292A73F-A188-4EDC-82FA-52D9D43A6C7A}"/>
              </a:ext>
            </a:extLst>
          </p:cNvPr>
          <p:cNvSpPr/>
          <p:nvPr/>
        </p:nvSpPr>
        <p:spPr>
          <a:xfrm rot="19683585">
            <a:off x="9277429" y="3250707"/>
            <a:ext cx="201320" cy="1927761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44D8A5-AB62-A595-95CE-ECEB383AB8D6}"/>
              </a:ext>
            </a:extLst>
          </p:cNvPr>
          <p:cNvSpPr txBox="1"/>
          <p:nvPr/>
        </p:nvSpPr>
        <p:spPr>
          <a:xfrm rot="1450719">
            <a:off x="8606860" y="817792"/>
            <a:ext cx="2873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>
                <a:solidFill>
                  <a:srgbClr val="FF0000"/>
                </a:solidFill>
                <a:highlight>
                  <a:srgbClr val="FFFF00"/>
                </a:highlight>
              </a:rPr>
              <a:t>Page 17 of the manual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E820B32-7B54-5168-24EE-11D781FFAE08}"/>
              </a:ext>
            </a:extLst>
          </p:cNvPr>
          <p:cNvSpPr/>
          <p:nvPr/>
        </p:nvSpPr>
        <p:spPr>
          <a:xfrm>
            <a:off x="7716411" y="5080995"/>
            <a:ext cx="1887723" cy="145244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</a:rPr>
              <a:t>SPADE for intakes from food and supplements</a:t>
            </a:r>
          </a:p>
          <a:p>
            <a:pPr algn="ctr"/>
            <a:r>
              <a:rPr lang="en-US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chapter 6</a:t>
            </a:r>
            <a:endParaRPr lang="nl-NL" sz="14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97439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76C9D7C4-9AA4-4D44-A8A2-38248E167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206" y="314512"/>
            <a:ext cx="10923588" cy="948047"/>
          </a:xfrm>
        </p:spPr>
        <p:txBody>
          <a:bodyPr/>
          <a:lstStyle/>
          <a:p>
            <a:r>
              <a:rPr lang="en-US"/>
              <a:t>Model selection within SPADE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38D7753-BFBA-45AA-A9BB-62ECDA21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SPADE course, </a:t>
            </a:r>
            <a:r>
              <a:rPr lang="nl-NL" dirty="0" err="1"/>
              <a:t>July</a:t>
            </a:r>
            <a:r>
              <a:rPr lang="nl-NL" dirty="0"/>
              <a:t> 8-9, 2025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069193E-7AA7-4ACB-A103-6B984B1A4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3DCF811-9752-4AF2-895D-6778C4D8C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29</a:t>
            </a:fld>
            <a:endParaRPr lang="nl-N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8A9DA5-63BE-4A2F-9B01-9954C35DEBD3}"/>
              </a:ext>
            </a:extLst>
          </p:cNvPr>
          <p:cNvSpPr/>
          <p:nvPr/>
        </p:nvSpPr>
        <p:spPr>
          <a:xfrm>
            <a:off x="634206" y="1262559"/>
            <a:ext cx="10923588" cy="4445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Number of sources of intake variable</a:t>
            </a:r>
            <a:endParaRPr lang="nl-NL" dirty="0">
              <a:solidFill>
                <a:schemeClr val="tx2"/>
              </a:solidFill>
            </a:endParaRP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315F8E88-D19B-49D7-A693-B1922DEE9EED}"/>
              </a:ext>
            </a:extLst>
          </p:cNvPr>
          <p:cNvSpPr/>
          <p:nvPr/>
        </p:nvSpPr>
        <p:spPr>
          <a:xfrm>
            <a:off x="2339752" y="1723392"/>
            <a:ext cx="216024" cy="44450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BA89AB3E-A153-4A6D-A71C-192FF053C109}"/>
              </a:ext>
            </a:extLst>
          </p:cNvPr>
          <p:cNvSpPr/>
          <p:nvPr/>
        </p:nvSpPr>
        <p:spPr>
          <a:xfrm>
            <a:off x="9420200" y="1707059"/>
            <a:ext cx="216024" cy="44450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D04F1F-9CFC-4C05-90EB-0C7BF2DB3C7B}"/>
              </a:ext>
            </a:extLst>
          </p:cNvPr>
          <p:cNvSpPr txBox="1"/>
          <p:nvPr/>
        </p:nvSpPr>
        <p:spPr>
          <a:xfrm>
            <a:off x="2555776" y="1721520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1</a:t>
            </a:r>
            <a:endParaRPr lang="nl-NL" i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5CFD1B-031E-4884-985F-54334D64A1EE}"/>
              </a:ext>
            </a:extLst>
          </p:cNvPr>
          <p:cNvSpPr txBox="1"/>
          <p:nvPr/>
        </p:nvSpPr>
        <p:spPr>
          <a:xfrm>
            <a:off x="9636224" y="172152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≥2</a:t>
            </a:r>
            <a:endParaRPr lang="nl-NL" i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D4484D-E03D-4715-989A-AFF1F5A19C13}"/>
              </a:ext>
            </a:extLst>
          </p:cNvPr>
          <p:cNvSpPr/>
          <p:nvPr/>
        </p:nvSpPr>
        <p:spPr>
          <a:xfrm>
            <a:off x="634206" y="2196172"/>
            <a:ext cx="5189525" cy="4445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Intake from dietary supplements?</a:t>
            </a:r>
            <a:endParaRPr lang="nl-NL" dirty="0">
              <a:solidFill>
                <a:schemeClr val="tx2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A20AC3-8BEA-4B2F-9EF0-1E125B0A5619}"/>
              </a:ext>
            </a:extLst>
          </p:cNvPr>
          <p:cNvSpPr/>
          <p:nvPr/>
        </p:nvSpPr>
        <p:spPr>
          <a:xfrm>
            <a:off x="7879556" y="2166020"/>
            <a:ext cx="3297312" cy="92672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Intake from 2 sources, </a:t>
            </a:r>
          </a:p>
          <a:p>
            <a:pPr algn="ctr"/>
            <a:r>
              <a:rPr lang="en-US" dirty="0">
                <a:solidFill>
                  <a:schemeClr val="tx2"/>
                </a:solidFill>
              </a:rPr>
              <a:t>of which 1 is dietary supplements?</a:t>
            </a:r>
            <a:endParaRPr lang="nl-NL" dirty="0">
              <a:solidFill>
                <a:schemeClr val="tx2"/>
              </a:solidFill>
            </a:endParaRP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C346344A-7B8F-4BC1-AC4B-1C1C7C2474D2}"/>
              </a:ext>
            </a:extLst>
          </p:cNvPr>
          <p:cNvSpPr/>
          <p:nvPr/>
        </p:nvSpPr>
        <p:spPr>
          <a:xfrm>
            <a:off x="846138" y="2648801"/>
            <a:ext cx="216024" cy="44450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31C0C9-FA35-4A8C-A0BD-04C4780D938F}"/>
              </a:ext>
            </a:extLst>
          </p:cNvPr>
          <p:cNvSpPr/>
          <p:nvPr/>
        </p:nvSpPr>
        <p:spPr>
          <a:xfrm>
            <a:off x="67991" y="3137569"/>
            <a:ext cx="2991841" cy="4445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Daily intakes?</a:t>
            </a:r>
            <a:endParaRPr lang="nl-NL" dirty="0">
              <a:solidFill>
                <a:schemeClr val="tx2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9BDBE3-C353-493C-BF80-EA38DC8DF2F6}"/>
              </a:ext>
            </a:extLst>
          </p:cNvPr>
          <p:cNvSpPr txBox="1"/>
          <p:nvPr/>
        </p:nvSpPr>
        <p:spPr>
          <a:xfrm>
            <a:off x="1045953" y="2660697"/>
            <a:ext cx="540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no</a:t>
            </a:r>
            <a:endParaRPr lang="nl-NL" i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56DAA1-1EFB-4B87-849C-75C57940EF70}"/>
              </a:ext>
            </a:extLst>
          </p:cNvPr>
          <p:cNvSpPr txBox="1"/>
          <p:nvPr/>
        </p:nvSpPr>
        <p:spPr>
          <a:xfrm>
            <a:off x="5275059" y="2640672"/>
            <a:ext cx="60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yes</a:t>
            </a:r>
            <a:endParaRPr lang="nl-NL" i="1" dirty="0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F306587B-FF09-4941-9099-C34C5A02E002}"/>
              </a:ext>
            </a:extLst>
          </p:cNvPr>
          <p:cNvSpPr/>
          <p:nvPr/>
        </p:nvSpPr>
        <p:spPr>
          <a:xfrm>
            <a:off x="488950" y="3582069"/>
            <a:ext cx="216024" cy="148265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A9AC00-4ED8-4F87-9924-1ADF4C26E06B}"/>
              </a:ext>
            </a:extLst>
          </p:cNvPr>
          <p:cNvSpPr txBox="1"/>
          <p:nvPr/>
        </p:nvSpPr>
        <p:spPr>
          <a:xfrm>
            <a:off x="605868" y="3541753"/>
            <a:ext cx="60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yes</a:t>
            </a:r>
            <a:endParaRPr lang="nl-NL" i="1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B257907-D2A7-4D3B-BFFA-EC7D4B5D7502}"/>
              </a:ext>
            </a:extLst>
          </p:cNvPr>
          <p:cNvSpPr/>
          <p:nvPr/>
        </p:nvSpPr>
        <p:spPr>
          <a:xfrm>
            <a:off x="126326" y="5057176"/>
            <a:ext cx="1241017" cy="1135404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</a:rPr>
              <a:t>SPADE for daily intakes</a:t>
            </a:r>
          </a:p>
          <a:p>
            <a:pPr algn="ctr"/>
            <a:r>
              <a:rPr lang="en-US" sz="16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chapter 3</a:t>
            </a:r>
            <a:endParaRPr lang="nl-NL" sz="16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E099A742-A1B5-4F85-8D9D-D4B94BD27940}"/>
              </a:ext>
            </a:extLst>
          </p:cNvPr>
          <p:cNvSpPr/>
          <p:nvPr/>
        </p:nvSpPr>
        <p:spPr>
          <a:xfrm>
            <a:off x="2339752" y="3581457"/>
            <a:ext cx="216024" cy="44450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31954FD-5FB7-4D03-957C-AB6C95096F01}"/>
              </a:ext>
            </a:extLst>
          </p:cNvPr>
          <p:cNvSpPr txBox="1"/>
          <p:nvPr/>
        </p:nvSpPr>
        <p:spPr>
          <a:xfrm>
            <a:off x="2465500" y="3541753"/>
            <a:ext cx="540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no</a:t>
            </a:r>
            <a:endParaRPr lang="nl-NL" i="1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93718EA-1E5E-4B9F-8FDA-77C4B8BB19F9}"/>
              </a:ext>
            </a:extLst>
          </p:cNvPr>
          <p:cNvSpPr/>
          <p:nvPr/>
        </p:nvSpPr>
        <p:spPr>
          <a:xfrm>
            <a:off x="1704577" y="4042132"/>
            <a:ext cx="2422477" cy="4445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Never consumers?</a:t>
            </a:r>
            <a:endParaRPr lang="nl-NL" dirty="0">
              <a:solidFill>
                <a:schemeClr val="tx2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EBB5642-6429-409F-BCF9-14E069997343}"/>
              </a:ext>
            </a:extLst>
          </p:cNvPr>
          <p:cNvSpPr/>
          <p:nvPr/>
        </p:nvSpPr>
        <p:spPr>
          <a:xfrm>
            <a:off x="1443200" y="5057176"/>
            <a:ext cx="1241017" cy="114273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SPADE for episodical intakes</a:t>
            </a:r>
          </a:p>
          <a:p>
            <a:pPr algn="ctr"/>
            <a:r>
              <a:rPr lang="en-US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chapter 4</a:t>
            </a:r>
            <a:endParaRPr lang="nl-NL" sz="14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66E42F6F-200D-4116-83B2-F45A41A3FEDB}"/>
              </a:ext>
            </a:extLst>
          </p:cNvPr>
          <p:cNvSpPr/>
          <p:nvPr/>
        </p:nvSpPr>
        <p:spPr>
          <a:xfrm>
            <a:off x="1984272" y="4486631"/>
            <a:ext cx="216024" cy="580667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4D6A00B-3EAC-45D7-AC2E-D0374390565A}"/>
              </a:ext>
            </a:extLst>
          </p:cNvPr>
          <p:cNvSpPr txBox="1"/>
          <p:nvPr/>
        </p:nvSpPr>
        <p:spPr>
          <a:xfrm>
            <a:off x="2107923" y="4474408"/>
            <a:ext cx="540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no</a:t>
            </a:r>
            <a:endParaRPr lang="nl-NL" i="1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2AE2C36-E928-48E9-AFB9-8F4A6BD6CE46}"/>
              </a:ext>
            </a:extLst>
          </p:cNvPr>
          <p:cNvSpPr/>
          <p:nvPr/>
        </p:nvSpPr>
        <p:spPr>
          <a:xfrm>
            <a:off x="2793080" y="5057176"/>
            <a:ext cx="1689236" cy="1407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Episodical intakes + </a:t>
            </a:r>
            <a:br>
              <a:rPr lang="en-US" sz="1600" dirty="0">
                <a:solidFill>
                  <a:schemeClr val="tx2">
                    <a:lumMod val="20000"/>
                    <a:lumOff val="80000"/>
                  </a:schemeClr>
                </a:solidFill>
              </a:rPr>
            </a:br>
            <a:r>
              <a:rPr lang="en-US" sz="16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never consumers</a:t>
            </a:r>
          </a:p>
          <a:p>
            <a:pPr algn="ctr"/>
            <a:r>
              <a:rPr lang="en-US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chapter 4.3</a:t>
            </a:r>
            <a:endParaRPr lang="nl-NL" sz="14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3" name="Arrow: Down 32">
            <a:extLst>
              <a:ext uri="{FF2B5EF4-FFF2-40B4-BE49-F238E27FC236}">
                <a16:creationId xmlns:a16="http://schemas.microsoft.com/office/drawing/2014/main" id="{28C4C9C7-ED63-4D31-B213-B561CA60E12B}"/>
              </a:ext>
            </a:extLst>
          </p:cNvPr>
          <p:cNvSpPr/>
          <p:nvPr/>
        </p:nvSpPr>
        <p:spPr>
          <a:xfrm>
            <a:off x="3279772" y="4484051"/>
            <a:ext cx="216024" cy="580667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B668BA4-70B1-4312-B2CF-FA2FC4E1FD28}"/>
              </a:ext>
            </a:extLst>
          </p:cNvPr>
          <p:cNvSpPr txBox="1"/>
          <p:nvPr/>
        </p:nvSpPr>
        <p:spPr>
          <a:xfrm>
            <a:off x="3445564" y="4467695"/>
            <a:ext cx="60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yes</a:t>
            </a:r>
            <a:endParaRPr lang="nl-NL" i="1" dirty="0"/>
          </a:p>
        </p:txBody>
      </p:sp>
      <p:sp>
        <p:nvSpPr>
          <p:cNvPr id="36" name="Arrow: Down 35">
            <a:extLst>
              <a:ext uri="{FF2B5EF4-FFF2-40B4-BE49-F238E27FC236}">
                <a16:creationId xmlns:a16="http://schemas.microsoft.com/office/drawing/2014/main" id="{9305AE17-C2F2-42AB-AB64-E9DD5A4622E3}"/>
              </a:ext>
            </a:extLst>
          </p:cNvPr>
          <p:cNvSpPr/>
          <p:nvPr/>
        </p:nvSpPr>
        <p:spPr>
          <a:xfrm>
            <a:off x="5150235" y="2634339"/>
            <a:ext cx="201319" cy="2417638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1B34E6C-F869-49F1-9928-D7F19944C772}"/>
              </a:ext>
            </a:extLst>
          </p:cNvPr>
          <p:cNvSpPr/>
          <p:nvPr/>
        </p:nvSpPr>
        <p:spPr>
          <a:xfrm>
            <a:off x="4645122" y="5057176"/>
            <a:ext cx="1709568" cy="138867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</a:rPr>
              <a:t>Episodical intakes supplements only</a:t>
            </a:r>
          </a:p>
          <a:p>
            <a:pPr algn="ctr"/>
            <a:r>
              <a:rPr lang="en-US" sz="16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chapter 5</a:t>
            </a:r>
            <a:endParaRPr lang="nl-NL" sz="16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7826D92-E2AB-48F9-9885-6A583C09C69D}"/>
              </a:ext>
            </a:extLst>
          </p:cNvPr>
          <p:cNvSpPr/>
          <p:nvPr/>
        </p:nvSpPr>
        <p:spPr>
          <a:xfrm>
            <a:off x="8225126" y="5057176"/>
            <a:ext cx="1213748" cy="145244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</a:rPr>
              <a:t>3-part model</a:t>
            </a:r>
          </a:p>
          <a:p>
            <a:pPr algn="ctr"/>
            <a:endParaRPr lang="en-US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pPr algn="ctr"/>
            <a:endParaRPr lang="en-US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pPr algn="ctr"/>
            <a:r>
              <a:rPr lang="en-US" sz="1600">
                <a:solidFill>
                  <a:schemeClr val="tx2">
                    <a:lumMod val="20000"/>
                    <a:lumOff val="80000"/>
                  </a:schemeClr>
                </a:solidFill>
              </a:rPr>
              <a:t>chapter 6</a:t>
            </a:r>
            <a:endParaRPr lang="nl-NL" sz="16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2A314DB-A406-412F-98F4-9A66058F6779}"/>
              </a:ext>
            </a:extLst>
          </p:cNvPr>
          <p:cNvSpPr/>
          <p:nvPr/>
        </p:nvSpPr>
        <p:spPr>
          <a:xfrm>
            <a:off x="9716087" y="5057176"/>
            <a:ext cx="1359370" cy="144391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</a:rPr>
              <a:t>SPADE for multiple sources</a:t>
            </a:r>
          </a:p>
          <a:p>
            <a:pPr algn="ctr"/>
            <a:endParaRPr lang="en-US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pPr algn="ctr"/>
            <a:r>
              <a:rPr lang="en-US" sz="16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chapter 7</a:t>
            </a:r>
            <a:endParaRPr lang="nl-NL" sz="16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0" name="Arrow: Down 39">
            <a:extLst>
              <a:ext uri="{FF2B5EF4-FFF2-40B4-BE49-F238E27FC236}">
                <a16:creationId xmlns:a16="http://schemas.microsoft.com/office/drawing/2014/main" id="{4A82348E-CC1A-4F5C-93B1-0F6DDDA51D22}"/>
              </a:ext>
            </a:extLst>
          </p:cNvPr>
          <p:cNvSpPr/>
          <p:nvPr/>
        </p:nvSpPr>
        <p:spPr>
          <a:xfrm>
            <a:off x="8502207" y="3091518"/>
            <a:ext cx="201320" cy="1927761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1" name="Arrow: Down 40">
            <a:extLst>
              <a:ext uri="{FF2B5EF4-FFF2-40B4-BE49-F238E27FC236}">
                <a16:creationId xmlns:a16="http://schemas.microsoft.com/office/drawing/2014/main" id="{B60FC1C0-E582-40F2-A89D-C28F13E3E9DE}"/>
              </a:ext>
            </a:extLst>
          </p:cNvPr>
          <p:cNvSpPr/>
          <p:nvPr/>
        </p:nvSpPr>
        <p:spPr>
          <a:xfrm>
            <a:off x="10202171" y="3108844"/>
            <a:ext cx="201320" cy="1927761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48A1DAD-A358-4D71-9C59-42298CBCB778}"/>
              </a:ext>
            </a:extLst>
          </p:cNvPr>
          <p:cNvSpPr txBox="1"/>
          <p:nvPr/>
        </p:nvSpPr>
        <p:spPr>
          <a:xfrm>
            <a:off x="10330128" y="3059781"/>
            <a:ext cx="540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no</a:t>
            </a:r>
            <a:endParaRPr lang="nl-NL" i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0A63885-8607-41EB-A102-8A977070D941}"/>
              </a:ext>
            </a:extLst>
          </p:cNvPr>
          <p:cNvSpPr txBox="1"/>
          <p:nvPr/>
        </p:nvSpPr>
        <p:spPr>
          <a:xfrm>
            <a:off x="8657274" y="3063184"/>
            <a:ext cx="60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yes</a:t>
            </a:r>
            <a:endParaRPr lang="nl-NL" i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EF6A9F8-4198-4DFF-BCFF-9DAC2B48EDCB}"/>
              </a:ext>
            </a:extLst>
          </p:cNvPr>
          <p:cNvSpPr txBox="1"/>
          <p:nvPr/>
        </p:nvSpPr>
        <p:spPr>
          <a:xfrm rot="16200000">
            <a:off x="7765563" y="3779565"/>
            <a:ext cx="13360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preferred</a:t>
            </a:r>
            <a:endParaRPr lang="nl-NL" sz="1600" dirty="0"/>
          </a:p>
        </p:txBody>
      </p:sp>
      <p:sp>
        <p:nvSpPr>
          <p:cNvPr id="46" name="Arrow: Down 45">
            <a:extLst>
              <a:ext uri="{FF2B5EF4-FFF2-40B4-BE49-F238E27FC236}">
                <a16:creationId xmlns:a16="http://schemas.microsoft.com/office/drawing/2014/main" id="{F292A73F-A188-4EDC-82FA-52D9D43A6C7A}"/>
              </a:ext>
            </a:extLst>
          </p:cNvPr>
          <p:cNvSpPr/>
          <p:nvPr/>
        </p:nvSpPr>
        <p:spPr>
          <a:xfrm rot="19683585">
            <a:off x="9277429" y="3250707"/>
            <a:ext cx="201320" cy="1927761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44D8A5-AB62-A595-95CE-ECEB383AB8D6}"/>
              </a:ext>
            </a:extLst>
          </p:cNvPr>
          <p:cNvSpPr txBox="1"/>
          <p:nvPr/>
        </p:nvSpPr>
        <p:spPr>
          <a:xfrm rot="1450719">
            <a:off x="8606860" y="817792"/>
            <a:ext cx="2873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>
                <a:solidFill>
                  <a:srgbClr val="FF0000"/>
                </a:solidFill>
                <a:highlight>
                  <a:srgbClr val="FFFF00"/>
                </a:highlight>
              </a:rPr>
              <a:t>Page 17 of the manual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7BCF03-68A0-E7DF-DED0-AC564B60F16B}"/>
              </a:ext>
            </a:extLst>
          </p:cNvPr>
          <p:cNvSpPr txBox="1"/>
          <p:nvPr/>
        </p:nvSpPr>
        <p:spPr>
          <a:xfrm>
            <a:off x="126326" y="6445846"/>
            <a:ext cx="2557891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nl-NL">
                <a:solidFill>
                  <a:srgbClr val="0070C0"/>
                </a:solidFill>
              </a:rPr>
              <a:t>f.spade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DF159F-BD77-5DAC-1F95-2446794452BD}"/>
              </a:ext>
            </a:extLst>
          </p:cNvPr>
          <p:cNvSpPr txBox="1"/>
          <p:nvPr/>
        </p:nvSpPr>
        <p:spPr>
          <a:xfrm>
            <a:off x="8225126" y="6481247"/>
            <a:ext cx="1213748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nl-NL">
                <a:solidFill>
                  <a:srgbClr val="0070C0"/>
                </a:solidFill>
              </a:rPr>
              <a:t>f.spade3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CC2952-5466-195F-4965-B047AAC1D853}"/>
              </a:ext>
            </a:extLst>
          </p:cNvPr>
          <p:cNvSpPr txBox="1"/>
          <p:nvPr/>
        </p:nvSpPr>
        <p:spPr>
          <a:xfrm>
            <a:off x="9583883" y="6488134"/>
            <a:ext cx="1359370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nl-NL">
                <a:solidFill>
                  <a:srgbClr val="0070C0"/>
                </a:solidFill>
              </a:rPr>
              <a:t>f.spade4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E1A9354-C9C7-E069-08DB-1DCA4EC128AB}"/>
              </a:ext>
            </a:extLst>
          </p:cNvPr>
          <p:cNvSpPr/>
          <p:nvPr/>
        </p:nvSpPr>
        <p:spPr>
          <a:xfrm>
            <a:off x="7716411" y="5080995"/>
            <a:ext cx="1887723" cy="145244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</a:rPr>
              <a:t>SPADE for intakes from food and supplements</a:t>
            </a:r>
          </a:p>
          <a:p>
            <a:pPr algn="ctr"/>
            <a:r>
              <a:rPr lang="en-US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chapter 6</a:t>
            </a:r>
            <a:endParaRPr lang="nl-NL" sz="14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E46FB06-99FC-D7E6-FB2B-D7E325B5C965}"/>
              </a:ext>
            </a:extLst>
          </p:cNvPr>
          <p:cNvSpPr txBox="1"/>
          <p:nvPr/>
        </p:nvSpPr>
        <p:spPr>
          <a:xfrm>
            <a:off x="2801462" y="6427818"/>
            <a:ext cx="168923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nl-NL" sz="1200" dirty="0" err="1">
                <a:solidFill>
                  <a:srgbClr val="0070C0"/>
                </a:solidFill>
              </a:rPr>
              <a:t>f.spade.neverconsumers</a:t>
            </a:r>
            <a:r>
              <a:rPr lang="nl-NL" sz="1200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27060F2-0B8C-FECD-22F8-D25938A57EFA}"/>
              </a:ext>
            </a:extLst>
          </p:cNvPr>
          <p:cNvSpPr txBox="1"/>
          <p:nvPr/>
        </p:nvSpPr>
        <p:spPr>
          <a:xfrm>
            <a:off x="4664272" y="6427817"/>
            <a:ext cx="168923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nl-NL" sz="1200" dirty="0" err="1">
                <a:solidFill>
                  <a:srgbClr val="0070C0"/>
                </a:solidFill>
              </a:rPr>
              <a:t>f.spade.supplement</a:t>
            </a:r>
            <a:br>
              <a:rPr lang="nl-NL" sz="1200" dirty="0">
                <a:solidFill>
                  <a:srgbClr val="0070C0"/>
                </a:solidFill>
              </a:rPr>
            </a:br>
            <a:endParaRPr lang="nl-NL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18182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EC91CAC1-DC2C-4CE1-9A4E-51200E2AE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rmAutofit/>
          </a:bodyPr>
          <a:lstStyle/>
          <a:p>
            <a:pPr>
              <a:tabLst>
                <a:tab pos="4937125" algn="l"/>
              </a:tabLst>
            </a:pPr>
            <a:r>
              <a:rPr lang="en-US" dirty="0">
                <a:solidFill>
                  <a:schemeClr val="tx2"/>
                </a:solidFill>
              </a:rPr>
              <a:t>All of them! </a:t>
            </a:r>
          </a:p>
          <a:p>
            <a:pPr>
              <a:tabLst>
                <a:tab pos="4937125" algn="l"/>
              </a:tabLst>
            </a:pPr>
            <a:r>
              <a:rPr lang="en-US" dirty="0">
                <a:solidFill>
                  <a:schemeClr val="tx2"/>
                </a:solidFill>
              </a:rPr>
              <a:t>Except SPADE for multiple sources</a:t>
            </a:r>
          </a:p>
          <a:p>
            <a:pPr>
              <a:tabLst>
                <a:tab pos="4937125" algn="l"/>
              </a:tabLst>
            </a:pPr>
            <a:r>
              <a:rPr lang="en-US" dirty="0">
                <a:solidFill>
                  <a:schemeClr val="tx2"/>
                </a:solidFill>
              </a:rPr>
              <a:t>And SPADE for non-daily intakes is optional </a:t>
            </a:r>
            <a:br>
              <a:rPr lang="en-US" dirty="0">
                <a:solidFill>
                  <a:schemeClr val="tx2"/>
                </a:solidFill>
              </a:rPr>
            </a:br>
            <a:r>
              <a:rPr lang="en-US" dirty="0">
                <a:solidFill>
                  <a:schemeClr val="tx2"/>
                </a:solidFill>
              </a:rPr>
              <a:t>(but we will give you the bare minimum anyway)</a:t>
            </a:r>
          </a:p>
          <a:p>
            <a:pPr marL="0" indent="0">
              <a:buNone/>
              <a:tabLst>
                <a:tab pos="4937125" algn="l"/>
              </a:tabLst>
            </a:pPr>
            <a:endParaRPr lang="en-US" dirty="0">
              <a:sym typeface="Wingdings" panose="05000000000000000000" pitchFamily="2" charset="2"/>
            </a:endParaRPr>
          </a:p>
          <a:p>
            <a:pPr>
              <a:tabLst>
                <a:tab pos="4937125" algn="l"/>
              </a:tabLst>
            </a:pPr>
            <a:r>
              <a:rPr lang="en-US" dirty="0">
                <a:sym typeface="Wingdings" panose="05000000000000000000" pitchFamily="2" charset="2"/>
              </a:rPr>
              <a:t>All models available in manual</a:t>
            </a:r>
            <a:endParaRPr lang="nl-NL" sz="240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76C9D7C4-9AA4-4D44-A8A2-38248E167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 this course</a:t>
            </a:r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38D7753-BFBA-45AA-A9BB-62ECDA21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069193E-7AA7-4ACB-A103-6B984B1A4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Which SPADE model should I use?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3DCF811-9752-4AF2-895D-6778C4D8C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30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44335402"/>
      </p:ext>
    </p:extLst>
  </p:cSld>
  <p:clrMapOvr>
    <a:masterClrMapping/>
  </p:clrMapOvr>
</p:sld>
</file>

<file path=ppt/theme/theme1.xml><?xml version="1.0" encoding="utf-8"?>
<a:theme xmlns:a="http://schemas.openxmlformats.org/drawingml/2006/main" name="Rijkshuisstijl Robijnrood">
  <a:themeElements>
    <a:clrScheme name="Aangepast 56">
      <a:dk1>
        <a:srgbClr val="000000"/>
      </a:dk1>
      <a:lt1>
        <a:srgbClr val="FFFFFF"/>
      </a:lt1>
      <a:dk2>
        <a:srgbClr val="CA005D"/>
      </a:dk2>
      <a:lt2>
        <a:srgbClr val="F6D8E6"/>
      </a:lt2>
      <a:accent1>
        <a:srgbClr val="F9E11E"/>
      </a:accent1>
      <a:accent2>
        <a:srgbClr val="FFB612"/>
      </a:accent2>
      <a:accent3>
        <a:srgbClr val="777C00"/>
      </a:accent3>
      <a:accent4>
        <a:srgbClr val="75D1B5"/>
      </a:accent4>
      <a:accent5>
        <a:srgbClr val="8EC9E7"/>
      </a:accent5>
      <a:accent6>
        <a:srgbClr val="017BC6"/>
      </a:accent6>
      <a:hlink>
        <a:srgbClr val="CA205D"/>
      </a:hlink>
      <a:folHlink>
        <a:srgbClr val="F6D8E6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RIJK PPT_RIVM-final versie_format ENG_docgen  -  Alleen-lezen" id="{66EA6C17-D777-40AE-8A7C-B6ACFD1E5139}" vid="{E3AF7736-6FA2-456B-8671-7F86E75B7F3E}"/>
    </a:ext>
  </a:extLst>
</a:theme>
</file>

<file path=ppt/theme/theme2.xml><?xml version="1.0" encoding="utf-8"?>
<a:theme xmlns:a="http://schemas.openxmlformats.org/drawingml/2006/main" name="Rijkshuisstijl Donkerblauw">
  <a:themeElements>
    <a:clrScheme name="Rijks Donkerblauw">
      <a:dk1>
        <a:srgbClr val="000000"/>
      </a:dk1>
      <a:lt1>
        <a:srgbClr val="FFFFFF"/>
      </a:lt1>
      <a:dk2>
        <a:srgbClr val="00689A"/>
      </a:dk2>
      <a:lt2>
        <a:srgbClr val="E4EFF9"/>
      </a:lt2>
      <a:accent1>
        <a:srgbClr val="F092CD"/>
      </a:accent1>
      <a:accent2>
        <a:srgbClr val="F9E11E"/>
      </a:accent2>
      <a:accent3>
        <a:srgbClr val="FFB612"/>
      </a:accent3>
      <a:accent4>
        <a:srgbClr val="017BC6"/>
      </a:accent4>
      <a:accent5>
        <a:srgbClr val="75D1B5"/>
      </a:accent5>
      <a:accent6>
        <a:srgbClr val="E17000"/>
      </a:accent6>
      <a:hlink>
        <a:srgbClr val="00689A"/>
      </a:hlink>
      <a:folHlink>
        <a:srgbClr val="CCDFF0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RIJK PPT_RIVM-final versie_format ENG_docgen  -  Alleen-lezen" id="{66EA6C17-D777-40AE-8A7C-B6ACFD1E5139}" vid="{8984BF61-5F65-4A2C-BBD8-3597B13887E6}"/>
    </a:ext>
  </a:extLst>
</a:theme>
</file>

<file path=ppt/theme/theme3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F634CA3F5682C418397C6E4414BCDE3" ma:contentTypeVersion="8" ma:contentTypeDescription="Een nieuw document maken." ma:contentTypeScope="" ma:versionID="7e9bcdd21cead49168b6feb66b54f6a8">
  <xsd:schema xmlns:xsd="http://www.w3.org/2001/XMLSchema" xmlns:xs="http://www.w3.org/2001/XMLSchema" xmlns:p="http://schemas.microsoft.com/office/2006/metadata/properties" xmlns:ns1="http://schemas.microsoft.com/sharepoint/v3" xmlns:ns2="0577e6a0-5f74-4659-a81a-c7bdc984432d" xmlns:ns3="f5c8fe0e-f8db-4fac-9fd3-e69469f9c90b" targetNamespace="http://schemas.microsoft.com/office/2006/metadata/properties" ma:root="true" ma:fieldsID="37b75464c5427a9711a0b9a23c39bf24" ns1:_="" ns2:_="" ns3:_="">
    <xsd:import namespace="http://schemas.microsoft.com/sharepoint/v3"/>
    <xsd:import namespace="0577e6a0-5f74-4659-a81a-c7bdc984432d"/>
    <xsd:import namespace="f5c8fe0e-f8db-4fac-9fd3-e69469f9c9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Eigenschappen van het geïntegreerd beleid voor naleving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Actie van de gebruikersinterface van het geïntegreerd beleid voor naleving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77e6a0-5f74-4659-a81a-c7bdc98443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c8fe0e-f8db-4fac-9fd3-e69469f9c90b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07D0EBE-CEC0-4594-B255-7747C15000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0577e6a0-5f74-4659-a81a-c7bdc984432d"/>
    <ds:schemaRef ds:uri="f5c8fe0e-f8db-4fac-9fd3-e69469f9c90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F51666F-CE4B-4632-89E3-2027242490A5}">
  <ds:schemaRefs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b84ce8f5-0adc-46c0-9494-99564f4bb7cd"/>
    <ds:schemaRef ds:uri="http://www.w3.org/XML/1998/namespace"/>
    <ds:schemaRef ds:uri="http://purl.org/dc/terms/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8211A53D-87D9-4077-9122-DF008AB8B1E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Powerpoint sjabloon Engels</Template>
  <TotalTime>719</TotalTime>
  <Words>2422</Words>
  <Application>Microsoft Office PowerPoint</Application>
  <PresentationFormat>Widescreen</PresentationFormat>
  <Paragraphs>646</Paragraphs>
  <Slides>30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Verdana</vt:lpstr>
      <vt:lpstr>Wingdings</vt:lpstr>
      <vt:lpstr>Rijkshuisstijl Robijnrood</vt:lpstr>
      <vt:lpstr>Rijkshuisstijl Donkerblauw</vt:lpstr>
      <vt:lpstr>Different models in SPADE</vt:lpstr>
      <vt:lpstr>Prior check: is SPADE suitable?</vt:lpstr>
      <vt:lpstr>Model selection within SPADE</vt:lpstr>
      <vt:lpstr>Model selection within SPADE</vt:lpstr>
      <vt:lpstr>Model selection within SPADE</vt:lpstr>
      <vt:lpstr>Model selection within SPADE</vt:lpstr>
      <vt:lpstr>Model selection within SPADE</vt:lpstr>
      <vt:lpstr>Model selection within SPADE</vt:lpstr>
      <vt:lpstr>Model selection within SPADE</vt:lpstr>
      <vt:lpstr>Model selection within SPADE</vt:lpstr>
      <vt:lpstr>Model selection within SPADE</vt:lpstr>
      <vt:lpstr>Model selection within SPADE</vt:lpstr>
      <vt:lpstr>Model selection within SPADE</vt:lpstr>
      <vt:lpstr>Model selection within SPADE</vt:lpstr>
      <vt:lpstr>Model selection within SPADE</vt:lpstr>
      <vt:lpstr>Model selection within SPADE</vt:lpstr>
      <vt:lpstr>Model selection within SPADE</vt:lpstr>
      <vt:lpstr>Model selection within SPADE</vt:lpstr>
      <vt:lpstr>Model selection within SPADE</vt:lpstr>
      <vt:lpstr>Model selection within SPADE</vt:lpstr>
      <vt:lpstr>Model selection within SPADE</vt:lpstr>
      <vt:lpstr>Model selection within SPADE</vt:lpstr>
      <vt:lpstr>Model selection within SPADE</vt:lpstr>
      <vt:lpstr>Model selection within SPADE</vt:lpstr>
      <vt:lpstr>Model selection within SPADE</vt:lpstr>
      <vt:lpstr>Model selection within SPADE</vt:lpstr>
      <vt:lpstr>Model selection within SPADE</vt:lpstr>
      <vt:lpstr>Model selection within SPADE</vt:lpstr>
      <vt:lpstr>Model selection within SPADE</vt:lpstr>
      <vt:lpstr>In this course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Janneke Verkaik-Kloosterman</dc:creator>
  <cp:lastModifiedBy>Lisa Tostrams</cp:lastModifiedBy>
  <cp:revision>35</cp:revision>
  <dcterms:created xsi:type="dcterms:W3CDTF">2021-09-07T12:10:12Z</dcterms:created>
  <dcterms:modified xsi:type="dcterms:W3CDTF">2025-07-14T09:43:09Z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0x010100FF634CA3F5682C418397C6E4414BCDE3</vt:lpwstr>
  </property>
</Properties>
</file>