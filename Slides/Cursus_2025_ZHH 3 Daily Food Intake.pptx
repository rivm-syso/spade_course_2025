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4194" r:id="rId5"/>
  </p:sldMasterIdLst>
  <p:notesMasterIdLst>
    <p:notesMasterId r:id="rId99"/>
  </p:notesMasterIdLst>
  <p:handoutMasterIdLst>
    <p:handoutMasterId r:id="rId100"/>
  </p:handoutMasterIdLst>
  <p:sldIdLst>
    <p:sldId id="256" r:id="rId6"/>
    <p:sldId id="384" r:id="rId7"/>
    <p:sldId id="412" r:id="rId8"/>
    <p:sldId id="414" r:id="rId9"/>
    <p:sldId id="301" r:id="rId10"/>
    <p:sldId id="331" r:id="rId11"/>
    <p:sldId id="332" r:id="rId12"/>
    <p:sldId id="333" r:id="rId13"/>
    <p:sldId id="261" r:id="rId14"/>
    <p:sldId id="334" r:id="rId15"/>
    <p:sldId id="386" r:id="rId16"/>
    <p:sldId id="335" r:id="rId17"/>
    <p:sldId id="397" r:id="rId18"/>
    <p:sldId id="262" r:id="rId19"/>
    <p:sldId id="387" r:id="rId20"/>
    <p:sldId id="404" r:id="rId21"/>
    <p:sldId id="348" r:id="rId22"/>
    <p:sldId id="388" r:id="rId23"/>
    <p:sldId id="337" r:id="rId24"/>
    <p:sldId id="338" r:id="rId25"/>
    <p:sldId id="407" r:id="rId26"/>
    <p:sldId id="277" r:id="rId27"/>
    <p:sldId id="408" r:id="rId28"/>
    <p:sldId id="427" r:id="rId29"/>
    <p:sldId id="350" r:id="rId30"/>
    <p:sldId id="297" r:id="rId31"/>
    <p:sldId id="356" r:id="rId32"/>
    <p:sldId id="389" r:id="rId33"/>
    <p:sldId id="349" r:id="rId34"/>
    <p:sldId id="295" r:id="rId35"/>
    <p:sldId id="291" r:id="rId36"/>
    <p:sldId id="294" r:id="rId37"/>
    <p:sldId id="296" r:id="rId38"/>
    <p:sldId id="299" r:id="rId39"/>
    <p:sldId id="293" r:id="rId40"/>
    <p:sldId id="390" r:id="rId41"/>
    <p:sldId id="415" r:id="rId42"/>
    <p:sldId id="357" r:id="rId43"/>
    <p:sldId id="394" r:id="rId44"/>
    <p:sldId id="395" r:id="rId45"/>
    <p:sldId id="416" r:id="rId46"/>
    <p:sldId id="409" r:id="rId47"/>
    <p:sldId id="422" r:id="rId48"/>
    <p:sldId id="423" r:id="rId49"/>
    <p:sldId id="392" r:id="rId50"/>
    <p:sldId id="311" r:id="rId51"/>
    <p:sldId id="428" r:id="rId52"/>
    <p:sldId id="366" r:id="rId53"/>
    <p:sldId id="417" r:id="rId54"/>
    <p:sldId id="382" r:id="rId55"/>
    <p:sldId id="364" r:id="rId56"/>
    <p:sldId id="308" r:id="rId57"/>
    <p:sldId id="361" r:id="rId58"/>
    <p:sldId id="360" r:id="rId59"/>
    <p:sldId id="418" r:id="rId60"/>
    <p:sldId id="419" r:id="rId61"/>
    <p:sldId id="393" r:id="rId62"/>
    <p:sldId id="430" r:id="rId63"/>
    <p:sldId id="264" r:id="rId64"/>
    <p:sldId id="265" r:id="rId65"/>
    <p:sldId id="266" r:id="rId66"/>
    <p:sldId id="267" r:id="rId67"/>
    <p:sldId id="284" r:id="rId68"/>
    <p:sldId id="270" r:id="rId69"/>
    <p:sldId id="274" r:id="rId70"/>
    <p:sldId id="273" r:id="rId71"/>
    <p:sldId id="275" r:id="rId72"/>
    <p:sldId id="431" r:id="rId73"/>
    <p:sldId id="278" r:id="rId74"/>
    <p:sldId id="271" r:id="rId75"/>
    <p:sldId id="289" r:id="rId76"/>
    <p:sldId id="290" r:id="rId77"/>
    <p:sldId id="432" r:id="rId78"/>
    <p:sldId id="292" r:id="rId79"/>
    <p:sldId id="433" r:id="rId80"/>
    <p:sldId id="434" r:id="rId81"/>
    <p:sldId id="286" r:id="rId82"/>
    <p:sldId id="287" r:id="rId83"/>
    <p:sldId id="435" r:id="rId84"/>
    <p:sldId id="268" r:id="rId85"/>
    <p:sldId id="436" r:id="rId86"/>
    <p:sldId id="281" r:id="rId87"/>
    <p:sldId id="437" r:id="rId88"/>
    <p:sldId id="398" r:id="rId89"/>
    <p:sldId id="400" r:id="rId90"/>
    <p:sldId id="424" r:id="rId91"/>
    <p:sldId id="283" r:id="rId92"/>
    <p:sldId id="362" r:id="rId93"/>
    <p:sldId id="425" r:id="rId94"/>
    <p:sldId id="282" r:id="rId95"/>
    <p:sldId id="401" r:id="rId96"/>
    <p:sldId id="426" r:id="rId97"/>
    <p:sldId id="421" r:id="rId98"/>
  </p:sldIdLst>
  <p:sldSz cx="9144000" cy="6858000" type="screen4x3"/>
  <p:notesSz cx="6810375" cy="9942513"/>
  <p:custDataLst>
    <p:tags r:id="rId101"/>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2">
          <p15:clr>
            <a:srgbClr val="A4A3A4"/>
          </p15:clr>
        </p15:guide>
        <p15:guide id="2" pos="2145">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C89D66-DA1F-35B4-411C-205006C44C7C}" name="Lisa Tostrams" initials="LT" userId="S::lisa.tostrams@rivm.nl::1844f577-b33c-4472-85a2-51b1143ab86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rnold.dekkers@rivm.nl" initials="a" lastIdx="1" clrIdx="0">
    <p:extLst>
      <p:ext uri="{19B8F6BF-5375-455C-9EA6-DF929625EA0E}">
        <p15:presenceInfo xmlns:p15="http://schemas.microsoft.com/office/powerpoint/2012/main" userId="S::arnold.dekkers@rivm.nl::5a65280b-731d-465a-951a-ed960a7b3ff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7C3"/>
    <a:srgbClr val="F4F8F9"/>
    <a:srgbClr val="E36C0A"/>
    <a:srgbClr val="FF9933"/>
    <a:srgbClr val="FF0000"/>
    <a:srgbClr val="CC6600"/>
    <a:srgbClr val="0099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38249" autoAdjust="0"/>
  </p:normalViewPr>
  <p:slideViewPr>
    <p:cSldViewPr snapToGrid="0">
      <p:cViewPr varScale="1">
        <p:scale>
          <a:sx n="28" d="100"/>
          <a:sy n="28" d="100"/>
        </p:scale>
        <p:origin x="2380" y="40"/>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132"/>
        <p:guide pos="214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microsoft.com/office/2016/11/relationships/changesInfo" Target="changesInfos/changesInfo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commentAuthors" Target="commentAuthor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presProps" Target="presProps.xml"/><Relationship Id="rId108"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notesMaster" Target="notesMasters/notesMaster1.xml"/><Relationship Id="rId10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handoutMaster" Target="handoutMasters/handoutMaster1.xml"/><Relationship Id="rId105"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a Tostrams" userId="1844f577-b33c-4472-85a2-51b1143ab864" providerId="ADAL" clId="{64B7C850-7A89-47CC-8328-8FEE787419A3}"/>
    <pc:docChg chg="undo custSel modSld">
      <pc:chgData name="Lisa Tostrams" userId="1844f577-b33c-4472-85a2-51b1143ab864" providerId="ADAL" clId="{64B7C850-7A89-47CC-8328-8FEE787419A3}" dt="2025-07-04T09:42:10.809" v="233" actId="20577"/>
      <pc:docMkLst>
        <pc:docMk/>
      </pc:docMkLst>
      <pc:sldChg chg="addSp modSp mod">
        <pc:chgData name="Lisa Tostrams" userId="1844f577-b33c-4472-85a2-51b1143ab864" providerId="ADAL" clId="{64B7C850-7A89-47CC-8328-8FEE787419A3}" dt="2025-07-04T08:08:32.691" v="166" actId="20577"/>
        <pc:sldMkLst>
          <pc:docMk/>
          <pc:sldMk cId="3998351620" sldId="277"/>
        </pc:sldMkLst>
        <pc:spChg chg="mod">
          <ac:chgData name="Lisa Tostrams" userId="1844f577-b33c-4472-85a2-51b1143ab864" providerId="ADAL" clId="{64B7C850-7A89-47CC-8328-8FEE787419A3}" dt="2025-07-04T08:08:32.691" v="166" actId="20577"/>
          <ac:spMkLst>
            <pc:docMk/>
            <pc:sldMk cId="3998351620" sldId="277"/>
            <ac:spMk id="3" creationId="{00000000-0000-0000-0000-000000000000}"/>
          </ac:spMkLst>
        </pc:spChg>
      </pc:sldChg>
      <pc:sldChg chg="modSp mod">
        <pc:chgData name="Lisa Tostrams" userId="1844f577-b33c-4472-85a2-51b1143ab864" providerId="ADAL" clId="{64B7C850-7A89-47CC-8328-8FEE787419A3}" dt="2025-07-04T08:57:52.397" v="213" actId="20577"/>
        <pc:sldMkLst>
          <pc:docMk/>
          <pc:sldMk cId="3732775844" sldId="283"/>
        </pc:sldMkLst>
        <pc:spChg chg="mod">
          <ac:chgData name="Lisa Tostrams" userId="1844f577-b33c-4472-85a2-51b1143ab864" providerId="ADAL" clId="{64B7C850-7A89-47CC-8328-8FEE787419A3}" dt="2025-07-04T08:57:52.397" v="213" actId="20577"/>
          <ac:spMkLst>
            <pc:docMk/>
            <pc:sldMk cId="3732775844" sldId="283"/>
            <ac:spMk id="3" creationId="{00000000-0000-0000-0000-000000000000}"/>
          </ac:spMkLst>
        </pc:spChg>
      </pc:sldChg>
      <pc:sldChg chg="modSp mod">
        <pc:chgData name="Lisa Tostrams" userId="1844f577-b33c-4472-85a2-51b1143ab864" providerId="ADAL" clId="{64B7C850-7A89-47CC-8328-8FEE787419A3}" dt="2025-07-04T07:37:58.683" v="1" actId="20577"/>
        <pc:sldMkLst>
          <pc:docMk/>
          <pc:sldMk cId="3549825719" sldId="335"/>
        </pc:sldMkLst>
        <pc:spChg chg="mod">
          <ac:chgData name="Lisa Tostrams" userId="1844f577-b33c-4472-85a2-51b1143ab864" providerId="ADAL" clId="{64B7C850-7A89-47CC-8328-8FEE787419A3}" dt="2025-07-04T07:37:58.683" v="1" actId="20577"/>
          <ac:spMkLst>
            <pc:docMk/>
            <pc:sldMk cId="3549825719" sldId="335"/>
            <ac:spMk id="7" creationId="{00000000-0000-0000-0000-000000000000}"/>
          </ac:spMkLst>
        </pc:spChg>
      </pc:sldChg>
      <pc:sldChg chg="addSp delSp modSp mod">
        <pc:chgData name="Lisa Tostrams" userId="1844f577-b33c-4472-85a2-51b1143ab864" providerId="ADAL" clId="{64B7C850-7A89-47CC-8328-8FEE787419A3}" dt="2025-07-04T08:34:41.187" v="185" actId="1076"/>
        <pc:sldMkLst>
          <pc:docMk/>
          <pc:sldMk cId="1168973608" sldId="394"/>
        </pc:sldMkLst>
        <pc:picChg chg="add mod">
          <ac:chgData name="Lisa Tostrams" userId="1844f577-b33c-4472-85a2-51b1143ab864" providerId="ADAL" clId="{64B7C850-7A89-47CC-8328-8FEE787419A3}" dt="2025-07-04T08:34:41.187" v="185" actId="1076"/>
          <ac:picMkLst>
            <pc:docMk/>
            <pc:sldMk cId="1168973608" sldId="394"/>
            <ac:picMk id="4" creationId="{DD37C5EF-366C-ABEB-D099-20E1DADE8C2E}"/>
          </ac:picMkLst>
        </pc:picChg>
      </pc:sldChg>
      <pc:sldChg chg="addSp delSp modSp mod">
        <pc:chgData name="Lisa Tostrams" userId="1844f577-b33c-4472-85a2-51b1143ab864" providerId="ADAL" clId="{64B7C850-7A89-47CC-8328-8FEE787419A3}" dt="2025-07-04T08:35:30.716" v="189" actId="14100"/>
        <pc:sldMkLst>
          <pc:docMk/>
          <pc:sldMk cId="982454921" sldId="395"/>
        </pc:sldMkLst>
        <pc:picChg chg="add mod">
          <ac:chgData name="Lisa Tostrams" userId="1844f577-b33c-4472-85a2-51b1143ab864" providerId="ADAL" clId="{64B7C850-7A89-47CC-8328-8FEE787419A3}" dt="2025-07-04T08:35:30.716" v="189" actId="14100"/>
          <ac:picMkLst>
            <pc:docMk/>
            <pc:sldMk cId="982454921" sldId="395"/>
            <ac:picMk id="7" creationId="{CD25FDFA-AFAA-BB57-E60B-68E3B8A6334A}"/>
          </ac:picMkLst>
        </pc:picChg>
      </pc:sldChg>
      <pc:sldChg chg="modSp mod">
        <pc:chgData name="Lisa Tostrams" userId="1844f577-b33c-4472-85a2-51b1143ab864" providerId="ADAL" clId="{64B7C850-7A89-47CC-8328-8FEE787419A3}" dt="2025-07-04T09:37:19.996" v="217"/>
        <pc:sldMkLst>
          <pc:docMk/>
          <pc:sldMk cId="3853302583" sldId="401"/>
        </pc:sldMkLst>
        <pc:spChg chg="mod">
          <ac:chgData name="Lisa Tostrams" userId="1844f577-b33c-4472-85a2-51b1143ab864" providerId="ADAL" clId="{64B7C850-7A89-47CC-8328-8FEE787419A3}" dt="2025-07-04T09:37:19.996" v="217"/>
          <ac:spMkLst>
            <pc:docMk/>
            <pc:sldMk cId="3853302583" sldId="401"/>
            <ac:spMk id="3" creationId="{00000000-0000-0000-0000-000000000000}"/>
          </ac:spMkLst>
        </pc:spChg>
      </pc:sldChg>
      <pc:sldChg chg="addSp delSp modSp mod">
        <pc:chgData name="Lisa Tostrams" userId="1844f577-b33c-4472-85a2-51b1143ab864" providerId="ADAL" clId="{64B7C850-7A89-47CC-8328-8FEE787419A3}" dt="2025-07-04T07:44:47.860" v="129" actId="14100"/>
        <pc:sldMkLst>
          <pc:docMk/>
          <pc:sldMk cId="3367014073" sldId="404"/>
        </pc:sldMkLst>
        <pc:spChg chg="mod">
          <ac:chgData name="Lisa Tostrams" userId="1844f577-b33c-4472-85a2-51b1143ab864" providerId="ADAL" clId="{64B7C850-7A89-47CC-8328-8FEE787419A3}" dt="2025-07-04T07:40:44.467" v="125" actId="20577"/>
          <ac:spMkLst>
            <pc:docMk/>
            <pc:sldMk cId="3367014073" sldId="404"/>
            <ac:spMk id="3" creationId="{2BCD2B95-B498-4D92-AA10-29686F54AFAE}"/>
          </ac:spMkLst>
        </pc:spChg>
        <pc:picChg chg="add mod">
          <ac:chgData name="Lisa Tostrams" userId="1844f577-b33c-4472-85a2-51b1143ab864" providerId="ADAL" clId="{64B7C850-7A89-47CC-8328-8FEE787419A3}" dt="2025-07-04T07:44:47.860" v="129" actId="14100"/>
          <ac:picMkLst>
            <pc:docMk/>
            <pc:sldMk cId="3367014073" sldId="404"/>
            <ac:picMk id="9" creationId="{9C1B6D34-2B9F-DDBA-A5AC-93A27DA97B67}"/>
          </ac:picMkLst>
        </pc:picChg>
      </pc:sldChg>
      <pc:sldChg chg="modSp mod">
        <pc:chgData name="Lisa Tostrams" userId="1844f577-b33c-4472-85a2-51b1143ab864" providerId="ADAL" clId="{64B7C850-7A89-47CC-8328-8FEE787419A3}" dt="2025-07-04T08:05:56.588" v="135" actId="20577"/>
        <pc:sldMkLst>
          <pc:docMk/>
          <pc:sldMk cId="2559434733" sldId="407"/>
        </pc:sldMkLst>
        <pc:spChg chg="mod">
          <ac:chgData name="Lisa Tostrams" userId="1844f577-b33c-4472-85a2-51b1143ab864" providerId="ADAL" clId="{64B7C850-7A89-47CC-8328-8FEE787419A3}" dt="2025-07-04T08:05:56.588" v="135" actId="20577"/>
          <ac:spMkLst>
            <pc:docMk/>
            <pc:sldMk cId="2559434733" sldId="407"/>
            <ac:spMk id="8" creationId="{B3C9C846-A4C8-4208-A8D6-D8E684048510}"/>
          </ac:spMkLst>
        </pc:spChg>
      </pc:sldChg>
      <pc:sldChg chg="addSp delSp modSp mod">
        <pc:chgData name="Lisa Tostrams" userId="1844f577-b33c-4472-85a2-51b1143ab864" providerId="ADAL" clId="{64B7C850-7A89-47CC-8328-8FEE787419A3}" dt="2025-07-04T08:36:28.737" v="192" actId="1076"/>
        <pc:sldMkLst>
          <pc:docMk/>
          <pc:sldMk cId="2529465772" sldId="416"/>
        </pc:sldMkLst>
        <pc:picChg chg="add mod">
          <ac:chgData name="Lisa Tostrams" userId="1844f577-b33c-4472-85a2-51b1143ab864" providerId="ADAL" clId="{64B7C850-7A89-47CC-8328-8FEE787419A3}" dt="2025-07-04T08:36:28.737" v="192" actId="1076"/>
          <ac:picMkLst>
            <pc:docMk/>
            <pc:sldMk cId="2529465772" sldId="416"/>
            <ac:picMk id="8" creationId="{ED2AF1B6-1B70-7B8B-0011-3566F27E4CBE}"/>
          </ac:picMkLst>
        </pc:picChg>
      </pc:sldChg>
      <pc:sldChg chg="addSp delSp modSp mod">
        <pc:chgData name="Lisa Tostrams" userId="1844f577-b33c-4472-85a2-51b1143ab864" providerId="ADAL" clId="{64B7C850-7A89-47CC-8328-8FEE787419A3}" dt="2025-07-04T09:42:10.809" v="233" actId="20577"/>
        <pc:sldMkLst>
          <pc:docMk/>
          <pc:sldMk cId="2497919692" sldId="421"/>
        </pc:sldMkLst>
        <pc:spChg chg="mod">
          <ac:chgData name="Lisa Tostrams" userId="1844f577-b33c-4472-85a2-51b1143ab864" providerId="ADAL" clId="{64B7C850-7A89-47CC-8328-8FEE787419A3}" dt="2025-07-04T09:42:10.809" v="233" actId="20577"/>
          <ac:spMkLst>
            <pc:docMk/>
            <pc:sldMk cId="2497919692" sldId="421"/>
            <ac:spMk id="3" creationId="{00000000-0000-0000-0000-000000000000}"/>
          </ac:spMkLst>
        </pc:spChg>
        <pc:picChg chg="add mod">
          <ac:chgData name="Lisa Tostrams" userId="1844f577-b33c-4472-85a2-51b1143ab864" providerId="ADAL" clId="{64B7C850-7A89-47CC-8328-8FEE787419A3}" dt="2025-07-04T09:42:07.104" v="228" actId="1076"/>
          <ac:picMkLst>
            <pc:docMk/>
            <pc:sldMk cId="2497919692" sldId="421"/>
            <ac:picMk id="4" creationId="{0608E831-BC8E-DEEE-45B2-6EEFF69C6870}"/>
          </ac:picMkLst>
        </pc:picChg>
      </pc:sldChg>
      <pc:sldChg chg="addSp delSp modSp mod">
        <pc:chgData name="Lisa Tostrams" userId="1844f577-b33c-4472-85a2-51b1143ab864" providerId="ADAL" clId="{64B7C850-7A89-47CC-8328-8FEE787419A3}" dt="2025-07-04T08:37:25.903" v="196" actId="14100"/>
        <pc:sldMkLst>
          <pc:docMk/>
          <pc:sldMk cId="3405091168" sldId="423"/>
        </pc:sldMkLst>
        <pc:picChg chg="add mod">
          <ac:chgData name="Lisa Tostrams" userId="1844f577-b33c-4472-85a2-51b1143ab864" providerId="ADAL" clId="{64B7C850-7A89-47CC-8328-8FEE787419A3}" dt="2025-07-04T08:37:25.903" v="196" actId="14100"/>
          <ac:picMkLst>
            <pc:docMk/>
            <pc:sldMk cId="3405091168" sldId="423"/>
            <ac:picMk id="9" creationId="{C250A106-AB73-CFAC-0994-795C9A87005B}"/>
          </ac:picMkLst>
        </pc:picChg>
      </pc:sldChg>
      <pc:sldChg chg="modSp mod">
        <pc:chgData name="Lisa Tostrams" userId="1844f577-b33c-4472-85a2-51b1143ab864" providerId="ADAL" clId="{64B7C850-7A89-47CC-8328-8FEE787419A3}" dt="2025-07-04T08:45:01.418" v="210" actId="5793"/>
        <pc:sldMkLst>
          <pc:docMk/>
          <pc:sldMk cId="2572927847" sldId="424"/>
        </pc:sldMkLst>
        <pc:spChg chg="mod">
          <ac:chgData name="Lisa Tostrams" userId="1844f577-b33c-4472-85a2-51b1143ab864" providerId="ADAL" clId="{64B7C850-7A89-47CC-8328-8FEE787419A3}" dt="2025-07-04T08:45:01.418" v="210" actId="5793"/>
          <ac:spMkLst>
            <pc:docMk/>
            <pc:sldMk cId="2572927847" sldId="424"/>
            <ac:spMk id="8" creationId="{74585D06-E0B2-6735-AA5B-C627BEF5ABEF}"/>
          </ac:spMkLst>
        </pc:spChg>
      </pc:sldChg>
      <pc:sldChg chg="modSp mod">
        <pc:chgData name="Lisa Tostrams" userId="1844f577-b33c-4472-85a2-51b1143ab864" providerId="ADAL" clId="{64B7C850-7A89-47CC-8328-8FEE787419A3}" dt="2025-07-04T09:38:51.899" v="220" actId="20577"/>
        <pc:sldMkLst>
          <pc:docMk/>
          <pc:sldMk cId="3466288894" sldId="425"/>
        </pc:sldMkLst>
        <pc:spChg chg="mod">
          <ac:chgData name="Lisa Tostrams" userId="1844f577-b33c-4472-85a2-51b1143ab864" providerId="ADAL" clId="{64B7C850-7A89-47CC-8328-8FEE787419A3}" dt="2025-07-04T09:38:51.899" v="220" actId="20577"/>
          <ac:spMkLst>
            <pc:docMk/>
            <pc:sldMk cId="3466288894" sldId="425"/>
            <ac:spMk id="8" creationId="{A4D0D3D7-2420-683E-AA5F-D3EC80679826}"/>
          </ac:spMkLst>
        </pc:spChg>
      </pc:sldChg>
      <pc:sldChg chg="modSp mod">
        <pc:chgData name="Lisa Tostrams" userId="1844f577-b33c-4472-85a2-51b1143ab864" providerId="ADAL" clId="{64B7C850-7A89-47CC-8328-8FEE787419A3}" dt="2025-07-04T09:38:41.009" v="219" actId="20577"/>
        <pc:sldMkLst>
          <pc:docMk/>
          <pc:sldMk cId="3366334552" sldId="426"/>
        </pc:sldMkLst>
        <pc:spChg chg="mod">
          <ac:chgData name="Lisa Tostrams" userId="1844f577-b33c-4472-85a2-51b1143ab864" providerId="ADAL" clId="{64B7C850-7A89-47CC-8328-8FEE787419A3}" dt="2025-07-04T09:38:41.009" v="219" actId="20577"/>
          <ac:spMkLst>
            <pc:docMk/>
            <pc:sldMk cId="3366334552" sldId="426"/>
            <ac:spMk id="8" creationId="{BB17FB2A-5ED9-86F8-FE55-6C7E734EBDA0}"/>
          </ac:spMkLst>
        </pc:spChg>
      </pc:sldChg>
      <pc:sldChg chg="modSp mod">
        <pc:chgData name="Lisa Tostrams" userId="1844f577-b33c-4472-85a2-51b1143ab864" providerId="ADAL" clId="{64B7C850-7A89-47CC-8328-8FEE787419A3}" dt="2025-07-04T08:29:07.722" v="182" actId="207"/>
        <pc:sldMkLst>
          <pc:docMk/>
          <pc:sldMk cId="1112385239" sldId="427"/>
        </pc:sldMkLst>
        <pc:spChg chg="mod">
          <ac:chgData name="Lisa Tostrams" userId="1844f577-b33c-4472-85a2-51b1143ab864" providerId="ADAL" clId="{64B7C850-7A89-47CC-8328-8FEE787419A3}" dt="2025-07-04T08:29:07.722" v="182" actId="207"/>
          <ac:spMkLst>
            <pc:docMk/>
            <pc:sldMk cId="1112385239" sldId="427"/>
            <ac:spMk id="3" creationId="{83B7DDD7-C9E0-443C-B618-E926B5C5FE6D}"/>
          </ac:spMkLst>
        </pc:spChg>
      </pc:sldChg>
    </pc:docChg>
  </pc:docChgLst>
  <pc:docChgLst>
    <pc:chgData name="Marjolein de Jong" userId="00349200-a54b-4a61-ab9a-d959590d6c33" providerId="ADAL" clId="{C3218D43-760B-4717-ACBD-D59ADEA49DEC}"/>
    <pc:docChg chg="undo custSel addSld modSld sldOrd">
      <pc:chgData name="Marjolein de Jong" userId="00349200-a54b-4a61-ab9a-d959590d6c33" providerId="ADAL" clId="{C3218D43-760B-4717-ACBD-D59ADEA49DEC}" dt="2025-07-04T13:41:22.772" v="643" actId="14734"/>
      <pc:docMkLst>
        <pc:docMk/>
      </pc:docMkLst>
      <pc:sldChg chg="modSp add mod">
        <pc:chgData name="Marjolein de Jong" userId="00349200-a54b-4a61-ab9a-d959590d6c33" providerId="ADAL" clId="{C3218D43-760B-4717-ACBD-D59ADEA49DEC}" dt="2025-07-04T13:31:20.462" v="528" actId="14100"/>
        <pc:sldMkLst>
          <pc:docMk/>
          <pc:sldMk cId="2750518465" sldId="264"/>
        </pc:sldMkLst>
        <pc:spChg chg="mod">
          <ac:chgData name="Marjolein de Jong" userId="00349200-a54b-4a61-ab9a-d959590d6c33" providerId="ADAL" clId="{C3218D43-760B-4717-ACBD-D59ADEA49DEC}" dt="2025-07-04T13:31:20.462" v="528" actId="14100"/>
          <ac:spMkLst>
            <pc:docMk/>
            <pc:sldMk cId="2750518465" sldId="264"/>
            <ac:spMk id="13" creationId="{95FB0E80-AF00-A58A-4698-389616583AF7}"/>
          </ac:spMkLst>
        </pc:spChg>
      </pc:sldChg>
      <pc:sldChg chg="add">
        <pc:chgData name="Marjolein de Jong" userId="00349200-a54b-4a61-ab9a-d959590d6c33" providerId="ADAL" clId="{C3218D43-760B-4717-ACBD-D59ADEA49DEC}" dt="2025-07-04T12:33:49.174" v="435"/>
        <pc:sldMkLst>
          <pc:docMk/>
          <pc:sldMk cId="3540589810" sldId="265"/>
        </pc:sldMkLst>
      </pc:sldChg>
      <pc:sldChg chg="add">
        <pc:chgData name="Marjolein de Jong" userId="00349200-a54b-4a61-ab9a-d959590d6c33" providerId="ADAL" clId="{C3218D43-760B-4717-ACBD-D59ADEA49DEC}" dt="2025-07-04T12:33:56.664" v="436"/>
        <pc:sldMkLst>
          <pc:docMk/>
          <pc:sldMk cId="3845075763" sldId="266"/>
        </pc:sldMkLst>
      </pc:sldChg>
      <pc:sldChg chg="modSp add mod">
        <pc:chgData name="Marjolein de Jong" userId="00349200-a54b-4a61-ab9a-d959590d6c33" providerId="ADAL" clId="{C3218D43-760B-4717-ACBD-D59ADEA49DEC}" dt="2025-07-04T13:32:51.132" v="572" actId="403"/>
        <pc:sldMkLst>
          <pc:docMk/>
          <pc:sldMk cId="3391255914" sldId="267"/>
        </pc:sldMkLst>
        <pc:spChg chg="mod">
          <ac:chgData name="Marjolein de Jong" userId="00349200-a54b-4a61-ab9a-d959590d6c33" providerId="ADAL" clId="{C3218D43-760B-4717-ACBD-D59ADEA49DEC}" dt="2025-07-04T13:32:51.132" v="572" actId="403"/>
          <ac:spMkLst>
            <pc:docMk/>
            <pc:sldMk cId="3391255914" sldId="267"/>
            <ac:spMk id="2" creationId="{EC91CAC1-DC2C-4CE1-9A4E-51200E2AE0E8}"/>
          </ac:spMkLst>
        </pc:spChg>
      </pc:sldChg>
      <pc:sldChg chg="add">
        <pc:chgData name="Marjolein de Jong" userId="00349200-a54b-4a61-ab9a-d959590d6c33" providerId="ADAL" clId="{C3218D43-760B-4717-ACBD-D59ADEA49DEC}" dt="2025-07-04T12:39:25.849" v="438"/>
        <pc:sldMkLst>
          <pc:docMk/>
          <pc:sldMk cId="3905504292" sldId="268"/>
        </pc:sldMkLst>
      </pc:sldChg>
      <pc:sldChg chg="add">
        <pc:chgData name="Marjolein de Jong" userId="00349200-a54b-4a61-ab9a-d959590d6c33" providerId="ADAL" clId="{C3218D43-760B-4717-ACBD-D59ADEA49DEC}" dt="2025-07-04T12:34:50.626" v="437"/>
        <pc:sldMkLst>
          <pc:docMk/>
          <pc:sldMk cId="1890130952" sldId="270"/>
        </pc:sldMkLst>
      </pc:sldChg>
      <pc:sldChg chg="modSp add mod">
        <pc:chgData name="Marjolein de Jong" userId="00349200-a54b-4a61-ab9a-d959590d6c33" providerId="ADAL" clId="{C3218D43-760B-4717-ACBD-D59ADEA49DEC}" dt="2025-07-04T13:35:30.669" v="619" actId="20577"/>
        <pc:sldMkLst>
          <pc:docMk/>
          <pc:sldMk cId="1315854325" sldId="271"/>
        </pc:sldMkLst>
        <pc:spChg chg="mod">
          <ac:chgData name="Marjolein de Jong" userId="00349200-a54b-4a61-ab9a-d959590d6c33" providerId="ADAL" clId="{C3218D43-760B-4717-ACBD-D59ADEA49DEC}" dt="2025-07-04T13:35:30.669" v="619" actId="20577"/>
          <ac:spMkLst>
            <pc:docMk/>
            <pc:sldMk cId="1315854325" sldId="271"/>
            <ac:spMk id="2" creationId="{1C00B414-1641-47E1-824C-0BB3D5A3D8F7}"/>
          </ac:spMkLst>
        </pc:spChg>
      </pc:sldChg>
      <pc:sldChg chg="modSp add mod">
        <pc:chgData name="Marjolein de Jong" userId="00349200-a54b-4a61-ab9a-d959590d6c33" providerId="ADAL" clId="{C3218D43-760B-4717-ACBD-D59ADEA49DEC}" dt="2025-07-04T12:39:42.800" v="447" actId="403"/>
        <pc:sldMkLst>
          <pc:docMk/>
          <pc:sldMk cId="2231733791" sldId="273"/>
        </pc:sldMkLst>
        <pc:graphicFrameChg chg="mod modGraphic">
          <ac:chgData name="Marjolein de Jong" userId="00349200-a54b-4a61-ab9a-d959590d6c33" providerId="ADAL" clId="{C3218D43-760B-4717-ACBD-D59ADEA49DEC}" dt="2025-07-04T12:39:42.800" v="447" actId="403"/>
          <ac:graphicFrameMkLst>
            <pc:docMk/>
            <pc:sldMk cId="2231733791" sldId="273"/>
            <ac:graphicFrameMk id="9" creationId="{F24A8E80-9062-4701-9D0F-3DD926EA071A}"/>
          </ac:graphicFrameMkLst>
        </pc:graphicFrameChg>
      </pc:sldChg>
      <pc:sldChg chg="addSp modSp add mod">
        <pc:chgData name="Marjolein de Jong" userId="00349200-a54b-4a61-ab9a-d959590d6c33" providerId="ADAL" clId="{C3218D43-760B-4717-ACBD-D59ADEA49DEC}" dt="2025-07-04T13:34:43.610" v="605" actId="1076"/>
        <pc:sldMkLst>
          <pc:docMk/>
          <pc:sldMk cId="1262984269" sldId="274"/>
        </pc:sldMkLst>
        <pc:spChg chg="add mod">
          <ac:chgData name="Marjolein de Jong" userId="00349200-a54b-4a61-ab9a-d959590d6c33" providerId="ADAL" clId="{C3218D43-760B-4717-ACBD-D59ADEA49DEC}" dt="2025-07-04T13:34:03.828" v="579" actId="1076"/>
          <ac:spMkLst>
            <pc:docMk/>
            <pc:sldMk cId="1262984269" sldId="274"/>
            <ac:spMk id="3" creationId="{99F7F66A-7642-F769-CCE2-23D21B451E32}"/>
          </ac:spMkLst>
        </pc:spChg>
        <pc:spChg chg="mod">
          <ac:chgData name="Marjolein de Jong" userId="00349200-a54b-4a61-ab9a-d959590d6c33" providerId="ADAL" clId="{C3218D43-760B-4717-ACBD-D59ADEA49DEC}" dt="2025-07-04T13:34:43.610" v="605" actId="1076"/>
          <ac:spMkLst>
            <pc:docMk/>
            <pc:sldMk cId="1262984269" sldId="274"/>
            <ac:spMk id="7" creationId="{C6BE0228-D3A9-401D-817A-52045253391D}"/>
          </ac:spMkLst>
        </pc:spChg>
      </pc:sldChg>
      <pc:sldChg chg="modSp add mod">
        <pc:chgData name="Marjolein de Jong" userId="00349200-a54b-4a61-ab9a-d959590d6c33" providerId="ADAL" clId="{C3218D43-760B-4717-ACBD-D59ADEA49DEC}" dt="2025-07-04T13:16:02.078" v="491"/>
        <pc:sldMkLst>
          <pc:docMk/>
          <pc:sldMk cId="1989023638" sldId="275"/>
        </pc:sldMkLst>
        <pc:graphicFrameChg chg="mod modGraphic">
          <ac:chgData name="Marjolein de Jong" userId="00349200-a54b-4a61-ab9a-d959590d6c33" providerId="ADAL" clId="{C3218D43-760B-4717-ACBD-D59ADEA49DEC}" dt="2025-07-04T13:16:02.078" v="491"/>
          <ac:graphicFrameMkLst>
            <pc:docMk/>
            <pc:sldMk cId="1989023638" sldId="275"/>
            <ac:graphicFrameMk id="10" creationId="{B317F751-3E10-4907-AAAA-1C6878024C8D}"/>
          </ac:graphicFrameMkLst>
        </pc:graphicFrameChg>
      </pc:sldChg>
      <pc:sldChg chg="modSp mod">
        <pc:chgData name="Marjolein de Jong" userId="00349200-a54b-4a61-ab9a-d959590d6c33" providerId="ADAL" clId="{C3218D43-760B-4717-ACBD-D59ADEA49DEC}" dt="2025-07-04T10:47:29.686" v="350"/>
        <pc:sldMkLst>
          <pc:docMk/>
          <pc:sldMk cId="3998351620" sldId="277"/>
        </pc:sldMkLst>
        <pc:spChg chg="mod">
          <ac:chgData name="Marjolein de Jong" userId="00349200-a54b-4a61-ab9a-d959590d6c33" providerId="ADAL" clId="{C3218D43-760B-4717-ACBD-D59ADEA49DEC}" dt="2025-07-04T10:47:29.686" v="350"/>
          <ac:spMkLst>
            <pc:docMk/>
            <pc:sldMk cId="3998351620" sldId="277"/>
            <ac:spMk id="3" creationId="{00000000-0000-0000-0000-000000000000}"/>
          </ac:spMkLst>
        </pc:spChg>
      </pc:sldChg>
      <pc:sldChg chg="modSp add mod">
        <pc:chgData name="Marjolein de Jong" userId="00349200-a54b-4a61-ab9a-d959590d6c33" providerId="ADAL" clId="{C3218D43-760B-4717-ACBD-D59ADEA49DEC}" dt="2025-07-04T13:16:09.857" v="493"/>
        <pc:sldMkLst>
          <pc:docMk/>
          <pc:sldMk cId="1366067352" sldId="278"/>
        </pc:sldMkLst>
        <pc:spChg chg="mod">
          <ac:chgData name="Marjolein de Jong" userId="00349200-a54b-4a61-ab9a-d959590d6c33" providerId="ADAL" clId="{C3218D43-760B-4717-ACBD-D59ADEA49DEC}" dt="2025-07-04T12:42:38.791" v="488" actId="14100"/>
          <ac:spMkLst>
            <pc:docMk/>
            <pc:sldMk cId="1366067352" sldId="278"/>
            <ac:spMk id="3" creationId="{97DCED34-0C7E-43A5-AE4B-C90A1A0FD902}"/>
          </ac:spMkLst>
        </pc:spChg>
        <pc:spChg chg="mod">
          <ac:chgData name="Marjolein de Jong" userId="00349200-a54b-4a61-ab9a-d959590d6c33" providerId="ADAL" clId="{C3218D43-760B-4717-ACBD-D59ADEA49DEC}" dt="2025-07-04T12:42:13.142" v="483" actId="20577"/>
          <ac:spMkLst>
            <pc:docMk/>
            <pc:sldMk cId="1366067352" sldId="278"/>
            <ac:spMk id="10" creationId="{7AF7F24C-F50C-4533-8C7E-7BFB0ADE65B4}"/>
          </ac:spMkLst>
        </pc:spChg>
        <pc:graphicFrameChg chg="mod modGraphic">
          <ac:chgData name="Marjolein de Jong" userId="00349200-a54b-4a61-ab9a-d959590d6c33" providerId="ADAL" clId="{C3218D43-760B-4717-ACBD-D59ADEA49DEC}" dt="2025-07-04T13:16:09.857" v="493"/>
          <ac:graphicFrameMkLst>
            <pc:docMk/>
            <pc:sldMk cId="1366067352" sldId="278"/>
            <ac:graphicFrameMk id="11" creationId="{C5409B13-8075-4E9A-97C0-FDE4DFCC27B6}"/>
          </ac:graphicFrameMkLst>
        </pc:graphicFrameChg>
      </pc:sldChg>
      <pc:sldChg chg="add">
        <pc:chgData name="Marjolein de Jong" userId="00349200-a54b-4a61-ab9a-d959590d6c33" providerId="ADAL" clId="{C3218D43-760B-4717-ACBD-D59ADEA49DEC}" dt="2025-07-04T12:39:25.849" v="438"/>
        <pc:sldMkLst>
          <pc:docMk/>
          <pc:sldMk cId="1861462229" sldId="281"/>
        </pc:sldMkLst>
      </pc:sldChg>
      <pc:sldChg chg="addSp delSp modSp add mod">
        <pc:chgData name="Marjolein de Jong" userId="00349200-a54b-4a61-ab9a-d959590d6c33" providerId="ADAL" clId="{C3218D43-760B-4717-ACBD-D59ADEA49DEC}" dt="2025-07-04T13:33:41.146" v="577" actId="14100"/>
        <pc:sldMkLst>
          <pc:docMk/>
          <pc:sldMk cId="2163913671" sldId="284"/>
        </pc:sldMkLst>
        <pc:spChg chg="add mod ord">
          <ac:chgData name="Marjolein de Jong" userId="00349200-a54b-4a61-ab9a-d959590d6c33" providerId="ADAL" clId="{C3218D43-760B-4717-ACBD-D59ADEA49DEC}" dt="2025-07-04T13:33:19.162" v="575" actId="167"/>
          <ac:spMkLst>
            <pc:docMk/>
            <pc:sldMk cId="2163913671" sldId="284"/>
            <ac:spMk id="11" creationId="{B43CD93E-9F88-C15C-36F9-2444BB719D57}"/>
          </ac:spMkLst>
        </pc:spChg>
        <pc:spChg chg="add mod">
          <ac:chgData name="Marjolein de Jong" userId="00349200-a54b-4a61-ab9a-d959590d6c33" providerId="ADAL" clId="{C3218D43-760B-4717-ACBD-D59ADEA49DEC}" dt="2025-07-04T13:33:07.410" v="574"/>
          <ac:spMkLst>
            <pc:docMk/>
            <pc:sldMk cId="2163913671" sldId="284"/>
            <ac:spMk id="12" creationId="{FCC95142-8223-09C0-3BA0-58CB49D1254E}"/>
          </ac:spMkLst>
        </pc:spChg>
        <pc:cxnChg chg="mod">
          <ac:chgData name="Marjolein de Jong" userId="00349200-a54b-4a61-ab9a-d959590d6c33" providerId="ADAL" clId="{C3218D43-760B-4717-ACBD-D59ADEA49DEC}" dt="2025-07-04T13:33:41.146" v="577" actId="14100"/>
          <ac:cxnSpMkLst>
            <pc:docMk/>
            <pc:sldMk cId="2163913671" sldId="284"/>
            <ac:cxnSpMk id="10" creationId="{24B95D3A-7EEC-4BB2-9F13-D1EA14B07FCA}"/>
          </ac:cxnSpMkLst>
        </pc:cxnChg>
      </pc:sldChg>
      <pc:sldChg chg="modSp add mod">
        <pc:chgData name="Marjolein de Jong" userId="00349200-a54b-4a61-ab9a-d959590d6c33" providerId="ADAL" clId="{C3218D43-760B-4717-ACBD-D59ADEA49DEC}" dt="2025-07-04T13:36:33.989" v="621" actId="1036"/>
        <pc:sldMkLst>
          <pc:docMk/>
          <pc:sldMk cId="2405199794" sldId="286"/>
        </pc:sldMkLst>
        <pc:spChg chg="mod">
          <ac:chgData name="Marjolein de Jong" userId="00349200-a54b-4a61-ab9a-d959590d6c33" providerId="ADAL" clId="{C3218D43-760B-4717-ACBD-D59ADEA49DEC}" dt="2025-07-04T13:36:33.989" v="621" actId="1036"/>
          <ac:spMkLst>
            <pc:docMk/>
            <pc:sldMk cId="2405199794" sldId="286"/>
            <ac:spMk id="10" creationId="{43D7A24C-DC9B-4402-AB5A-7C352CD0200C}"/>
          </ac:spMkLst>
        </pc:spChg>
      </pc:sldChg>
      <pc:sldChg chg="modSp add mod">
        <pc:chgData name="Marjolein de Jong" userId="00349200-a54b-4a61-ab9a-d959590d6c33" providerId="ADAL" clId="{C3218D43-760B-4717-ACBD-D59ADEA49DEC}" dt="2025-07-04T12:39:26.015" v="439" actId="27636"/>
        <pc:sldMkLst>
          <pc:docMk/>
          <pc:sldMk cId="415166680" sldId="287"/>
        </pc:sldMkLst>
        <pc:spChg chg="mod">
          <ac:chgData name="Marjolein de Jong" userId="00349200-a54b-4a61-ab9a-d959590d6c33" providerId="ADAL" clId="{C3218D43-760B-4717-ACBD-D59ADEA49DEC}" dt="2025-07-04T12:39:26.015" v="439" actId="27636"/>
          <ac:spMkLst>
            <pc:docMk/>
            <pc:sldMk cId="415166680" sldId="287"/>
            <ac:spMk id="2" creationId="{1C00B414-1641-47E1-824C-0BB3D5A3D8F7}"/>
          </ac:spMkLst>
        </pc:spChg>
      </pc:sldChg>
      <pc:sldChg chg="add">
        <pc:chgData name="Marjolein de Jong" userId="00349200-a54b-4a61-ab9a-d959590d6c33" providerId="ADAL" clId="{C3218D43-760B-4717-ACBD-D59ADEA49DEC}" dt="2025-07-04T12:39:25.849" v="438"/>
        <pc:sldMkLst>
          <pc:docMk/>
          <pc:sldMk cId="842775295" sldId="289"/>
        </pc:sldMkLst>
      </pc:sldChg>
      <pc:sldChg chg="add">
        <pc:chgData name="Marjolein de Jong" userId="00349200-a54b-4a61-ab9a-d959590d6c33" providerId="ADAL" clId="{C3218D43-760B-4717-ACBD-D59ADEA49DEC}" dt="2025-07-04T12:39:25.849" v="438"/>
        <pc:sldMkLst>
          <pc:docMk/>
          <pc:sldMk cId="2056254457" sldId="290"/>
        </pc:sldMkLst>
      </pc:sldChg>
      <pc:sldChg chg="add">
        <pc:chgData name="Marjolein de Jong" userId="00349200-a54b-4a61-ab9a-d959590d6c33" providerId="ADAL" clId="{C3218D43-760B-4717-ACBD-D59ADEA49DEC}" dt="2025-07-04T12:39:25.849" v="438"/>
        <pc:sldMkLst>
          <pc:docMk/>
          <pc:sldMk cId="2637299053" sldId="292"/>
        </pc:sldMkLst>
      </pc:sldChg>
      <pc:sldChg chg="modSp mod modNotesTx">
        <pc:chgData name="Marjolein de Jong" userId="00349200-a54b-4a61-ab9a-d959590d6c33" providerId="ADAL" clId="{C3218D43-760B-4717-ACBD-D59ADEA49DEC}" dt="2025-07-04T11:52:47.805" v="376" actId="20577"/>
        <pc:sldMkLst>
          <pc:docMk/>
          <pc:sldMk cId="3785891122" sldId="294"/>
        </pc:sldMkLst>
        <pc:spChg chg="mod">
          <ac:chgData name="Marjolein de Jong" userId="00349200-a54b-4a61-ab9a-d959590d6c33" providerId="ADAL" clId="{C3218D43-760B-4717-ACBD-D59ADEA49DEC}" dt="2025-07-04T11:52:37.888" v="355" actId="21"/>
          <ac:spMkLst>
            <pc:docMk/>
            <pc:sldMk cId="3785891122" sldId="294"/>
            <ac:spMk id="8" creationId="{00000000-0000-0000-0000-000000000000}"/>
          </ac:spMkLst>
        </pc:spChg>
      </pc:sldChg>
      <pc:sldChg chg="modNotesTx">
        <pc:chgData name="Marjolein de Jong" userId="00349200-a54b-4a61-ab9a-d959590d6c33" providerId="ADAL" clId="{C3218D43-760B-4717-ACBD-D59ADEA49DEC}" dt="2025-07-04T12:03:35.578" v="401" actId="20577"/>
        <pc:sldMkLst>
          <pc:docMk/>
          <pc:sldMk cId="2008391808" sldId="299"/>
        </pc:sldMkLst>
      </pc:sldChg>
      <pc:sldChg chg="modNotesTx">
        <pc:chgData name="Marjolein de Jong" userId="00349200-a54b-4a61-ab9a-d959590d6c33" providerId="ADAL" clId="{C3218D43-760B-4717-ACBD-D59ADEA49DEC}" dt="2025-07-04T10:41:47.684" v="3" actId="6549"/>
        <pc:sldMkLst>
          <pc:docMk/>
          <pc:sldMk cId="4170165082" sldId="337"/>
        </pc:sldMkLst>
      </pc:sldChg>
      <pc:sldChg chg="modSp mod modNotesTx">
        <pc:chgData name="Marjolein de Jong" userId="00349200-a54b-4a61-ab9a-d959590d6c33" providerId="ADAL" clId="{C3218D43-760B-4717-ACBD-D59ADEA49DEC}" dt="2025-07-04T10:46:12.497" v="348" actId="113"/>
        <pc:sldMkLst>
          <pc:docMk/>
          <pc:sldMk cId="2316080859" sldId="338"/>
        </pc:sldMkLst>
        <pc:spChg chg="mod">
          <ac:chgData name="Marjolein de Jong" userId="00349200-a54b-4a61-ab9a-d959590d6c33" providerId="ADAL" clId="{C3218D43-760B-4717-ACBD-D59ADEA49DEC}" dt="2025-07-04T10:46:12.497" v="348" actId="113"/>
          <ac:spMkLst>
            <pc:docMk/>
            <pc:sldMk cId="2316080859" sldId="338"/>
            <ac:spMk id="7" creationId="{6B1473C6-3938-4E88-BCE1-2A2B8D0D2D9C}"/>
          </ac:spMkLst>
        </pc:spChg>
      </pc:sldChg>
      <pc:sldChg chg="modSp mod">
        <pc:chgData name="Marjolein de Jong" userId="00349200-a54b-4a61-ab9a-d959590d6c33" providerId="ADAL" clId="{C3218D43-760B-4717-ACBD-D59ADEA49DEC}" dt="2025-07-04T10:48:47.358" v="354" actId="20577"/>
        <pc:sldMkLst>
          <pc:docMk/>
          <pc:sldMk cId="746327342" sldId="356"/>
        </pc:sldMkLst>
        <pc:spChg chg="mod">
          <ac:chgData name="Marjolein de Jong" userId="00349200-a54b-4a61-ab9a-d959590d6c33" providerId="ADAL" clId="{C3218D43-760B-4717-ACBD-D59ADEA49DEC}" dt="2025-07-04T10:48:47.358" v="354" actId="20577"/>
          <ac:spMkLst>
            <pc:docMk/>
            <pc:sldMk cId="746327342" sldId="356"/>
            <ac:spMk id="3" creationId="{00000000-0000-0000-0000-000000000000}"/>
          </ac:spMkLst>
        </pc:spChg>
      </pc:sldChg>
      <pc:sldChg chg="modSp mod">
        <pc:chgData name="Marjolein de Jong" userId="00349200-a54b-4a61-ab9a-d959590d6c33" providerId="ADAL" clId="{C3218D43-760B-4717-ACBD-D59ADEA49DEC}" dt="2025-07-04T10:40:43.916" v="1" actId="20577"/>
        <pc:sldMkLst>
          <pc:docMk/>
          <pc:sldMk cId="3438079557" sldId="388"/>
        </pc:sldMkLst>
        <pc:spChg chg="mod">
          <ac:chgData name="Marjolein de Jong" userId="00349200-a54b-4a61-ab9a-d959590d6c33" providerId="ADAL" clId="{C3218D43-760B-4717-ACBD-D59ADEA49DEC}" dt="2025-07-04T10:40:43.916" v="1" actId="20577"/>
          <ac:spMkLst>
            <pc:docMk/>
            <pc:sldMk cId="3438079557" sldId="388"/>
            <ac:spMk id="7" creationId="{00000000-0000-0000-0000-000000000000}"/>
          </ac:spMkLst>
        </pc:spChg>
      </pc:sldChg>
      <pc:sldChg chg="addSp modSp mod">
        <pc:chgData name="Marjolein de Jong" userId="00349200-a54b-4a61-ab9a-d959590d6c33" providerId="ADAL" clId="{C3218D43-760B-4717-ACBD-D59ADEA49DEC}" dt="2025-07-04T12:07:05.142" v="425" actId="14100"/>
        <pc:sldMkLst>
          <pc:docMk/>
          <pc:sldMk cId="473857308" sldId="390"/>
        </pc:sldMkLst>
        <pc:spChg chg="add mod ord">
          <ac:chgData name="Marjolein de Jong" userId="00349200-a54b-4a61-ab9a-d959590d6c33" providerId="ADAL" clId="{C3218D43-760B-4717-ACBD-D59ADEA49DEC}" dt="2025-07-04T12:07:05.142" v="425" actId="14100"/>
          <ac:spMkLst>
            <pc:docMk/>
            <pc:sldMk cId="473857308" sldId="390"/>
            <ac:spMk id="4" creationId="{9A551A43-3624-FE93-E8F7-C4E7CC52BE32}"/>
          </ac:spMkLst>
        </pc:spChg>
      </pc:sldChg>
      <pc:sldChg chg="ord">
        <pc:chgData name="Marjolein de Jong" userId="00349200-a54b-4a61-ab9a-d959590d6c33" providerId="ADAL" clId="{C3218D43-760B-4717-ACBD-D59ADEA49DEC}" dt="2025-07-04T12:14:32.108" v="432"/>
        <pc:sldMkLst>
          <pc:docMk/>
          <pc:sldMk cId="1150738214" sldId="393"/>
        </pc:sldMkLst>
      </pc:sldChg>
      <pc:sldChg chg="addSp delSp modSp mod">
        <pc:chgData name="Marjolein de Jong" userId="00349200-a54b-4a61-ab9a-d959590d6c33" providerId="ADAL" clId="{C3218D43-760B-4717-ACBD-D59ADEA49DEC}" dt="2025-07-04T12:08:15.965" v="430" actId="1076"/>
        <pc:sldMkLst>
          <pc:docMk/>
          <pc:sldMk cId="1803268878" sldId="415"/>
        </pc:sldMkLst>
        <pc:spChg chg="add mod">
          <ac:chgData name="Marjolein de Jong" userId="00349200-a54b-4a61-ab9a-d959590d6c33" providerId="ADAL" clId="{C3218D43-760B-4717-ACBD-D59ADEA49DEC}" dt="2025-07-04T12:08:15.965" v="430" actId="1076"/>
          <ac:spMkLst>
            <pc:docMk/>
            <pc:sldMk cId="1803268878" sldId="415"/>
            <ac:spMk id="12" creationId="{6BA2D935-0B87-7550-A8F8-9125D88128DE}"/>
          </ac:spMkLst>
        </pc:spChg>
      </pc:sldChg>
      <pc:sldChg chg="ord">
        <pc:chgData name="Marjolein de Jong" userId="00349200-a54b-4a61-ab9a-d959590d6c33" providerId="ADAL" clId="{C3218D43-760B-4717-ACBD-D59ADEA49DEC}" dt="2025-07-04T12:14:32.108" v="432"/>
        <pc:sldMkLst>
          <pc:docMk/>
          <pc:sldMk cId="776461060" sldId="429"/>
        </pc:sldMkLst>
      </pc:sldChg>
      <pc:sldChg chg="modSp add mod">
        <pc:chgData name="Marjolein de Jong" userId="00349200-a54b-4a61-ab9a-d959590d6c33" providerId="ADAL" clId="{C3218D43-760B-4717-ACBD-D59ADEA49DEC}" dt="2025-07-04T13:31:09.882" v="527" actId="20577"/>
        <pc:sldMkLst>
          <pc:docMk/>
          <pc:sldMk cId="2129675227" sldId="430"/>
        </pc:sldMkLst>
        <pc:spChg chg="mod">
          <ac:chgData name="Marjolein de Jong" userId="00349200-a54b-4a61-ab9a-d959590d6c33" providerId="ADAL" clId="{C3218D43-760B-4717-ACBD-D59ADEA49DEC}" dt="2025-07-04T13:31:09.882" v="527" actId="20577"/>
          <ac:spMkLst>
            <pc:docMk/>
            <pc:sldMk cId="2129675227" sldId="430"/>
            <ac:spMk id="2" creationId="{EC91CAC1-DC2C-4CE1-9A4E-51200E2AE0E8}"/>
          </ac:spMkLst>
        </pc:spChg>
      </pc:sldChg>
      <pc:sldChg chg="modSp add mod">
        <pc:chgData name="Marjolein de Jong" userId="00349200-a54b-4a61-ab9a-d959590d6c33" providerId="ADAL" clId="{C3218D43-760B-4717-ACBD-D59ADEA49DEC}" dt="2025-07-04T13:16:06.249" v="492"/>
        <pc:sldMkLst>
          <pc:docMk/>
          <pc:sldMk cId="1607666869" sldId="431"/>
        </pc:sldMkLst>
        <pc:spChg chg="mod">
          <ac:chgData name="Marjolein de Jong" userId="00349200-a54b-4a61-ab9a-d959590d6c33" providerId="ADAL" clId="{C3218D43-760B-4717-ACBD-D59ADEA49DEC}" dt="2025-07-04T12:41:57.038" v="478" actId="14100"/>
          <ac:spMkLst>
            <pc:docMk/>
            <pc:sldMk cId="1607666869" sldId="431"/>
            <ac:spMk id="3" creationId="{97DCED34-0C7E-43A5-AE4B-C90A1A0FD902}"/>
          </ac:spMkLst>
        </pc:spChg>
        <pc:graphicFrameChg chg="mod modGraphic">
          <ac:chgData name="Marjolein de Jong" userId="00349200-a54b-4a61-ab9a-d959590d6c33" providerId="ADAL" clId="{C3218D43-760B-4717-ACBD-D59ADEA49DEC}" dt="2025-07-04T13:16:06.249" v="492"/>
          <ac:graphicFrameMkLst>
            <pc:docMk/>
            <pc:sldMk cId="1607666869" sldId="431"/>
            <ac:graphicFrameMk id="10" creationId="{8BE8ECA9-9A2D-4FEF-85B7-9EF098B65B63}"/>
          </ac:graphicFrameMkLst>
        </pc:graphicFrameChg>
      </pc:sldChg>
      <pc:sldChg chg="add">
        <pc:chgData name="Marjolein de Jong" userId="00349200-a54b-4a61-ab9a-d959590d6c33" providerId="ADAL" clId="{C3218D43-760B-4717-ACBD-D59ADEA49DEC}" dt="2025-07-04T12:39:25.849" v="438"/>
        <pc:sldMkLst>
          <pc:docMk/>
          <pc:sldMk cId="1360093938" sldId="432"/>
        </pc:sldMkLst>
      </pc:sldChg>
      <pc:sldChg chg="add">
        <pc:chgData name="Marjolein de Jong" userId="00349200-a54b-4a61-ab9a-d959590d6c33" providerId="ADAL" clId="{C3218D43-760B-4717-ACBD-D59ADEA49DEC}" dt="2025-07-04T12:39:25.849" v="438"/>
        <pc:sldMkLst>
          <pc:docMk/>
          <pc:sldMk cId="586003947" sldId="433"/>
        </pc:sldMkLst>
      </pc:sldChg>
      <pc:sldChg chg="modSp add mod">
        <pc:chgData name="Marjolein de Jong" userId="00349200-a54b-4a61-ab9a-d959590d6c33" providerId="ADAL" clId="{C3218D43-760B-4717-ACBD-D59ADEA49DEC}" dt="2025-07-04T13:41:22.772" v="643" actId="14734"/>
        <pc:sldMkLst>
          <pc:docMk/>
          <pc:sldMk cId="895977875" sldId="434"/>
        </pc:sldMkLst>
        <pc:graphicFrameChg chg="modGraphic">
          <ac:chgData name="Marjolein de Jong" userId="00349200-a54b-4a61-ab9a-d959590d6c33" providerId="ADAL" clId="{C3218D43-760B-4717-ACBD-D59ADEA49DEC}" dt="2025-07-04T13:41:22.772" v="643" actId="14734"/>
          <ac:graphicFrameMkLst>
            <pc:docMk/>
            <pc:sldMk cId="895977875" sldId="434"/>
            <ac:graphicFrameMk id="11" creationId="{5A43CE9E-7805-2CB6-7C7E-9B4B28E55680}"/>
          </ac:graphicFrameMkLst>
        </pc:graphicFrameChg>
      </pc:sldChg>
      <pc:sldChg chg="modSp add mod">
        <pc:chgData name="Marjolein de Jong" userId="00349200-a54b-4a61-ab9a-d959590d6c33" providerId="ADAL" clId="{C3218D43-760B-4717-ACBD-D59ADEA49DEC}" dt="2025-07-04T13:38:20.161" v="625" actId="20577"/>
        <pc:sldMkLst>
          <pc:docMk/>
          <pc:sldMk cId="2890675011" sldId="435"/>
        </pc:sldMkLst>
        <pc:spChg chg="mod">
          <ac:chgData name="Marjolein de Jong" userId="00349200-a54b-4a61-ab9a-d959590d6c33" providerId="ADAL" clId="{C3218D43-760B-4717-ACBD-D59ADEA49DEC}" dt="2025-07-04T12:39:26.026" v="440" actId="27636"/>
          <ac:spMkLst>
            <pc:docMk/>
            <pc:sldMk cId="2890675011" sldId="435"/>
            <ac:spMk id="2" creationId="{1C00B414-1641-47E1-824C-0BB3D5A3D8F7}"/>
          </ac:spMkLst>
        </pc:spChg>
        <pc:graphicFrameChg chg="modGraphic">
          <ac:chgData name="Marjolein de Jong" userId="00349200-a54b-4a61-ab9a-d959590d6c33" providerId="ADAL" clId="{C3218D43-760B-4717-ACBD-D59ADEA49DEC}" dt="2025-07-04T13:38:20.161" v="625" actId="20577"/>
          <ac:graphicFrameMkLst>
            <pc:docMk/>
            <pc:sldMk cId="2890675011" sldId="435"/>
            <ac:graphicFrameMk id="3" creationId="{9D44489F-F720-415F-B989-5D763537DE46}"/>
          </ac:graphicFrameMkLst>
        </pc:graphicFrameChg>
        <pc:picChg chg="mod">
          <ac:chgData name="Marjolein de Jong" userId="00349200-a54b-4a61-ab9a-d959590d6c33" providerId="ADAL" clId="{C3218D43-760B-4717-ACBD-D59ADEA49DEC}" dt="2025-07-04T13:38:14.686" v="623" actId="1076"/>
          <ac:picMkLst>
            <pc:docMk/>
            <pc:sldMk cId="2890675011" sldId="435"/>
            <ac:picMk id="5" creationId="{8E701E05-F80B-435E-973E-647CB4A0AB11}"/>
          </ac:picMkLst>
        </pc:picChg>
      </pc:sldChg>
      <pc:sldChg chg="modSp add mod">
        <pc:chgData name="Marjolein de Jong" userId="00349200-a54b-4a61-ab9a-d959590d6c33" providerId="ADAL" clId="{C3218D43-760B-4717-ACBD-D59ADEA49DEC}" dt="2025-07-04T12:39:26.053" v="441" actId="27636"/>
        <pc:sldMkLst>
          <pc:docMk/>
          <pc:sldMk cId="1190979955" sldId="436"/>
        </pc:sldMkLst>
        <pc:spChg chg="mod">
          <ac:chgData name="Marjolein de Jong" userId="00349200-a54b-4a61-ab9a-d959590d6c33" providerId="ADAL" clId="{C3218D43-760B-4717-ACBD-D59ADEA49DEC}" dt="2025-07-04T12:39:26.053" v="441" actId="27636"/>
          <ac:spMkLst>
            <pc:docMk/>
            <pc:sldMk cId="1190979955" sldId="436"/>
            <ac:spMk id="2" creationId="{EC91CAC1-DC2C-4CE1-9A4E-51200E2AE0E8}"/>
          </ac:spMkLst>
        </pc:spChg>
      </pc:sldChg>
      <pc:sldChg chg="add">
        <pc:chgData name="Marjolein de Jong" userId="00349200-a54b-4a61-ab9a-d959590d6c33" providerId="ADAL" clId="{C3218D43-760B-4717-ACBD-D59ADEA49DEC}" dt="2025-07-04T12:39:25.849" v="438"/>
        <pc:sldMkLst>
          <pc:docMk/>
          <pc:sldMk cId="2177386432" sldId="437"/>
        </pc:sldMkLst>
      </pc:sldChg>
    </pc:docChg>
  </pc:docChgLst>
  <pc:docChgLst>
    <pc:chgData name="Marjolein de Jong" userId="S::marjolein.de.jong@rivm.nl::00349200-a54b-4a61-ab9a-d959590d6c33" providerId="AD" clId="Web-{4639126E-BF42-4876-9A55-B195D142E234}"/>
    <pc:docChg chg="modSld">
      <pc:chgData name="Marjolein de Jong" userId="S::marjolein.de.jong@rivm.nl::00349200-a54b-4a61-ab9a-d959590d6c33" providerId="AD" clId="Web-{4639126E-BF42-4876-9A55-B195D142E234}" dt="2025-07-08T11:42:49.342" v="88" actId="20577"/>
      <pc:docMkLst>
        <pc:docMk/>
      </pc:docMkLst>
      <pc:sldChg chg="modSp">
        <pc:chgData name="Marjolein de Jong" userId="S::marjolein.de.jong@rivm.nl::00349200-a54b-4a61-ab9a-d959590d6c33" providerId="AD" clId="Web-{4639126E-BF42-4876-9A55-B195D142E234}" dt="2025-07-08T11:42:49.342" v="88" actId="20577"/>
        <pc:sldMkLst>
          <pc:docMk/>
          <pc:sldMk cId="1315854325" sldId="271"/>
        </pc:sldMkLst>
        <pc:spChg chg="mod">
          <ac:chgData name="Marjolein de Jong" userId="S::marjolein.de.jong@rivm.nl::00349200-a54b-4a61-ab9a-d959590d6c33" providerId="AD" clId="Web-{4639126E-BF42-4876-9A55-B195D142E234}" dt="2025-07-08T11:42:49.342" v="88" actId="20577"/>
          <ac:spMkLst>
            <pc:docMk/>
            <pc:sldMk cId="1315854325" sldId="271"/>
            <ac:spMk id="2" creationId="{1C00B414-1641-47E1-824C-0BB3D5A3D8F7}"/>
          </ac:spMkLst>
        </pc:spChg>
      </pc:sldChg>
    </pc:docChg>
  </pc:docChgLst>
  <pc:docChgLst>
    <pc:chgData name="Jeroen Rodenburg" userId="36afe4a3-a6a4-4251-8e46-e83f049ed970" providerId="ADAL" clId="{5E10D41D-9AF3-4670-B6E7-8871E4EA97C7}"/>
    <pc:docChg chg="custSel delSld modSld">
      <pc:chgData name="Jeroen Rodenburg" userId="36afe4a3-a6a4-4251-8e46-e83f049ed970" providerId="ADAL" clId="{5E10D41D-9AF3-4670-B6E7-8871E4EA97C7}" dt="2025-07-10T14:06:10.932" v="119" actId="20577"/>
      <pc:docMkLst>
        <pc:docMk/>
      </pc:docMkLst>
      <pc:sldChg chg="modSp mod">
        <pc:chgData name="Jeroen Rodenburg" userId="36afe4a3-a6a4-4251-8e46-e83f049ed970" providerId="ADAL" clId="{5E10D41D-9AF3-4670-B6E7-8871E4EA97C7}" dt="2025-07-10T14:03:34.354" v="7" actId="20577"/>
        <pc:sldMkLst>
          <pc:docMk/>
          <pc:sldMk cId="1315854325" sldId="271"/>
        </pc:sldMkLst>
        <pc:spChg chg="mod">
          <ac:chgData name="Jeroen Rodenburg" userId="36afe4a3-a6a4-4251-8e46-e83f049ed970" providerId="ADAL" clId="{5E10D41D-9AF3-4670-B6E7-8871E4EA97C7}" dt="2025-07-10T14:03:34.354" v="7" actId="20577"/>
          <ac:spMkLst>
            <pc:docMk/>
            <pc:sldMk cId="1315854325" sldId="271"/>
            <ac:spMk id="2" creationId="{1C00B414-1641-47E1-824C-0BB3D5A3D8F7}"/>
          </ac:spMkLst>
        </pc:spChg>
      </pc:sldChg>
      <pc:sldChg chg="modSp mod">
        <pc:chgData name="Jeroen Rodenburg" userId="36afe4a3-a6a4-4251-8e46-e83f049ed970" providerId="ADAL" clId="{5E10D41D-9AF3-4670-B6E7-8871E4EA97C7}" dt="2025-07-10T14:05:06.531" v="90" actId="20577"/>
        <pc:sldMkLst>
          <pc:docMk/>
          <pc:sldMk cId="2405199794" sldId="286"/>
        </pc:sldMkLst>
        <pc:spChg chg="mod">
          <ac:chgData name="Jeroen Rodenburg" userId="36afe4a3-a6a4-4251-8e46-e83f049ed970" providerId="ADAL" clId="{5E10D41D-9AF3-4670-B6E7-8871E4EA97C7}" dt="2025-07-10T14:05:06.531" v="90" actId="20577"/>
          <ac:spMkLst>
            <pc:docMk/>
            <pc:sldMk cId="2405199794" sldId="286"/>
            <ac:spMk id="2" creationId="{1C00B414-1641-47E1-824C-0BB3D5A3D8F7}"/>
          </ac:spMkLst>
        </pc:spChg>
      </pc:sldChg>
      <pc:sldChg chg="modSp mod">
        <pc:chgData name="Jeroen Rodenburg" userId="36afe4a3-a6a4-4251-8e46-e83f049ed970" providerId="ADAL" clId="{5E10D41D-9AF3-4670-B6E7-8871E4EA97C7}" dt="2025-07-10T14:05:14.100" v="96" actId="20577"/>
        <pc:sldMkLst>
          <pc:docMk/>
          <pc:sldMk cId="415166680" sldId="287"/>
        </pc:sldMkLst>
        <pc:spChg chg="mod">
          <ac:chgData name="Jeroen Rodenburg" userId="36afe4a3-a6a4-4251-8e46-e83f049ed970" providerId="ADAL" clId="{5E10D41D-9AF3-4670-B6E7-8871E4EA97C7}" dt="2025-07-10T14:05:14.100" v="96" actId="20577"/>
          <ac:spMkLst>
            <pc:docMk/>
            <pc:sldMk cId="415166680" sldId="287"/>
            <ac:spMk id="2" creationId="{1C00B414-1641-47E1-824C-0BB3D5A3D8F7}"/>
          </ac:spMkLst>
        </pc:spChg>
      </pc:sldChg>
      <pc:sldChg chg="modSp mod">
        <pc:chgData name="Jeroen Rodenburg" userId="36afe4a3-a6a4-4251-8e46-e83f049ed970" providerId="ADAL" clId="{5E10D41D-9AF3-4670-B6E7-8871E4EA97C7}" dt="2025-07-10T14:03:54.577" v="17" actId="20577"/>
        <pc:sldMkLst>
          <pc:docMk/>
          <pc:sldMk cId="842775295" sldId="289"/>
        </pc:sldMkLst>
        <pc:spChg chg="mod">
          <ac:chgData name="Jeroen Rodenburg" userId="36afe4a3-a6a4-4251-8e46-e83f049ed970" providerId="ADAL" clId="{5E10D41D-9AF3-4670-B6E7-8871E4EA97C7}" dt="2025-07-10T14:03:54.577" v="17" actId="20577"/>
          <ac:spMkLst>
            <pc:docMk/>
            <pc:sldMk cId="842775295" sldId="289"/>
            <ac:spMk id="2" creationId="{1C00B414-1641-47E1-824C-0BB3D5A3D8F7}"/>
          </ac:spMkLst>
        </pc:spChg>
      </pc:sldChg>
      <pc:sldChg chg="modSp mod">
        <pc:chgData name="Jeroen Rodenburg" userId="36afe4a3-a6a4-4251-8e46-e83f049ed970" providerId="ADAL" clId="{5E10D41D-9AF3-4670-B6E7-8871E4EA97C7}" dt="2025-07-10T14:04:02.825" v="30" actId="20577"/>
        <pc:sldMkLst>
          <pc:docMk/>
          <pc:sldMk cId="2056254457" sldId="290"/>
        </pc:sldMkLst>
        <pc:spChg chg="mod">
          <ac:chgData name="Jeroen Rodenburg" userId="36afe4a3-a6a4-4251-8e46-e83f049ed970" providerId="ADAL" clId="{5E10D41D-9AF3-4670-B6E7-8871E4EA97C7}" dt="2025-07-10T14:04:02.825" v="30" actId="20577"/>
          <ac:spMkLst>
            <pc:docMk/>
            <pc:sldMk cId="2056254457" sldId="290"/>
            <ac:spMk id="2" creationId="{1C00B414-1641-47E1-824C-0BB3D5A3D8F7}"/>
          </ac:spMkLst>
        </pc:spChg>
      </pc:sldChg>
      <pc:sldChg chg="modSp mod">
        <pc:chgData name="Jeroen Rodenburg" userId="36afe4a3-a6a4-4251-8e46-e83f049ed970" providerId="ADAL" clId="{5E10D41D-9AF3-4670-B6E7-8871E4EA97C7}" dt="2025-07-10T14:04:40.395" v="56" actId="20577"/>
        <pc:sldMkLst>
          <pc:docMk/>
          <pc:sldMk cId="2637299053" sldId="292"/>
        </pc:sldMkLst>
        <pc:spChg chg="mod">
          <ac:chgData name="Jeroen Rodenburg" userId="36afe4a3-a6a4-4251-8e46-e83f049ed970" providerId="ADAL" clId="{5E10D41D-9AF3-4670-B6E7-8871E4EA97C7}" dt="2025-07-10T14:04:40.395" v="56" actId="20577"/>
          <ac:spMkLst>
            <pc:docMk/>
            <pc:sldMk cId="2637299053" sldId="292"/>
            <ac:spMk id="2" creationId="{1C00B414-1641-47E1-824C-0BB3D5A3D8F7}"/>
          </ac:spMkLst>
        </pc:spChg>
      </pc:sldChg>
      <pc:sldChg chg="modSp mod">
        <pc:chgData name="Jeroen Rodenburg" userId="36afe4a3-a6a4-4251-8e46-e83f049ed970" providerId="ADAL" clId="{5E10D41D-9AF3-4670-B6E7-8871E4EA97C7}" dt="2025-07-10T14:05:55.484" v="116" actId="20577"/>
        <pc:sldMkLst>
          <pc:docMk/>
          <pc:sldMk cId="3907294056" sldId="362"/>
        </pc:sldMkLst>
        <pc:spChg chg="mod">
          <ac:chgData name="Jeroen Rodenburg" userId="36afe4a3-a6a4-4251-8e46-e83f049ed970" providerId="ADAL" clId="{5E10D41D-9AF3-4670-B6E7-8871E4EA97C7}" dt="2025-07-10T14:05:48.427" v="114" actId="20577"/>
          <ac:spMkLst>
            <pc:docMk/>
            <pc:sldMk cId="3907294056" sldId="362"/>
            <ac:spMk id="2" creationId="{00000000-0000-0000-0000-000000000000}"/>
          </ac:spMkLst>
        </pc:spChg>
        <pc:spChg chg="mod">
          <ac:chgData name="Jeroen Rodenburg" userId="36afe4a3-a6a4-4251-8e46-e83f049ed970" providerId="ADAL" clId="{5E10D41D-9AF3-4670-B6E7-8871E4EA97C7}" dt="2025-07-10T14:05:55.484" v="116" actId="20577"/>
          <ac:spMkLst>
            <pc:docMk/>
            <pc:sldMk cId="3907294056" sldId="362"/>
            <ac:spMk id="3" creationId="{00000000-0000-0000-0000-000000000000}"/>
          </ac:spMkLst>
        </pc:spChg>
      </pc:sldChg>
      <pc:sldChg chg="modSp mod">
        <pc:chgData name="Jeroen Rodenburg" userId="36afe4a3-a6a4-4251-8e46-e83f049ed970" providerId="ADAL" clId="{5E10D41D-9AF3-4670-B6E7-8871E4EA97C7}" dt="2025-07-10T14:05:30.908" v="104" actId="20577"/>
        <pc:sldMkLst>
          <pc:docMk/>
          <pc:sldMk cId="3929211343" sldId="400"/>
        </pc:sldMkLst>
        <pc:spChg chg="mod">
          <ac:chgData name="Jeroen Rodenburg" userId="36afe4a3-a6a4-4251-8e46-e83f049ed970" providerId="ADAL" clId="{5E10D41D-9AF3-4670-B6E7-8871E4EA97C7}" dt="2025-07-10T14:05:30.908" v="104" actId="20577"/>
          <ac:spMkLst>
            <pc:docMk/>
            <pc:sldMk cId="3929211343" sldId="400"/>
            <ac:spMk id="2" creationId="{00000000-0000-0000-0000-000000000000}"/>
          </ac:spMkLst>
        </pc:spChg>
      </pc:sldChg>
      <pc:sldChg chg="del">
        <pc:chgData name="Jeroen Rodenburg" userId="36afe4a3-a6a4-4251-8e46-e83f049ed970" providerId="ADAL" clId="{5E10D41D-9AF3-4670-B6E7-8871E4EA97C7}" dt="2025-07-10T14:06:07.399" v="117" actId="47"/>
        <pc:sldMkLst>
          <pc:docMk/>
          <pc:sldMk cId="1292845722" sldId="411"/>
        </pc:sldMkLst>
      </pc:sldChg>
      <pc:sldChg chg="modSp mod">
        <pc:chgData name="Jeroen Rodenburg" userId="36afe4a3-a6a4-4251-8e46-e83f049ed970" providerId="ADAL" clId="{5E10D41D-9AF3-4670-B6E7-8871E4EA97C7}" dt="2025-07-10T14:05:34.059" v="106" actId="20577"/>
        <pc:sldMkLst>
          <pc:docMk/>
          <pc:sldMk cId="2572927847" sldId="424"/>
        </pc:sldMkLst>
        <pc:spChg chg="mod">
          <ac:chgData name="Jeroen Rodenburg" userId="36afe4a3-a6a4-4251-8e46-e83f049ed970" providerId="ADAL" clId="{5E10D41D-9AF3-4670-B6E7-8871E4EA97C7}" dt="2025-07-10T14:05:34.059" v="106" actId="20577"/>
          <ac:spMkLst>
            <pc:docMk/>
            <pc:sldMk cId="2572927847" sldId="424"/>
            <ac:spMk id="2" creationId="{F7709EC5-CFA8-4F86-93F7-C3D5BE226795}"/>
          </ac:spMkLst>
        </pc:spChg>
      </pc:sldChg>
      <pc:sldChg chg="modSp mod">
        <pc:chgData name="Jeroen Rodenburg" userId="36afe4a3-a6a4-4251-8e46-e83f049ed970" providerId="ADAL" clId="{5E10D41D-9AF3-4670-B6E7-8871E4EA97C7}" dt="2025-07-10T14:05:45.260" v="112" actId="20577"/>
        <pc:sldMkLst>
          <pc:docMk/>
          <pc:sldMk cId="3466288894" sldId="425"/>
        </pc:sldMkLst>
        <pc:spChg chg="mod">
          <ac:chgData name="Jeroen Rodenburg" userId="36afe4a3-a6a4-4251-8e46-e83f049ed970" providerId="ADAL" clId="{5E10D41D-9AF3-4670-B6E7-8871E4EA97C7}" dt="2025-07-10T14:05:45.260" v="112" actId="20577"/>
          <ac:spMkLst>
            <pc:docMk/>
            <pc:sldMk cId="3466288894" sldId="425"/>
            <ac:spMk id="2" creationId="{1C803F6F-653A-4CE1-B0DE-C9F154C29079}"/>
          </ac:spMkLst>
        </pc:spChg>
      </pc:sldChg>
      <pc:sldChg chg="modSp mod">
        <pc:chgData name="Jeroen Rodenburg" userId="36afe4a3-a6a4-4251-8e46-e83f049ed970" providerId="ADAL" clId="{5E10D41D-9AF3-4670-B6E7-8871E4EA97C7}" dt="2025-07-10T14:06:10.932" v="119" actId="20577"/>
        <pc:sldMkLst>
          <pc:docMk/>
          <pc:sldMk cId="3366334552" sldId="426"/>
        </pc:sldMkLst>
        <pc:spChg chg="mod">
          <ac:chgData name="Jeroen Rodenburg" userId="36afe4a3-a6a4-4251-8e46-e83f049ed970" providerId="ADAL" clId="{5E10D41D-9AF3-4670-B6E7-8871E4EA97C7}" dt="2025-07-10T14:06:10.932" v="119" actId="20577"/>
          <ac:spMkLst>
            <pc:docMk/>
            <pc:sldMk cId="3366334552" sldId="426"/>
            <ac:spMk id="2" creationId="{69A4063E-9348-44DE-B101-8410F84478C2}"/>
          </ac:spMkLst>
        </pc:spChg>
      </pc:sldChg>
      <pc:sldChg chg="modSp mod">
        <pc:chgData name="Jeroen Rodenburg" userId="36afe4a3-a6a4-4251-8e46-e83f049ed970" providerId="ADAL" clId="{5E10D41D-9AF3-4670-B6E7-8871E4EA97C7}" dt="2025-07-10T14:04:29.450" v="45" actId="20577"/>
        <pc:sldMkLst>
          <pc:docMk/>
          <pc:sldMk cId="1360093938" sldId="432"/>
        </pc:sldMkLst>
        <pc:spChg chg="mod">
          <ac:chgData name="Jeroen Rodenburg" userId="36afe4a3-a6a4-4251-8e46-e83f049ed970" providerId="ADAL" clId="{5E10D41D-9AF3-4670-B6E7-8871E4EA97C7}" dt="2025-07-10T14:04:29.450" v="45" actId="20577"/>
          <ac:spMkLst>
            <pc:docMk/>
            <pc:sldMk cId="1360093938" sldId="432"/>
            <ac:spMk id="2" creationId="{1C00B414-1641-47E1-824C-0BB3D5A3D8F7}"/>
          </ac:spMkLst>
        </pc:spChg>
      </pc:sldChg>
      <pc:sldChg chg="modSp mod">
        <pc:chgData name="Jeroen Rodenburg" userId="36afe4a3-a6a4-4251-8e46-e83f049ed970" providerId="ADAL" clId="{5E10D41D-9AF3-4670-B6E7-8871E4EA97C7}" dt="2025-07-10T14:04:48.418" v="69" actId="20577"/>
        <pc:sldMkLst>
          <pc:docMk/>
          <pc:sldMk cId="586003947" sldId="433"/>
        </pc:sldMkLst>
        <pc:spChg chg="mod">
          <ac:chgData name="Jeroen Rodenburg" userId="36afe4a3-a6a4-4251-8e46-e83f049ed970" providerId="ADAL" clId="{5E10D41D-9AF3-4670-B6E7-8871E4EA97C7}" dt="2025-07-10T14:04:48.418" v="69" actId="20577"/>
          <ac:spMkLst>
            <pc:docMk/>
            <pc:sldMk cId="586003947" sldId="433"/>
            <ac:spMk id="2" creationId="{1C00B414-1641-47E1-824C-0BB3D5A3D8F7}"/>
          </ac:spMkLst>
        </pc:spChg>
      </pc:sldChg>
      <pc:sldChg chg="modSp mod">
        <pc:chgData name="Jeroen Rodenburg" userId="36afe4a3-a6a4-4251-8e46-e83f049ed970" providerId="ADAL" clId="{5E10D41D-9AF3-4670-B6E7-8871E4EA97C7}" dt="2025-07-10T14:04:58.267" v="80" actId="20577"/>
        <pc:sldMkLst>
          <pc:docMk/>
          <pc:sldMk cId="895977875" sldId="434"/>
        </pc:sldMkLst>
        <pc:spChg chg="mod">
          <ac:chgData name="Jeroen Rodenburg" userId="36afe4a3-a6a4-4251-8e46-e83f049ed970" providerId="ADAL" clId="{5E10D41D-9AF3-4670-B6E7-8871E4EA97C7}" dt="2025-07-10T14:04:58.267" v="80" actId="20577"/>
          <ac:spMkLst>
            <pc:docMk/>
            <pc:sldMk cId="895977875" sldId="434"/>
            <ac:spMk id="2" creationId="{1C00B414-1641-47E1-824C-0BB3D5A3D8F7}"/>
          </ac:spMkLst>
        </pc:spChg>
      </pc:sldChg>
      <pc:sldChg chg="modSp mod">
        <pc:chgData name="Jeroen Rodenburg" userId="36afe4a3-a6a4-4251-8e46-e83f049ed970" providerId="ADAL" clId="{5E10D41D-9AF3-4670-B6E7-8871E4EA97C7}" dt="2025-07-10T14:05:18.387" v="102" actId="20577"/>
        <pc:sldMkLst>
          <pc:docMk/>
          <pc:sldMk cId="2890675011" sldId="435"/>
        </pc:sldMkLst>
        <pc:spChg chg="mod">
          <ac:chgData name="Jeroen Rodenburg" userId="36afe4a3-a6a4-4251-8e46-e83f049ed970" providerId="ADAL" clId="{5E10D41D-9AF3-4670-B6E7-8871E4EA97C7}" dt="2025-07-10T14:05:18.387" v="102" actId="20577"/>
          <ac:spMkLst>
            <pc:docMk/>
            <pc:sldMk cId="2890675011" sldId="435"/>
            <ac:spMk id="2" creationId="{1C00B414-1641-47E1-824C-0BB3D5A3D8F7}"/>
          </ac:spMkLst>
        </pc:spChg>
      </pc:sldChg>
    </pc:docChg>
  </pc:docChgLst>
  <pc:docChgLst>
    <pc:chgData name="Marjolein de Jong" userId="00349200-a54b-4a61-ab9a-d959590d6c33" providerId="ADAL" clId="{1C530A50-FDB5-42D2-B90E-ACCCACDEA8CA}"/>
    <pc:docChg chg="custSel modSld sldOrd">
      <pc:chgData name="Marjolein de Jong" userId="00349200-a54b-4a61-ab9a-d959590d6c33" providerId="ADAL" clId="{1C530A50-FDB5-42D2-B90E-ACCCACDEA8CA}" dt="2025-07-07T14:26:08.846" v="363" actId="20577"/>
      <pc:docMkLst>
        <pc:docMk/>
      </pc:docMkLst>
      <pc:sldChg chg="modSp mod">
        <pc:chgData name="Marjolein de Jong" userId="00349200-a54b-4a61-ab9a-d959590d6c33" providerId="ADAL" clId="{1C530A50-FDB5-42D2-B90E-ACCCACDEA8CA}" dt="2025-07-07T14:10:16.470" v="347" actId="207"/>
        <pc:sldMkLst>
          <pc:docMk/>
          <pc:sldMk cId="2669805851" sldId="261"/>
        </pc:sldMkLst>
        <pc:spChg chg="mod">
          <ac:chgData name="Marjolein de Jong" userId="00349200-a54b-4a61-ab9a-d959590d6c33" providerId="ADAL" clId="{1C530A50-FDB5-42D2-B90E-ACCCACDEA8CA}" dt="2025-07-07T14:10:16.470" v="347" actId="207"/>
          <ac:spMkLst>
            <pc:docMk/>
            <pc:sldMk cId="2669805851" sldId="261"/>
            <ac:spMk id="8" creationId="{00000000-0000-0000-0000-000000000000}"/>
          </ac:spMkLst>
        </pc:spChg>
        <pc:spChg chg="mod">
          <ac:chgData name="Marjolein de Jong" userId="00349200-a54b-4a61-ab9a-d959590d6c33" providerId="ADAL" clId="{1C530A50-FDB5-42D2-B90E-ACCCACDEA8CA}" dt="2025-07-07T14:09:41.952" v="340" actId="1076"/>
          <ac:spMkLst>
            <pc:docMk/>
            <pc:sldMk cId="2669805851" sldId="261"/>
            <ac:spMk id="9" creationId="{00000000-0000-0000-0000-000000000000}"/>
          </ac:spMkLst>
        </pc:spChg>
        <pc:spChg chg="mod">
          <ac:chgData name="Marjolein de Jong" userId="00349200-a54b-4a61-ab9a-d959590d6c33" providerId="ADAL" clId="{1C530A50-FDB5-42D2-B90E-ACCCACDEA8CA}" dt="2025-07-07T14:09:43.857" v="341" actId="1076"/>
          <ac:spMkLst>
            <pc:docMk/>
            <pc:sldMk cId="2669805851" sldId="261"/>
            <ac:spMk id="10" creationId="{00000000-0000-0000-0000-000000000000}"/>
          </ac:spMkLst>
        </pc:spChg>
        <pc:spChg chg="mod">
          <ac:chgData name="Marjolein de Jong" userId="00349200-a54b-4a61-ab9a-d959590d6c33" providerId="ADAL" clId="{1C530A50-FDB5-42D2-B90E-ACCCACDEA8CA}" dt="2025-07-07T14:09:46.634" v="342" actId="1076"/>
          <ac:spMkLst>
            <pc:docMk/>
            <pc:sldMk cId="2669805851" sldId="261"/>
            <ac:spMk id="11" creationId="{00000000-0000-0000-0000-000000000000}"/>
          </ac:spMkLst>
        </pc:spChg>
        <pc:spChg chg="mod">
          <ac:chgData name="Marjolein de Jong" userId="00349200-a54b-4a61-ab9a-d959590d6c33" providerId="ADAL" clId="{1C530A50-FDB5-42D2-B90E-ACCCACDEA8CA}" dt="2025-07-07T14:09:39.338" v="339" actId="1076"/>
          <ac:spMkLst>
            <pc:docMk/>
            <pc:sldMk cId="2669805851" sldId="261"/>
            <ac:spMk id="13" creationId="{00000000-0000-0000-0000-000000000000}"/>
          </ac:spMkLst>
        </pc:spChg>
        <pc:picChg chg="mod">
          <ac:chgData name="Marjolein de Jong" userId="00349200-a54b-4a61-ab9a-d959590d6c33" providerId="ADAL" clId="{1C530A50-FDB5-42D2-B90E-ACCCACDEA8CA}" dt="2025-07-07T14:09:36.346" v="338" actId="1076"/>
          <ac:picMkLst>
            <pc:docMk/>
            <pc:sldMk cId="2669805851" sldId="261"/>
            <ac:picMk id="7" creationId="{00000000-0000-0000-0000-000000000000}"/>
          </ac:picMkLst>
        </pc:picChg>
      </pc:sldChg>
      <pc:sldChg chg="addSp modSp mod">
        <pc:chgData name="Marjolein de Jong" userId="00349200-a54b-4a61-ab9a-d959590d6c33" providerId="ADAL" clId="{1C530A50-FDB5-42D2-B90E-ACCCACDEA8CA}" dt="2025-07-07T13:55:31.033" v="169" actId="20577"/>
        <pc:sldMkLst>
          <pc:docMk/>
          <pc:sldMk cId="4170165082" sldId="337"/>
        </pc:sldMkLst>
        <pc:spChg chg="add mod">
          <ac:chgData name="Marjolein de Jong" userId="00349200-a54b-4a61-ab9a-d959590d6c33" providerId="ADAL" clId="{1C530A50-FDB5-42D2-B90E-ACCCACDEA8CA}" dt="2025-07-07T13:55:31.033" v="169" actId="20577"/>
          <ac:spMkLst>
            <pc:docMk/>
            <pc:sldMk cId="4170165082" sldId="337"/>
            <ac:spMk id="6" creationId="{42D31550-EE27-CE38-0555-DF8C11A71915}"/>
          </ac:spMkLst>
        </pc:spChg>
      </pc:sldChg>
      <pc:sldChg chg="modSp mod">
        <pc:chgData name="Marjolein de Jong" userId="00349200-a54b-4a61-ab9a-d959590d6c33" providerId="ADAL" clId="{1C530A50-FDB5-42D2-B90E-ACCCACDEA8CA}" dt="2025-07-07T14:26:08.846" v="363" actId="20577"/>
        <pc:sldMkLst>
          <pc:docMk/>
          <pc:sldMk cId="2316080859" sldId="338"/>
        </pc:sldMkLst>
        <pc:spChg chg="mod">
          <ac:chgData name="Marjolein de Jong" userId="00349200-a54b-4a61-ab9a-d959590d6c33" providerId="ADAL" clId="{1C530A50-FDB5-42D2-B90E-ACCCACDEA8CA}" dt="2025-07-07T14:26:08.846" v="363" actId="20577"/>
          <ac:spMkLst>
            <pc:docMk/>
            <pc:sldMk cId="2316080859" sldId="338"/>
            <ac:spMk id="7" creationId="{6B1473C6-3938-4E88-BCE1-2A2B8D0D2D9C}"/>
          </ac:spMkLst>
        </pc:spChg>
      </pc:sldChg>
      <pc:sldChg chg="modSp mod ord">
        <pc:chgData name="Marjolein de Jong" userId="00349200-a54b-4a61-ab9a-d959590d6c33" providerId="ADAL" clId="{1C530A50-FDB5-42D2-B90E-ACCCACDEA8CA}" dt="2025-07-07T14:22:27.138" v="357"/>
        <pc:sldMkLst>
          <pc:docMk/>
          <pc:sldMk cId="3618302639" sldId="397"/>
        </pc:sldMkLst>
        <pc:spChg chg="mod">
          <ac:chgData name="Marjolein de Jong" userId="00349200-a54b-4a61-ab9a-d959590d6c33" providerId="ADAL" clId="{1C530A50-FDB5-42D2-B90E-ACCCACDEA8CA}" dt="2025-07-07T14:17:57.676" v="355" actId="20577"/>
          <ac:spMkLst>
            <pc:docMk/>
            <pc:sldMk cId="3618302639" sldId="397"/>
            <ac:spMk id="3" creationId="{A6420FA3-6873-42E1-BE36-017C3179E03D}"/>
          </ac:spMkLst>
        </pc:spChg>
      </pc:sldChg>
    </pc:docChg>
  </pc:docChgLst>
  <pc:docChgLst>
    <pc:chgData name="Lisa Tostrams" userId="1844f577-b33c-4472-85a2-51b1143ab864" providerId="ADAL" clId="{39D4D33E-6CD2-475D-91E3-C249B75580ED}"/>
    <pc:docChg chg="delSld modSld delMainMaster">
      <pc:chgData name="Lisa Tostrams" userId="1844f577-b33c-4472-85a2-51b1143ab864" providerId="ADAL" clId="{39D4D33E-6CD2-475D-91E3-C249B75580ED}" dt="2025-07-14T09:46:11.954" v="11" actId="47"/>
      <pc:docMkLst>
        <pc:docMk/>
      </pc:docMkLst>
      <pc:sldChg chg="modNotesTx">
        <pc:chgData name="Lisa Tostrams" userId="1844f577-b33c-4472-85a2-51b1143ab864" providerId="ADAL" clId="{39D4D33E-6CD2-475D-91E3-C249B75580ED}" dt="2025-07-14T09:44:10.172" v="2" actId="20577"/>
        <pc:sldMkLst>
          <pc:docMk/>
          <pc:sldMk cId="2576683446" sldId="262"/>
        </pc:sldMkLst>
      </pc:sldChg>
      <pc:sldChg chg="modNotesTx">
        <pc:chgData name="Lisa Tostrams" userId="1844f577-b33c-4472-85a2-51b1143ab864" providerId="ADAL" clId="{39D4D33E-6CD2-475D-91E3-C249B75580ED}" dt="2025-07-14T09:44:32.458" v="6" actId="20577"/>
        <pc:sldMkLst>
          <pc:docMk/>
          <pc:sldMk cId="3998351620" sldId="277"/>
        </pc:sldMkLst>
      </pc:sldChg>
      <pc:sldChg chg="modNotesTx">
        <pc:chgData name="Lisa Tostrams" userId="1844f577-b33c-4472-85a2-51b1143ab864" providerId="ADAL" clId="{39D4D33E-6CD2-475D-91E3-C249B75580ED}" dt="2025-07-14T09:44:04.874" v="1" actId="20577"/>
        <pc:sldMkLst>
          <pc:docMk/>
          <pc:sldMk cId="3549825719" sldId="335"/>
        </pc:sldMkLst>
      </pc:sldChg>
      <pc:sldChg chg="modNotesTx">
        <pc:chgData name="Lisa Tostrams" userId="1844f577-b33c-4472-85a2-51b1143ab864" providerId="ADAL" clId="{39D4D33E-6CD2-475D-91E3-C249B75580ED}" dt="2025-07-14T09:44:21.075" v="4" actId="20577"/>
        <pc:sldMkLst>
          <pc:docMk/>
          <pc:sldMk cId="2316080859" sldId="338"/>
        </pc:sldMkLst>
      </pc:sldChg>
      <pc:sldChg chg="modNotesTx">
        <pc:chgData name="Lisa Tostrams" userId="1844f577-b33c-4472-85a2-51b1143ab864" providerId="ADAL" clId="{39D4D33E-6CD2-475D-91E3-C249B75580ED}" dt="2025-07-14T09:44:39.497" v="7" actId="20577"/>
        <pc:sldMkLst>
          <pc:docMk/>
          <pc:sldMk cId="2271644247" sldId="350"/>
        </pc:sldMkLst>
      </pc:sldChg>
      <pc:sldChg chg="modNotesTx">
        <pc:chgData name="Lisa Tostrams" userId="1844f577-b33c-4472-85a2-51b1143ab864" providerId="ADAL" clId="{39D4D33E-6CD2-475D-91E3-C249B75580ED}" dt="2025-07-14T09:44:01.703" v="0" actId="20577"/>
        <pc:sldMkLst>
          <pc:docMk/>
          <pc:sldMk cId="3318999630" sldId="386"/>
        </pc:sldMkLst>
      </pc:sldChg>
      <pc:sldChg chg="modNotesTx">
        <pc:chgData name="Lisa Tostrams" userId="1844f577-b33c-4472-85a2-51b1143ab864" providerId="ADAL" clId="{39D4D33E-6CD2-475D-91E3-C249B75580ED}" dt="2025-07-14T09:44:45.960" v="8" actId="20577"/>
        <pc:sldMkLst>
          <pc:docMk/>
          <pc:sldMk cId="4076234441" sldId="389"/>
        </pc:sldMkLst>
      </pc:sldChg>
      <pc:sldChg chg="modNotesTx">
        <pc:chgData name="Lisa Tostrams" userId="1844f577-b33c-4472-85a2-51b1143ab864" providerId="ADAL" clId="{39D4D33E-6CD2-475D-91E3-C249B75580ED}" dt="2025-07-14T09:45:04.604" v="9" actId="20577"/>
        <pc:sldMkLst>
          <pc:docMk/>
          <pc:sldMk cId="473857308" sldId="390"/>
        </pc:sldMkLst>
      </pc:sldChg>
      <pc:sldChg chg="modNotesTx">
        <pc:chgData name="Lisa Tostrams" userId="1844f577-b33c-4472-85a2-51b1143ab864" providerId="ADAL" clId="{39D4D33E-6CD2-475D-91E3-C249B75580ED}" dt="2025-07-14T09:44:29.810" v="5" actId="20577"/>
        <pc:sldMkLst>
          <pc:docMk/>
          <pc:sldMk cId="2559434733" sldId="407"/>
        </pc:sldMkLst>
      </pc:sldChg>
      <pc:sldChg chg="modNotesTx">
        <pc:chgData name="Lisa Tostrams" userId="1844f577-b33c-4472-85a2-51b1143ab864" providerId="ADAL" clId="{39D4D33E-6CD2-475D-91E3-C249B75580ED}" dt="2025-07-14T09:45:07.252" v="10" actId="20577"/>
        <pc:sldMkLst>
          <pc:docMk/>
          <pc:sldMk cId="1803268878" sldId="415"/>
        </pc:sldMkLst>
      </pc:sldChg>
      <pc:sldChg chg="del">
        <pc:chgData name="Lisa Tostrams" userId="1844f577-b33c-4472-85a2-51b1143ab864" providerId="ADAL" clId="{39D4D33E-6CD2-475D-91E3-C249B75580ED}" dt="2025-07-14T09:46:11.954" v="11" actId="47"/>
        <pc:sldMkLst>
          <pc:docMk/>
          <pc:sldMk cId="776461060" sldId="429"/>
        </pc:sldMkLst>
      </pc:sldChg>
      <pc:sldMasterChg chg="del delSldLayout">
        <pc:chgData name="Lisa Tostrams" userId="1844f577-b33c-4472-85a2-51b1143ab864" providerId="ADAL" clId="{39D4D33E-6CD2-475D-91E3-C249B75580ED}" dt="2025-07-14T09:44:10.567" v="3"/>
        <pc:sldMasterMkLst>
          <pc:docMk/>
          <pc:sldMasterMk cId="2919466818" sldId="2147483700"/>
        </pc:sldMasterMkLst>
        <pc:sldLayoutChg chg="del">
          <pc:chgData name="Lisa Tostrams" userId="1844f577-b33c-4472-85a2-51b1143ab864" providerId="ADAL" clId="{39D4D33E-6CD2-475D-91E3-C249B75580ED}" dt="2025-07-14T09:44:10.567" v="3"/>
          <pc:sldLayoutMkLst>
            <pc:docMk/>
            <pc:sldMasterMk cId="2919466818" sldId="2147483700"/>
            <pc:sldLayoutMk cId="4090323582" sldId="2147483701"/>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884751579" sldId="2147483702"/>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023523621" sldId="2147483703"/>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375920708" sldId="2147483704"/>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563301162" sldId="2147483705"/>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414241314" sldId="2147483706"/>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589194385" sldId="2147483707"/>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803912433" sldId="2147483708"/>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342567404" sldId="2147483709"/>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794768408" sldId="2147483710"/>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91002836" sldId="2147483711"/>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129267414" sldId="2147483712"/>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228669247" sldId="2147483713"/>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186888545" sldId="2147483714"/>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452023194" sldId="2147483715"/>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244224891" sldId="2147483716"/>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4033738937" sldId="2147483717"/>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744527761" sldId="2147483718"/>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908812956" sldId="2147483719"/>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4096176787" sldId="2147483720"/>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858805772" sldId="2147483721"/>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736127625" sldId="2147483722"/>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036681025" sldId="2147483723"/>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744593266" sldId="2147483724"/>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4183943729" sldId="2147483725"/>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537239240" sldId="2147483726"/>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864525040" sldId="2147483727"/>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233365273" sldId="2147483728"/>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334313797" sldId="2147483729"/>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211007346" sldId="2147483730"/>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656837564" sldId="2147483731"/>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448949089" sldId="2147483732"/>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3845929751" sldId="2147483733"/>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2753317481" sldId="2147483734"/>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582784198" sldId="2147483735"/>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687605492" sldId="2147483736"/>
          </pc:sldLayoutMkLst>
        </pc:sldLayoutChg>
        <pc:sldLayoutChg chg="del">
          <pc:chgData name="Lisa Tostrams" userId="1844f577-b33c-4472-85a2-51b1143ab864" providerId="ADAL" clId="{39D4D33E-6CD2-475D-91E3-C249B75580ED}" dt="2025-07-14T09:44:10.567" v="3"/>
          <pc:sldLayoutMkLst>
            <pc:docMk/>
            <pc:sldMasterMk cId="2919466818" sldId="2147483700"/>
            <pc:sldLayoutMk cId="164266847" sldId="2147483737"/>
          </pc:sldLayoutMkLst>
        </pc:sldLayoutChg>
      </pc:sldMasterChg>
      <pc:sldMasterChg chg="del delSldLayout">
        <pc:chgData name="Lisa Tostrams" userId="1844f577-b33c-4472-85a2-51b1143ab864" providerId="ADAL" clId="{39D4D33E-6CD2-475D-91E3-C249B75580ED}" dt="2025-07-14T09:44:10.567" v="3"/>
        <pc:sldMasterMkLst>
          <pc:docMk/>
          <pc:sldMasterMk cId="1986147845" sldId="2147483738"/>
        </pc:sldMasterMkLst>
        <pc:sldLayoutChg chg="del">
          <pc:chgData name="Lisa Tostrams" userId="1844f577-b33c-4472-85a2-51b1143ab864" providerId="ADAL" clId="{39D4D33E-6CD2-475D-91E3-C249B75580ED}" dt="2025-07-14T09:44:10.567" v="3"/>
          <pc:sldLayoutMkLst>
            <pc:docMk/>
            <pc:sldMasterMk cId="1986147845" sldId="2147483738"/>
            <pc:sldLayoutMk cId="1513289131" sldId="2147483739"/>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959983828" sldId="2147483740"/>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591453598" sldId="2147483741"/>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411779814" sldId="2147483742"/>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520167477" sldId="2147483743"/>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086701909" sldId="2147483744"/>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691083249" sldId="2147483745"/>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791442848" sldId="2147483746"/>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968173976" sldId="2147483747"/>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411216927" sldId="2147483748"/>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730712520" sldId="2147483749"/>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788348500" sldId="2147483750"/>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923978526" sldId="2147483751"/>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069542272" sldId="2147483752"/>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781215421" sldId="2147483753"/>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61946888" sldId="2147483754"/>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3834421565" sldId="2147483755"/>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3037566822" sldId="2147483756"/>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71716754" sldId="2147483757"/>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4010700913" sldId="2147483758"/>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592749183" sldId="2147483759"/>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50307645" sldId="2147483760"/>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664671924" sldId="2147483761"/>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463117330" sldId="2147483762"/>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934223656" sldId="2147483763"/>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644386001" sldId="2147483764"/>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430516186" sldId="2147483765"/>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617470203" sldId="2147483766"/>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3044437441" sldId="2147483767"/>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679075754" sldId="2147483768"/>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2116260905" sldId="2147483769"/>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883777084" sldId="2147483770"/>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067153791" sldId="2147483771"/>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3975905999" sldId="2147483772"/>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581327676" sldId="2147483773"/>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1308823501" sldId="2147483774"/>
          </pc:sldLayoutMkLst>
        </pc:sldLayoutChg>
        <pc:sldLayoutChg chg="del">
          <pc:chgData name="Lisa Tostrams" userId="1844f577-b33c-4472-85a2-51b1143ab864" providerId="ADAL" clId="{39D4D33E-6CD2-475D-91E3-C249B75580ED}" dt="2025-07-14T09:44:10.567" v="3"/>
          <pc:sldLayoutMkLst>
            <pc:docMk/>
            <pc:sldMasterMk cId="1986147845" sldId="2147483738"/>
            <pc:sldLayoutMk cId="972482911" sldId="2147483775"/>
          </pc:sldLayoutMkLst>
        </pc:sldLayoutChg>
      </pc:sldMasterChg>
      <pc:sldMasterChg chg="del delSldLayout">
        <pc:chgData name="Lisa Tostrams" userId="1844f577-b33c-4472-85a2-51b1143ab864" providerId="ADAL" clId="{39D4D33E-6CD2-475D-91E3-C249B75580ED}" dt="2025-07-14T09:44:10.567" v="3"/>
        <pc:sldMasterMkLst>
          <pc:docMk/>
          <pc:sldMasterMk cId="583554399" sldId="2147483776"/>
        </pc:sldMasterMkLst>
        <pc:sldLayoutChg chg="del">
          <pc:chgData name="Lisa Tostrams" userId="1844f577-b33c-4472-85a2-51b1143ab864" providerId="ADAL" clId="{39D4D33E-6CD2-475D-91E3-C249B75580ED}" dt="2025-07-14T09:44:10.567" v="3"/>
          <pc:sldLayoutMkLst>
            <pc:docMk/>
            <pc:sldMasterMk cId="583554399" sldId="2147483776"/>
            <pc:sldLayoutMk cId="1298393174" sldId="2147483777"/>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937947602" sldId="2147483778"/>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91254317" sldId="2147483779"/>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3389797259" sldId="2147483780"/>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605940213" sldId="2147483781"/>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587136228" sldId="2147483782"/>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704539414" sldId="2147483783"/>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83442219" sldId="2147483784"/>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362152771" sldId="2147483785"/>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713377760" sldId="2147483786"/>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857757710" sldId="2147483787"/>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834765759" sldId="2147483788"/>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849485436" sldId="2147483789"/>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262638386" sldId="2147483790"/>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6787036" sldId="2147483791"/>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3740069125" sldId="2147483792"/>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581884254" sldId="2147483793"/>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3993926654" sldId="2147483794"/>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574528149" sldId="2147483795"/>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184194111" sldId="2147483796"/>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784543087" sldId="2147483797"/>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3031961045" sldId="2147483798"/>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867673563" sldId="2147483799"/>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953967809" sldId="2147483800"/>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973455181" sldId="2147483801"/>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4163832927" sldId="2147483802"/>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5501240" sldId="2147483803"/>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629316064" sldId="2147483804"/>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906977859" sldId="2147483805"/>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957975858" sldId="2147483806"/>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888243071" sldId="2147483807"/>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907236205" sldId="2147483808"/>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187848159" sldId="2147483809"/>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069345449" sldId="2147483810"/>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2018107420" sldId="2147483811"/>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769149358" sldId="2147483812"/>
          </pc:sldLayoutMkLst>
        </pc:sldLayoutChg>
        <pc:sldLayoutChg chg="del">
          <pc:chgData name="Lisa Tostrams" userId="1844f577-b33c-4472-85a2-51b1143ab864" providerId="ADAL" clId="{39D4D33E-6CD2-475D-91E3-C249B75580ED}" dt="2025-07-14T09:44:10.567" v="3"/>
          <pc:sldLayoutMkLst>
            <pc:docMk/>
            <pc:sldMasterMk cId="583554399" sldId="2147483776"/>
            <pc:sldLayoutMk cId="1806135090" sldId="2147483813"/>
          </pc:sldLayoutMkLst>
        </pc:sldLayoutChg>
      </pc:sldMasterChg>
      <pc:sldMasterChg chg="del delSldLayout">
        <pc:chgData name="Lisa Tostrams" userId="1844f577-b33c-4472-85a2-51b1143ab864" providerId="ADAL" clId="{39D4D33E-6CD2-475D-91E3-C249B75580ED}" dt="2025-07-14T09:44:10.567" v="3"/>
        <pc:sldMasterMkLst>
          <pc:docMk/>
          <pc:sldMasterMk cId="305549783" sldId="2147483814"/>
        </pc:sldMasterMkLst>
        <pc:sldLayoutChg chg="del">
          <pc:chgData name="Lisa Tostrams" userId="1844f577-b33c-4472-85a2-51b1143ab864" providerId="ADAL" clId="{39D4D33E-6CD2-475D-91E3-C249B75580ED}" dt="2025-07-14T09:44:10.567" v="3"/>
          <pc:sldLayoutMkLst>
            <pc:docMk/>
            <pc:sldMasterMk cId="305549783" sldId="2147483814"/>
            <pc:sldLayoutMk cId="3529325254" sldId="2147483815"/>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266110985" sldId="2147483816"/>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905920736" sldId="2147483817"/>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4217706713" sldId="2147483818"/>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653597253" sldId="2147483819"/>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761390987" sldId="2147483820"/>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615300925" sldId="2147483821"/>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39259593" sldId="2147483822"/>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428679544" sldId="2147483823"/>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967436713" sldId="2147483824"/>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386340936" sldId="2147483825"/>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4164503901" sldId="2147483826"/>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490974973" sldId="2147483827"/>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590170178" sldId="2147483828"/>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277820620" sldId="2147483829"/>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666805439" sldId="2147483830"/>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755412884" sldId="2147483831"/>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322225565" sldId="2147483832"/>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475678761" sldId="2147483833"/>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239956219" sldId="2147483834"/>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675583839" sldId="2147483835"/>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898725005" sldId="2147483836"/>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985169619" sldId="2147483837"/>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12181415" sldId="2147483838"/>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105601102" sldId="2147483839"/>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4224609774" sldId="2147483840"/>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281815880" sldId="2147483841"/>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06092168" sldId="2147483842"/>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230968747" sldId="2147483843"/>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81208896" sldId="2147483844"/>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959283527" sldId="2147483845"/>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278677079" sldId="2147483846"/>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1900507200" sldId="2147483847"/>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2555202984" sldId="2147483848"/>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678683150" sldId="2147483849"/>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629457220" sldId="2147483850"/>
          </pc:sldLayoutMkLst>
        </pc:sldLayoutChg>
        <pc:sldLayoutChg chg="del">
          <pc:chgData name="Lisa Tostrams" userId="1844f577-b33c-4472-85a2-51b1143ab864" providerId="ADAL" clId="{39D4D33E-6CD2-475D-91E3-C249B75580ED}" dt="2025-07-14T09:44:10.567" v="3"/>
          <pc:sldLayoutMkLst>
            <pc:docMk/>
            <pc:sldMasterMk cId="305549783" sldId="2147483814"/>
            <pc:sldLayoutMk cId="3965929612" sldId="2147483851"/>
          </pc:sldLayoutMkLst>
        </pc:sldLayoutChg>
      </pc:sldMasterChg>
      <pc:sldMasterChg chg="del delSldLayout">
        <pc:chgData name="Lisa Tostrams" userId="1844f577-b33c-4472-85a2-51b1143ab864" providerId="ADAL" clId="{39D4D33E-6CD2-475D-91E3-C249B75580ED}" dt="2025-07-14T09:44:10.567" v="3"/>
        <pc:sldMasterMkLst>
          <pc:docMk/>
          <pc:sldMasterMk cId="2185565300" sldId="2147483852"/>
        </pc:sldMasterMkLst>
        <pc:sldLayoutChg chg="del">
          <pc:chgData name="Lisa Tostrams" userId="1844f577-b33c-4472-85a2-51b1143ab864" providerId="ADAL" clId="{39D4D33E-6CD2-475D-91E3-C249B75580ED}" dt="2025-07-14T09:44:10.567" v="3"/>
          <pc:sldLayoutMkLst>
            <pc:docMk/>
            <pc:sldMasterMk cId="2185565300" sldId="2147483852"/>
            <pc:sldLayoutMk cId="2406190051" sldId="2147483853"/>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60696675" sldId="2147483854"/>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715202812" sldId="2147483855"/>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177084978" sldId="2147483856"/>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206907178" sldId="2147483857"/>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522786629" sldId="2147483858"/>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047264209" sldId="2147483859"/>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678265734" sldId="2147483860"/>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79866096" sldId="2147483861"/>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562815841" sldId="2147483862"/>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344035267" sldId="2147483863"/>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610830678" sldId="2147483864"/>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735951588" sldId="2147483865"/>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000863964" sldId="2147483866"/>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135462253" sldId="2147483867"/>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91102833" sldId="2147483868"/>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220592578" sldId="2147483869"/>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688648159" sldId="2147483870"/>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2772615" sldId="2147483871"/>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659271624" sldId="2147483872"/>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79992234" sldId="2147483873"/>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270091357" sldId="2147483874"/>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173716637" sldId="2147483875"/>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022715527" sldId="2147483876"/>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724155583" sldId="2147483877"/>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573990102" sldId="2147483878"/>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863337764" sldId="2147483879"/>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978434864" sldId="2147483880"/>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686083838" sldId="2147483881"/>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316244325" sldId="2147483882"/>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174721157" sldId="2147483883"/>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1312132056" sldId="2147483884"/>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513979236" sldId="2147483885"/>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855275776" sldId="2147483886"/>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2704798338" sldId="2147483887"/>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3635580213" sldId="2147483888"/>
          </pc:sldLayoutMkLst>
        </pc:sldLayoutChg>
        <pc:sldLayoutChg chg="del">
          <pc:chgData name="Lisa Tostrams" userId="1844f577-b33c-4472-85a2-51b1143ab864" providerId="ADAL" clId="{39D4D33E-6CD2-475D-91E3-C249B75580ED}" dt="2025-07-14T09:44:10.567" v="3"/>
          <pc:sldLayoutMkLst>
            <pc:docMk/>
            <pc:sldMasterMk cId="2185565300" sldId="2147483852"/>
            <pc:sldLayoutMk cId="4020854625" sldId="2147483889"/>
          </pc:sldLayoutMkLst>
        </pc:sldLayoutChg>
      </pc:sldMasterChg>
      <pc:sldMasterChg chg="del delSldLayout">
        <pc:chgData name="Lisa Tostrams" userId="1844f577-b33c-4472-85a2-51b1143ab864" providerId="ADAL" clId="{39D4D33E-6CD2-475D-91E3-C249B75580ED}" dt="2025-07-14T09:44:10.567" v="3"/>
        <pc:sldMasterMkLst>
          <pc:docMk/>
          <pc:sldMasterMk cId="1560975697" sldId="2147483890"/>
        </pc:sldMasterMkLst>
        <pc:sldLayoutChg chg="del">
          <pc:chgData name="Lisa Tostrams" userId="1844f577-b33c-4472-85a2-51b1143ab864" providerId="ADAL" clId="{39D4D33E-6CD2-475D-91E3-C249B75580ED}" dt="2025-07-14T09:44:10.567" v="3"/>
          <pc:sldLayoutMkLst>
            <pc:docMk/>
            <pc:sldMasterMk cId="1560975697" sldId="2147483890"/>
            <pc:sldLayoutMk cId="1123153538" sldId="2147483891"/>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481173767" sldId="2147483892"/>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985167944" sldId="2147483893"/>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782434678" sldId="2147483894"/>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044967863" sldId="2147483895"/>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351375242" sldId="2147483896"/>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075752779" sldId="2147483897"/>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618420001" sldId="2147483898"/>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222712342" sldId="2147483899"/>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4103441615" sldId="2147483900"/>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937186749" sldId="2147483901"/>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095150435" sldId="2147483902"/>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485482638" sldId="2147483903"/>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894017098" sldId="2147483904"/>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622653665" sldId="2147483905"/>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605840063" sldId="2147483906"/>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910772115" sldId="2147483907"/>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091680687" sldId="2147483908"/>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574104016" sldId="2147483909"/>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430348787" sldId="2147483910"/>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553137993" sldId="2147483911"/>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861197568" sldId="2147483912"/>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229032610" sldId="2147483913"/>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4161502984" sldId="2147483914"/>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512060876" sldId="2147483915"/>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976822076" sldId="2147483916"/>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233826845" sldId="2147483917"/>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499936757" sldId="2147483918"/>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599824590" sldId="2147483919"/>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399481606" sldId="2147483920"/>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175787280" sldId="2147483921"/>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446271158" sldId="2147483922"/>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1549943347" sldId="2147483923"/>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3357349779" sldId="2147483924"/>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403598863" sldId="2147483925"/>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913122892" sldId="2147483926"/>
          </pc:sldLayoutMkLst>
        </pc:sldLayoutChg>
        <pc:sldLayoutChg chg="del">
          <pc:chgData name="Lisa Tostrams" userId="1844f577-b33c-4472-85a2-51b1143ab864" providerId="ADAL" clId="{39D4D33E-6CD2-475D-91E3-C249B75580ED}" dt="2025-07-14T09:44:10.567" v="3"/>
          <pc:sldLayoutMkLst>
            <pc:docMk/>
            <pc:sldMasterMk cId="1560975697" sldId="2147483890"/>
            <pc:sldLayoutMk cId="2619781743" sldId="2147483927"/>
          </pc:sldLayoutMkLst>
        </pc:sldLayoutChg>
      </pc:sldMasterChg>
      <pc:sldMasterChg chg="del delSldLayout">
        <pc:chgData name="Lisa Tostrams" userId="1844f577-b33c-4472-85a2-51b1143ab864" providerId="ADAL" clId="{39D4D33E-6CD2-475D-91E3-C249B75580ED}" dt="2025-07-14T09:44:10.567" v="3"/>
        <pc:sldMasterMkLst>
          <pc:docMk/>
          <pc:sldMasterMk cId="1648800847" sldId="2147483928"/>
        </pc:sldMasterMkLst>
        <pc:sldLayoutChg chg="del">
          <pc:chgData name="Lisa Tostrams" userId="1844f577-b33c-4472-85a2-51b1143ab864" providerId="ADAL" clId="{39D4D33E-6CD2-475D-91E3-C249B75580ED}" dt="2025-07-14T09:44:10.567" v="3"/>
          <pc:sldLayoutMkLst>
            <pc:docMk/>
            <pc:sldMasterMk cId="1648800847" sldId="2147483928"/>
            <pc:sldLayoutMk cId="1517549411" sldId="2147483929"/>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194366623" sldId="2147483930"/>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4027763926" sldId="2147483931"/>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813806375" sldId="2147483932"/>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223520234" sldId="2147483933"/>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884231515" sldId="2147483934"/>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056955429" sldId="2147483935"/>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640546012" sldId="2147483936"/>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715755656" sldId="2147483937"/>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727173894" sldId="2147483938"/>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54747917" sldId="2147483939"/>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822359765" sldId="2147483940"/>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955550527" sldId="2147483941"/>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235049453" sldId="2147483942"/>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575899424" sldId="2147483943"/>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664138691" sldId="2147483944"/>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618917173" sldId="2147483945"/>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929447718" sldId="2147483946"/>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910699954" sldId="2147483947"/>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715228386" sldId="2147483948"/>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478994845" sldId="2147483949"/>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06742988" sldId="2147483950"/>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770190356" sldId="2147483951"/>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43055301" sldId="2147483952"/>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726435474" sldId="2147483953"/>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750452904" sldId="2147483954"/>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008248190" sldId="2147483955"/>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682503140" sldId="2147483956"/>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94607151" sldId="2147483957"/>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993930143" sldId="2147483958"/>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62748206" sldId="2147483959"/>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425066100" sldId="2147483960"/>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537720716" sldId="2147483961"/>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3518596376" sldId="2147483962"/>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831301582" sldId="2147483963"/>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633896047" sldId="2147483964"/>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25113401" sldId="2147483965"/>
          </pc:sldLayoutMkLst>
        </pc:sldLayoutChg>
        <pc:sldLayoutChg chg="del">
          <pc:chgData name="Lisa Tostrams" userId="1844f577-b33c-4472-85a2-51b1143ab864" providerId="ADAL" clId="{39D4D33E-6CD2-475D-91E3-C249B75580ED}" dt="2025-07-14T09:44:10.567" v="3"/>
          <pc:sldLayoutMkLst>
            <pc:docMk/>
            <pc:sldMasterMk cId="1648800847" sldId="2147483928"/>
            <pc:sldLayoutMk cId="1536625904" sldId="2147484308"/>
          </pc:sldLayoutMkLst>
        </pc:sldLayoutChg>
      </pc:sldMasterChg>
      <pc:sldMasterChg chg="del delSldLayout">
        <pc:chgData name="Lisa Tostrams" userId="1844f577-b33c-4472-85a2-51b1143ab864" providerId="ADAL" clId="{39D4D33E-6CD2-475D-91E3-C249B75580ED}" dt="2025-07-14T09:44:10.567" v="3"/>
        <pc:sldMasterMkLst>
          <pc:docMk/>
          <pc:sldMasterMk cId="1508334469" sldId="2147483966"/>
        </pc:sldMasterMkLst>
        <pc:sldLayoutChg chg="del">
          <pc:chgData name="Lisa Tostrams" userId="1844f577-b33c-4472-85a2-51b1143ab864" providerId="ADAL" clId="{39D4D33E-6CD2-475D-91E3-C249B75580ED}" dt="2025-07-14T09:44:10.567" v="3"/>
          <pc:sldLayoutMkLst>
            <pc:docMk/>
            <pc:sldMasterMk cId="1508334469" sldId="2147483966"/>
            <pc:sldLayoutMk cId="2404966459" sldId="2147483967"/>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294922430" sldId="2147483968"/>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49824898" sldId="2147483969"/>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18579984" sldId="2147483970"/>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428890490" sldId="2147483971"/>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717312979" sldId="2147483972"/>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189472120" sldId="2147483973"/>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524397062" sldId="2147483974"/>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330352959" sldId="2147483975"/>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06069700" sldId="2147483976"/>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956187721" sldId="2147483977"/>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299031380" sldId="2147483978"/>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57654188" sldId="2147483979"/>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621396839" sldId="2147483980"/>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276202074" sldId="2147483981"/>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676331056" sldId="2147483982"/>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697883200" sldId="2147483983"/>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583920695" sldId="2147483984"/>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310576263" sldId="2147483985"/>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200703667" sldId="2147483986"/>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373676499" sldId="2147483987"/>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42936587" sldId="2147483988"/>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729852701" sldId="2147483989"/>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352246826" sldId="2147483990"/>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426226888" sldId="2147483991"/>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122444698" sldId="2147483992"/>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605438034" sldId="2147483993"/>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934551098" sldId="2147483994"/>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4224349901" sldId="2147483995"/>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972991298" sldId="2147483996"/>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533310502" sldId="2147483997"/>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463627749" sldId="2147483998"/>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1938044657" sldId="2147483999"/>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663718144" sldId="2147484000"/>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549450844" sldId="2147484001"/>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3542320420" sldId="2147484002"/>
          </pc:sldLayoutMkLst>
        </pc:sldLayoutChg>
        <pc:sldLayoutChg chg="del">
          <pc:chgData name="Lisa Tostrams" userId="1844f577-b33c-4472-85a2-51b1143ab864" providerId="ADAL" clId="{39D4D33E-6CD2-475D-91E3-C249B75580ED}" dt="2025-07-14T09:44:10.567" v="3"/>
          <pc:sldLayoutMkLst>
            <pc:docMk/>
            <pc:sldMasterMk cId="1508334469" sldId="2147483966"/>
            <pc:sldLayoutMk cId="2791984263" sldId="2147484003"/>
          </pc:sldLayoutMkLst>
        </pc:sldLayoutChg>
      </pc:sldMasterChg>
      <pc:sldMasterChg chg="del delSldLayout">
        <pc:chgData name="Lisa Tostrams" userId="1844f577-b33c-4472-85a2-51b1143ab864" providerId="ADAL" clId="{39D4D33E-6CD2-475D-91E3-C249B75580ED}" dt="2025-07-14T09:44:10.567" v="3"/>
        <pc:sldMasterMkLst>
          <pc:docMk/>
          <pc:sldMasterMk cId="1195070378" sldId="2147484004"/>
        </pc:sldMasterMkLst>
        <pc:sldLayoutChg chg="del">
          <pc:chgData name="Lisa Tostrams" userId="1844f577-b33c-4472-85a2-51b1143ab864" providerId="ADAL" clId="{39D4D33E-6CD2-475D-91E3-C249B75580ED}" dt="2025-07-14T09:44:10.567" v="3"/>
          <pc:sldLayoutMkLst>
            <pc:docMk/>
            <pc:sldMasterMk cId="1195070378" sldId="2147484004"/>
            <pc:sldLayoutMk cId="902916893" sldId="2147484005"/>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036676837" sldId="2147484006"/>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4062809304" sldId="2147484007"/>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125748608" sldId="2147484008"/>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4106044727" sldId="2147484009"/>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995122450" sldId="2147484010"/>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380363066" sldId="2147484011"/>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744677754" sldId="2147484012"/>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572956808" sldId="2147484013"/>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332895415" sldId="2147484014"/>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4143926632" sldId="2147484015"/>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875045420" sldId="2147484016"/>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09597308" sldId="2147484017"/>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849822747" sldId="2147484018"/>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501086342" sldId="2147484019"/>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259628731" sldId="2147484020"/>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783328986" sldId="2147484021"/>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652461535" sldId="2147484022"/>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995416188" sldId="2147484023"/>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375524744" sldId="2147484024"/>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64417827" sldId="2147484025"/>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4254514609" sldId="2147484026"/>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599069348" sldId="2147484027"/>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945368178" sldId="2147484028"/>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284769897" sldId="2147484029"/>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590368219" sldId="2147484030"/>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953095312" sldId="2147484031"/>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3054714882" sldId="2147484032"/>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454873081" sldId="2147484033"/>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987040139" sldId="2147484034"/>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584068470" sldId="2147484035"/>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922249378" sldId="2147484036"/>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1419139201" sldId="2147484037"/>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632432759" sldId="2147484038"/>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550730992" sldId="2147484039"/>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422910886" sldId="2147484040"/>
          </pc:sldLayoutMkLst>
        </pc:sldLayoutChg>
        <pc:sldLayoutChg chg="del">
          <pc:chgData name="Lisa Tostrams" userId="1844f577-b33c-4472-85a2-51b1143ab864" providerId="ADAL" clId="{39D4D33E-6CD2-475D-91E3-C249B75580ED}" dt="2025-07-14T09:44:10.567" v="3"/>
          <pc:sldLayoutMkLst>
            <pc:docMk/>
            <pc:sldMasterMk cId="1195070378" sldId="2147484004"/>
            <pc:sldLayoutMk cId="2978252763" sldId="2147484041"/>
          </pc:sldLayoutMkLst>
        </pc:sldLayoutChg>
      </pc:sldMasterChg>
      <pc:sldMasterChg chg="del delSldLayout">
        <pc:chgData name="Lisa Tostrams" userId="1844f577-b33c-4472-85a2-51b1143ab864" providerId="ADAL" clId="{39D4D33E-6CD2-475D-91E3-C249B75580ED}" dt="2025-07-14T09:44:10.567" v="3"/>
        <pc:sldMasterMkLst>
          <pc:docMk/>
          <pc:sldMasterMk cId="2918264136" sldId="2147484042"/>
        </pc:sldMasterMkLst>
        <pc:sldLayoutChg chg="del">
          <pc:chgData name="Lisa Tostrams" userId="1844f577-b33c-4472-85a2-51b1143ab864" providerId="ADAL" clId="{39D4D33E-6CD2-475D-91E3-C249B75580ED}" dt="2025-07-14T09:44:10.567" v="3"/>
          <pc:sldLayoutMkLst>
            <pc:docMk/>
            <pc:sldMasterMk cId="2918264136" sldId="2147484042"/>
            <pc:sldLayoutMk cId="950591600" sldId="2147484043"/>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609886596" sldId="2147484044"/>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957290034" sldId="2147484045"/>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255211430" sldId="2147484046"/>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604167965" sldId="2147484047"/>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279223311" sldId="2147484048"/>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418734480" sldId="2147484049"/>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121893158" sldId="2147484050"/>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898454677" sldId="2147484051"/>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557329511" sldId="2147484052"/>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805355852" sldId="2147484053"/>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44246114" sldId="2147484054"/>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465660908" sldId="2147484055"/>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734427441" sldId="2147484056"/>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274418957" sldId="2147484057"/>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346165025" sldId="2147484058"/>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147780327" sldId="2147484059"/>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998001891" sldId="2147484060"/>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4211359903" sldId="2147484061"/>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4010794936" sldId="2147484062"/>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869849396" sldId="2147484063"/>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455327300" sldId="2147484064"/>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371497118" sldId="2147484065"/>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862536955" sldId="2147484066"/>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903688650" sldId="2147484067"/>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912582260" sldId="2147484068"/>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862993796" sldId="2147484069"/>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221214295" sldId="2147484070"/>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403286324" sldId="2147484071"/>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892193716" sldId="2147484072"/>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553906021" sldId="2147484073"/>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712390816" sldId="2147484074"/>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263954601" sldId="2147484075"/>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3498732123" sldId="2147484076"/>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171667333" sldId="2147484077"/>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4094384235" sldId="2147484078"/>
          </pc:sldLayoutMkLst>
        </pc:sldLayoutChg>
        <pc:sldLayoutChg chg="del">
          <pc:chgData name="Lisa Tostrams" userId="1844f577-b33c-4472-85a2-51b1143ab864" providerId="ADAL" clId="{39D4D33E-6CD2-475D-91E3-C249B75580ED}" dt="2025-07-14T09:44:10.567" v="3"/>
          <pc:sldLayoutMkLst>
            <pc:docMk/>
            <pc:sldMasterMk cId="2918264136" sldId="2147484042"/>
            <pc:sldLayoutMk cId="2896793767" sldId="2147484079"/>
          </pc:sldLayoutMkLst>
        </pc:sldLayoutChg>
      </pc:sldMasterChg>
      <pc:sldMasterChg chg="del delSldLayout">
        <pc:chgData name="Lisa Tostrams" userId="1844f577-b33c-4472-85a2-51b1143ab864" providerId="ADAL" clId="{39D4D33E-6CD2-475D-91E3-C249B75580ED}" dt="2025-07-14T09:44:10.567" v="3"/>
        <pc:sldMasterMkLst>
          <pc:docMk/>
          <pc:sldMasterMk cId="3843089628" sldId="2147484080"/>
        </pc:sldMasterMkLst>
        <pc:sldLayoutChg chg="del">
          <pc:chgData name="Lisa Tostrams" userId="1844f577-b33c-4472-85a2-51b1143ab864" providerId="ADAL" clId="{39D4D33E-6CD2-475D-91E3-C249B75580ED}" dt="2025-07-14T09:44:10.567" v="3"/>
          <pc:sldLayoutMkLst>
            <pc:docMk/>
            <pc:sldMasterMk cId="3843089628" sldId="2147484080"/>
            <pc:sldLayoutMk cId="3337836759" sldId="2147484081"/>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464029890" sldId="2147484082"/>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336108562" sldId="2147484083"/>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84902378" sldId="2147484084"/>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95333057" sldId="2147484085"/>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402184862" sldId="2147484086"/>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610773487" sldId="2147484087"/>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167813660" sldId="2147484088"/>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766851919" sldId="2147484089"/>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252973173" sldId="2147484090"/>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948515887" sldId="2147484091"/>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983960253" sldId="2147484092"/>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676334876" sldId="2147484093"/>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744584562" sldId="2147484094"/>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227836457" sldId="2147484095"/>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925110138" sldId="2147484096"/>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9116014" sldId="2147484097"/>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912483466" sldId="2147484098"/>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010161005" sldId="2147484099"/>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674309118" sldId="2147484100"/>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938423586" sldId="2147484101"/>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143445370" sldId="2147484102"/>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001782674" sldId="2147484103"/>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390351140" sldId="2147484104"/>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003262271" sldId="2147484105"/>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671536021" sldId="2147484106"/>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705030927" sldId="2147484107"/>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835611532" sldId="2147484108"/>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3257284256" sldId="2147484109"/>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47454696" sldId="2147484110"/>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572060813" sldId="2147484111"/>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85137703" sldId="2147484112"/>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982347442" sldId="2147484113"/>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060344236" sldId="2147484114"/>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1065170439" sldId="2147484115"/>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2199886801" sldId="2147484116"/>
          </pc:sldLayoutMkLst>
        </pc:sldLayoutChg>
        <pc:sldLayoutChg chg="del">
          <pc:chgData name="Lisa Tostrams" userId="1844f577-b33c-4472-85a2-51b1143ab864" providerId="ADAL" clId="{39D4D33E-6CD2-475D-91E3-C249B75580ED}" dt="2025-07-14T09:44:10.567" v="3"/>
          <pc:sldLayoutMkLst>
            <pc:docMk/>
            <pc:sldMasterMk cId="3843089628" sldId="2147484080"/>
            <pc:sldLayoutMk cId="428914286" sldId="2147484117"/>
          </pc:sldLayoutMkLst>
        </pc:sldLayoutChg>
      </pc:sldMasterChg>
      <pc:sldMasterChg chg="del delSldLayout">
        <pc:chgData name="Lisa Tostrams" userId="1844f577-b33c-4472-85a2-51b1143ab864" providerId="ADAL" clId="{39D4D33E-6CD2-475D-91E3-C249B75580ED}" dt="2025-07-14T09:44:10.567" v="3"/>
        <pc:sldMasterMkLst>
          <pc:docMk/>
          <pc:sldMasterMk cId="1118664380" sldId="2147484118"/>
        </pc:sldMasterMkLst>
        <pc:sldLayoutChg chg="del">
          <pc:chgData name="Lisa Tostrams" userId="1844f577-b33c-4472-85a2-51b1143ab864" providerId="ADAL" clId="{39D4D33E-6CD2-475D-91E3-C249B75580ED}" dt="2025-07-14T09:44:10.567" v="3"/>
          <pc:sldLayoutMkLst>
            <pc:docMk/>
            <pc:sldMasterMk cId="1118664380" sldId="2147484118"/>
            <pc:sldLayoutMk cId="2259378122" sldId="2147484119"/>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4211647280" sldId="2147484120"/>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903241912" sldId="2147484121"/>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486389360" sldId="2147484122"/>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968227903" sldId="2147484123"/>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275902609" sldId="2147484124"/>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513045564" sldId="2147484125"/>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954131190" sldId="2147484126"/>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825819385" sldId="2147484127"/>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520875957" sldId="2147484128"/>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531363964" sldId="2147484129"/>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739593447" sldId="2147484130"/>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981725639" sldId="2147484131"/>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4007196755" sldId="2147484132"/>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1155777325" sldId="2147484133"/>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553471193" sldId="2147484134"/>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676287411" sldId="2147484135"/>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1313644593" sldId="2147484136"/>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322980872" sldId="2147484137"/>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869405791" sldId="2147484138"/>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736097371" sldId="2147484139"/>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176924994" sldId="2147484140"/>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068877474" sldId="2147484141"/>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786136361" sldId="2147484142"/>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911361323" sldId="2147484143"/>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1732164202" sldId="2147484144"/>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507740016" sldId="2147484145"/>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403942438" sldId="2147484146"/>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76956928" sldId="2147484147"/>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173249363" sldId="2147484148"/>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4044955063" sldId="2147484149"/>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4101383194" sldId="2147484150"/>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750885516" sldId="2147484151"/>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4032404041" sldId="2147484152"/>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2882955409" sldId="2147484153"/>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1213189458" sldId="2147484154"/>
          </pc:sldLayoutMkLst>
        </pc:sldLayoutChg>
        <pc:sldLayoutChg chg="del">
          <pc:chgData name="Lisa Tostrams" userId="1844f577-b33c-4472-85a2-51b1143ab864" providerId="ADAL" clId="{39D4D33E-6CD2-475D-91E3-C249B75580ED}" dt="2025-07-14T09:44:10.567" v="3"/>
          <pc:sldLayoutMkLst>
            <pc:docMk/>
            <pc:sldMasterMk cId="1118664380" sldId="2147484118"/>
            <pc:sldLayoutMk cId="3176226186" sldId="2147484155"/>
          </pc:sldLayoutMkLst>
        </pc:sldLayoutChg>
      </pc:sldMasterChg>
      <pc:sldMasterChg chg="del delSldLayout">
        <pc:chgData name="Lisa Tostrams" userId="1844f577-b33c-4472-85a2-51b1143ab864" providerId="ADAL" clId="{39D4D33E-6CD2-475D-91E3-C249B75580ED}" dt="2025-07-14T09:44:10.567" v="3"/>
        <pc:sldMasterMkLst>
          <pc:docMk/>
          <pc:sldMasterMk cId="24820873" sldId="2147484156"/>
        </pc:sldMasterMkLst>
        <pc:sldLayoutChg chg="del">
          <pc:chgData name="Lisa Tostrams" userId="1844f577-b33c-4472-85a2-51b1143ab864" providerId="ADAL" clId="{39D4D33E-6CD2-475D-91E3-C249B75580ED}" dt="2025-07-14T09:44:10.567" v="3"/>
          <pc:sldLayoutMkLst>
            <pc:docMk/>
            <pc:sldMasterMk cId="24820873" sldId="2147484156"/>
            <pc:sldLayoutMk cId="153092105" sldId="2147484157"/>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229029454" sldId="2147484158"/>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668139341" sldId="2147484159"/>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791439869" sldId="2147484160"/>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966319309" sldId="2147484161"/>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204533251" sldId="2147484162"/>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008810682" sldId="2147484163"/>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454799534" sldId="2147484164"/>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979683594" sldId="2147484165"/>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441752048" sldId="2147484166"/>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15016958" sldId="2147484167"/>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863846849" sldId="2147484168"/>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22138083" sldId="2147484169"/>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87592058" sldId="2147484170"/>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694483672" sldId="2147484171"/>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977249567" sldId="2147484172"/>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350007370" sldId="2147484173"/>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339026013" sldId="2147484174"/>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4218095999" sldId="2147484175"/>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389056940" sldId="2147484176"/>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878817048" sldId="2147484177"/>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910002705" sldId="2147484178"/>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028393915" sldId="2147484179"/>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113207500" sldId="2147484180"/>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780044801" sldId="2147484181"/>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767797874" sldId="2147484182"/>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554381240" sldId="2147484183"/>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02994480" sldId="2147484184"/>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845997161" sldId="2147484185"/>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825970123" sldId="2147484186"/>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48391458" sldId="2147484187"/>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4261335863" sldId="2147484188"/>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853310694" sldId="2147484189"/>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2681758167" sldId="2147484190"/>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1320359159" sldId="2147484191"/>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3222189248" sldId="2147484192"/>
          </pc:sldLayoutMkLst>
        </pc:sldLayoutChg>
        <pc:sldLayoutChg chg="del">
          <pc:chgData name="Lisa Tostrams" userId="1844f577-b33c-4472-85a2-51b1143ab864" providerId="ADAL" clId="{39D4D33E-6CD2-475D-91E3-C249B75580ED}" dt="2025-07-14T09:44:10.567" v="3"/>
          <pc:sldLayoutMkLst>
            <pc:docMk/>
            <pc:sldMasterMk cId="24820873" sldId="2147484156"/>
            <pc:sldLayoutMk cId="478013263" sldId="2147484193"/>
          </pc:sldLayoutMkLst>
        </pc:sldLayoutChg>
      </pc:sldMasterChg>
      <pc:sldMasterChg chg="del delSldLayout">
        <pc:chgData name="Lisa Tostrams" userId="1844f577-b33c-4472-85a2-51b1143ab864" providerId="ADAL" clId="{39D4D33E-6CD2-475D-91E3-C249B75580ED}" dt="2025-07-14T09:44:10.567" v="3"/>
        <pc:sldMasterMkLst>
          <pc:docMk/>
          <pc:sldMasterMk cId="686209891" sldId="2147484232"/>
        </pc:sldMasterMkLst>
        <pc:sldLayoutChg chg="del">
          <pc:chgData name="Lisa Tostrams" userId="1844f577-b33c-4472-85a2-51b1143ab864" providerId="ADAL" clId="{39D4D33E-6CD2-475D-91E3-C249B75580ED}" dt="2025-07-14T09:44:10.567" v="3"/>
          <pc:sldLayoutMkLst>
            <pc:docMk/>
            <pc:sldMasterMk cId="686209891" sldId="2147484232"/>
            <pc:sldLayoutMk cId="1116353503" sldId="2147484233"/>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4180260069" sldId="2147484234"/>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705102407" sldId="2147484235"/>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396761061" sldId="2147484236"/>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877928984" sldId="2147484237"/>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4198759968" sldId="2147484238"/>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338956580" sldId="2147484239"/>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691822211" sldId="2147484240"/>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874943240" sldId="2147484241"/>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4218940887" sldId="2147484242"/>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262057776" sldId="2147484243"/>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876839821" sldId="2147484244"/>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04788636" sldId="2147484245"/>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044952177" sldId="2147484246"/>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94486162" sldId="2147484247"/>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716906819" sldId="2147484248"/>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876400293" sldId="2147484249"/>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133644882" sldId="2147484250"/>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691338775" sldId="2147484251"/>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649408692" sldId="2147484252"/>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709458260" sldId="2147484253"/>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558217532" sldId="2147484254"/>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353733215" sldId="2147484255"/>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318155672" sldId="2147484256"/>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840843377" sldId="2147484257"/>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692153663" sldId="2147484258"/>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038384244" sldId="2147484259"/>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898899848" sldId="2147484260"/>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021543486" sldId="2147484261"/>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484350948" sldId="2147484262"/>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636093703" sldId="2147484263"/>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791483476" sldId="2147484264"/>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2914327542" sldId="2147484265"/>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514182798" sldId="2147484266"/>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257414249" sldId="2147484267"/>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3039500377" sldId="2147484268"/>
          </pc:sldLayoutMkLst>
        </pc:sldLayoutChg>
        <pc:sldLayoutChg chg="del">
          <pc:chgData name="Lisa Tostrams" userId="1844f577-b33c-4472-85a2-51b1143ab864" providerId="ADAL" clId="{39D4D33E-6CD2-475D-91E3-C249B75580ED}" dt="2025-07-14T09:44:10.567" v="3"/>
          <pc:sldLayoutMkLst>
            <pc:docMk/>
            <pc:sldMasterMk cId="686209891" sldId="2147484232"/>
            <pc:sldLayoutMk cId="1737023480" sldId="2147484269"/>
          </pc:sldLayoutMkLst>
        </pc:sldLayoutChg>
      </pc:sldMasterChg>
      <pc:sldMasterChg chg="del delSldLayout">
        <pc:chgData name="Lisa Tostrams" userId="1844f577-b33c-4472-85a2-51b1143ab864" providerId="ADAL" clId="{39D4D33E-6CD2-475D-91E3-C249B75580ED}" dt="2025-07-14T09:44:10.567" v="3"/>
        <pc:sldMasterMkLst>
          <pc:docMk/>
          <pc:sldMasterMk cId="3919943366" sldId="2147484270"/>
        </pc:sldMasterMkLst>
        <pc:sldLayoutChg chg="del">
          <pc:chgData name="Lisa Tostrams" userId="1844f577-b33c-4472-85a2-51b1143ab864" providerId="ADAL" clId="{39D4D33E-6CD2-475D-91E3-C249B75580ED}" dt="2025-07-14T09:44:10.567" v="3"/>
          <pc:sldLayoutMkLst>
            <pc:docMk/>
            <pc:sldMasterMk cId="3919943366" sldId="2147484270"/>
            <pc:sldLayoutMk cId="420052807" sldId="2147484271"/>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667688867" sldId="2147484272"/>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549478770" sldId="2147484273"/>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205030342" sldId="2147484274"/>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875721102" sldId="2147484275"/>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050148570" sldId="2147484276"/>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695854022" sldId="2147484277"/>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025553833" sldId="2147484278"/>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296418778" sldId="2147484279"/>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421234725" sldId="2147484280"/>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874734226" sldId="2147484281"/>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726710351" sldId="2147484282"/>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056422860" sldId="2147484283"/>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320259000" sldId="2147484284"/>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392719717" sldId="2147484285"/>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923662004" sldId="2147484286"/>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211230478" sldId="2147484287"/>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599984080" sldId="2147484288"/>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780682615" sldId="2147484289"/>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607446065" sldId="2147484290"/>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453889767" sldId="2147484291"/>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081662525" sldId="2147484292"/>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573020779" sldId="2147484293"/>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4155918870" sldId="2147484294"/>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302605094" sldId="2147484295"/>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658619113" sldId="2147484296"/>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270649491" sldId="2147484297"/>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93583405" sldId="2147484298"/>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503899444" sldId="2147484299"/>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452355183" sldId="2147484300"/>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022581082" sldId="2147484301"/>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858683796" sldId="2147484302"/>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022715282" sldId="2147484303"/>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1298800769" sldId="2147484304"/>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3665891895" sldId="2147484305"/>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509959825" sldId="2147484306"/>
          </pc:sldLayoutMkLst>
        </pc:sldLayoutChg>
        <pc:sldLayoutChg chg="del">
          <pc:chgData name="Lisa Tostrams" userId="1844f577-b33c-4472-85a2-51b1143ab864" providerId="ADAL" clId="{39D4D33E-6CD2-475D-91E3-C249B75580ED}" dt="2025-07-14T09:44:10.567" v="3"/>
          <pc:sldLayoutMkLst>
            <pc:docMk/>
            <pc:sldMasterMk cId="3919943366" sldId="2147484270"/>
            <pc:sldLayoutMk cId="2581953218" sldId="2147484307"/>
          </pc:sldLayoutMkLst>
        </pc:sldLayoutChg>
      </pc:sldMaster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alt.rivm.nl\Data4\Projecten\V050043%20Voeding-onderzoek\3.%20Verrijking_micronuts_suppl\2021\Boek%20hoofdstuk%20voedingsnormen\figure%20concept%20DRVs.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205479452054798E-2"/>
          <c:y val="4.4164037854889593E-2"/>
          <c:w val="0.91095890410958902"/>
          <c:h val="0.83911671924290221"/>
        </c:manualLayout>
      </c:layout>
      <c:scatterChart>
        <c:scatterStyle val="smoothMarker"/>
        <c:varyColors val="0"/>
        <c:ser>
          <c:idx val="0"/>
          <c:order val="0"/>
          <c:spPr>
            <a:ln w="25400">
              <a:solidFill>
                <a:srgbClr val="000000"/>
              </a:solidFill>
              <a:prstDash val="solid"/>
            </a:ln>
          </c:spPr>
          <c:marker>
            <c:symbol val="none"/>
          </c:marker>
          <c:xVal>
            <c:numRef>
              <c:f>Sheet2!$B$5:$B$86</c:f>
              <c:numCache>
                <c:formatCode>General</c:formatCode>
                <c:ptCount val="82"/>
                <c:pt idx="0">
                  <c:v>-5</c:v>
                </c:pt>
                <c:pt idx="1">
                  <c:v>-4</c:v>
                </c:pt>
                <c:pt idx="2">
                  <c:v>-3.9</c:v>
                </c:pt>
                <c:pt idx="3">
                  <c:v>-3.8</c:v>
                </c:pt>
                <c:pt idx="4">
                  <c:v>-3.7</c:v>
                </c:pt>
                <c:pt idx="5">
                  <c:v>-3.6</c:v>
                </c:pt>
                <c:pt idx="6">
                  <c:v>-3.5</c:v>
                </c:pt>
                <c:pt idx="7">
                  <c:v>-3.4</c:v>
                </c:pt>
                <c:pt idx="8">
                  <c:v>-3.3</c:v>
                </c:pt>
                <c:pt idx="9">
                  <c:v>-3.2</c:v>
                </c:pt>
                <c:pt idx="10">
                  <c:v>-3.1</c:v>
                </c:pt>
                <c:pt idx="11">
                  <c:v>-3</c:v>
                </c:pt>
                <c:pt idx="12">
                  <c:v>-2.9</c:v>
                </c:pt>
                <c:pt idx="13">
                  <c:v>-2.8</c:v>
                </c:pt>
                <c:pt idx="14">
                  <c:v>-2.7</c:v>
                </c:pt>
                <c:pt idx="15">
                  <c:v>-2.6</c:v>
                </c:pt>
                <c:pt idx="16">
                  <c:v>-2.5</c:v>
                </c:pt>
                <c:pt idx="17">
                  <c:v>-2.4</c:v>
                </c:pt>
                <c:pt idx="18">
                  <c:v>-2.2999999999999998</c:v>
                </c:pt>
                <c:pt idx="19">
                  <c:v>-2.2000000000000002</c:v>
                </c:pt>
                <c:pt idx="20">
                  <c:v>-2.1</c:v>
                </c:pt>
                <c:pt idx="21">
                  <c:v>-2</c:v>
                </c:pt>
                <c:pt idx="22">
                  <c:v>-1.9</c:v>
                </c:pt>
                <c:pt idx="23">
                  <c:v>-1.8</c:v>
                </c:pt>
                <c:pt idx="24">
                  <c:v>-1.7</c:v>
                </c:pt>
                <c:pt idx="25">
                  <c:v>-1.6</c:v>
                </c:pt>
                <c:pt idx="26">
                  <c:v>-1.5</c:v>
                </c:pt>
                <c:pt idx="27">
                  <c:v>-1.4</c:v>
                </c:pt>
                <c:pt idx="28">
                  <c:v>-1.3</c:v>
                </c:pt>
                <c:pt idx="29">
                  <c:v>-1.2</c:v>
                </c:pt>
                <c:pt idx="30">
                  <c:v>-1.1000000000000001</c:v>
                </c:pt>
                <c:pt idx="31">
                  <c:v>-1</c:v>
                </c:pt>
                <c:pt idx="32">
                  <c:v>-0.9</c:v>
                </c:pt>
                <c:pt idx="33">
                  <c:v>-0.8</c:v>
                </c:pt>
                <c:pt idx="34">
                  <c:v>-0.7</c:v>
                </c:pt>
                <c:pt idx="35">
                  <c:v>-0.6</c:v>
                </c:pt>
                <c:pt idx="36">
                  <c:v>-0.5</c:v>
                </c:pt>
                <c:pt idx="37">
                  <c:v>-0.4</c:v>
                </c:pt>
                <c:pt idx="38">
                  <c:v>-0.3</c:v>
                </c:pt>
                <c:pt idx="39">
                  <c:v>-0.2</c:v>
                </c:pt>
                <c:pt idx="40">
                  <c:v>-9.9999999999999645E-2</c:v>
                </c:pt>
                <c:pt idx="41">
                  <c:v>0</c:v>
                </c:pt>
                <c:pt idx="42">
                  <c:v>0.10000000000000053</c:v>
                </c:pt>
                <c:pt idx="43">
                  <c:v>0.2</c:v>
                </c:pt>
                <c:pt idx="44">
                  <c:v>0.3</c:v>
                </c:pt>
                <c:pt idx="45">
                  <c:v>0.4</c:v>
                </c:pt>
                <c:pt idx="46">
                  <c:v>0.5</c:v>
                </c:pt>
                <c:pt idx="47">
                  <c:v>0.60000000000000053</c:v>
                </c:pt>
                <c:pt idx="48">
                  <c:v>0.7</c:v>
                </c:pt>
                <c:pt idx="49">
                  <c:v>0.80000000000000071</c:v>
                </c:pt>
                <c:pt idx="50">
                  <c:v>0.9</c:v>
                </c:pt>
                <c:pt idx="51">
                  <c:v>1</c:v>
                </c:pt>
                <c:pt idx="52">
                  <c:v>1.1000000000000001</c:v>
                </c:pt>
                <c:pt idx="53">
                  <c:v>1.2</c:v>
                </c:pt>
                <c:pt idx="54">
                  <c:v>1.3</c:v>
                </c:pt>
                <c:pt idx="55">
                  <c:v>1.4</c:v>
                </c:pt>
                <c:pt idx="56">
                  <c:v>1.5</c:v>
                </c:pt>
                <c:pt idx="57">
                  <c:v>1.6</c:v>
                </c:pt>
                <c:pt idx="58">
                  <c:v>1.7</c:v>
                </c:pt>
                <c:pt idx="59">
                  <c:v>1.8</c:v>
                </c:pt>
                <c:pt idx="60">
                  <c:v>1.9</c:v>
                </c:pt>
                <c:pt idx="61">
                  <c:v>2</c:v>
                </c:pt>
                <c:pt idx="62">
                  <c:v>2.1</c:v>
                </c:pt>
                <c:pt idx="63">
                  <c:v>2.2000000000000002</c:v>
                </c:pt>
                <c:pt idx="64">
                  <c:v>2.2999999999999998</c:v>
                </c:pt>
                <c:pt idx="65">
                  <c:v>2.4</c:v>
                </c:pt>
                <c:pt idx="66">
                  <c:v>2.5</c:v>
                </c:pt>
                <c:pt idx="67">
                  <c:v>2.6</c:v>
                </c:pt>
                <c:pt idx="68">
                  <c:v>2.7</c:v>
                </c:pt>
                <c:pt idx="69">
                  <c:v>2.8</c:v>
                </c:pt>
                <c:pt idx="70">
                  <c:v>2.9</c:v>
                </c:pt>
                <c:pt idx="71">
                  <c:v>3</c:v>
                </c:pt>
                <c:pt idx="72">
                  <c:v>3.1</c:v>
                </c:pt>
                <c:pt idx="73">
                  <c:v>3.2</c:v>
                </c:pt>
                <c:pt idx="74">
                  <c:v>3.3</c:v>
                </c:pt>
                <c:pt idx="75">
                  <c:v>3.4</c:v>
                </c:pt>
                <c:pt idx="76">
                  <c:v>3.5</c:v>
                </c:pt>
                <c:pt idx="77">
                  <c:v>3.6</c:v>
                </c:pt>
                <c:pt idx="78">
                  <c:v>3.7</c:v>
                </c:pt>
                <c:pt idx="79">
                  <c:v>3.8</c:v>
                </c:pt>
                <c:pt idx="80">
                  <c:v>3.9</c:v>
                </c:pt>
                <c:pt idx="81">
                  <c:v>4</c:v>
                </c:pt>
              </c:numCache>
            </c:numRef>
          </c:xVal>
          <c:yVal>
            <c:numRef>
              <c:f>Sheet2!$D$5:$D$86</c:f>
              <c:numCache>
                <c:formatCode>General</c:formatCode>
                <c:ptCount val="82"/>
                <c:pt idx="0">
                  <c:v>2.8665157187919333E-7</c:v>
                </c:pt>
                <c:pt idx="1">
                  <c:v>3.1671241833119857E-5</c:v>
                </c:pt>
                <c:pt idx="2">
                  <c:v>4.8096344017602614E-5</c:v>
                </c:pt>
                <c:pt idx="3">
                  <c:v>7.234804392511999E-5</c:v>
                </c:pt>
                <c:pt idx="4">
                  <c:v>1.0779973347738824E-4</c:v>
                </c:pt>
                <c:pt idx="5">
                  <c:v>1.5910859015753364E-4</c:v>
                </c:pt>
                <c:pt idx="6">
                  <c:v>2.3262907903552504E-4</c:v>
                </c:pt>
                <c:pt idx="7">
                  <c:v>3.369292656768808E-4</c:v>
                </c:pt>
                <c:pt idx="8">
                  <c:v>4.8342414238377744E-4</c:v>
                </c:pt>
                <c:pt idx="9">
                  <c:v>6.8713793791584719E-4</c:v>
                </c:pt>
                <c:pt idx="10">
                  <c:v>9.676032132183561E-4</c:v>
                </c:pt>
                <c:pt idx="11">
                  <c:v>1.3498980316300933E-3</c:v>
                </c:pt>
                <c:pt idx="12">
                  <c:v>1.8658133003840378E-3</c:v>
                </c:pt>
                <c:pt idx="13">
                  <c:v>2.5551303304279312E-3</c:v>
                </c:pt>
                <c:pt idx="14">
                  <c:v>3.4669738030406643E-3</c:v>
                </c:pt>
                <c:pt idx="15">
                  <c:v>4.6611880237187476E-3</c:v>
                </c:pt>
                <c:pt idx="16">
                  <c:v>6.2096653257761331E-3</c:v>
                </c:pt>
                <c:pt idx="17">
                  <c:v>8.1975359245961311E-3</c:v>
                </c:pt>
                <c:pt idx="18">
                  <c:v>1.0724110021675811E-2</c:v>
                </c:pt>
                <c:pt idx="19">
                  <c:v>1.3903447513498597E-2</c:v>
                </c:pt>
                <c:pt idx="20">
                  <c:v>1.7864420562816546E-2</c:v>
                </c:pt>
                <c:pt idx="21">
                  <c:v>2.2750131948179191E-2</c:v>
                </c:pt>
                <c:pt idx="22">
                  <c:v>2.87165598160018E-2</c:v>
                </c:pt>
                <c:pt idx="23">
                  <c:v>3.5930319112925789E-2</c:v>
                </c:pt>
                <c:pt idx="24">
                  <c:v>4.4565462758543041E-2</c:v>
                </c:pt>
                <c:pt idx="25">
                  <c:v>5.4799291699557967E-2</c:v>
                </c:pt>
                <c:pt idx="26">
                  <c:v>6.6807201268858057E-2</c:v>
                </c:pt>
                <c:pt idx="27">
                  <c:v>8.0756659233771053E-2</c:v>
                </c:pt>
                <c:pt idx="28">
                  <c:v>9.6800484585610316E-2</c:v>
                </c:pt>
                <c:pt idx="29">
                  <c:v>0.11506967022170828</c:v>
                </c:pt>
                <c:pt idx="30">
                  <c:v>0.13566606094638264</c:v>
                </c:pt>
                <c:pt idx="31">
                  <c:v>0.15865525393145699</c:v>
                </c:pt>
                <c:pt idx="32">
                  <c:v>0.1840601253467595</c:v>
                </c:pt>
                <c:pt idx="33">
                  <c:v>0.21185539858339661</c:v>
                </c:pt>
                <c:pt idx="34">
                  <c:v>0.24196365222307298</c:v>
                </c:pt>
                <c:pt idx="35">
                  <c:v>0.27425311775007355</c:v>
                </c:pt>
                <c:pt idx="36">
                  <c:v>0.30853753872598688</c:v>
                </c:pt>
                <c:pt idx="37">
                  <c:v>0.34457825838967576</c:v>
                </c:pt>
                <c:pt idx="38">
                  <c:v>0.38208857781104733</c:v>
                </c:pt>
                <c:pt idx="39">
                  <c:v>0.42074029056089696</c:v>
                </c:pt>
                <c:pt idx="40">
                  <c:v>0.46017216272297112</c:v>
                </c:pt>
                <c:pt idx="41">
                  <c:v>0.5</c:v>
                </c:pt>
                <c:pt idx="42">
                  <c:v>0.53982783727702921</c:v>
                </c:pt>
                <c:pt idx="43">
                  <c:v>0.57925970943910299</c:v>
                </c:pt>
                <c:pt idx="44">
                  <c:v>0.61791142218895267</c:v>
                </c:pt>
                <c:pt idx="45">
                  <c:v>0.65542174161032429</c:v>
                </c:pt>
                <c:pt idx="46">
                  <c:v>0.69146246127401312</c:v>
                </c:pt>
                <c:pt idx="47">
                  <c:v>0.72574688224992667</c:v>
                </c:pt>
                <c:pt idx="48">
                  <c:v>0.75803634777692697</c:v>
                </c:pt>
                <c:pt idx="49">
                  <c:v>0.78814460141660359</c:v>
                </c:pt>
                <c:pt idx="50">
                  <c:v>0.81593987465324047</c:v>
                </c:pt>
                <c:pt idx="51">
                  <c:v>0.84134474606854304</c:v>
                </c:pt>
                <c:pt idx="52">
                  <c:v>0.86433393905361733</c:v>
                </c:pt>
                <c:pt idx="53">
                  <c:v>0.88493032977829178</c:v>
                </c:pt>
                <c:pt idx="54">
                  <c:v>0.9031995154143897</c:v>
                </c:pt>
                <c:pt idx="55">
                  <c:v>0.91924334076622893</c:v>
                </c:pt>
                <c:pt idx="56">
                  <c:v>0.93319279873114191</c:v>
                </c:pt>
                <c:pt idx="57">
                  <c:v>0.94520070830044201</c:v>
                </c:pt>
                <c:pt idx="58">
                  <c:v>0.95543453724145699</c:v>
                </c:pt>
                <c:pt idx="59">
                  <c:v>0.96406968088707423</c:v>
                </c:pt>
                <c:pt idx="60">
                  <c:v>0.97128344018399815</c:v>
                </c:pt>
                <c:pt idx="61">
                  <c:v>0.97724986805182079</c:v>
                </c:pt>
                <c:pt idx="62">
                  <c:v>0.98213557943718344</c:v>
                </c:pt>
                <c:pt idx="63">
                  <c:v>0.98609655248650141</c:v>
                </c:pt>
                <c:pt idx="64">
                  <c:v>0.98927588997832416</c:v>
                </c:pt>
                <c:pt idx="65">
                  <c:v>0.99180246407540384</c:v>
                </c:pt>
                <c:pt idx="66">
                  <c:v>0.99379033467422384</c:v>
                </c:pt>
                <c:pt idx="67">
                  <c:v>0.99533881197628127</c:v>
                </c:pt>
                <c:pt idx="68">
                  <c:v>0.99653302619695938</c:v>
                </c:pt>
                <c:pt idx="69">
                  <c:v>0.99744486966957202</c:v>
                </c:pt>
                <c:pt idx="70">
                  <c:v>0.99813418669961596</c:v>
                </c:pt>
                <c:pt idx="71">
                  <c:v>0.9986501019683699</c:v>
                </c:pt>
                <c:pt idx="72">
                  <c:v>0.99903239678678168</c:v>
                </c:pt>
                <c:pt idx="73">
                  <c:v>0.99931286206208414</c:v>
                </c:pt>
                <c:pt idx="74">
                  <c:v>0.99951657585761622</c:v>
                </c:pt>
                <c:pt idx="75">
                  <c:v>0.99966307073432314</c:v>
                </c:pt>
                <c:pt idx="76">
                  <c:v>0.99976737092096446</c:v>
                </c:pt>
                <c:pt idx="77">
                  <c:v>0.99984089140984245</c:v>
                </c:pt>
                <c:pt idx="78">
                  <c:v>0.99989220026652259</c:v>
                </c:pt>
                <c:pt idx="79">
                  <c:v>0.99992765195607491</c:v>
                </c:pt>
                <c:pt idx="80">
                  <c:v>0.99995190365598241</c:v>
                </c:pt>
                <c:pt idx="81">
                  <c:v>0.99996832875816688</c:v>
                </c:pt>
              </c:numCache>
            </c:numRef>
          </c:yVal>
          <c:smooth val="1"/>
          <c:extLst>
            <c:ext xmlns:c16="http://schemas.microsoft.com/office/drawing/2014/chart" uri="{C3380CC4-5D6E-409C-BE32-E72D297353CC}">
              <c16:uniqueId val="{00000000-8795-4046-BF3A-F50E8DEB726D}"/>
            </c:ext>
          </c:extLst>
        </c:ser>
        <c:ser>
          <c:idx val="1"/>
          <c:order val="1"/>
          <c:spPr>
            <a:ln w="25400">
              <a:solidFill>
                <a:srgbClr val="000000"/>
              </a:solidFill>
              <a:prstDash val="solid"/>
            </a:ln>
          </c:spPr>
          <c:marker>
            <c:symbol val="none"/>
          </c:marker>
          <c:xVal>
            <c:numRef>
              <c:f>Sheet2!$E$5:$E$86</c:f>
              <c:numCache>
                <c:formatCode>General</c:formatCode>
                <c:ptCount val="82"/>
                <c:pt idx="0">
                  <c:v>-5</c:v>
                </c:pt>
                <c:pt idx="1">
                  <c:v>-6</c:v>
                </c:pt>
                <c:pt idx="2">
                  <c:v>-6.1</c:v>
                </c:pt>
                <c:pt idx="3">
                  <c:v>-6.2</c:v>
                </c:pt>
                <c:pt idx="4">
                  <c:v>-6.3</c:v>
                </c:pt>
                <c:pt idx="5">
                  <c:v>-6.4</c:v>
                </c:pt>
                <c:pt idx="6">
                  <c:v>-6.5</c:v>
                </c:pt>
                <c:pt idx="7">
                  <c:v>-6.6</c:v>
                </c:pt>
                <c:pt idx="8">
                  <c:v>-6.7</c:v>
                </c:pt>
                <c:pt idx="9">
                  <c:v>-6.8</c:v>
                </c:pt>
                <c:pt idx="10">
                  <c:v>-6.9</c:v>
                </c:pt>
                <c:pt idx="11">
                  <c:v>-7</c:v>
                </c:pt>
                <c:pt idx="12">
                  <c:v>-7.1</c:v>
                </c:pt>
                <c:pt idx="13">
                  <c:v>-7.2</c:v>
                </c:pt>
                <c:pt idx="14">
                  <c:v>-7.3</c:v>
                </c:pt>
                <c:pt idx="15">
                  <c:v>-7.4</c:v>
                </c:pt>
                <c:pt idx="16">
                  <c:v>-7.4999999999999902</c:v>
                </c:pt>
                <c:pt idx="17">
                  <c:v>-7.5999999999999899</c:v>
                </c:pt>
                <c:pt idx="18">
                  <c:v>-7.6999999999999904</c:v>
                </c:pt>
                <c:pt idx="19">
                  <c:v>-7.7999999999999901</c:v>
                </c:pt>
                <c:pt idx="20">
                  <c:v>-7.8999999999999897</c:v>
                </c:pt>
                <c:pt idx="21">
                  <c:v>-7.9999999999999902</c:v>
                </c:pt>
                <c:pt idx="22">
                  <c:v>-8.0999999999999908</c:v>
                </c:pt>
                <c:pt idx="23">
                  <c:v>-8.1999999999999904</c:v>
                </c:pt>
                <c:pt idx="24">
                  <c:v>-8.2999999999999901</c:v>
                </c:pt>
                <c:pt idx="25">
                  <c:v>-8.3999999999999897</c:v>
                </c:pt>
                <c:pt idx="26">
                  <c:v>-8.4999999999999893</c:v>
                </c:pt>
                <c:pt idx="27">
                  <c:v>-8.5999999999999908</c:v>
                </c:pt>
                <c:pt idx="28">
                  <c:v>-8.6999999999999904</c:v>
                </c:pt>
                <c:pt idx="29">
                  <c:v>-8.7999999999999901</c:v>
                </c:pt>
                <c:pt idx="30">
                  <c:v>-8.8999999999999897</c:v>
                </c:pt>
                <c:pt idx="31">
                  <c:v>-8.9999999999999893</c:v>
                </c:pt>
                <c:pt idx="32">
                  <c:v>-9.0999999999999908</c:v>
                </c:pt>
                <c:pt idx="33">
                  <c:v>-9.1999999999999904</c:v>
                </c:pt>
                <c:pt idx="34">
                  <c:v>-9.2999999999999901</c:v>
                </c:pt>
                <c:pt idx="35">
                  <c:v>-9.3999999999999897</c:v>
                </c:pt>
                <c:pt idx="36">
                  <c:v>-9.4999999999999893</c:v>
                </c:pt>
                <c:pt idx="37">
                  <c:v>-9.5999999999999908</c:v>
                </c:pt>
                <c:pt idx="38">
                  <c:v>-9.6999999999999904</c:v>
                </c:pt>
                <c:pt idx="39">
                  <c:v>-9.7999999999999901</c:v>
                </c:pt>
                <c:pt idx="40">
                  <c:v>-9.8999999999999897</c:v>
                </c:pt>
                <c:pt idx="41">
                  <c:v>-9.9999999999999893</c:v>
                </c:pt>
                <c:pt idx="42">
                  <c:v>-10.1</c:v>
                </c:pt>
                <c:pt idx="43">
                  <c:v>-10.199999999999999</c:v>
                </c:pt>
                <c:pt idx="44">
                  <c:v>-10.3</c:v>
                </c:pt>
                <c:pt idx="45">
                  <c:v>-10.4</c:v>
                </c:pt>
                <c:pt idx="46">
                  <c:v>-10.5</c:v>
                </c:pt>
                <c:pt idx="47">
                  <c:v>-10.6</c:v>
                </c:pt>
                <c:pt idx="48">
                  <c:v>-10.7</c:v>
                </c:pt>
                <c:pt idx="49">
                  <c:v>-10.8</c:v>
                </c:pt>
                <c:pt idx="50">
                  <c:v>-10.9</c:v>
                </c:pt>
                <c:pt idx="51">
                  <c:v>-11</c:v>
                </c:pt>
                <c:pt idx="52">
                  <c:v>-11.1</c:v>
                </c:pt>
                <c:pt idx="53">
                  <c:v>-11.2</c:v>
                </c:pt>
                <c:pt idx="54">
                  <c:v>-11.3</c:v>
                </c:pt>
                <c:pt idx="55">
                  <c:v>-11.4</c:v>
                </c:pt>
                <c:pt idx="56">
                  <c:v>-11.5</c:v>
                </c:pt>
                <c:pt idx="57">
                  <c:v>-11.6</c:v>
                </c:pt>
                <c:pt idx="58">
                  <c:v>-11.7</c:v>
                </c:pt>
                <c:pt idx="59">
                  <c:v>-11.8</c:v>
                </c:pt>
                <c:pt idx="60">
                  <c:v>-11.9</c:v>
                </c:pt>
                <c:pt idx="61">
                  <c:v>-12</c:v>
                </c:pt>
                <c:pt idx="62">
                  <c:v>-12.1</c:v>
                </c:pt>
                <c:pt idx="63">
                  <c:v>-12.2</c:v>
                </c:pt>
                <c:pt idx="64">
                  <c:v>-12.3</c:v>
                </c:pt>
                <c:pt idx="65">
                  <c:v>-12.4</c:v>
                </c:pt>
                <c:pt idx="66">
                  <c:v>-12.5</c:v>
                </c:pt>
                <c:pt idx="67">
                  <c:v>-12.6</c:v>
                </c:pt>
                <c:pt idx="68">
                  <c:v>-12.7</c:v>
                </c:pt>
                <c:pt idx="69">
                  <c:v>-12.8</c:v>
                </c:pt>
                <c:pt idx="70">
                  <c:v>-12.9</c:v>
                </c:pt>
                <c:pt idx="71">
                  <c:v>-13</c:v>
                </c:pt>
                <c:pt idx="72">
                  <c:v>-13.1</c:v>
                </c:pt>
                <c:pt idx="73">
                  <c:v>-13.2</c:v>
                </c:pt>
                <c:pt idx="74">
                  <c:v>-13.3</c:v>
                </c:pt>
                <c:pt idx="75">
                  <c:v>-13.4</c:v>
                </c:pt>
                <c:pt idx="76">
                  <c:v>-13.5</c:v>
                </c:pt>
                <c:pt idx="77">
                  <c:v>-13.6</c:v>
                </c:pt>
                <c:pt idx="78">
                  <c:v>-13.7</c:v>
                </c:pt>
                <c:pt idx="79">
                  <c:v>-13.8</c:v>
                </c:pt>
                <c:pt idx="80">
                  <c:v>-13.9</c:v>
                </c:pt>
                <c:pt idx="81">
                  <c:v>-14</c:v>
                </c:pt>
              </c:numCache>
            </c:numRef>
          </c:xVal>
          <c:yVal>
            <c:numRef>
              <c:f>Sheet2!$G$5:$G$86</c:f>
              <c:numCache>
                <c:formatCode>General</c:formatCode>
                <c:ptCount val="82"/>
                <c:pt idx="0">
                  <c:v>2.8665157187919333E-7</c:v>
                </c:pt>
                <c:pt idx="1">
                  <c:v>3.1686034609235136E-5</c:v>
                </c:pt>
                <c:pt idx="2">
                  <c:v>4.81155188652993E-5</c:v>
                </c:pt>
                <c:pt idx="3">
                  <c:v>7.2372434274381447E-5</c:v>
                </c:pt>
                <c:pt idx="4">
                  <c:v>1.0783014540605151E-4</c:v>
                </c:pt>
                <c:pt idx="5">
                  <c:v>1.5914571376995923E-4</c:v>
                </c:pt>
                <c:pt idx="6">
                  <c:v>2.3267337366883467E-4</c:v>
                </c:pt>
                <c:pt idx="7">
                  <c:v>3.3698082293309728E-4</c:v>
                </c:pt>
                <c:pt idx="8">
                  <c:v>4.834825366427653E-4</c:v>
                </c:pt>
                <c:pt idx="9">
                  <c:v>6.8720208079064982E-4</c:v>
                </c:pt>
                <c:pt idx="10">
                  <c:v>9.6767123559715618E-4</c:v>
                </c:pt>
                <c:pt idx="11">
                  <c:v>1.3499672232354376E-3</c:v>
                </c:pt>
                <c:pt idx="12">
                  <c:v>1.8658801403943492E-3</c:v>
                </c:pt>
                <c:pt idx="13">
                  <c:v>2.5551906415250958E-3</c:v>
                </c:pt>
                <c:pt idx="14">
                  <c:v>3.4670230531113067E-3</c:v>
                </c:pt>
                <c:pt idx="15">
                  <c:v>4.6612217826453861E-3</c:v>
                </c:pt>
                <c:pt idx="16">
                  <c:v>6.2096798587456536E-3</c:v>
                </c:pt>
                <c:pt idx="17">
                  <c:v>8.1975288694315918E-3</c:v>
                </c:pt>
                <c:pt idx="18">
                  <c:v>1.0724081059719226E-2</c:v>
                </c:pt>
                <c:pt idx="19">
                  <c:v>1.3903398908319931E-2</c:v>
                </c:pt>
                <c:pt idx="20">
                  <c:v>1.786435741802983E-2</c:v>
                </c:pt>
                <c:pt idx="21">
                  <c:v>2.2750062036186902E-2</c:v>
                </c:pt>
                <c:pt idx="22">
                  <c:v>2.8716492864572452E-2</c:v>
                </c:pt>
                <c:pt idx="23">
                  <c:v>3.5930265513823056E-2</c:v>
                </c:pt>
                <c:pt idx="24">
                  <c:v>4.4565431782479403E-2</c:v>
                </c:pt>
                <c:pt idx="25">
                  <c:v>5.479928945387591E-2</c:v>
                </c:pt>
                <c:pt idx="26">
                  <c:v>6.680722879345069E-2</c:v>
                </c:pt>
                <c:pt idx="27">
                  <c:v>8.0756711256300018E-2</c:v>
                </c:pt>
                <c:pt idx="28">
                  <c:v>9.6800549495737354E-2</c:v>
                </c:pt>
                <c:pt idx="29">
                  <c:v>0.11506973171770751</c:v>
                </c:pt>
                <c:pt idx="30">
                  <c:v>0.13566610150761615</c:v>
                </c:pt>
                <c:pt idx="31">
                  <c:v>0.15865525975899586</c:v>
                </c:pt>
                <c:pt idx="32">
                  <c:v>0.18406009173191273</c:v>
                </c:pt>
                <c:pt idx="33">
                  <c:v>0.21185533393827582</c:v>
                </c:pt>
                <c:pt idx="34">
                  <c:v>0.24196357848478034</c:v>
                </c:pt>
                <c:pt idx="35">
                  <c:v>0.27425306493855239</c:v>
                </c:pt>
                <c:pt idx="36">
                  <c:v>0.30853753263570916</c:v>
                </c:pt>
                <c:pt idx="37">
                  <c:v>0.34457830341312334</c:v>
                </c:pt>
                <c:pt idx="38">
                  <c:v>0.38208864252736996</c:v>
                </c:pt>
                <c:pt idx="39">
                  <c:v>0.42074031283327273</c:v>
                </c:pt>
                <c:pt idx="40">
                  <c:v>0.46017210446633272</c:v>
                </c:pt>
                <c:pt idx="41">
                  <c:v>0.49999999978172083</c:v>
                </c:pt>
                <c:pt idx="42">
                  <c:v>0.53982789553366783</c:v>
                </c:pt>
                <c:pt idx="43">
                  <c:v>0.57925968716672727</c:v>
                </c:pt>
                <c:pt idx="44">
                  <c:v>0.61791135747263004</c:v>
                </c:pt>
                <c:pt idx="45">
                  <c:v>0.65542169658687666</c:v>
                </c:pt>
                <c:pt idx="46">
                  <c:v>0.69146246736429084</c:v>
                </c:pt>
                <c:pt idx="47">
                  <c:v>0.72574693506144783</c:v>
                </c:pt>
                <c:pt idx="48">
                  <c:v>0.75803642151521966</c:v>
                </c:pt>
                <c:pt idx="49">
                  <c:v>0.78814466606172429</c:v>
                </c:pt>
                <c:pt idx="50">
                  <c:v>0.81593990826808727</c:v>
                </c:pt>
                <c:pt idx="51">
                  <c:v>0.84134474024100414</c:v>
                </c:pt>
                <c:pt idx="52">
                  <c:v>0.86433389849238385</c:v>
                </c:pt>
                <c:pt idx="53">
                  <c:v>0.88493026828229249</c:v>
                </c:pt>
                <c:pt idx="54">
                  <c:v>0.90319945050426265</c:v>
                </c:pt>
                <c:pt idx="55">
                  <c:v>0.91924328874369998</c:v>
                </c:pt>
                <c:pt idx="56">
                  <c:v>0.93319277120654931</c:v>
                </c:pt>
                <c:pt idx="57">
                  <c:v>0.94520071054612409</c:v>
                </c:pt>
                <c:pt idx="58">
                  <c:v>0.9554345682175206</c:v>
                </c:pt>
                <c:pt idx="59">
                  <c:v>0.96406973448617694</c:v>
                </c:pt>
                <c:pt idx="60">
                  <c:v>0.97128350713542755</c:v>
                </c:pt>
                <c:pt idx="61">
                  <c:v>0.9772499379638131</c:v>
                </c:pt>
                <c:pt idx="62">
                  <c:v>0.98213564258197017</c:v>
                </c:pt>
                <c:pt idx="63">
                  <c:v>0.98609660109168007</c:v>
                </c:pt>
                <c:pt idx="64">
                  <c:v>0.98927591894028077</c:v>
                </c:pt>
                <c:pt idx="65">
                  <c:v>0.99180247113056841</c:v>
                </c:pt>
                <c:pt idx="66">
                  <c:v>0.99379032014125435</c:v>
                </c:pt>
                <c:pt idx="67">
                  <c:v>0.99533877821735461</c:v>
                </c:pt>
                <c:pt idx="68">
                  <c:v>0.99653297694688869</c:v>
                </c:pt>
                <c:pt idx="69">
                  <c:v>0.9974448093584749</c:v>
                </c:pt>
                <c:pt idx="70">
                  <c:v>0.99813411985960565</c:v>
                </c:pt>
                <c:pt idx="71">
                  <c:v>0.99865003277676456</c:v>
                </c:pt>
                <c:pt idx="72">
                  <c:v>0.99903232876440284</c:v>
                </c:pt>
                <c:pt idx="73">
                  <c:v>0.99931279791920935</c:v>
                </c:pt>
                <c:pt idx="74">
                  <c:v>0.99951651746335723</c:v>
                </c:pt>
                <c:pt idx="75">
                  <c:v>0.9996630191770669</c:v>
                </c:pt>
                <c:pt idx="76">
                  <c:v>0.99976732662633117</c:v>
                </c:pt>
                <c:pt idx="77">
                  <c:v>0.99984085428623004</c:v>
                </c:pt>
                <c:pt idx="78">
                  <c:v>0.99989216985459395</c:v>
                </c:pt>
                <c:pt idx="79">
                  <c:v>0.99992762756572562</c:v>
                </c:pt>
                <c:pt idx="80">
                  <c:v>0.9999518844811347</c:v>
                </c:pt>
                <c:pt idx="81">
                  <c:v>0.99996831396539076</c:v>
                </c:pt>
              </c:numCache>
            </c:numRef>
          </c:yVal>
          <c:smooth val="1"/>
          <c:extLst>
            <c:ext xmlns:c16="http://schemas.microsoft.com/office/drawing/2014/chart" uri="{C3380CC4-5D6E-409C-BE32-E72D297353CC}">
              <c16:uniqueId val="{00000001-8795-4046-BF3A-F50E8DEB726D}"/>
            </c:ext>
          </c:extLst>
        </c:ser>
        <c:ser>
          <c:idx val="2"/>
          <c:order val="2"/>
          <c:tx>
            <c:v>EAR</c:v>
          </c:tx>
          <c:spPr>
            <a:ln w="12700">
              <a:solidFill>
                <a:srgbClr val="008080"/>
              </a:solidFill>
              <a:prstDash val="solid"/>
            </a:ln>
          </c:spPr>
          <c:marker>
            <c:symbol val="none"/>
          </c:marker>
          <c:xVal>
            <c:numRef>
              <c:f>Sheet2!$I$41:$I$42</c:f>
              <c:numCache>
                <c:formatCode>General</c:formatCode>
                <c:ptCount val="2"/>
                <c:pt idx="0">
                  <c:v>-10</c:v>
                </c:pt>
                <c:pt idx="1">
                  <c:v>-10</c:v>
                </c:pt>
              </c:numCache>
            </c:numRef>
          </c:xVal>
          <c:yVal>
            <c:numRef>
              <c:f>Sheet2!$J$41:$J$42</c:f>
              <c:numCache>
                <c:formatCode>General</c:formatCode>
                <c:ptCount val="2"/>
                <c:pt idx="0">
                  <c:v>-0.01</c:v>
                </c:pt>
                <c:pt idx="1">
                  <c:v>1.1000000000000001</c:v>
                </c:pt>
              </c:numCache>
            </c:numRef>
          </c:yVal>
          <c:smooth val="1"/>
          <c:extLst>
            <c:ext xmlns:c16="http://schemas.microsoft.com/office/drawing/2014/chart" uri="{C3380CC4-5D6E-409C-BE32-E72D297353CC}">
              <c16:uniqueId val="{00000002-8795-4046-BF3A-F50E8DEB726D}"/>
            </c:ext>
          </c:extLst>
        </c:ser>
        <c:ser>
          <c:idx val="3"/>
          <c:order val="3"/>
          <c:tx>
            <c:v>EAR</c:v>
          </c:tx>
          <c:spPr>
            <a:ln w="28575">
              <a:noFill/>
            </a:ln>
          </c:spPr>
          <c:marker>
            <c:symbol val="none"/>
          </c:marker>
          <c:dLbls>
            <c:dLbl>
              <c:idx val="0"/>
              <c:layout>
                <c:manualLayout>
                  <c:x val="-2.8348613957501833E-2"/>
                  <c:y val="-3.2439620126348552E-2"/>
                </c:manualLayout>
              </c:layout>
              <c:tx>
                <c:rich>
                  <a:bodyPr/>
                  <a:lstStyle/>
                  <a:p>
                    <a:pPr>
                      <a:defRPr sz="1600" b="0" i="0" u="none" strike="noStrike" baseline="0">
                        <a:solidFill>
                          <a:srgbClr val="000000"/>
                        </a:solidFill>
                        <a:latin typeface="Arial"/>
                        <a:ea typeface="Arial"/>
                        <a:cs typeface="Arial"/>
                      </a:defRPr>
                    </a:pPr>
                    <a:r>
                      <a:rPr lang="en-US"/>
                      <a:t>EAR</a:t>
                    </a:r>
                  </a:p>
                </c:rich>
              </c:tx>
              <c:spPr>
                <a:noFill/>
                <a:ln w="25400">
                  <a:noFill/>
                </a:ln>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Sheet2!$I$41</c:f>
              <c:numCache>
                <c:formatCode>General</c:formatCode>
                <c:ptCount val="1"/>
                <c:pt idx="0">
                  <c:v>-10</c:v>
                </c:pt>
              </c:numCache>
            </c:numRef>
          </c:xVal>
          <c:yVal>
            <c:numRef>
              <c:f>Sheet2!$J$42</c:f>
              <c:numCache>
                <c:formatCode>General</c:formatCode>
                <c:ptCount val="1"/>
                <c:pt idx="0">
                  <c:v>1.1000000000000001</c:v>
                </c:pt>
              </c:numCache>
            </c:numRef>
          </c:yVal>
          <c:smooth val="1"/>
          <c:extLst>
            <c:ext xmlns:c16="http://schemas.microsoft.com/office/drawing/2014/chart" uri="{C3380CC4-5D6E-409C-BE32-E72D297353CC}">
              <c16:uniqueId val="{00000004-8795-4046-BF3A-F50E8DEB726D}"/>
            </c:ext>
          </c:extLst>
        </c:ser>
        <c:ser>
          <c:idx val="4"/>
          <c:order val="4"/>
          <c:spPr>
            <a:ln w="12700">
              <a:solidFill>
                <a:srgbClr val="008080"/>
              </a:solidFill>
              <a:prstDash val="solid"/>
            </a:ln>
          </c:spPr>
          <c:marker>
            <c:symbol val="none"/>
          </c:marker>
          <c:xVal>
            <c:numRef>
              <c:f>Sheet2!$K$41:$K$42</c:f>
              <c:numCache>
                <c:formatCode>General</c:formatCode>
                <c:ptCount val="2"/>
                <c:pt idx="0">
                  <c:v>-6.8150000000000004</c:v>
                </c:pt>
                <c:pt idx="1">
                  <c:v>-6.8150000000000004</c:v>
                </c:pt>
              </c:numCache>
            </c:numRef>
          </c:xVal>
          <c:yVal>
            <c:numRef>
              <c:f>Sheet2!$L$41:$L$42</c:f>
              <c:numCache>
                <c:formatCode>General</c:formatCode>
                <c:ptCount val="2"/>
                <c:pt idx="0">
                  <c:v>-0.01</c:v>
                </c:pt>
                <c:pt idx="1">
                  <c:v>1.1000000000000001</c:v>
                </c:pt>
              </c:numCache>
            </c:numRef>
          </c:yVal>
          <c:smooth val="1"/>
          <c:extLst>
            <c:ext xmlns:c16="http://schemas.microsoft.com/office/drawing/2014/chart" uri="{C3380CC4-5D6E-409C-BE32-E72D297353CC}">
              <c16:uniqueId val="{00000005-8795-4046-BF3A-F50E8DEB726D}"/>
            </c:ext>
          </c:extLst>
        </c:ser>
        <c:ser>
          <c:idx val="5"/>
          <c:order val="5"/>
          <c:tx>
            <c:v>PRI</c:v>
          </c:tx>
          <c:spPr>
            <a:ln w="28575">
              <a:noFill/>
            </a:ln>
          </c:spPr>
          <c:marker>
            <c:symbol val="none"/>
          </c:marker>
          <c:dLbls>
            <c:dLbl>
              <c:idx val="0"/>
              <c:layout>
                <c:manualLayout>
                  <c:x val="-3.3715708481645297E-2"/>
                  <c:y val="-3.5594194258840674E-2"/>
                </c:manualLayout>
              </c:layout>
              <c:spPr>
                <a:noFill/>
                <a:ln w="25400">
                  <a:noFill/>
                </a:ln>
              </c:spPr>
              <c:txPr>
                <a:bodyPr/>
                <a:lstStyle/>
                <a:p>
                  <a:pPr>
                    <a:defRPr sz="1600" b="0" i="0" u="none" strike="noStrike" baseline="0">
                      <a:solidFill>
                        <a:srgbClr val="000000"/>
                      </a:solidFill>
                      <a:latin typeface="Arial"/>
                      <a:ea typeface="Arial"/>
                      <a:cs typeface="Arial"/>
                    </a:defRPr>
                  </a:pPr>
                  <a:endParaRPr lang="nl-NL"/>
                </a:p>
              </c:txPr>
              <c:dLblPos val="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6-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Sheet2!$K$41</c:f>
              <c:numCache>
                <c:formatCode>General</c:formatCode>
                <c:ptCount val="1"/>
                <c:pt idx="0">
                  <c:v>-6.8150000000000004</c:v>
                </c:pt>
              </c:numCache>
            </c:numRef>
          </c:xVal>
          <c:yVal>
            <c:numRef>
              <c:f>Sheet2!$L$42</c:f>
              <c:numCache>
                <c:formatCode>General</c:formatCode>
                <c:ptCount val="1"/>
                <c:pt idx="0">
                  <c:v>1.1000000000000001</c:v>
                </c:pt>
              </c:numCache>
            </c:numRef>
          </c:yVal>
          <c:smooth val="1"/>
          <c:extLst>
            <c:ext xmlns:c16="http://schemas.microsoft.com/office/drawing/2014/chart" uri="{C3380CC4-5D6E-409C-BE32-E72D297353CC}">
              <c16:uniqueId val="{00000007-8795-4046-BF3A-F50E8DEB726D}"/>
            </c:ext>
          </c:extLst>
        </c:ser>
        <c:ser>
          <c:idx val="6"/>
          <c:order val="6"/>
          <c:tx>
            <c:v>2*SD (requirement)</c:v>
          </c:tx>
          <c:spPr>
            <a:ln w="28575">
              <a:noFill/>
            </a:ln>
          </c:spPr>
          <c:marker>
            <c:symbol val="none"/>
          </c:marker>
          <c:dLbls>
            <c:dLbl>
              <c:idx val="0"/>
              <c:layout>
                <c:manualLayout>
                  <c:x val="-0.1956322437542754"/>
                  <c:y val="-9.4230216306480749E-2"/>
                </c:manualLayout>
              </c:layout>
              <c:tx>
                <c:rich>
                  <a:bodyPr/>
                  <a:lstStyle/>
                  <a:p>
                    <a:pPr>
                      <a:defRPr sz="1600" b="0" i="1" u="none" strike="noStrike" baseline="0">
                        <a:solidFill>
                          <a:srgbClr val="000000"/>
                        </a:solidFill>
                        <a:latin typeface="Arial"/>
                        <a:ea typeface="Arial"/>
                        <a:cs typeface="Arial"/>
                      </a:defRPr>
                    </a:pPr>
                    <a:r>
                      <a:rPr lang="en-US" sz="1600"/>
                      <a:t>2*SD 
(requirement)</a:t>
                    </a:r>
                  </a:p>
                </c:rich>
              </c:tx>
              <c:spPr>
                <a:noFill/>
                <a:ln w="25400">
                  <a:noFill/>
                </a:ln>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795-4046-BF3A-F50E8DEB726D}"/>
                </c:ext>
              </c:extLst>
            </c:dLbl>
            <c:spPr>
              <a:noFill/>
              <a:ln w="25400">
                <a:noFill/>
              </a:ln>
            </c:spPr>
            <c:txPr>
              <a:bodyPr wrap="square" lIns="38100" tIns="19050" rIns="38100" bIns="19050" anchor="ctr">
                <a:spAutoFit/>
              </a:bodyPr>
              <a:lstStyle/>
              <a:p>
                <a:pPr>
                  <a:defRPr sz="1600" b="0" i="1"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Sheet2!$M$41</c:f>
              <c:numCache>
                <c:formatCode>General</c:formatCode>
                <c:ptCount val="1"/>
                <c:pt idx="0">
                  <c:v>-6.4074999999999998</c:v>
                </c:pt>
              </c:numCache>
            </c:numRef>
          </c:xVal>
          <c:yVal>
            <c:numRef>
              <c:f>Sheet2!$N$41</c:f>
              <c:numCache>
                <c:formatCode>General</c:formatCode>
                <c:ptCount val="1"/>
                <c:pt idx="0">
                  <c:v>0.5</c:v>
                </c:pt>
              </c:numCache>
            </c:numRef>
          </c:yVal>
          <c:smooth val="1"/>
          <c:extLst>
            <c:ext xmlns:c16="http://schemas.microsoft.com/office/drawing/2014/chart" uri="{C3380CC4-5D6E-409C-BE32-E72D297353CC}">
              <c16:uniqueId val="{00000009-8795-4046-BF3A-F50E8DEB726D}"/>
            </c:ext>
          </c:extLst>
        </c:ser>
        <c:ser>
          <c:idx val="8"/>
          <c:order val="7"/>
          <c:tx>
            <c:v>AI*</c:v>
          </c:tx>
          <c:spPr>
            <a:ln w="28575">
              <a:noFill/>
            </a:ln>
          </c:spPr>
          <c:marker>
            <c:symbol val="none"/>
          </c:marker>
          <c:dLbls>
            <c:dLbl>
              <c:idx val="0"/>
              <c:layout>
                <c:manualLayout>
                  <c:x val="-2.4562434832632242E-2"/>
                  <c:y val="-3.9011401177376476E-2"/>
                </c:manualLayout>
              </c:layout>
              <c:spPr>
                <a:noFill/>
                <a:ln w="25400">
                  <a:noFill/>
                </a:ln>
              </c:spPr>
              <c:txPr>
                <a:bodyPr/>
                <a:lstStyle/>
                <a:p>
                  <a:pPr>
                    <a:defRPr sz="1600" b="0" i="0" u="none" strike="noStrike" baseline="0">
                      <a:solidFill>
                        <a:srgbClr val="000000"/>
                      </a:solidFill>
                      <a:latin typeface="Arial"/>
                      <a:ea typeface="Arial"/>
                      <a:cs typeface="Arial"/>
                    </a:defRPr>
                  </a:pPr>
                  <a:endParaRPr lang="nl-NL"/>
                </a:p>
              </c:txPr>
              <c:dLblPos val="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A-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Sheet2!$O$41</c:f>
              <c:numCache>
                <c:formatCode>General</c:formatCode>
                <c:ptCount val="1"/>
                <c:pt idx="0">
                  <c:v>-6.15</c:v>
                </c:pt>
              </c:numCache>
            </c:numRef>
          </c:xVal>
          <c:yVal>
            <c:numRef>
              <c:f>Sheet2!$P$39</c:f>
              <c:numCache>
                <c:formatCode>General</c:formatCode>
                <c:ptCount val="1"/>
                <c:pt idx="0">
                  <c:v>1.05</c:v>
                </c:pt>
              </c:numCache>
            </c:numRef>
          </c:yVal>
          <c:smooth val="1"/>
          <c:extLst>
            <c:ext xmlns:c16="http://schemas.microsoft.com/office/drawing/2014/chart" uri="{C3380CC4-5D6E-409C-BE32-E72D297353CC}">
              <c16:uniqueId val="{0000000B-8795-4046-BF3A-F50E8DEB726D}"/>
            </c:ext>
          </c:extLst>
        </c:ser>
        <c:ser>
          <c:idx val="7"/>
          <c:order val="8"/>
          <c:spPr>
            <a:ln w="12700">
              <a:solidFill>
                <a:srgbClr val="FF6600"/>
              </a:solidFill>
              <a:prstDash val="solid"/>
            </a:ln>
          </c:spPr>
          <c:marker>
            <c:symbol val="none"/>
          </c:marker>
          <c:xVal>
            <c:numRef>
              <c:f>Sheet2!$I$45:$I$46</c:f>
              <c:numCache>
                <c:formatCode>General</c:formatCode>
                <c:ptCount val="2"/>
                <c:pt idx="0">
                  <c:v>-4</c:v>
                </c:pt>
                <c:pt idx="1">
                  <c:v>-4</c:v>
                </c:pt>
              </c:numCache>
            </c:numRef>
          </c:xVal>
          <c:yVal>
            <c:numRef>
              <c:f>Sheet2!$J$45:$J$46</c:f>
              <c:numCache>
                <c:formatCode>General</c:formatCode>
                <c:ptCount val="2"/>
                <c:pt idx="0">
                  <c:v>-0.01</c:v>
                </c:pt>
                <c:pt idx="1">
                  <c:v>1.1000000000000001</c:v>
                </c:pt>
              </c:numCache>
            </c:numRef>
          </c:yVal>
          <c:smooth val="1"/>
          <c:extLst>
            <c:ext xmlns:c16="http://schemas.microsoft.com/office/drawing/2014/chart" uri="{C3380CC4-5D6E-409C-BE32-E72D297353CC}">
              <c16:uniqueId val="{0000000C-8795-4046-BF3A-F50E8DEB726D}"/>
            </c:ext>
          </c:extLst>
        </c:ser>
        <c:ser>
          <c:idx val="9"/>
          <c:order val="9"/>
          <c:tx>
            <c:v>UL</c:v>
          </c:tx>
          <c:spPr>
            <a:ln w="28575">
              <a:noFill/>
            </a:ln>
          </c:spPr>
          <c:marker>
            <c:symbol val="none"/>
          </c:marker>
          <c:dLbls>
            <c:dLbl>
              <c:idx val="0"/>
              <c:layout>
                <c:manualLayout>
                  <c:x val="-2.0357746377593113E-2"/>
                  <c:y val="-3.5594194258840674E-2"/>
                </c:manualLayout>
              </c:layout>
              <c:spPr>
                <a:noFill/>
                <a:ln w="25400">
                  <a:noFill/>
                </a:ln>
              </c:spPr>
              <c:txPr>
                <a:bodyPr/>
                <a:lstStyle/>
                <a:p>
                  <a:pPr>
                    <a:defRPr sz="1600" b="0" i="0" u="none" strike="noStrike" baseline="0">
                      <a:solidFill>
                        <a:srgbClr val="000000"/>
                      </a:solidFill>
                      <a:latin typeface="Arial"/>
                      <a:ea typeface="Arial"/>
                      <a:cs typeface="Arial"/>
                    </a:defRPr>
                  </a:pPr>
                  <a:endParaRPr lang="nl-NL"/>
                </a:p>
              </c:txPr>
              <c:dLblPos val="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D-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Sheet2!$I$45</c:f>
              <c:numCache>
                <c:formatCode>General</c:formatCode>
                <c:ptCount val="1"/>
                <c:pt idx="0">
                  <c:v>-4</c:v>
                </c:pt>
              </c:numCache>
            </c:numRef>
          </c:xVal>
          <c:yVal>
            <c:numRef>
              <c:f>Sheet2!$J$46</c:f>
              <c:numCache>
                <c:formatCode>General</c:formatCode>
                <c:ptCount val="1"/>
                <c:pt idx="0">
                  <c:v>1.1000000000000001</c:v>
                </c:pt>
              </c:numCache>
            </c:numRef>
          </c:yVal>
          <c:smooth val="1"/>
          <c:extLst>
            <c:ext xmlns:c16="http://schemas.microsoft.com/office/drawing/2014/chart" uri="{C3380CC4-5D6E-409C-BE32-E72D297353CC}">
              <c16:uniqueId val="{0000000E-8795-4046-BF3A-F50E8DEB726D}"/>
            </c:ext>
          </c:extLst>
        </c:ser>
        <c:ser>
          <c:idx val="10"/>
          <c:order val="10"/>
          <c:spPr>
            <a:ln w="12700">
              <a:solidFill>
                <a:srgbClr val="FF6600"/>
              </a:solidFill>
              <a:prstDash val="sysDash"/>
            </a:ln>
          </c:spPr>
          <c:marker>
            <c:symbol val="none"/>
          </c:marker>
          <c:xVal>
            <c:numRef>
              <c:f>Sheet2!$K$45:$K$46</c:f>
              <c:numCache>
                <c:formatCode>General</c:formatCode>
                <c:ptCount val="2"/>
                <c:pt idx="0">
                  <c:v>-2.5</c:v>
                </c:pt>
                <c:pt idx="1">
                  <c:v>-2.5</c:v>
                </c:pt>
              </c:numCache>
            </c:numRef>
          </c:xVal>
          <c:yVal>
            <c:numRef>
              <c:f>Sheet2!$J$45:$J$46</c:f>
              <c:numCache>
                <c:formatCode>General</c:formatCode>
                <c:ptCount val="2"/>
                <c:pt idx="0">
                  <c:v>-0.01</c:v>
                </c:pt>
                <c:pt idx="1">
                  <c:v>1.1000000000000001</c:v>
                </c:pt>
              </c:numCache>
            </c:numRef>
          </c:yVal>
          <c:smooth val="1"/>
          <c:extLst>
            <c:ext xmlns:c16="http://schemas.microsoft.com/office/drawing/2014/chart" uri="{C3380CC4-5D6E-409C-BE32-E72D297353CC}">
              <c16:uniqueId val="{0000000F-8795-4046-BF3A-F50E8DEB726D}"/>
            </c:ext>
          </c:extLst>
        </c:ser>
        <c:ser>
          <c:idx val="11"/>
          <c:order val="11"/>
          <c:tx>
            <c:v>NOAEL*</c:v>
          </c:tx>
          <c:spPr>
            <a:ln w="28575">
              <a:noFill/>
            </a:ln>
          </c:spPr>
          <c:marker>
            <c:symbol val="none"/>
          </c:marker>
          <c:dLbls>
            <c:dLbl>
              <c:idx val="0"/>
              <c:layout>
                <c:manualLayout>
                  <c:x val="-5.1750440441520135E-2"/>
                  <c:y val="-3.5594194258840674E-2"/>
                </c:manualLayout>
              </c:layout>
              <c:spPr>
                <a:noFill/>
                <a:ln w="25400">
                  <a:noFill/>
                </a:ln>
              </c:spPr>
              <c:txPr>
                <a:bodyPr/>
                <a:lstStyle/>
                <a:p>
                  <a:pPr>
                    <a:defRPr sz="1600" b="0" i="0" u="none" strike="noStrike" baseline="0">
                      <a:solidFill>
                        <a:srgbClr val="000000"/>
                      </a:solidFill>
                      <a:latin typeface="Arial"/>
                      <a:ea typeface="Arial"/>
                      <a:cs typeface="Arial"/>
                    </a:defRPr>
                  </a:pPr>
                  <a:endParaRPr lang="nl-NL"/>
                </a:p>
              </c:txPr>
              <c:dLblPos val="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10-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Sheet2!$K$45</c:f>
              <c:numCache>
                <c:formatCode>General</c:formatCode>
                <c:ptCount val="1"/>
                <c:pt idx="0">
                  <c:v>-2.5</c:v>
                </c:pt>
              </c:numCache>
            </c:numRef>
          </c:xVal>
          <c:yVal>
            <c:numRef>
              <c:f>Sheet2!$J$46</c:f>
              <c:numCache>
                <c:formatCode>General</c:formatCode>
                <c:ptCount val="1"/>
                <c:pt idx="0">
                  <c:v>1.1000000000000001</c:v>
                </c:pt>
              </c:numCache>
            </c:numRef>
          </c:yVal>
          <c:smooth val="1"/>
          <c:extLst>
            <c:ext xmlns:c16="http://schemas.microsoft.com/office/drawing/2014/chart" uri="{C3380CC4-5D6E-409C-BE32-E72D297353CC}">
              <c16:uniqueId val="{00000011-8795-4046-BF3A-F50E8DEB726D}"/>
            </c:ext>
          </c:extLst>
        </c:ser>
        <c:ser>
          <c:idx val="12"/>
          <c:order val="12"/>
          <c:spPr>
            <a:ln w="12700">
              <a:solidFill>
                <a:srgbClr val="FF6600"/>
              </a:solidFill>
              <a:prstDash val="sysDash"/>
            </a:ln>
          </c:spPr>
          <c:marker>
            <c:symbol val="none"/>
          </c:marker>
          <c:xVal>
            <c:numRef>
              <c:f>Sheet2!$L$45:$L$46</c:f>
              <c:numCache>
                <c:formatCode>General</c:formatCode>
                <c:ptCount val="2"/>
                <c:pt idx="0">
                  <c:v>-1.4</c:v>
                </c:pt>
                <c:pt idx="1">
                  <c:v>-1.4</c:v>
                </c:pt>
              </c:numCache>
            </c:numRef>
          </c:xVal>
          <c:yVal>
            <c:numRef>
              <c:f>Sheet2!$J$45:$J$46</c:f>
              <c:numCache>
                <c:formatCode>General</c:formatCode>
                <c:ptCount val="2"/>
                <c:pt idx="0">
                  <c:v>-0.01</c:v>
                </c:pt>
                <c:pt idx="1">
                  <c:v>1.1000000000000001</c:v>
                </c:pt>
              </c:numCache>
            </c:numRef>
          </c:yVal>
          <c:smooth val="1"/>
          <c:extLst>
            <c:ext xmlns:c16="http://schemas.microsoft.com/office/drawing/2014/chart" uri="{C3380CC4-5D6E-409C-BE32-E72D297353CC}">
              <c16:uniqueId val="{00000012-8795-4046-BF3A-F50E8DEB726D}"/>
            </c:ext>
          </c:extLst>
        </c:ser>
        <c:ser>
          <c:idx val="13"/>
          <c:order val="13"/>
          <c:tx>
            <c:v>LOAEL*</c:v>
          </c:tx>
          <c:spPr>
            <a:ln w="28575">
              <a:noFill/>
            </a:ln>
          </c:spPr>
          <c:marker>
            <c:symbol val="none"/>
          </c:marker>
          <c:dLbls>
            <c:dLbl>
              <c:idx val="0"/>
              <c:layout>
                <c:manualLayout>
                  <c:x val="-4.7488584474885909E-2"/>
                  <c:y val="-3.5856827044884368E-2"/>
                </c:manualLayout>
              </c:layout>
              <c:spPr>
                <a:noFill/>
                <a:ln w="25400">
                  <a:noFill/>
                </a:ln>
              </c:spPr>
              <c:txPr>
                <a:bodyPr/>
                <a:lstStyle/>
                <a:p>
                  <a:pPr>
                    <a:defRPr sz="1600" b="0" i="0" u="none" strike="noStrike" baseline="0">
                      <a:solidFill>
                        <a:srgbClr val="000000"/>
                      </a:solidFill>
                      <a:latin typeface="Arial"/>
                      <a:ea typeface="Arial"/>
                      <a:cs typeface="Arial"/>
                    </a:defRPr>
                  </a:pPr>
                  <a:endParaRPr lang="nl-NL"/>
                </a:p>
              </c:txPr>
              <c:dLblPos val="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13-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Sheet2!$L$45</c:f>
              <c:numCache>
                <c:formatCode>General</c:formatCode>
                <c:ptCount val="1"/>
                <c:pt idx="0">
                  <c:v>-1.4</c:v>
                </c:pt>
              </c:numCache>
            </c:numRef>
          </c:xVal>
          <c:yVal>
            <c:numRef>
              <c:f>Sheet2!$J$44</c:f>
              <c:numCache>
                <c:formatCode>General</c:formatCode>
                <c:ptCount val="1"/>
                <c:pt idx="0">
                  <c:v>1.05</c:v>
                </c:pt>
              </c:numCache>
            </c:numRef>
          </c:yVal>
          <c:smooth val="1"/>
          <c:extLst>
            <c:ext xmlns:c16="http://schemas.microsoft.com/office/drawing/2014/chart" uri="{C3380CC4-5D6E-409C-BE32-E72D297353CC}">
              <c16:uniqueId val="{00000014-8795-4046-BF3A-F50E8DEB726D}"/>
            </c:ext>
          </c:extLst>
        </c:ser>
        <c:ser>
          <c:idx val="14"/>
          <c:order val="14"/>
          <c:tx>
            <c:v>uncertainty factor</c:v>
          </c:tx>
          <c:spPr>
            <a:ln w="28575">
              <a:noFill/>
            </a:ln>
          </c:spPr>
          <c:marker>
            <c:symbol val="none"/>
          </c:marker>
          <c:dLbls>
            <c:dLbl>
              <c:idx val="0"/>
              <c:layout>
                <c:manualLayout>
                  <c:x val="-0.1099696185237119"/>
                  <c:y val="-7.9358487129171915E-2"/>
                </c:manualLayout>
              </c:layout>
              <c:tx>
                <c:rich>
                  <a:bodyPr/>
                  <a:lstStyle/>
                  <a:p>
                    <a:pPr>
                      <a:defRPr sz="1600" b="0" i="1" u="none" strike="noStrike" baseline="0">
                        <a:solidFill>
                          <a:srgbClr val="000000"/>
                        </a:solidFill>
                        <a:latin typeface="Arial"/>
                        <a:ea typeface="Arial"/>
                        <a:cs typeface="Arial"/>
                      </a:defRPr>
                    </a:pPr>
                    <a:r>
                      <a:rPr lang="en-US" sz="1600"/>
                      <a:t>uncertainty 
factor</a:t>
                    </a:r>
                  </a:p>
                </c:rich>
              </c:tx>
              <c:spPr>
                <a:noFill/>
                <a:ln w="25400">
                  <a:noFill/>
                </a:ln>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8795-4046-BF3A-F50E8DEB726D}"/>
                </c:ext>
              </c:extLst>
            </c:dLbl>
            <c:spPr>
              <a:noFill/>
              <a:ln w="25400">
                <a:noFill/>
              </a:ln>
            </c:spPr>
            <c:txPr>
              <a:bodyPr wrap="square" lIns="38100" tIns="19050" rIns="38100" bIns="19050" anchor="ctr">
                <a:spAutoFit/>
              </a:bodyPr>
              <a:lstStyle/>
              <a:p>
                <a:pPr>
                  <a:defRPr sz="1600" b="0" i="1"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Sheet2!$K$45</c:f>
              <c:numCache>
                <c:formatCode>General</c:formatCode>
                <c:ptCount val="1"/>
                <c:pt idx="0">
                  <c:v>-2.5</c:v>
                </c:pt>
              </c:numCache>
            </c:numRef>
          </c:xVal>
          <c:yVal>
            <c:numRef>
              <c:f>Sheet2!$N$41</c:f>
              <c:numCache>
                <c:formatCode>General</c:formatCode>
                <c:ptCount val="1"/>
                <c:pt idx="0">
                  <c:v>0.5</c:v>
                </c:pt>
              </c:numCache>
            </c:numRef>
          </c:yVal>
          <c:smooth val="1"/>
          <c:extLst>
            <c:ext xmlns:c16="http://schemas.microsoft.com/office/drawing/2014/chart" uri="{C3380CC4-5D6E-409C-BE32-E72D297353CC}">
              <c16:uniqueId val="{00000016-8795-4046-BF3A-F50E8DEB726D}"/>
            </c:ext>
          </c:extLst>
        </c:ser>
        <c:ser>
          <c:idx val="15"/>
          <c:order val="15"/>
          <c:tx>
            <c:v>uncertainty factor</c:v>
          </c:tx>
          <c:spPr>
            <a:ln w="28575">
              <a:noFill/>
            </a:ln>
          </c:spPr>
          <c:marker>
            <c:symbol val="none"/>
          </c:marker>
          <c:dLbls>
            <c:dLbl>
              <c:idx val="0"/>
              <c:layout>
                <c:manualLayout>
                  <c:x val="-0.13139269406392687"/>
                  <c:y val="-0.2970241022711278"/>
                </c:manualLayout>
              </c:layout>
              <c:tx>
                <c:rich>
                  <a:bodyPr/>
                  <a:lstStyle/>
                  <a:p>
                    <a:pPr>
                      <a:defRPr sz="1600" b="0" i="1" u="none" strike="noStrike" baseline="0">
                        <a:solidFill>
                          <a:srgbClr val="000000"/>
                        </a:solidFill>
                        <a:latin typeface="Arial"/>
                        <a:ea typeface="Arial"/>
                        <a:cs typeface="Arial"/>
                      </a:defRPr>
                    </a:pPr>
                    <a:r>
                      <a:rPr lang="en-US" sz="1600"/>
                      <a:t>uncertainty 
factor</a:t>
                    </a:r>
                  </a:p>
                </c:rich>
              </c:tx>
              <c:spPr>
                <a:noFill/>
                <a:ln w="25400">
                  <a:noFill/>
                </a:ln>
              </c:spPr>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8795-4046-BF3A-F50E8DEB726D}"/>
                </c:ext>
              </c:extLst>
            </c:dLbl>
            <c:spPr>
              <a:noFill/>
              <a:ln w="25400">
                <a:noFill/>
              </a:ln>
            </c:spPr>
            <c:txPr>
              <a:bodyPr wrap="square" lIns="38100" tIns="19050" rIns="38100" bIns="19050" anchor="ctr">
                <a:spAutoFit/>
              </a:bodyPr>
              <a:lstStyle/>
              <a:p>
                <a:pPr>
                  <a:defRPr sz="1600" b="0" i="0" u="none" strike="noStrike" baseline="0">
                    <a:solidFill>
                      <a:srgbClr val="000000"/>
                    </a:solidFill>
                    <a:latin typeface="Arial"/>
                    <a:ea typeface="Arial"/>
                    <a:cs typeface="Arial"/>
                  </a:defRPr>
                </a:pPr>
                <a:endParaRPr lang="nl-NL"/>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Sheet2!$L$45</c:f>
              <c:numCache>
                <c:formatCode>General</c:formatCode>
                <c:ptCount val="1"/>
                <c:pt idx="0">
                  <c:v>-1.4</c:v>
                </c:pt>
              </c:numCache>
            </c:numRef>
          </c:xVal>
          <c:yVal>
            <c:numRef>
              <c:f>Sheet2!$N$41</c:f>
              <c:numCache>
                <c:formatCode>General</c:formatCode>
                <c:ptCount val="1"/>
                <c:pt idx="0">
                  <c:v>0.5</c:v>
                </c:pt>
              </c:numCache>
            </c:numRef>
          </c:yVal>
          <c:smooth val="1"/>
          <c:extLst>
            <c:ext xmlns:c16="http://schemas.microsoft.com/office/drawing/2014/chart" uri="{C3380CC4-5D6E-409C-BE32-E72D297353CC}">
              <c16:uniqueId val="{00000018-8795-4046-BF3A-F50E8DEB726D}"/>
            </c:ext>
          </c:extLst>
        </c:ser>
        <c:ser>
          <c:idx val="16"/>
          <c:order val="16"/>
          <c:spPr>
            <a:ln w="12700">
              <a:solidFill>
                <a:srgbClr val="008080"/>
              </a:solidFill>
              <a:prstDash val="sysDash"/>
            </a:ln>
          </c:spPr>
          <c:marker>
            <c:symbol val="none"/>
          </c:marker>
          <c:xVal>
            <c:numRef>
              <c:f>Sheet2!$O$41:$O$42</c:f>
              <c:numCache>
                <c:formatCode>General</c:formatCode>
                <c:ptCount val="2"/>
                <c:pt idx="0">
                  <c:v>-6.15</c:v>
                </c:pt>
                <c:pt idx="1">
                  <c:v>-6.15</c:v>
                </c:pt>
              </c:numCache>
            </c:numRef>
          </c:xVal>
          <c:yVal>
            <c:numRef>
              <c:f>Sheet2!$P$41:$P$42</c:f>
              <c:numCache>
                <c:formatCode>General</c:formatCode>
                <c:ptCount val="2"/>
                <c:pt idx="0">
                  <c:v>-0.01</c:v>
                </c:pt>
                <c:pt idx="1">
                  <c:v>1.1000000000000001</c:v>
                </c:pt>
              </c:numCache>
            </c:numRef>
          </c:yVal>
          <c:smooth val="1"/>
          <c:extLst>
            <c:ext xmlns:c16="http://schemas.microsoft.com/office/drawing/2014/chart" uri="{C3380CC4-5D6E-409C-BE32-E72D297353CC}">
              <c16:uniqueId val="{00000019-8795-4046-BF3A-F50E8DEB726D}"/>
            </c:ext>
          </c:extLst>
        </c:ser>
        <c:dLbls>
          <c:showLegendKey val="0"/>
          <c:showVal val="0"/>
          <c:showCatName val="0"/>
          <c:showSerName val="0"/>
          <c:showPercent val="0"/>
          <c:showBubbleSize val="0"/>
        </c:dLbls>
        <c:axId val="1772258287"/>
        <c:axId val="1"/>
      </c:scatterChart>
      <c:valAx>
        <c:axId val="1772258287"/>
        <c:scaling>
          <c:orientation val="minMax"/>
          <c:max val="4"/>
          <c:min val="-14"/>
        </c:scaling>
        <c:delete val="0"/>
        <c:axPos val="b"/>
        <c:title>
          <c:tx>
            <c:rich>
              <a:bodyPr/>
              <a:lstStyle/>
              <a:p>
                <a:pPr>
                  <a:defRPr sz="1800" b="1" i="0" u="none" strike="noStrike" baseline="0">
                    <a:solidFill>
                      <a:srgbClr val="000000"/>
                    </a:solidFill>
                    <a:latin typeface="Arial"/>
                    <a:ea typeface="Arial"/>
                    <a:cs typeface="Arial"/>
                  </a:defRPr>
                </a:pPr>
                <a:r>
                  <a:rPr lang="nl-NL" sz="1800"/>
                  <a:t>(habitual) intake</a:t>
                </a:r>
              </a:p>
            </c:rich>
          </c:tx>
          <c:layout>
            <c:manualLayout>
              <c:xMode val="edge"/>
              <c:yMode val="edge"/>
              <c:x val="0.43493150684931509"/>
              <c:y val="0.88328075709779175"/>
            </c:manualLayout>
          </c:layout>
          <c:overlay val="0"/>
          <c:spPr>
            <a:noFill/>
            <a:ln w="25400">
              <a:noFill/>
            </a:ln>
          </c:spPr>
        </c:title>
        <c:numFmt formatCode="General" sourceLinked="1"/>
        <c:majorTickMark val="none"/>
        <c:minorTickMark val="none"/>
        <c:tickLblPos val="none"/>
        <c:spPr>
          <a:ln w="3175">
            <a:solidFill>
              <a:srgbClr val="000000"/>
            </a:solidFill>
            <a:prstDash val="solid"/>
          </a:ln>
        </c:spPr>
        <c:crossAx val="1"/>
        <c:crossesAt val="-0.01"/>
        <c:crossBetween val="midCat"/>
      </c:valAx>
      <c:valAx>
        <c:axId val="1"/>
        <c:scaling>
          <c:orientation val="minMax"/>
          <c:min val="-0.01"/>
        </c:scaling>
        <c:delete val="0"/>
        <c:axPos val="l"/>
        <c:title>
          <c:tx>
            <c:rich>
              <a:bodyPr/>
              <a:lstStyle/>
              <a:p>
                <a:pPr>
                  <a:defRPr sz="1800" b="1" i="0" u="none" strike="noStrike" baseline="0">
                    <a:solidFill>
                      <a:srgbClr val="000000"/>
                    </a:solidFill>
                    <a:latin typeface="Arial"/>
                    <a:ea typeface="Arial"/>
                    <a:cs typeface="Arial"/>
                  </a:defRPr>
                </a:pPr>
                <a:r>
                  <a:rPr lang="nl-NL" sz="1800"/>
                  <a:t>probability adverse health effect</a:t>
                </a:r>
              </a:p>
            </c:rich>
          </c:tx>
          <c:layout>
            <c:manualLayout>
              <c:xMode val="edge"/>
              <c:yMode val="edge"/>
              <c:x val="3.0821917808219176E-2"/>
              <c:y val="0.13564668769716087"/>
            </c:manualLayout>
          </c:layout>
          <c:overlay val="0"/>
          <c:spPr>
            <a:noFill/>
            <a:ln w="25400">
              <a:noFill/>
            </a:ln>
          </c:spPr>
        </c:title>
        <c:numFmt formatCode="General" sourceLinked="1"/>
        <c:majorTickMark val="none"/>
        <c:minorTickMark val="none"/>
        <c:tickLblPos val="none"/>
        <c:spPr>
          <a:ln w="3175">
            <a:solidFill>
              <a:srgbClr val="000000"/>
            </a:solidFill>
            <a:prstDash val="solid"/>
          </a:ln>
        </c:spPr>
        <c:crossAx val="1772258287"/>
        <c:crossesAt val="-14"/>
        <c:crossBetween val="midCat"/>
      </c:valAx>
      <c:spPr>
        <a:solidFill>
          <a:srgbClr val="FFFFFF"/>
        </a:solidFill>
        <a:ln w="25400">
          <a:noFill/>
        </a:ln>
      </c:spPr>
    </c:plotArea>
    <c:plotVisOnly val="1"/>
    <c:dispBlanksAs val="gap"/>
    <c:showDLblsOverMax val="0"/>
  </c:chart>
  <c:spPr>
    <a:solidFill>
      <a:srgbClr val="FFFFFF"/>
    </a:solidFill>
    <a:ln w="9525">
      <a:noFill/>
    </a:ln>
  </c:spPr>
  <c:txPr>
    <a:bodyPr/>
    <a:lstStyle/>
    <a:p>
      <a:pPr>
        <a:defRPr sz="1000" b="0" i="0" u="none" strike="noStrike" baseline="0">
          <a:solidFill>
            <a:srgbClr val="000000"/>
          </a:solidFill>
          <a:latin typeface="Arial"/>
          <a:ea typeface="Arial"/>
          <a:cs typeface="Arial"/>
        </a:defRPr>
      </a:pPr>
      <a:endParaRPr lang="nl-NL"/>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0.40368</cdr:x>
      <cdr:y>0.1259</cdr:y>
    </cdr:from>
    <cdr:to>
      <cdr:x>0.51376</cdr:x>
      <cdr:y>0.8804</cdr:y>
    </cdr:to>
    <cdr:sp macro="" textlink="">
      <cdr:nvSpPr>
        <cdr:cNvPr id="74753" name="Rectangle 1"/>
        <cdr:cNvSpPr>
          <a:spLocks xmlns:a="http://schemas.openxmlformats.org/drawingml/2006/main" noChangeArrowheads="1"/>
        </cdr:cNvSpPr>
      </cdr:nvSpPr>
      <cdr:spPr bwMode="auto">
        <a:xfrm xmlns:a="http://schemas.openxmlformats.org/drawingml/2006/main">
          <a:off x="2252504" y="384508"/>
          <a:ext cx="613410" cy="2285353"/>
        </a:xfrm>
        <a:prstGeom xmlns:a="http://schemas.openxmlformats.org/drawingml/2006/main" prst="rect">
          <a:avLst/>
        </a:prstGeom>
        <a:solidFill xmlns:a="http://schemas.openxmlformats.org/drawingml/2006/main">
          <a:srgbClr xmlns:mc="http://schemas.openxmlformats.org/markup-compatibility/2006" xmlns:a14="http://schemas.microsoft.com/office/drawing/2010/main" val="008080" mc:Ignorable="a14" a14:legacySpreadsheetColorIndex="21">
            <a:alpha val="25000"/>
          </a:srgbClr>
        </a:solidFill>
        <a:ln xmlns:a="http://schemas.openxmlformats.org/drawingml/2006/main">
          <a:noFill/>
        </a:ln>
      </cdr:spPr>
      <cdr:txBody>
        <a:bodyPr xmlns:a="http://schemas.openxmlformats.org/drawingml/2006/main"/>
        <a:lstStyle xmlns:a="http://schemas.openxmlformats.org/drawingml/2006/main"/>
        <a:p xmlns:a="http://schemas.openxmlformats.org/drawingml/2006/main">
          <a:endParaRPr lang="nl-NL"/>
        </a:p>
      </cdr:txBody>
    </cdr:sp>
  </cdr:relSizeAnchor>
  <cdr:relSizeAnchor xmlns:cdr="http://schemas.openxmlformats.org/drawingml/2006/chartDrawing">
    <cdr:from>
      <cdr:x>0.40097</cdr:x>
      <cdr:y>0.1259</cdr:y>
    </cdr:from>
    <cdr:to>
      <cdr:x>0.51278</cdr:x>
      <cdr:y>0.15592</cdr:y>
    </cdr:to>
    <cdr:sp macro="" textlink="">
      <cdr:nvSpPr>
        <cdr:cNvPr id="74754" name="AutoShape 2"/>
        <cdr:cNvSpPr>
          <a:spLocks xmlns:a="http://schemas.openxmlformats.org/drawingml/2006/main" noChangeArrowheads="1"/>
        </cdr:cNvSpPr>
      </cdr:nvSpPr>
      <cdr:spPr bwMode="auto">
        <a:xfrm xmlns:a="http://schemas.openxmlformats.org/drawingml/2006/main">
          <a:off x="2237442" y="384508"/>
          <a:ext cx="622995" cy="90945"/>
        </a:xfrm>
        <a:prstGeom xmlns:a="http://schemas.openxmlformats.org/drawingml/2006/main" prst="leftRightArrow">
          <a:avLst>
            <a:gd name="adj1" fmla="val 50000"/>
            <a:gd name="adj2" fmla="val 137005"/>
          </a:avLst>
        </a:prstGeom>
        <a:solidFill xmlns:a="http://schemas.openxmlformats.org/drawingml/2006/main">
          <a:srgbClr xmlns:mc="http://schemas.openxmlformats.org/markup-compatibility/2006" xmlns:a14="http://schemas.microsoft.com/office/drawing/2010/main" val="008080" mc:Ignorable="a14" a14:legacySpreadsheetColorIndex="21"/>
        </a:solidFill>
        <a:ln xmlns:a="http://schemas.openxmlformats.org/drawingml/2006/main" w="9525">
          <a:solidFill>
            <a:srgbClr xmlns:mc="http://schemas.openxmlformats.org/markup-compatibility/2006" xmlns:a14="http://schemas.microsoft.com/office/drawing/2010/main" val="008080" mc:Ignorable="a14" a14:legacySpreadsheetColorIndex="21"/>
          </a:solidFill>
          <a:miter lim="800000"/>
          <a:headEnd/>
          <a:tailEnd/>
        </a:ln>
      </cdr:spPr>
      <cdr:txBody>
        <a:bodyPr xmlns:a="http://schemas.openxmlformats.org/drawingml/2006/main"/>
        <a:lstStyle xmlns:a="http://schemas.openxmlformats.org/drawingml/2006/main"/>
        <a:p xmlns:a="http://schemas.openxmlformats.org/drawingml/2006/main">
          <a:endParaRPr lang="nl-NL"/>
        </a:p>
      </cdr:txBody>
    </cdr:sp>
  </cdr:relSizeAnchor>
  <cdr:relSizeAnchor xmlns:cdr="http://schemas.openxmlformats.org/drawingml/2006/chartDrawing">
    <cdr:from>
      <cdr:x>0.27</cdr:x>
      <cdr:y>0.46876</cdr:y>
    </cdr:from>
    <cdr:to>
      <cdr:x>0.42726</cdr:x>
      <cdr:y>0.49903</cdr:y>
    </cdr:to>
    <cdr:sp macro="" textlink="">
      <cdr:nvSpPr>
        <cdr:cNvPr id="74755" name="AutoShape 3"/>
        <cdr:cNvSpPr>
          <a:spLocks xmlns:a="http://schemas.openxmlformats.org/drawingml/2006/main" noChangeArrowheads="1"/>
        </cdr:cNvSpPr>
      </cdr:nvSpPr>
      <cdr:spPr bwMode="auto">
        <a:xfrm xmlns:a="http://schemas.openxmlformats.org/drawingml/2006/main">
          <a:off x="1507649" y="1423038"/>
          <a:ext cx="876300" cy="91678"/>
        </a:xfrm>
        <a:prstGeom xmlns:a="http://schemas.openxmlformats.org/drawingml/2006/main" prst="rightArrow">
          <a:avLst>
            <a:gd name="adj1" fmla="val 50000"/>
            <a:gd name="adj2" fmla="val 238961"/>
          </a:avLst>
        </a:prstGeom>
        <a:solidFill xmlns:a="http://schemas.openxmlformats.org/drawingml/2006/main">
          <a:srgbClr xmlns:mc="http://schemas.openxmlformats.org/markup-compatibility/2006" xmlns:a14="http://schemas.microsoft.com/office/drawing/2010/main" val="008080" mc:Ignorable="a14" a14:legacySpreadsheetColorIndex="21"/>
        </a:solidFill>
        <a:ln xmlns:a="http://schemas.openxmlformats.org/drawingml/2006/main" w="9525" algn="ctr">
          <a:solidFill>
            <a:srgbClr xmlns:mc="http://schemas.openxmlformats.org/markup-compatibility/2006" xmlns:a14="http://schemas.microsoft.com/office/drawing/2010/main" val="008080" mc:Ignorable="a14" a14:legacySpreadsheetColorIndex="21"/>
          </a:solidFill>
          <a:miter lim="800000"/>
          <a:headEnd/>
          <a:tailEnd/>
        </a:ln>
        <a:effectLst xmlns:a="http://schemas.openxmlformats.org/drawingml/2006/main"/>
      </cdr:spPr>
      <cdr:txBody>
        <a:bodyPr xmlns:a="http://schemas.openxmlformats.org/drawingml/2006/main"/>
        <a:lstStyle xmlns:a="http://schemas.openxmlformats.org/drawingml/2006/main"/>
        <a:p xmlns:a="http://schemas.openxmlformats.org/drawingml/2006/main">
          <a:endParaRPr lang="nl-NL"/>
        </a:p>
      </cdr:txBody>
    </cdr:sp>
  </cdr:relSizeAnchor>
  <cdr:relSizeAnchor xmlns:cdr="http://schemas.openxmlformats.org/drawingml/2006/chartDrawing">
    <cdr:from>
      <cdr:x>0.5774</cdr:x>
      <cdr:y>0.28304</cdr:y>
    </cdr:from>
    <cdr:to>
      <cdr:x>0.70199</cdr:x>
      <cdr:y>0.31476</cdr:y>
    </cdr:to>
    <cdr:sp macro="" textlink="">
      <cdr:nvSpPr>
        <cdr:cNvPr id="74756" name="AutoShape 4"/>
        <cdr:cNvSpPr>
          <a:spLocks xmlns:a="http://schemas.openxmlformats.org/drawingml/2006/main" noChangeArrowheads="1"/>
        </cdr:cNvSpPr>
      </cdr:nvSpPr>
      <cdr:spPr bwMode="auto">
        <a:xfrm xmlns:a="http://schemas.openxmlformats.org/drawingml/2006/main">
          <a:off x="3220541" y="860501"/>
          <a:ext cx="694194" cy="96079"/>
        </a:xfrm>
        <a:prstGeom xmlns:a="http://schemas.openxmlformats.org/drawingml/2006/main" prst="leftArrow">
          <a:avLst>
            <a:gd name="adj1" fmla="val 50000"/>
            <a:gd name="adj2" fmla="val 180631"/>
          </a:avLst>
        </a:prstGeom>
        <a:solidFill xmlns:a="http://schemas.openxmlformats.org/drawingml/2006/main">
          <a:srgbClr xmlns:mc="http://schemas.openxmlformats.org/markup-compatibility/2006" xmlns:a14="http://schemas.microsoft.com/office/drawing/2010/main" val="FF6600" mc:Ignorable="a14" a14:legacySpreadsheetColorIndex="53"/>
        </a:solidFill>
        <a:ln xmlns:a="http://schemas.openxmlformats.org/drawingml/2006/main" w="9525" algn="ctr">
          <a:solidFill>
            <a:srgbClr xmlns:mc="http://schemas.openxmlformats.org/markup-compatibility/2006" xmlns:a14="http://schemas.microsoft.com/office/drawing/2010/main" val="FF6600" mc:Ignorable="a14" a14:legacySpreadsheetColorIndex="53"/>
          </a:solidFill>
          <a:miter lim="800000"/>
          <a:headEnd/>
          <a:tailEnd/>
        </a:ln>
        <a:effectLst xmlns:a="http://schemas.openxmlformats.org/drawingml/2006/main"/>
      </cdr:spPr>
      <cdr:txBody>
        <a:bodyPr xmlns:a="http://schemas.openxmlformats.org/drawingml/2006/main"/>
        <a:lstStyle xmlns:a="http://schemas.openxmlformats.org/drawingml/2006/main"/>
        <a:p xmlns:a="http://schemas.openxmlformats.org/drawingml/2006/main">
          <a:endParaRPr lang="nl-NL"/>
        </a:p>
      </cdr:txBody>
    </cdr:sp>
  </cdr:relSizeAnchor>
  <cdr:relSizeAnchor xmlns:cdr="http://schemas.openxmlformats.org/drawingml/2006/chartDrawing">
    <cdr:from>
      <cdr:x>0.5774</cdr:x>
      <cdr:y>0.49976</cdr:y>
    </cdr:from>
    <cdr:to>
      <cdr:x>0.64572</cdr:x>
      <cdr:y>0.53148</cdr:y>
    </cdr:to>
    <cdr:sp macro="" textlink="">
      <cdr:nvSpPr>
        <cdr:cNvPr id="74757" name="AutoShape 5"/>
        <cdr:cNvSpPr>
          <a:spLocks xmlns:a="http://schemas.openxmlformats.org/drawingml/2006/main" noChangeArrowheads="1"/>
        </cdr:cNvSpPr>
      </cdr:nvSpPr>
      <cdr:spPr bwMode="auto">
        <a:xfrm xmlns:a="http://schemas.openxmlformats.org/drawingml/2006/main">
          <a:off x="3220541" y="1516917"/>
          <a:ext cx="380643" cy="96078"/>
        </a:xfrm>
        <a:prstGeom xmlns:a="http://schemas.openxmlformats.org/drawingml/2006/main" prst="leftArrow">
          <a:avLst>
            <a:gd name="adj1" fmla="val 50000"/>
            <a:gd name="adj2" fmla="val 99045"/>
          </a:avLst>
        </a:prstGeom>
        <a:solidFill xmlns:a="http://schemas.openxmlformats.org/drawingml/2006/main">
          <a:srgbClr xmlns:mc="http://schemas.openxmlformats.org/markup-compatibility/2006" xmlns:a14="http://schemas.microsoft.com/office/drawing/2010/main" val="FF6600" mc:Ignorable="a14" a14:legacySpreadsheetColorIndex="53"/>
        </a:solidFill>
        <a:ln xmlns:a="http://schemas.openxmlformats.org/drawingml/2006/main" w="9525" algn="ctr">
          <a:solidFill>
            <a:srgbClr xmlns:mc="http://schemas.openxmlformats.org/markup-compatibility/2006" xmlns:a14="http://schemas.microsoft.com/office/drawing/2010/main" val="FF6600" mc:Ignorable="a14" a14:legacySpreadsheetColorIndex="53"/>
          </a:solidFill>
          <a:miter lim="800000"/>
          <a:headEnd/>
          <a:tailEnd/>
        </a:ln>
        <a:effectLst xmlns:a="http://schemas.openxmlformats.org/drawingml/2006/main"/>
      </cdr:spPr>
      <cdr:txBody>
        <a:bodyPr xmlns:a="http://schemas.openxmlformats.org/drawingml/2006/main"/>
        <a:lstStyle xmlns:a="http://schemas.openxmlformats.org/drawingml/2006/main"/>
        <a:p xmlns:a="http://schemas.openxmlformats.org/drawingml/2006/main">
          <a:endParaRPr lang="nl-NL"/>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nl-NL"/>
          </a:p>
        </p:txBody>
      </p:sp>
      <p:sp>
        <p:nvSpPr>
          <p:cNvPr id="28675" name="Rectangle 3"/>
          <p:cNvSpPr>
            <a:spLocks noGrp="1" noChangeArrowheads="1"/>
          </p:cNvSpPr>
          <p:nvPr>
            <p:ph type="dt" sz="quarter" idx="1"/>
          </p:nvPr>
        </p:nvSpPr>
        <p:spPr bwMode="auto">
          <a:xfrm>
            <a:off x="3857636" y="0"/>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nl-NL"/>
          </a:p>
        </p:txBody>
      </p:sp>
      <p:sp>
        <p:nvSpPr>
          <p:cNvPr id="28676" name="Rectangle 4"/>
          <p:cNvSpPr>
            <a:spLocks noGrp="1" noChangeArrowheads="1"/>
          </p:cNvSpPr>
          <p:nvPr>
            <p:ph type="ftr" sz="quarter" idx="2"/>
          </p:nvPr>
        </p:nvSpPr>
        <p:spPr bwMode="auto">
          <a:xfrm>
            <a:off x="0" y="9443662"/>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nl-NL"/>
          </a:p>
        </p:txBody>
      </p:sp>
      <p:sp>
        <p:nvSpPr>
          <p:cNvPr id="28677" name="Rectangle 5"/>
          <p:cNvSpPr>
            <a:spLocks noGrp="1" noChangeArrowheads="1"/>
          </p:cNvSpPr>
          <p:nvPr>
            <p:ph type="sldNum" sz="quarter" idx="3"/>
          </p:nvPr>
        </p:nvSpPr>
        <p:spPr bwMode="auto">
          <a:xfrm>
            <a:off x="3857636" y="9443662"/>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DCFAE84-7DA1-4AD3-8048-CA82355A8A37}" type="slidenum">
              <a:rPr lang="nl-NL"/>
              <a:pPr/>
              <a:t>‹#›</a:t>
            </a:fld>
            <a:endParaRPr lang="nl-NL"/>
          </a:p>
        </p:txBody>
      </p:sp>
    </p:spTree>
    <p:extLst>
      <p:ext uri="{BB962C8B-B14F-4D97-AF65-F5344CB8AC3E}">
        <p14:creationId xmlns:p14="http://schemas.microsoft.com/office/powerpoint/2010/main" val="49959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nl-NL"/>
          </a:p>
        </p:txBody>
      </p:sp>
      <p:sp>
        <p:nvSpPr>
          <p:cNvPr id="4099" name="Rectangle 3"/>
          <p:cNvSpPr>
            <a:spLocks noGrp="1" noChangeArrowheads="1"/>
          </p:cNvSpPr>
          <p:nvPr>
            <p:ph type="dt" idx="1"/>
          </p:nvPr>
        </p:nvSpPr>
        <p:spPr bwMode="auto">
          <a:xfrm>
            <a:off x="3857636" y="0"/>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nl-NL"/>
          </a:p>
        </p:txBody>
      </p:sp>
      <p:sp>
        <p:nvSpPr>
          <p:cNvPr id="4100" name="Rectangle 4"/>
          <p:cNvSpPr>
            <a:spLocks noGrp="1" noRot="1" noChangeAspect="1" noChangeArrowheads="1" noTextEdit="1"/>
          </p:cNvSpPr>
          <p:nvPr>
            <p:ph type="sldImg" idx="2"/>
          </p:nvPr>
        </p:nvSpPr>
        <p:spPr bwMode="auto">
          <a:xfrm>
            <a:off x="920750" y="746125"/>
            <a:ext cx="4968875" cy="3727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1038" y="4722694"/>
            <a:ext cx="5448300" cy="4474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nl-NL"/>
              <a:t>Klik om de opmaakprofielen van de modeltekst te bewerken</a:t>
            </a:r>
          </a:p>
          <a:p>
            <a:pPr lvl="1"/>
            <a:r>
              <a:rPr lang="nl-NL"/>
              <a:t>Tweede niveau</a:t>
            </a:r>
          </a:p>
          <a:p>
            <a:pPr lvl="2"/>
            <a:r>
              <a:rPr lang="nl-NL"/>
              <a:t>Derde niveau</a:t>
            </a:r>
          </a:p>
          <a:p>
            <a:pPr lvl="3"/>
            <a:r>
              <a:rPr lang="nl-NL"/>
              <a:t>Vierde niveau</a:t>
            </a:r>
          </a:p>
          <a:p>
            <a:pPr lvl="4"/>
            <a:r>
              <a:rPr lang="nl-NL"/>
              <a:t>Vijfde niveau</a:t>
            </a:r>
          </a:p>
        </p:txBody>
      </p:sp>
      <p:sp>
        <p:nvSpPr>
          <p:cNvPr id="4102" name="Rectangle 6"/>
          <p:cNvSpPr>
            <a:spLocks noGrp="1" noChangeArrowheads="1"/>
          </p:cNvSpPr>
          <p:nvPr>
            <p:ph type="ftr" sz="quarter" idx="4"/>
          </p:nvPr>
        </p:nvSpPr>
        <p:spPr bwMode="auto">
          <a:xfrm>
            <a:off x="0" y="9443662"/>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nl-NL"/>
          </a:p>
        </p:txBody>
      </p:sp>
      <p:sp>
        <p:nvSpPr>
          <p:cNvPr id="4103" name="Rectangle 7"/>
          <p:cNvSpPr>
            <a:spLocks noGrp="1" noChangeArrowheads="1"/>
          </p:cNvSpPr>
          <p:nvPr>
            <p:ph type="sldNum" sz="quarter" idx="5"/>
          </p:nvPr>
        </p:nvSpPr>
        <p:spPr bwMode="auto">
          <a:xfrm>
            <a:off x="3857636" y="9443662"/>
            <a:ext cx="2951163" cy="497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DE5616D-1653-4A72-A4BA-E11F684B3036}" type="slidenum">
              <a:rPr lang="nl-NL"/>
              <a:pPr/>
              <a:t>‹#›</a:t>
            </a:fld>
            <a:endParaRPr lang="nl-NL"/>
          </a:p>
        </p:txBody>
      </p:sp>
    </p:spTree>
    <p:extLst>
      <p:ext uri="{BB962C8B-B14F-4D97-AF65-F5344CB8AC3E}">
        <p14:creationId xmlns:p14="http://schemas.microsoft.com/office/powerpoint/2010/main" val="35807725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Verdana" pitchFamily="34" charset="0"/>
        <a:ea typeface="+mn-ea"/>
        <a:cs typeface="Arial" charset="0"/>
      </a:defRPr>
    </a:lvl1pPr>
    <a:lvl2pPr marL="457200" algn="l" rtl="0" fontAlgn="base">
      <a:spcBef>
        <a:spcPct val="30000"/>
      </a:spcBef>
      <a:spcAft>
        <a:spcPct val="0"/>
      </a:spcAft>
      <a:defRPr sz="1200" kern="1200">
        <a:solidFill>
          <a:schemeClr val="tx1"/>
        </a:solidFill>
        <a:latin typeface="Verdana" pitchFamily="34" charset="0"/>
        <a:ea typeface="+mn-ea"/>
        <a:cs typeface="Arial" charset="0"/>
      </a:defRPr>
    </a:lvl2pPr>
    <a:lvl3pPr marL="914400" algn="l" rtl="0" fontAlgn="base">
      <a:spcBef>
        <a:spcPct val="30000"/>
      </a:spcBef>
      <a:spcAft>
        <a:spcPct val="0"/>
      </a:spcAft>
      <a:defRPr sz="1200" kern="1200">
        <a:solidFill>
          <a:schemeClr val="tx1"/>
        </a:solidFill>
        <a:latin typeface="Verdana" pitchFamily="34" charset="0"/>
        <a:ea typeface="+mn-ea"/>
        <a:cs typeface="Arial" charset="0"/>
      </a:defRPr>
    </a:lvl3pPr>
    <a:lvl4pPr marL="1371600" algn="l" rtl="0" fontAlgn="base">
      <a:spcBef>
        <a:spcPct val="30000"/>
      </a:spcBef>
      <a:spcAft>
        <a:spcPct val="0"/>
      </a:spcAft>
      <a:defRPr sz="1200" kern="1200">
        <a:solidFill>
          <a:schemeClr val="tx1"/>
        </a:solidFill>
        <a:latin typeface="Verdana" pitchFamily="34" charset="0"/>
        <a:ea typeface="+mn-ea"/>
        <a:cs typeface="Arial" charset="0"/>
      </a:defRPr>
    </a:lvl4pPr>
    <a:lvl5pPr marL="1828800" algn="l" rtl="0" fontAlgn="base">
      <a:spcBef>
        <a:spcPct val="30000"/>
      </a:spcBef>
      <a:spcAft>
        <a:spcPct val="0"/>
      </a:spcAft>
      <a:defRPr sz="1200" kern="1200">
        <a:solidFill>
          <a:schemeClr val="tx1"/>
        </a:solidFill>
        <a:latin typeface="Verdana" pitchFamily="34"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1</a:t>
            </a:fld>
            <a:endParaRPr lang="nl-NL"/>
          </a:p>
        </p:txBody>
      </p:sp>
    </p:spTree>
    <p:extLst>
      <p:ext uri="{BB962C8B-B14F-4D97-AF65-F5344CB8AC3E}">
        <p14:creationId xmlns:p14="http://schemas.microsoft.com/office/powerpoint/2010/main" val="876375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2</a:t>
            </a:fld>
            <a:endParaRPr lang="nl-NL"/>
          </a:p>
        </p:txBody>
      </p:sp>
    </p:spTree>
    <p:extLst>
      <p:ext uri="{BB962C8B-B14F-4D97-AF65-F5344CB8AC3E}">
        <p14:creationId xmlns:p14="http://schemas.microsoft.com/office/powerpoint/2010/main" val="2689214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4DE5616D-1653-4A72-A4BA-E11F684B3036}" type="slidenum">
              <a:rPr lang="nl-NL" smtClean="0"/>
              <a:pPr/>
              <a:t>4</a:t>
            </a:fld>
            <a:endParaRPr lang="nl-NL"/>
          </a:p>
        </p:txBody>
      </p:sp>
    </p:spTree>
    <p:extLst>
      <p:ext uri="{BB962C8B-B14F-4D97-AF65-F5344CB8AC3E}">
        <p14:creationId xmlns:p14="http://schemas.microsoft.com/office/powerpoint/2010/main" val="3468712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t>1. Transform (Box-Cox) the observed intakes to obtain a normal distribution on the transformed scale</a:t>
            </a:r>
          </a:p>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5</a:t>
            </a:fld>
            <a:endParaRPr lang="nl-NL"/>
          </a:p>
        </p:txBody>
      </p:sp>
    </p:spTree>
    <p:extLst>
      <p:ext uri="{BB962C8B-B14F-4D97-AF65-F5344CB8AC3E}">
        <p14:creationId xmlns:p14="http://schemas.microsoft.com/office/powerpoint/2010/main" val="3272570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t>2. Model the transformed intake as a function of age; estimate all model parameters, including the within- and between-person variances; and use these to obtain the shrunken distribution on the transformed scale</a:t>
            </a:r>
          </a:p>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6</a:t>
            </a:fld>
            <a:endParaRPr lang="nl-NL"/>
          </a:p>
        </p:txBody>
      </p:sp>
    </p:spTree>
    <p:extLst>
      <p:ext uri="{BB962C8B-B14F-4D97-AF65-F5344CB8AC3E}">
        <p14:creationId xmlns:p14="http://schemas.microsoft.com/office/powerpoint/2010/main" val="3596755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t>3. Back-transform the distribution percentiles (per age unit) from the transformed scale to the original scale and eliminate the within-person variance</a:t>
            </a:r>
          </a:p>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7</a:t>
            </a:fld>
            <a:endParaRPr lang="nl-NL"/>
          </a:p>
        </p:txBody>
      </p:sp>
    </p:spTree>
    <p:extLst>
      <p:ext uri="{BB962C8B-B14F-4D97-AF65-F5344CB8AC3E}">
        <p14:creationId xmlns:p14="http://schemas.microsoft.com/office/powerpoint/2010/main" val="1089368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4DE5616D-1653-4A72-A4BA-E11F684B3036}" type="slidenum">
              <a:rPr lang="nl-NL" smtClean="0"/>
              <a:pPr/>
              <a:t>8</a:t>
            </a:fld>
            <a:endParaRPr lang="nl-NL"/>
          </a:p>
        </p:txBody>
      </p:sp>
    </p:spTree>
    <p:extLst>
      <p:ext uri="{BB962C8B-B14F-4D97-AF65-F5344CB8AC3E}">
        <p14:creationId xmlns:p14="http://schemas.microsoft.com/office/powerpoint/2010/main" val="1750569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9</a:t>
            </a:fld>
            <a:endParaRPr lang="nl-NL"/>
          </a:p>
        </p:txBody>
      </p:sp>
    </p:spTree>
    <p:extLst>
      <p:ext uri="{BB962C8B-B14F-4D97-AF65-F5344CB8AC3E}">
        <p14:creationId xmlns:p14="http://schemas.microsoft.com/office/powerpoint/2010/main" val="304262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4DE5616D-1653-4A72-A4BA-E11F684B3036}" type="slidenum">
              <a:rPr lang="nl-NL" smtClean="0"/>
              <a:pPr/>
              <a:t>10</a:t>
            </a:fld>
            <a:endParaRPr lang="nl-NL"/>
          </a:p>
        </p:txBody>
      </p:sp>
    </p:spTree>
    <p:extLst>
      <p:ext uri="{BB962C8B-B14F-4D97-AF65-F5344CB8AC3E}">
        <p14:creationId xmlns:p14="http://schemas.microsoft.com/office/powerpoint/2010/main" val="1750569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11</a:t>
            </a:fld>
            <a:endParaRPr lang="nl-NL"/>
          </a:p>
        </p:txBody>
      </p:sp>
    </p:spTree>
    <p:extLst>
      <p:ext uri="{BB962C8B-B14F-4D97-AF65-F5344CB8AC3E}">
        <p14:creationId xmlns:p14="http://schemas.microsoft.com/office/powerpoint/2010/main" val="1543141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12</a:t>
            </a:fld>
            <a:endParaRPr lang="nl-NL"/>
          </a:p>
        </p:txBody>
      </p:sp>
    </p:spTree>
    <p:extLst>
      <p:ext uri="{BB962C8B-B14F-4D97-AF65-F5344CB8AC3E}">
        <p14:creationId xmlns:p14="http://schemas.microsoft.com/office/powerpoint/2010/main" val="1777540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13</a:t>
            </a:fld>
            <a:endParaRPr lang="nl-NL"/>
          </a:p>
        </p:txBody>
      </p:sp>
    </p:spTree>
    <p:extLst>
      <p:ext uri="{BB962C8B-B14F-4D97-AF65-F5344CB8AC3E}">
        <p14:creationId xmlns:p14="http://schemas.microsoft.com/office/powerpoint/2010/main" val="2422283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14</a:t>
            </a:fld>
            <a:endParaRPr lang="nl-NL"/>
          </a:p>
        </p:txBody>
      </p:sp>
    </p:spTree>
    <p:extLst>
      <p:ext uri="{BB962C8B-B14F-4D97-AF65-F5344CB8AC3E}">
        <p14:creationId xmlns:p14="http://schemas.microsoft.com/office/powerpoint/2010/main" val="2487799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15</a:t>
            </a:fld>
            <a:endParaRPr lang="nl-NL"/>
          </a:p>
        </p:txBody>
      </p:sp>
    </p:spTree>
    <p:extLst>
      <p:ext uri="{BB962C8B-B14F-4D97-AF65-F5344CB8AC3E}">
        <p14:creationId xmlns:p14="http://schemas.microsoft.com/office/powerpoint/2010/main" val="88751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a:t>30 min</a:t>
            </a:r>
          </a:p>
        </p:txBody>
      </p:sp>
      <p:sp>
        <p:nvSpPr>
          <p:cNvPr id="4" name="Slide Number Placeholder 3"/>
          <p:cNvSpPr>
            <a:spLocks noGrp="1"/>
          </p:cNvSpPr>
          <p:nvPr>
            <p:ph type="sldNum" sz="quarter" idx="5"/>
          </p:nvPr>
        </p:nvSpPr>
        <p:spPr/>
        <p:txBody>
          <a:bodyPr/>
          <a:lstStyle/>
          <a:p>
            <a:fld id="{4DE5616D-1653-4A72-A4BA-E11F684B3036}" type="slidenum">
              <a:rPr lang="nl-NL" smtClean="0"/>
              <a:pPr/>
              <a:t>16</a:t>
            </a:fld>
            <a:endParaRPr lang="nl-NL"/>
          </a:p>
        </p:txBody>
      </p:sp>
    </p:spTree>
    <p:extLst>
      <p:ext uri="{BB962C8B-B14F-4D97-AF65-F5344CB8AC3E}">
        <p14:creationId xmlns:p14="http://schemas.microsoft.com/office/powerpoint/2010/main" val="1789252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4DE5616D-1653-4A72-A4BA-E11F684B3036}" type="slidenum">
              <a:rPr lang="nl-NL" smtClean="0"/>
              <a:pPr/>
              <a:t>17</a:t>
            </a:fld>
            <a:endParaRPr lang="nl-NL"/>
          </a:p>
        </p:txBody>
      </p:sp>
    </p:spTree>
    <p:extLst>
      <p:ext uri="{BB962C8B-B14F-4D97-AF65-F5344CB8AC3E}">
        <p14:creationId xmlns:p14="http://schemas.microsoft.com/office/powerpoint/2010/main" val="1750569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Screenshots </a:t>
            </a:r>
            <a:r>
              <a:rPr lang="en-GB" err="1"/>
              <a:t>updaten</a:t>
            </a:r>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18</a:t>
            </a:fld>
            <a:endParaRPr lang="nl-NL"/>
          </a:p>
        </p:txBody>
      </p:sp>
    </p:spTree>
    <p:extLst>
      <p:ext uri="{BB962C8B-B14F-4D97-AF65-F5344CB8AC3E}">
        <p14:creationId xmlns:p14="http://schemas.microsoft.com/office/powerpoint/2010/main" val="2828607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19</a:t>
            </a:fld>
            <a:endParaRPr lang="nl-NL"/>
          </a:p>
        </p:txBody>
      </p:sp>
    </p:spTree>
    <p:extLst>
      <p:ext uri="{BB962C8B-B14F-4D97-AF65-F5344CB8AC3E}">
        <p14:creationId xmlns:p14="http://schemas.microsoft.com/office/powerpoint/2010/main" val="741796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20</a:t>
            </a:fld>
            <a:endParaRPr lang="nl-NL"/>
          </a:p>
        </p:txBody>
      </p:sp>
    </p:spTree>
    <p:extLst>
      <p:ext uri="{BB962C8B-B14F-4D97-AF65-F5344CB8AC3E}">
        <p14:creationId xmlns:p14="http://schemas.microsoft.com/office/powerpoint/2010/main" val="3203897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21</a:t>
            </a:fld>
            <a:endParaRPr lang="nl-NL"/>
          </a:p>
        </p:txBody>
      </p:sp>
    </p:spTree>
    <p:extLst>
      <p:ext uri="{BB962C8B-B14F-4D97-AF65-F5344CB8AC3E}">
        <p14:creationId xmlns:p14="http://schemas.microsoft.com/office/powerpoint/2010/main" val="2656385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22</a:t>
            </a:fld>
            <a:endParaRPr lang="nl-NL"/>
          </a:p>
        </p:txBody>
      </p:sp>
    </p:spTree>
    <p:extLst>
      <p:ext uri="{BB962C8B-B14F-4D97-AF65-F5344CB8AC3E}">
        <p14:creationId xmlns:p14="http://schemas.microsoft.com/office/powerpoint/2010/main" val="2745177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4DE5616D-1653-4A72-A4BA-E11F684B3036}" type="slidenum">
              <a:rPr lang="nl-NL" smtClean="0"/>
              <a:pPr/>
              <a:t>25</a:t>
            </a:fld>
            <a:endParaRPr lang="nl-NL"/>
          </a:p>
        </p:txBody>
      </p:sp>
    </p:spTree>
    <p:extLst>
      <p:ext uri="{BB962C8B-B14F-4D97-AF65-F5344CB8AC3E}">
        <p14:creationId xmlns:p14="http://schemas.microsoft.com/office/powerpoint/2010/main" val="1750569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4DE5616D-1653-4A72-A4BA-E11F684B3036}" type="slidenum">
              <a:rPr lang="nl-NL" smtClean="0"/>
              <a:pPr/>
              <a:t>26</a:t>
            </a:fld>
            <a:endParaRPr lang="nl-NL"/>
          </a:p>
        </p:txBody>
      </p:sp>
    </p:spTree>
    <p:extLst>
      <p:ext uri="{BB962C8B-B14F-4D97-AF65-F5344CB8AC3E}">
        <p14:creationId xmlns:p14="http://schemas.microsoft.com/office/powerpoint/2010/main" val="20962120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E5616D-1653-4A72-A4BA-E11F684B3036}" type="slidenum">
              <a:rPr lang="nl-NL" smtClean="0"/>
              <a:pPr/>
              <a:t>27</a:t>
            </a:fld>
            <a:endParaRPr lang="nl-NL"/>
          </a:p>
        </p:txBody>
      </p:sp>
    </p:spTree>
    <p:extLst>
      <p:ext uri="{BB962C8B-B14F-4D97-AF65-F5344CB8AC3E}">
        <p14:creationId xmlns:p14="http://schemas.microsoft.com/office/powerpoint/2010/main" val="2475636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E5616D-1653-4A72-A4BA-E11F684B3036}" type="slidenum">
              <a:rPr lang="nl-NL" smtClean="0"/>
              <a:pPr/>
              <a:t>28</a:t>
            </a:fld>
            <a:endParaRPr lang="nl-NL"/>
          </a:p>
        </p:txBody>
      </p:sp>
    </p:spTree>
    <p:extLst>
      <p:ext uri="{BB962C8B-B14F-4D97-AF65-F5344CB8AC3E}">
        <p14:creationId xmlns:p14="http://schemas.microsoft.com/office/powerpoint/2010/main" val="3530397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4DE5616D-1653-4A72-A4BA-E11F684B3036}" type="slidenum">
              <a:rPr lang="nl-NL" smtClean="0"/>
              <a:pPr/>
              <a:t>29</a:t>
            </a:fld>
            <a:endParaRPr lang="nl-NL"/>
          </a:p>
        </p:txBody>
      </p:sp>
    </p:spTree>
    <p:extLst>
      <p:ext uri="{BB962C8B-B14F-4D97-AF65-F5344CB8AC3E}">
        <p14:creationId xmlns:p14="http://schemas.microsoft.com/office/powerpoint/2010/main" val="1750569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30</a:t>
            </a:fld>
            <a:endParaRPr lang="nl-NL"/>
          </a:p>
        </p:txBody>
      </p:sp>
    </p:spTree>
    <p:extLst>
      <p:ext uri="{BB962C8B-B14F-4D97-AF65-F5344CB8AC3E}">
        <p14:creationId xmlns:p14="http://schemas.microsoft.com/office/powerpoint/2010/main" val="2066894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Check for multimodality</a:t>
            </a:r>
          </a:p>
        </p:txBody>
      </p:sp>
      <p:sp>
        <p:nvSpPr>
          <p:cNvPr id="4" name="Slide Number Placeholder 3"/>
          <p:cNvSpPr>
            <a:spLocks noGrp="1"/>
          </p:cNvSpPr>
          <p:nvPr>
            <p:ph type="sldNum" sz="quarter" idx="5"/>
          </p:nvPr>
        </p:nvSpPr>
        <p:spPr/>
        <p:txBody>
          <a:bodyPr/>
          <a:lstStyle/>
          <a:p>
            <a:fld id="{4DE5616D-1653-4A72-A4BA-E11F684B3036}" type="slidenum">
              <a:rPr lang="nl-NL" smtClean="0"/>
              <a:pPr/>
              <a:t>31</a:t>
            </a:fld>
            <a:endParaRPr lang="nl-NL"/>
          </a:p>
        </p:txBody>
      </p:sp>
    </p:spTree>
    <p:extLst>
      <p:ext uri="{BB962C8B-B14F-4D97-AF65-F5344CB8AC3E}">
        <p14:creationId xmlns:p14="http://schemas.microsoft.com/office/powerpoint/2010/main" val="22947858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nl-NL" sz="1200" err="1">
                <a:solidFill>
                  <a:srgbClr val="0070C0"/>
                </a:solidFill>
                <a:sym typeface="Wingdings" panose="05000000000000000000" pitchFamily="2" charset="2"/>
              </a:rPr>
              <a:t>If</a:t>
            </a:r>
            <a:r>
              <a:rPr lang="nl-NL" sz="1200">
                <a:solidFill>
                  <a:srgbClr val="0070C0"/>
                </a:solidFill>
                <a:sym typeface="Wingdings" panose="05000000000000000000" pitchFamily="2" charset="2"/>
              </a:rPr>
              <a:t> </a:t>
            </a:r>
            <a:r>
              <a:rPr lang="nl-NL" sz="1200" err="1">
                <a:solidFill>
                  <a:srgbClr val="0070C0"/>
                </a:solidFill>
                <a:sym typeface="Wingdings" panose="05000000000000000000" pitchFamily="2" charset="2"/>
              </a:rPr>
              <a:t>lambda</a:t>
            </a:r>
            <a:r>
              <a:rPr lang="nl-NL" sz="1200">
                <a:solidFill>
                  <a:srgbClr val="0070C0"/>
                </a:solidFill>
                <a:sym typeface="Wingdings" panose="05000000000000000000" pitchFamily="2" charset="2"/>
              </a:rPr>
              <a:t>= </a:t>
            </a:r>
            <a:r>
              <a:rPr lang="nl-NL" sz="1200" err="1">
                <a:solidFill>
                  <a:srgbClr val="0070C0"/>
                </a:solidFill>
                <a:sym typeface="Wingdings" panose="05000000000000000000" pitchFamily="2" charset="2"/>
              </a:rPr>
              <a:t>negative</a:t>
            </a:r>
            <a:r>
              <a:rPr lang="nl-NL" sz="1200">
                <a:solidFill>
                  <a:srgbClr val="0070C0"/>
                </a:solidFill>
                <a:sym typeface="Wingdings" panose="05000000000000000000" pitchFamily="2" charset="2"/>
              </a:rPr>
              <a:t> </a:t>
            </a:r>
            <a:r>
              <a:rPr lang="nl-NL" sz="1200" err="1">
                <a:solidFill>
                  <a:srgbClr val="0070C0"/>
                </a:solidFill>
                <a:sym typeface="Wingdings" panose="05000000000000000000" pitchFamily="2" charset="2"/>
              </a:rPr>
              <a:t>value</a:t>
            </a:r>
            <a:r>
              <a:rPr lang="nl-NL" sz="1200">
                <a:solidFill>
                  <a:srgbClr val="0070C0"/>
                </a:solidFill>
                <a:sym typeface="Wingdings" panose="05000000000000000000" pitchFamily="2" charset="2"/>
              </a:rPr>
              <a:t>  </a:t>
            </a:r>
            <a:r>
              <a:rPr lang="nl-NL" sz="1200" err="1">
                <a:solidFill>
                  <a:srgbClr val="0070C0"/>
                </a:solidFill>
                <a:sym typeface="Wingdings" panose="05000000000000000000" pitchFamily="2" charset="2"/>
              </a:rPr>
              <a:t>lambda</a:t>
            </a:r>
            <a:r>
              <a:rPr lang="nl-NL" sz="1200">
                <a:solidFill>
                  <a:srgbClr val="0070C0"/>
                </a:solidFill>
                <a:sym typeface="Wingdings" panose="05000000000000000000" pitchFamily="2" charset="2"/>
              </a:rPr>
              <a:t> set at 0  is </a:t>
            </a:r>
            <a:r>
              <a:rPr lang="nl-NL" sz="1200" err="1">
                <a:solidFill>
                  <a:srgbClr val="0070C0"/>
                </a:solidFill>
                <a:sym typeface="Wingdings" panose="05000000000000000000" pitchFamily="2" charset="2"/>
              </a:rPr>
              <a:t>this</a:t>
            </a:r>
            <a:r>
              <a:rPr lang="nl-NL" sz="1200">
                <a:solidFill>
                  <a:srgbClr val="0070C0"/>
                </a:solidFill>
                <a:sym typeface="Wingdings" panose="05000000000000000000" pitchFamily="2" charset="2"/>
              </a:rPr>
              <a:t> </a:t>
            </a:r>
            <a:r>
              <a:rPr lang="nl-NL" sz="1200" err="1">
                <a:solidFill>
                  <a:srgbClr val="0070C0"/>
                </a:solidFill>
                <a:sym typeface="Wingdings" panose="05000000000000000000" pitchFamily="2" charset="2"/>
              </a:rPr>
              <a:t>true</a:t>
            </a:r>
            <a:r>
              <a:rPr lang="nl-NL" sz="1200">
                <a:solidFill>
                  <a:srgbClr val="0070C0"/>
                </a:solidFill>
                <a:sym typeface="Wingdings" panose="05000000000000000000" pitchFamily="2" charset="2"/>
              </a:rPr>
              <a:t>??</a:t>
            </a:r>
            <a:endParaRPr lang="nl-NL" sz="1200">
              <a:solidFill>
                <a:srgbClr val="0070C0"/>
              </a:solidFill>
            </a:endParaRPr>
          </a:p>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32</a:t>
            </a:fld>
            <a:endParaRPr lang="nl-NL"/>
          </a:p>
        </p:txBody>
      </p:sp>
    </p:spTree>
    <p:extLst>
      <p:ext uri="{BB962C8B-B14F-4D97-AF65-F5344CB8AC3E}">
        <p14:creationId xmlns:p14="http://schemas.microsoft.com/office/powerpoint/2010/main" val="2524319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The QQ-plot of the residuals of the SPADE model should </a:t>
            </a:r>
            <a:r>
              <a:rPr lang="en-US" err="1"/>
              <a:t>theoratically</a:t>
            </a:r>
            <a:r>
              <a:rPr lang="en-US"/>
              <a:t> be normally distributed. This is checked by this QQ-plot. Most of the residuals are clearly on the straight line. At both tails, there are some deviations: at the lower tail, the lowest residuals are too low and at the upper tail, the residuals are too high. From this plot we conclude that the model assumptions don’t seem to be violated, and that we can use the output tables. When violated, this can indicate multimodality </a:t>
            </a:r>
            <a:r>
              <a:rPr lang="en-US">
                <a:sym typeface="Wingdings" panose="05000000000000000000" pitchFamily="2" charset="2"/>
              </a:rPr>
              <a:t> intake from 2 sources</a:t>
            </a:r>
            <a:endParaRPr lang="en-US"/>
          </a:p>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34</a:t>
            </a:fld>
            <a:endParaRPr lang="nl-NL"/>
          </a:p>
        </p:txBody>
      </p:sp>
    </p:spTree>
    <p:extLst>
      <p:ext uri="{BB962C8B-B14F-4D97-AF65-F5344CB8AC3E}">
        <p14:creationId xmlns:p14="http://schemas.microsoft.com/office/powerpoint/2010/main" val="76722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35</a:t>
            </a:fld>
            <a:endParaRPr lang="nl-NL"/>
          </a:p>
        </p:txBody>
      </p:sp>
    </p:spTree>
    <p:extLst>
      <p:ext uri="{BB962C8B-B14F-4D97-AF65-F5344CB8AC3E}">
        <p14:creationId xmlns:p14="http://schemas.microsoft.com/office/powerpoint/2010/main" val="34014099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4DE5616D-1653-4A72-A4BA-E11F684B3036}" type="slidenum">
              <a:rPr lang="nl-NL" smtClean="0"/>
              <a:pPr/>
              <a:t>36</a:t>
            </a:fld>
            <a:endParaRPr lang="nl-NL"/>
          </a:p>
        </p:txBody>
      </p:sp>
    </p:spTree>
    <p:extLst>
      <p:ext uri="{BB962C8B-B14F-4D97-AF65-F5344CB8AC3E}">
        <p14:creationId xmlns:p14="http://schemas.microsoft.com/office/powerpoint/2010/main" val="4031091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4DE5616D-1653-4A72-A4BA-E11F684B3036}" type="slidenum">
              <a:rPr lang="nl-NL" smtClean="0"/>
              <a:pPr/>
              <a:t>37</a:t>
            </a:fld>
            <a:endParaRPr lang="nl-NL"/>
          </a:p>
        </p:txBody>
      </p:sp>
    </p:spTree>
    <p:extLst>
      <p:ext uri="{BB962C8B-B14F-4D97-AF65-F5344CB8AC3E}">
        <p14:creationId xmlns:p14="http://schemas.microsoft.com/office/powerpoint/2010/main" val="1082596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E5616D-1653-4A72-A4BA-E11F684B3036}" type="slidenum">
              <a:rPr lang="nl-NL" smtClean="0"/>
              <a:pPr/>
              <a:t>38</a:t>
            </a:fld>
            <a:endParaRPr lang="nl-NL"/>
          </a:p>
        </p:txBody>
      </p:sp>
    </p:spTree>
    <p:extLst>
      <p:ext uri="{BB962C8B-B14F-4D97-AF65-F5344CB8AC3E}">
        <p14:creationId xmlns:p14="http://schemas.microsoft.com/office/powerpoint/2010/main" val="14705218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39</a:t>
            </a:fld>
            <a:endParaRPr lang="nl-NL"/>
          </a:p>
        </p:txBody>
      </p:sp>
    </p:spTree>
    <p:extLst>
      <p:ext uri="{BB962C8B-B14F-4D97-AF65-F5344CB8AC3E}">
        <p14:creationId xmlns:p14="http://schemas.microsoft.com/office/powerpoint/2010/main" val="959335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4DE5616D-1653-4A72-A4BA-E11F684B3036}" type="slidenum">
              <a:rPr lang="nl-NL" smtClean="0"/>
              <a:pPr/>
              <a:t>45</a:t>
            </a:fld>
            <a:endParaRPr lang="nl-NL"/>
          </a:p>
        </p:txBody>
      </p:sp>
    </p:spTree>
    <p:extLst>
      <p:ext uri="{BB962C8B-B14F-4D97-AF65-F5344CB8AC3E}">
        <p14:creationId xmlns:p14="http://schemas.microsoft.com/office/powerpoint/2010/main" val="10106721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46</a:t>
            </a:fld>
            <a:endParaRPr lang="nl-NL"/>
          </a:p>
        </p:txBody>
      </p:sp>
    </p:spTree>
    <p:extLst>
      <p:ext uri="{BB962C8B-B14F-4D97-AF65-F5344CB8AC3E}">
        <p14:creationId xmlns:p14="http://schemas.microsoft.com/office/powerpoint/2010/main" val="18679648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47</a:t>
            </a:fld>
            <a:endParaRPr lang="nl-NL"/>
          </a:p>
        </p:txBody>
      </p:sp>
    </p:spTree>
    <p:extLst>
      <p:ext uri="{BB962C8B-B14F-4D97-AF65-F5344CB8AC3E}">
        <p14:creationId xmlns:p14="http://schemas.microsoft.com/office/powerpoint/2010/main" val="2449830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48</a:t>
            </a:fld>
            <a:endParaRPr lang="nl-NL"/>
          </a:p>
        </p:txBody>
      </p:sp>
    </p:spTree>
    <p:extLst>
      <p:ext uri="{BB962C8B-B14F-4D97-AF65-F5344CB8AC3E}">
        <p14:creationId xmlns:p14="http://schemas.microsoft.com/office/powerpoint/2010/main" val="4597009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 </a:t>
            </a:r>
            <a:r>
              <a:rPr lang="en-GB" err="1"/>
              <a:t>er</a:t>
            </a:r>
            <a:r>
              <a:rPr lang="en-GB"/>
              <a:t> is </a:t>
            </a:r>
            <a:r>
              <a:rPr lang="en-GB" err="1"/>
              <a:t>ook</a:t>
            </a:r>
            <a:r>
              <a:rPr lang="en-GB"/>
              <a:t> </a:t>
            </a:r>
            <a:r>
              <a:rPr lang="en-GB" err="1"/>
              <a:t>een</a:t>
            </a:r>
            <a:r>
              <a:rPr lang="en-GB"/>
              <a:t> cheat sheet over de </a:t>
            </a:r>
            <a:r>
              <a:rPr lang="en-GB" err="1"/>
              <a:t>gewichten</a:t>
            </a:r>
            <a:r>
              <a:rPr lang="en-GB"/>
              <a:t> </a:t>
            </a:r>
            <a:r>
              <a:rPr lang="en-GB" err="1"/>
              <a:t>toch</a:t>
            </a:r>
            <a:r>
              <a:rPr lang="en-GB"/>
              <a:t>? </a:t>
            </a:r>
            <a:r>
              <a:rPr lang="en-GB" err="1"/>
              <a:t>Evt</a:t>
            </a:r>
            <a:r>
              <a:rPr lang="en-GB"/>
              <a:t> </a:t>
            </a:r>
            <a:r>
              <a:rPr lang="en-GB" err="1"/>
              <a:t>hier</a:t>
            </a:r>
            <a:r>
              <a:rPr lang="en-GB"/>
              <a:t> </a:t>
            </a:r>
            <a:r>
              <a:rPr lang="en-GB" err="1"/>
              <a:t>nog</a:t>
            </a:r>
            <a:r>
              <a:rPr lang="en-GB"/>
              <a:t> </a:t>
            </a:r>
            <a:r>
              <a:rPr lang="en-GB" err="1"/>
              <a:t>naar</a:t>
            </a:r>
            <a:r>
              <a:rPr lang="en-GB"/>
              <a:t> </a:t>
            </a:r>
            <a:r>
              <a:rPr lang="en-GB" err="1"/>
              <a:t>verwijzen</a:t>
            </a:r>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53</a:t>
            </a:fld>
            <a:endParaRPr lang="nl-NL"/>
          </a:p>
        </p:txBody>
      </p:sp>
    </p:spTree>
    <p:extLst>
      <p:ext uri="{BB962C8B-B14F-4D97-AF65-F5344CB8AC3E}">
        <p14:creationId xmlns:p14="http://schemas.microsoft.com/office/powerpoint/2010/main" val="28004103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54</a:t>
            </a:fld>
            <a:endParaRPr lang="nl-NL"/>
          </a:p>
        </p:txBody>
      </p:sp>
    </p:spTree>
    <p:extLst>
      <p:ext uri="{BB962C8B-B14F-4D97-AF65-F5344CB8AC3E}">
        <p14:creationId xmlns:p14="http://schemas.microsoft.com/office/powerpoint/2010/main" val="17290766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57</a:t>
            </a:fld>
            <a:endParaRPr lang="nl-NL"/>
          </a:p>
        </p:txBody>
      </p:sp>
    </p:spTree>
    <p:extLst>
      <p:ext uri="{BB962C8B-B14F-4D97-AF65-F5344CB8AC3E}">
        <p14:creationId xmlns:p14="http://schemas.microsoft.com/office/powerpoint/2010/main" val="36215933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58</a:t>
            </a:fld>
            <a:endParaRPr lang="nl-NL"/>
          </a:p>
        </p:txBody>
      </p:sp>
    </p:spTree>
    <p:extLst>
      <p:ext uri="{BB962C8B-B14F-4D97-AF65-F5344CB8AC3E}">
        <p14:creationId xmlns:p14="http://schemas.microsoft.com/office/powerpoint/2010/main" val="17032292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59</a:t>
            </a:fld>
            <a:endParaRPr lang="nl-NL"/>
          </a:p>
        </p:txBody>
      </p:sp>
    </p:spTree>
    <p:extLst>
      <p:ext uri="{BB962C8B-B14F-4D97-AF65-F5344CB8AC3E}">
        <p14:creationId xmlns:p14="http://schemas.microsoft.com/office/powerpoint/2010/main" val="5955003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60</a:t>
            </a:fld>
            <a:endParaRPr lang="nl-NL"/>
          </a:p>
        </p:txBody>
      </p:sp>
    </p:spTree>
    <p:extLst>
      <p:ext uri="{BB962C8B-B14F-4D97-AF65-F5344CB8AC3E}">
        <p14:creationId xmlns:p14="http://schemas.microsoft.com/office/powerpoint/2010/main" val="29121701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61</a:t>
            </a:fld>
            <a:endParaRPr lang="nl-NL"/>
          </a:p>
        </p:txBody>
      </p:sp>
    </p:spTree>
    <p:extLst>
      <p:ext uri="{BB962C8B-B14F-4D97-AF65-F5344CB8AC3E}">
        <p14:creationId xmlns:p14="http://schemas.microsoft.com/office/powerpoint/2010/main" val="42883027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62</a:t>
            </a:fld>
            <a:endParaRPr lang="nl-NL"/>
          </a:p>
        </p:txBody>
      </p:sp>
    </p:spTree>
    <p:extLst>
      <p:ext uri="{BB962C8B-B14F-4D97-AF65-F5344CB8AC3E}">
        <p14:creationId xmlns:p14="http://schemas.microsoft.com/office/powerpoint/2010/main" val="35938573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63</a:t>
            </a:fld>
            <a:endParaRPr lang="nl-NL"/>
          </a:p>
        </p:txBody>
      </p:sp>
    </p:spTree>
    <p:extLst>
      <p:ext uri="{BB962C8B-B14F-4D97-AF65-F5344CB8AC3E}">
        <p14:creationId xmlns:p14="http://schemas.microsoft.com/office/powerpoint/2010/main" val="38045559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64</a:t>
            </a:fld>
            <a:endParaRPr lang="nl-NL"/>
          </a:p>
        </p:txBody>
      </p:sp>
    </p:spTree>
    <p:extLst>
      <p:ext uri="{BB962C8B-B14F-4D97-AF65-F5344CB8AC3E}">
        <p14:creationId xmlns:p14="http://schemas.microsoft.com/office/powerpoint/2010/main" val="16250478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65</a:t>
            </a:fld>
            <a:endParaRPr lang="nl-NL"/>
          </a:p>
        </p:txBody>
      </p:sp>
    </p:spTree>
    <p:extLst>
      <p:ext uri="{BB962C8B-B14F-4D97-AF65-F5344CB8AC3E}">
        <p14:creationId xmlns:p14="http://schemas.microsoft.com/office/powerpoint/2010/main" val="923102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66</a:t>
            </a:fld>
            <a:endParaRPr lang="nl-NL"/>
          </a:p>
        </p:txBody>
      </p:sp>
    </p:spTree>
    <p:extLst>
      <p:ext uri="{BB962C8B-B14F-4D97-AF65-F5344CB8AC3E}">
        <p14:creationId xmlns:p14="http://schemas.microsoft.com/office/powerpoint/2010/main" val="29976444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67</a:t>
            </a:fld>
            <a:endParaRPr lang="nl-NL"/>
          </a:p>
        </p:txBody>
      </p:sp>
    </p:spTree>
    <p:extLst>
      <p:ext uri="{BB962C8B-B14F-4D97-AF65-F5344CB8AC3E}">
        <p14:creationId xmlns:p14="http://schemas.microsoft.com/office/powerpoint/2010/main" val="36288930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68</a:t>
            </a:fld>
            <a:endParaRPr lang="nl-NL"/>
          </a:p>
        </p:txBody>
      </p:sp>
    </p:spTree>
    <p:extLst>
      <p:ext uri="{BB962C8B-B14F-4D97-AF65-F5344CB8AC3E}">
        <p14:creationId xmlns:p14="http://schemas.microsoft.com/office/powerpoint/2010/main" val="16623354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69</a:t>
            </a:fld>
            <a:endParaRPr lang="nl-NL"/>
          </a:p>
        </p:txBody>
      </p:sp>
    </p:spTree>
    <p:extLst>
      <p:ext uri="{BB962C8B-B14F-4D97-AF65-F5344CB8AC3E}">
        <p14:creationId xmlns:p14="http://schemas.microsoft.com/office/powerpoint/2010/main" val="30356313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70</a:t>
            </a:fld>
            <a:endParaRPr lang="nl-NL"/>
          </a:p>
        </p:txBody>
      </p:sp>
    </p:spTree>
    <p:extLst>
      <p:ext uri="{BB962C8B-B14F-4D97-AF65-F5344CB8AC3E}">
        <p14:creationId xmlns:p14="http://schemas.microsoft.com/office/powerpoint/2010/main" val="25427521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71</a:t>
            </a:fld>
            <a:endParaRPr lang="nl-NL"/>
          </a:p>
        </p:txBody>
      </p:sp>
    </p:spTree>
    <p:extLst>
      <p:ext uri="{BB962C8B-B14F-4D97-AF65-F5344CB8AC3E}">
        <p14:creationId xmlns:p14="http://schemas.microsoft.com/office/powerpoint/2010/main" val="15861322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72</a:t>
            </a:fld>
            <a:endParaRPr lang="nl-NL"/>
          </a:p>
        </p:txBody>
      </p:sp>
    </p:spTree>
    <p:extLst>
      <p:ext uri="{BB962C8B-B14F-4D97-AF65-F5344CB8AC3E}">
        <p14:creationId xmlns:p14="http://schemas.microsoft.com/office/powerpoint/2010/main" val="41396549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73</a:t>
            </a:fld>
            <a:endParaRPr lang="nl-NL"/>
          </a:p>
        </p:txBody>
      </p:sp>
    </p:spTree>
    <p:extLst>
      <p:ext uri="{BB962C8B-B14F-4D97-AF65-F5344CB8AC3E}">
        <p14:creationId xmlns:p14="http://schemas.microsoft.com/office/powerpoint/2010/main" val="35619345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74</a:t>
            </a:fld>
            <a:endParaRPr lang="nl-NL"/>
          </a:p>
        </p:txBody>
      </p:sp>
    </p:spTree>
    <p:extLst>
      <p:ext uri="{BB962C8B-B14F-4D97-AF65-F5344CB8AC3E}">
        <p14:creationId xmlns:p14="http://schemas.microsoft.com/office/powerpoint/2010/main" val="10303661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75</a:t>
            </a:fld>
            <a:endParaRPr lang="nl-NL"/>
          </a:p>
        </p:txBody>
      </p:sp>
    </p:spTree>
    <p:extLst>
      <p:ext uri="{BB962C8B-B14F-4D97-AF65-F5344CB8AC3E}">
        <p14:creationId xmlns:p14="http://schemas.microsoft.com/office/powerpoint/2010/main" val="33898873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76</a:t>
            </a:fld>
            <a:endParaRPr lang="nl-NL"/>
          </a:p>
        </p:txBody>
      </p:sp>
    </p:spTree>
    <p:extLst>
      <p:ext uri="{BB962C8B-B14F-4D97-AF65-F5344CB8AC3E}">
        <p14:creationId xmlns:p14="http://schemas.microsoft.com/office/powerpoint/2010/main" val="32964252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77</a:t>
            </a:fld>
            <a:endParaRPr lang="nl-NL"/>
          </a:p>
        </p:txBody>
      </p:sp>
    </p:spTree>
    <p:extLst>
      <p:ext uri="{BB962C8B-B14F-4D97-AF65-F5344CB8AC3E}">
        <p14:creationId xmlns:p14="http://schemas.microsoft.com/office/powerpoint/2010/main" val="3382806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78</a:t>
            </a:fld>
            <a:endParaRPr lang="nl-NL"/>
          </a:p>
        </p:txBody>
      </p:sp>
    </p:spTree>
    <p:extLst>
      <p:ext uri="{BB962C8B-B14F-4D97-AF65-F5344CB8AC3E}">
        <p14:creationId xmlns:p14="http://schemas.microsoft.com/office/powerpoint/2010/main" val="29055851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79</a:t>
            </a:fld>
            <a:endParaRPr lang="nl-NL"/>
          </a:p>
        </p:txBody>
      </p:sp>
    </p:spTree>
    <p:extLst>
      <p:ext uri="{BB962C8B-B14F-4D97-AF65-F5344CB8AC3E}">
        <p14:creationId xmlns:p14="http://schemas.microsoft.com/office/powerpoint/2010/main" val="33683618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80</a:t>
            </a:fld>
            <a:endParaRPr lang="nl-NL"/>
          </a:p>
        </p:txBody>
      </p:sp>
    </p:spTree>
    <p:extLst>
      <p:ext uri="{BB962C8B-B14F-4D97-AF65-F5344CB8AC3E}">
        <p14:creationId xmlns:p14="http://schemas.microsoft.com/office/powerpoint/2010/main" val="11089296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81</a:t>
            </a:fld>
            <a:endParaRPr lang="nl-NL"/>
          </a:p>
        </p:txBody>
      </p:sp>
    </p:spTree>
    <p:extLst>
      <p:ext uri="{BB962C8B-B14F-4D97-AF65-F5344CB8AC3E}">
        <p14:creationId xmlns:p14="http://schemas.microsoft.com/office/powerpoint/2010/main" val="12534181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82</a:t>
            </a:fld>
            <a:endParaRPr lang="nl-NL"/>
          </a:p>
        </p:txBody>
      </p:sp>
    </p:spTree>
    <p:extLst>
      <p:ext uri="{BB962C8B-B14F-4D97-AF65-F5344CB8AC3E}">
        <p14:creationId xmlns:p14="http://schemas.microsoft.com/office/powerpoint/2010/main" val="42846020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DE501649-886C-4324-AD4C-E61C88D47728}" type="slidenum">
              <a:rPr lang="nl-NL" smtClean="0"/>
              <a:t>83</a:t>
            </a:fld>
            <a:endParaRPr lang="nl-NL"/>
          </a:p>
        </p:txBody>
      </p:sp>
    </p:spTree>
    <p:extLst>
      <p:ext uri="{BB962C8B-B14F-4D97-AF65-F5344CB8AC3E}">
        <p14:creationId xmlns:p14="http://schemas.microsoft.com/office/powerpoint/2010/main" val="258934590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fld id="{4DE5616D-1653-4A72-A4BA-E11F684B3036}" type="slidenum">
              <a:rPr lang="nl-NL" smtClean="0"/>
              <a:pPr/>
              <a:t>85</a:t>
            </a:fld>
            <a:endParaRPr lang="nl-NL"/>
          </a:p>
        </p:txBody>
      </p:sp>
    </p:spTree>
    <p:extLst>
      <p:ext uri="{BB962C8B-B14F-4D97-AF65-F5344CB8AC3E}">
        <p14:creationId xmlns:p14="http://schemas.microsoft.com/office/powerpoint/2010/main" val="32432373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DE5616D-1653-4A72-A4BA-E11F684B3036}" type="slidenum">
              <a:rPr lang="nl-NL" smtClean="0"/>
              <a:pPr/>
              <a:t>88</a:t>
            </a:fld>
            <a:endParaRPr lang="nl-NL"/>
          </a:p>
        </p:txBody>
      </p:sp>
    </p:spTree>
    <p:extLst>
      <p:ext uri="{BB962C8B-B14F-4D97-AF65-F5344CB8AC3E}">
        <p14:creationId xmlns:p14="http://schemas.microsoft.com/office/powerpoint/2010/main" val="30378717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4915941" y="1882800"/>
            <a:ext cx="3753000" cy="2336400"/>
          </a:xfrm>
        </p:spPr>
        <p:txBody>
          <a:bodyPr tIns="90000" bIns="90000" anchor="b">
            <a:normAutofit/>
          </a:bodyPr>
          <a:lstStyle>
            <a:lvl1pPr algn="l">
              <a:defRPr sz="2700">
                <a:solidFill>
                  <a:schemeClr val="tx1"/>
                </a:solidFill>
              </a:defRPr>
            </a:lvl1pPr>
          </a:lstStyle>
          <a:p>
            <a:r>
              <a:rPr lang="en-US"/>
              <a:t>Click to edit Master title style</a:t>
            </a:r>
            <a:endParaRPr lang="nl-NL"/>
          </a:p>
        </p:txBody>
      </p:sp>
      <p:sp>
        <p:nvSpPr>
          <p:cNvPr id="3" name="Ondertitel 2"/>
          <p:cNvSpPr>
            <a:spLocks noGrp="1"/>
          </p:cNvSpPr>
          <p:nvPr>
            <p:ph type="subTitle" idx="1"/>
          </p:nvPr>
        </p:nvSpPr>
        <p:spPr>
          <a:xfrm>
            <a:off x="4915941" y="4215600"/>
            <a:ext cx="3753000" cy="1339200"/>
          </a:xfrm>
        </p:spPr>
        <p:txBody>
          <a:bodyPr lIns="104400" tIns="90000" rIns="90000" bIns="46800"/>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pic>
        <p:nvPicPr>
          <p:cNvPr id="5" name="Afbeelding 4">
            <a:extLst>
              <a:ext uri="{FF2B5EF4-FFF2-40B4-BE49-F238E27FC236}">
                <a16:creationId xmlns:a16="http://schemas.microsoft.com/office/drawing/2014/main" id="{0B660F8D-0194-1549-9A85-B8585C341D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6" name="Afbeelding 5">
            <a:extLst>
              <a:ext uri="{FF2B5EF4-FFF2-40B4-BE49-F238E27FC236}">
                <a16:creationId xmlns:a16="http://schemas.microsoft.com/office/drawing/2014/main" id="{7E23BE38-388B-B84F-B596-4361C8FFEE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1320" y="-13176"/>
            <a:ext cx="2745294" cy="1563389"/>
          </a:xfrm>
          <a:prstGeom prst="rect">
            <a:avLst/>
          </a:prstGeom>
        </p:spPr>
      </p:pic>
    </p:spTree>
    <p:extLst>
      <p:ext uri="{BB962C8B-B14F-4D97-AF65-F5344CB8AC3E}">
        <p14:creationId xmlns:p14="http://schemas.microsoft.com/office/powerpoint/2010/main" val="3770493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numCol="2" spcCol="468000"/>
          <a:lstStyle/>
          <a:p>
            <a:pPr lvl="0"/>
            <a:r>
              <a:rPr lang="en-US"/>
              <a:t>Click to edit Master text styles</a:t>
            </a:r>
          </a:p>
        </p:txBody>
      </p:sp>
      <p:sp>
        <p:nvSpPr>
          <p:cNvPr id="2" name="Titel 1"/>
          <p:cNvSpPr>
            <a:spLocks noGrp="1"/>
          </p:cNvSpPr>
          <p:nvPr>
            <p:ph type="title"/>
          </p:nvPr>
        </p:nvSpPr>
        <p:spPr/>
        <p:txBody>
          <a:bodyPr/>
          <a:lstStyle/>
          <a:p>
            <a:r>
              <a:rPr lang="en-US"/>
              <a:t>Click to edit Master title style</a:t>
            </a:r>
            <a:endParaRPr lang="nl-NL"/>
          </a:p>
        </p:txBody>
      </p:sp>
      <p:sp>
        <p:nvSpPr>
          <p:cNvPr id="13" name="Tijdelijke aanduiding voor datum 12"/>
          <p:cNvSpPr>
            <a:spLocks noGrp="1"/>
          </p:cNvSpPr>
          <p:nvPr>
            <p:ph type="dt" sz="half" idx="10"/>
          </p:nvPr>
        </p:nvSpPr>
        <p:spPr/>
        <p:txBody>
          <a:bodyPr/>
          <a:lstStyle/>
          <a:p>
            <a:r>
              <a:rPr lang="nl-NL"/>
              <a:t>SPADE course, July 8-9, 2025</a:t>
            </a:r>
          </a:p>
        </p:txBody>
      </p:sp>
      <p:sp>
        <p:nvSpPr>
          <p:cNvPr id="14" name="Tijdelijke aanduiding voor voettekst 13"/>
          <p:cNvSpPr>
            <a:spLocks noGrp="1"/>
          </p:cNvSpPr>
          <p:nvPr>
            <p:ph type="ftr" sz="quarter" idx="11"/>
          </p:nvPr>
        </p:nvSpPr>
        <p:spPr/>
        <p:txBody>
          <a:bodyPr/>
          <a:lstStyle/>
          <a:p>
            <a:r>
              <a:rPr lang="en-US"/>
              <a:t>SPADE 1-part model daily intakes (Manual, chapter 3)</a:t>
            </a:r>
            <a:endParaRPr lang="nl-NL"/>
          </a:p>
        </p:txBody>
      </p:sp>
      <p:sp>
        <p:nvSpPr>
          <p:cNvPr id="15" name="Tijdelijke aanduiding voor dianummer 14"/>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1990526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dia afbeelding verticaal">
    <p:spTree>
      <p:nvGrpSpPr>
        <p:cNvPr id="1" name=""/>
        <p:cNvGrpSpPr/>
        <p:nvPr/>
      </p:nvGrpSpPr>
      <p:grpSpPr>
        <a:xfrm>
          <a:off x="0" y="0"/>
          <a:ext cx="0" cy="0"/>
          <a:chOff x="0" y="0"/>
          <a:chExt cx="0" cy="0"/>
        </a:xfrm>
      </p:grpSpPr>
      <p:sp>
        <p:nvSpPr>
          <p:cNvPr id="16" name="Rechthoek 15"/>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3" name="Afbeelding 1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24" name="Tijdelijke aanduiding voor tekst 16"/>
          <p:cNvSpPr>
            <a:spLocks noGrp="1"/>
          </p:cNvSpPr>
          <p:nvPr>
            <p:ph type="body" sz="quarter" idx="21" hasCustomPrompt="1"/>
          </p:nvPr>
        </p:nvSpPr>
        <p:spPr>
          <a:xfrm>
            <a:off x="4914900" y="5832053"/>
            <a:ext cx="3753000" cy="389360"/>
          </a:xfrm>
        </p:spPr>
        <p:txBody>
          <a:bodyPr lIns="118800" anchor="b" anchorCtr="0">
            <a:noAutofit/>
          </a:bodyPr>
          <a:lstStyle>
            <a:lvl1pPr marL="0" indent="0">
              <a:buNone/>
              <a:defRPr sz="1200">
                <a:solidFill>
                  <a:schemeClr val="bg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11" name="Tijdelijke aanduiding voor datum 10"/>
          <p:cNvSpPr>
            <a:spLocks noGrp="1"/>
          </p:cNvSpPr>
          <p:nvPr>
            <p:ph type="dt" sz="half" idx="23"/>
          </p:nvPr>
        </p:nvSpPr>
        <p:spPr/>
        <p:txBody>
          <a:bodyPr/>
          <a:lstStyle/>
          <a:p>
            <a:r>
              <a:rPr lang="nl-NL"/>
              <a:t>SPADE course, July 8-9, 2025</a:t>
            </a:r>
          </a:p>
        </p:txBody>
      </p:sp>
      <p:sp>
        <p:nvSpPr>
          <p:cNvPr id="12" name="Tijdelijke aanduiding voor voettekst 11"/>
          <p:cNvSpPr>
            <a:spLocks noGrp="1"/>
          </p:cNvSpPr>
          <p:nvPr>
            <p:ph type="ftr" sz="quarter" idx="24"/>
          </p:nvPr>
        </p:nvSpPr>
        <p:spPr/>
        <p:txBody>
          <a:bodyPr/>
          <a:lstStyle/>
          <a:p>
            <a:r>
              <a:rPr lang="en-US"/>
              <a:t>SPADE 1-part model daily intakes (Manual, chapter 3)</a:t>
            </a:r>
            <a:endParaRPr lang="nl-NL"/>
          </a:p>
        </p:txBody>
      </p:sp>
      <p:sp>
        <p:nvSpPr>
          <p:cNvPr id="15" name="Tijdelijke aanduiding voor dianummer 14"/>
          <p:cNvSpPr>
            <a:spLocks noGrp="1"/>
          </p:cNvSpPr>
          <p:nvPr>
            <p:ph type="sldNum" sz="quarter" idx="25"/>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sp>
        <p:nvSpPr>
          <p:cNvPr id="17" name="Titel 1"/>
          <p:cNvSpPr>
            <a:spLocks noGrp="1"/>
          </p:cNvSpPr>
          <p:nvPr>
            <p:ph type="ctrTitle"/>
          </p:nvPr>
        </p:nvSpPr>
        <p:spPr>
          <a:xfrm>
            <a:off x="4914900" y="1885467"/>
            <a:ext cx="3753000" cy="2336400"/>
          </a:xfrm>
        </p:spPr>
        <p:txBody>
          <a:bodyPr tIns="90000" bIns="90000" anchor="b">
            <a:normAutofit/>
          </a:bodyPr>
          <a:lstStyle>
            <a:lvl1pPr algn="l">
              <a:defRPr sz="2700">
                <a:solidFill>
                  <a:schemeClr val="bg1"/>
                </a:solidFill>
              </a:defRPr>
            </a:lvl1pPr>
          </a:lstStyle>
          <a:p>
            <a:r>
              <a:rPr lang="en-US"/>
              <a:t>Click to edit Master title style</a:t>
            </a:r>
            <a:endParaRPr lang="nl-NL"/>
          </a:p>
        </p:txBody>
      </p:sp>
      <p:sp>
        <p:nvSpPr>
          <p:cNvPr id="18" name="Ondertitel 2"/>
          <p:cNvSpPr>
            <a:spLocks noGrp="1"/>
          </p:cNvSpPr>
          <p:nvPr>
            <p:ph type="subTitle" idx="1"/>
          </p:nvPr>
        </p:nvSpPr>
        <p:spPr>
          <a:xfrm>
            <a:off x="4914900" y="4218267"/>
            <a:ext cx="3753000" cy="1613786"/>
          </a:xfrm>
        </p:spPr>
        <p:txBody>
          <a:bodyPr lIns="104400" tIns="90000" rIns="90000" bIns="46800"/>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pic>
        <p:nvPicPr>
          <p:cNvPr id="19" name="Afbeelding 18">
            <a:extLst>
              <a:ext uri="{FF2B5EF4-FFF2-40B4-BE49-F238E27FC236}">
                <a16:creationId xmlns:a16="http://schemas.microsoft.com/office/drawing/2014/main" id="{46B8B84C-376E-994B-A5F9-91418E6845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
        <p:nvSpPr>
          <p:cNvPr id="21" name="Tijdelijke aanduiding voor afbeelding 22">
            <a:extLst>
              <a:ext uri="{FF2B5EF4-FFF2-40B4-BE49-F238E27FC236}">
                <a16:creationId xmlns:a16="http://schemas.microsoft.com/office/drawing/2014/main" id="{86C2F8E9-252A-884A-A559-1D42CD8FB1FC}"/>
              </a:ext>
            </a:extLst>
          </p:cNvPr>
          <p:cNvSpPr>
            <a:spLocks noGrp="1"/>
          </p:cNvSpPr>
          <p:nvPr>
            <p:ph type="pic" sz="quarter" idx="22"/>
          </p:nvPr>
        </p:nvSpPr>
        <p:spPr>
          <a:xfrm>
            <a:off x="1" y="0"/>
            <a:ext cx="4574381" cy="6858000"/>
          </a:xfrm>
          <a:custGeom>
            <a:avLst/>
            <a:gdLst>
              <a:gd name="connsiteX0" fmla="*/ 0 w 6099175"/>
              <a:gd name="connsiteY0" fmla="*/ 0 h 6858000"/>
              <a:gd name="connsiteX1" fmla="*/ 5782375 w 6099175"/>
              <a:gd name="connsiteY1" fmla="*/ 0 h 6858000"/>
              <a:gd name="connsiteX2" fmla="*/ 5782375 w 6099175"/>
              <a:gd name="connsiteY2" fmla="*/ 1278000 h 6858000"/>
              <a:gd name="connsiteX3" fmla="*/ 6099175 w 6099175"/>
              <a:gd name="connsiteY3" fmla="*/ 1278000 h 6858000"/>
              <a:gd name="connsiteX4" fmla="*/ 6099175 w 6099175"/>
              <a:gd name="connsiteY4" fmla="*/ 6858000 h 6858000"/>
              <a:gd name="connsiteX5" fmla="*/ 0 w 609917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9175" h="6858000">
                <a:moveTo>
                  <a:pt x="0" y="0"/>
                </a:moveTo>
                <a:lnTo>
                  <a:pt x="5782375" y="0"/>
                </a:lnTo>
                <a:lnTo>
                  <a:pt x="5782375" y="1278000"/>
                </a:lnTo>
                <a:lnTo>
                  <a:pt x="6099175" y="1278000"/>
                </a:lnTo>
                <a:lnTo>
                  <a:pt x="6099175" y="6858000"/>
                </a:lnTo>
                <a:lnTo>
                  <a:pt x="0" y="6858000"/>
                </a:lnTo>
                <a:close/>
              </a:path>
            </a:pathLst>
          </a:custGeom>
          <a:noFill/>
        </p:spPr>
        <p:txBody>
          <a:bodyPr wrap="square" lIns="612000" anchor="ctr" anchorCtr="0">
            <a:noAutofit/>
          </a:bodyPr>
          <a:lstStyle/>
          <a:p>
            <a:r>
              <a:rPr lang="en-US"/>
              <a:t>Click icon to add picture</a:t>
            </a:r>
            <a:endParaRPr lang="nl-NL"/>
          </a:p>
        </p:txBody>
      </p:sp>
      <p:pic>
        <p:nvPicPr>
          <p:cNvPr id="14" name="Afbeelding 13">
            <a:extLst>
              <a:ext uri="{FF2B5EF4-FFF2-40B4-BE49-F238E27FC236}">
                <a16:creationId xmlns:a16="http://schemas.microsoft.com/office/drawing/2014/main" id="{3A8D1DE4-A09D-ED49-8B1B-03D7088976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20" y="-13176"/>
            <a:ext cx="2745294" cy="1563389"/>
          </a:xfrm>
          <a:prstGeom prst="rect">
            <a:avLst/>
          </a:prstGeom>
        </p:spPr>
      </p:pic>
    </p:spTree>
    <p:extLst>
      <p:ext uri="{BB962C8B-B14F-4D97-AF65-F5344CB8AC3E}">
        <p14:creationId xmlns:p14="http://schemas.microsoft.com/office/powerpoint/2010/main" val="2438196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eldia afbeelding horizontaal">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476011" y="3427413"/>
            <a:ext cx="8192930" cy="1726479"/>
          </a:xfrm>
        </p:spPr>
        <p:txBody>
          <a:bodyPr lIns="57600" tIns="90000" bIns="90000" anchor="b">
            <a:normAutofit/>
          </a:bodyPr>
          <a:lstStyle>
            <a:lvl1pPr algn="l">
              <a:defRPr sz="2700" b="0">
                <a:solidFill>
                  <a:schemeClr val="tx1"/>
                </a:solidFill>
              </a:defRPr>
            </a:lvl1pPr>
          </a:lstStyle>
          <a:p>
            <a:r>
              <a:rPr lang="en-US"/>
              <a:t>Click to edit Master title style</a:t>
            </a:r>
            <a:endParaRPr lang="nl-NL"/>
          </a:p>
        </p:txBody>
      </p:sp>
      <p:sp>
        <p:nvSpPr>
          <p:cNvPr id="3" name="Ondertitel 2"/>
          <p:cNvSpPr>
            <a:spLocks noGrp="1"/>
          </p:cNvSpPr>
          <p:nvPr>
            <p:ph type="subTitle" idx="1"/>
          </p:nvPr>
        </p:nvSpPr>
        <p:spPr>
          <a:xfrm>
            <a:off x="476011" y="5162401"/>
            <a:ext cx="8192930" cy="664319"/>
          </a:xfrm>
        </p:spPr>
        <p:txBody>
          <a:bodyPr lIns="72000" tIns="90000">
            <a:norm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17" name="Tijdelijke aanduiding voor tekst 16"/>
          <p:cNvSpPr>
            <a:spLocks noGrp="1"/>
          </p:cNvSpPr>
          <p:nvPr>
            <p:ph type="body" sz="quarter" idx="10" hasCustomPrompt="1"/>
          </p:nvPr>
        </p:nvSpPr>
        <p:spPr>
          <a:xfrm>
            <a:off x="475059" y="5829386"/>
            <a:ext cx="3854054" cy="389360"/>
          </a:xfrm>
        </p:spPr>
        <p:txBody>
          <a:bodyPr lIns="86400" anchor="b" anchorCtr="0">
            <a:noAutofit/>
          </a:bodyPr>
          <a:lstStyle>
            <a:lvl1pPr marL="0" indent="0" algn="l">
              <a:buNone/>
              <a:defRPr sz="1200">
                <a:solidFill>
                  <a:schemeClr val="tx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7" name="Tijdelijke aanduiding voor datum 6"/>
          <p:cNvSpPr>
            <a:spLocks noGrp="1"/>
          </p:cNvSpPr>
          <p:nvPr>
            <p:ph type="dt" sz="half" idx="12"/>
          </p:nvPr>
        </p:nvSpPr>
        <p:spPr/>
        <p:txBody>
          <a:bodyPr/>
          <a:lstStyle>
            <a:lvl1pPr>
              <a:defRPr>
                <a:solidFill>
                  <a:schemeClr val="tx1">
                    <a:lumMod val="65000"/>
                  </a:schemeClr>
                </a:solidFill>
              </a:defRPr>
            </a:lvl1pPr>
          </a:lstStyle>
          <a:p>
            <a:r>
              <a:rPr lang="nl-NL"/>
              <a:t>SPADE course, July 8-9, 2025</a:t>
            </a:r>
          </a:p>
        </p:txBody>
      </p:sp>
      <p:sp>
        <p:nvSpPr>
          <p:cNvPr id="9" name="Tijdelijke aanduiding voor voettekst 8"/>
          <p:cNvSpPr>
            <a:spLocks noGrp="1"/>
          </p:cNvSpPr>
          <p:nvPr>
            <p:ph type="ftr" sz="quarter" idx="13"/>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0" name="Tijdelijke aanduiding voor dianummer 9"/>
          <p:cNvSpPr>
            <a:spLocks noGrp="1"/>
          </p:cNvSpPr>
          <p:nvPr>
            <p:ph type="sldNum" sz="quarter" idx="14"/>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pic>
        <p:nvPicPr>
          <p:cNvPr id="11" name="Afbeelding 10">
            <a:extLst>
              <a:ext uri="{FF2B5EF4-FFF2-40B4-BE49-F238E27FC236}">
                <a16:creationId xmlns:a16="http://schemas.microsoft.com/office/drawing/2014/main" id="{55C01093-6876-FF4B-A205-0797E4219E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
        <p:nvSpPr>
          <p:cNvPr id="12" name="Tijdelijke aanduiding voor afbeelding 12">
            <a:extLst>
              <a:ext uri="{FF2B5EF4-FFF2-40B4-BE49-F238E27FC236}">
                <a16:creationId xmlns:a16="http://schemas.microsoft.com/office/drawing/2014/main" id="{2AA80F83-76D5-4442-B68B-A643B29E2FA3}"/>
              </a:ext>
            </a:extLst>
          </p:cNvPr>
          <p:cNvSpPr>
            <a:spLocks noGrp="1"/>
          </p:cNvSpPr>
          <p:nvPr>
            <p:ph type="pic" sz="quarter" idx="11"/>
          </p:nvPr>
        </p:nvSpPr>
        <p:spPr>
          <a:xfrm>
            <a:off x="0" y="-1"/>
            <a:ext cx="9144000" cy="3427413"/>
          </a:xfrm>
          <a:custGeom>
            <a:avLst/>
            <a:gdLst>
              <a:gd name="connsiteX0" fmla="*/ 5779200 w 12192000"/>
              <a:gd name="connsiteY0" fmla="*/ 1 h 3427413"/>
              <a:gd name="connsiteX1" fmla="*/ 5779200 w 12192000"/>
              <a:gd name="connsiteY1" fmla="*/ 1278001 h 3427413"/>
              <a:gd name="connsiteX2" fmla="*/ 6412800 w 12192000"/>
              <a:gd name="connsiteY2" fmla="*/ 1278001 h 3427413"/>
              <a:gd name="connsiteX3" fmla="*/ 6412800 w 12192000"/>
              <a:gd name="connsiteY3" fmla="*/ 1 h 3427413"/>
              <a:gd name="connsiteX4" fmla="*/ 0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5779200" y="1"/>
                </a:moveTo>
                <a:lnTo>
                  <a:pt x="5779200" y="1278001"/>
                </a:lnTo>
                <a:lnTo>
                  <a:pt x="6412800" y="1278001"/>
                </a:lnTo>
                <a:lnTo>
                  <a:pt x="6412800" y="1"/>
                </a:lnTo>
                <a:close/>
                <a:moveTo>
                  <a:pt x="0" y="0"/>
                </a:moveTo>
                <a:lnTo>
                  <a:pt x="12192000" y="0"/>
                </a:lnTo>
                <a:lnTo>
                  <a:pt x="12192000" y="3427413"/>
                </a:lnTo>
                <a:lnTo>
                  <a:pt x="0" y="3427413"/>
                </a:lnTo>
                <a:close/>
              </a:path>
            </a:pathLst>
          </a:custGeom>
          <a:noFill/>
        </p:spPr>
        <p:txBody>
          <a:bodyPr vert="horz" wrap="square" lIns="612000" tIns="45720" rIns="91440" bIns="45720" rtlCol="0" anchor="ctr" anchorCtr="0">
            <a:noAutofit/>
          </a:bodyPr>
          <a:lstStyle>
            <a:lvl1pPr>
              <a:buClr>
                <a:schemeClr val="tx1"/>
              </a:buClr>
              <a:defRPr lang="nl-NL" dirty="0">
                <a:solidFill>
                  <a:schemeClr val="tx1"/>
                </a:solidFill>
              </a:defRPr>
            </a:lvl1pPr>
          </a:lstStyle>
          <a:p>
            <a:pPr lvl="0"/>
            <a:r>
              <a:rPr lang="en-US"/>
              <a:t>Click icon to add picture</a:t>
            </a:r>
            <a:endParaRPr lang="nl-NL"/>
          </a:p>
        </p:txBody>
      </p:sp>
    </p:spTree>
    <p:extLst>
      <p:ext uri="{BB962C8B-B14F-4D97-AF65-F5344CB8AC3E}">
        <p14:creationId xmlns:p14="http://schemas.microsoft.com/office/powerpoint/2010/main" val="29344330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85">
          <p15:clr>
            <a:srgbClr val="FBAE40"/>
          </p15:clr>
        </p15:guide>
        <p15:guide id="2" orient="horz" pos="2656">
          <p15:clr>
            <a:srgbClr val="FBAE40"/>
          </p15:clr>
        </p15:guide>
        <p15:guide id="3" pos="4044">
          <p15:clr>
            <a:srgbClr val="FBAE40"/>
          </p15:clr>
        </p15:guide>
        <p15:guide id="4" pos="3636">
          <p15:clr>
            <a:srgbClr val="FBAE40"/>
          </p15:clr>
        </p15:guide>
        <p15:guide id="5" orient="horz" pos="31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eldia verticaal">
    <p:spTree>
      <p:nvGrpSpPr>
        <p:cNvPr id="1" name=""/>
        <p:cNvGrpSpPr/>
        <p:nvPr/>
      </p:nvGrpSpPr>
      <p:grpSpPr>
        <a:xfrm>
          <a:off x="0" y="0"/>
          <a:ext cx="0" cy="0"/>
          <a:chOff x="0" y="0"/>
          <a:chExt cx="0" cy="0"/>
        </a:xfrm>
      </p:grpSpPr>
      <p:sp>
        <p:nvSpPr>
          <p:cNvPr id="13" name="Rechthoek 12"/>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4" name="Afbeelding 1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18" name="Tijdelijke aanduiding voor datum 17"/>
          <p:cNvSpPr>
            <a:spLocks noGrp="1"/>
          </p:cNvSpPr>
          <p:nvPr>
            <p:ph type="dt" sz="half" idx="17"/>
          </p:nvPr>
        </p:nvSpPr>
        <p:spPr/>
        <p:txBody>
          <a:bodyPr/>
          <a:lstStyle/>
          <a:p>
            <a:r>
              <a:rPr lang="nl-NL"/>
              <a:t>SPADE course, July 8-9, 2025</a:t>
            </a:r>
          </a:p>
        </p:txBody>
      </p:sp>
      <p:sp>
        <p:nvSpPr>
          <p:cNvPr id="19" name="Tijdelijke aanduiding voor voettekst 18"/>
          <p:cNvSpPr>
            <a:spLocks noGrp="1"/>
          </p:cNvSpPr>
          <p:nvPr>
            <p:ph type="ftr" sz="quarter" idx="18"/>
          </p:nvPr>
        </p:nvSpPr>
        <p:spPr/>
        <p:txBody>
          <a:bodyPr/>
          <a:lstStyle/>
          <a:p>
            <a:r>
              <a:rPr lang="en-US"/>
              <a:t>SPADE 1-part model daily intakes (Manual, chapter 3)</a:t>
            </a:r>
            <a:endParaRPr lang="nl-NL"/>
          </a:p>
        </p:txBody>
      </p:sp>
      <p:sp>
        <p:nvSpPr>
          <p:cNvPr id="20" name="Tijdelijke aanduiding voor dianummer 19"/>
          <p:cNvSpPr>
            <a:spLocks noGrp="1"/>
          </p:cNvSpPr>
          <p:nvPr>
            <p:ph type="sldNum" sz="quarter" idx="19"/>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sp>
        <p:nvSpPr>
          <p:cNvPr id="24" name="Ondertitel 2"/>
          <p:cNvSpPr>
            <a:spLocks noGrp="1"/>
          </p:cNvSpPr>
          <p:nvPr>
            <p:ph type="subTitle" idx="1"/>
          </p:nvPr>
        </p:nvSpPr>
        <p:spPr>
          <a:xfrm>
            <a:off x="4917132" y="3427413"/>
            <a:ext cx="3753000" cy="2404640"/>
          </a:xfrm>
        </p:spPr>
        <p:txBody>
          <a:bodyPr lIns="104400" tIns="90000" rIns="90000" bIns="46800"/>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25" name="Tijdelijke aanduiding voor tekst 16"/>
          <p:cNvSpPr>
            <a:spLocks noGrp="1"/>
          </p:cNvSpPr>
          <p:nvPr>
            <p:ph type="body" sz="quarter" idx="21" hasCustomPrompt="1"/>
          </p:nvPr>
        </p:nvSpPr>
        <p:spPr>
          <a:xfrm>
            <a:off x="4914900" y="5832053"/>
            <a:ext cx="3753000" cy="389360"/>
          </a:xfrm>
        </p:spPr>
        <p:txBody>
          <a:bodyPr lIns="118800" anchor="b" anchorCtr="0">
            <a:noAutofit/>
          </a:bodyPr>
          <a:lstStyle>
            <a:lvl1pPr marL="0" indent="0">
              <a:buNone/>
              <a:defRPr sz="1200">
                <a:solidFill>
                  <a:schemeClr val="bg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21" name="Titel 1"/>
          <p:cNvSpPr>
            <a:spLocks noGrp="1"/>
          </p:cNvSpPr>
          <p:nvPr>
            <p:ph type="ctrTitle"/>
          </p:nvPr>
        </p:nvSpPr>
        <p:spPr>
          <a:xfrm>
            <a:off x="4915941" y="2024063"/>
            <a:ext cx="3753000" cy="1403350"/>
          </a:xfrm>
        </p:spPr>
        <p:txBody>
          <a:bodyPr tIns="90000" bIns="90000" anchor="b">
            <a:normAutofit/>
          </a:bodyPr>
          <a:lstStyle>
            <a:lvl1pPr algn="l">
              <a:defRPr sz="2700">
                <a:solidFill>
                  <a:schemeClr val="bg1"/>
                </a:solidFill>
              </a:defRPr>
            </a:lvl1pPr>
          </a:lstStyle>
          <a:p>
            <a:r>
              <a:rPr lang="en-US"/>
              <a:t>Click to edit Master title style</a:t>
            </a:r>
            <a:endParaRPr lang="nl-NL"/>
          </a:p>
        </p:txBody>
      </p:sp>
      <p:pic>
        <p:nvPicPr>
          <p:cNvPr id="11" name="Afbeelding 10">
            <a:extLst>
              <a:ext uri="{FF2B5EF4-FFF2-40B4-BE49-F238E27FC236}">
                <a16:creationId xmlns:a16="http://schemas.microsoft.com/office/drawing/2014/main" id="{D6DC891B-0BBD-3E4B-A301-653F943C4C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12" name="Afbeelding 11">
            <a:extLst>
              <a:ext uri="{FF2B5EF4-FFF2-40B4-BE49-F238E27FC236}">
                <a16:creationId xmlns:a16="http://schemas.microsoft.com/office/drawing/2014/main" id="{CC01ABBA-4376-CE44-A51E-00DFACFA86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20" y="-13176"/>
            <a:ext cx="2745294" cy="1563389"/>
          </a:xfrm>
          <a:prstGeom prst="rect">
            <a:avLst/>
          </a:prstGeom>
        </p:spPr>
      </p:pic>
    </p:spTree>
    <p:extLst>
      <p:ext uri="{BB962C8B-B14F-4D97-AF65-F5344CB8AC3E}">
        <p14:creationId xmlns:p14="http://schemas.microsoft.com/office/powerpoint/2010/main" val="31347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eldia horizontaal">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476250" y="1879601"/>
            <a:ext cx="8192691" cy="1547813"/>
          </a:xfrm>
        </p:spPr>
        <p:txBody>
          <a:bodyPr anchor="ctr" anchorCtr="0">
            <a:normAutofit/>
          </a:bodyPr>
          <a:lstStyle>
            <a:lvl1pPr>
              <a:defRPr sz="3600">
                <a:solidFill>
                  <a:schemeClr val="bg1"/>
                </a:solidFill>
              </a:defRPr>
            </a:lvl1pPr>
          </a:lstStyle>
          <a:p>
            <a:r>
              <a:rPr lang="en-US"/>
              <a:t>Click to edit Master title style</a:t>
            </a:r>
            <a:endParaRPr lang="nl-NL"/>
          </a:p>
        </p:txBody>
      </p:sp>
      <p:pic>
        <p:nvPicPr>
          <p:cNvPr id="7" name="Afbeelding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15" name="Tijdelijke aanduiding voor datum 14"/>
          <p:cNvSpPr>
            <a:spLocks noGrp="1"/>
          </p:cNvSpPr>
          <p:nvPr>
            <p:ph type="dt" sz="half" idx="14"/>
          </p:nvPr>
        </p:nvSpPr>
        <p:spPr/>
        <p:txBody>
          <a:bodyPr/>
          <a:lstStyle/>
          <a:p>
            <a:r>
              <a:rPr lang="nl-NL"/>
              <a:t>SPADE course, July 8-9, 2025</a:t>
            </a:r>
          </a:p>
        </p:txBody>
      </p:sp>
      <p:sp>
        <p:nvSpPr>
          <p:cNvPr id="16" name="Tijdelijke aanduiding voor voettekst 15"/>
          <p:cNvSpPr>
            <a:spLocks noGrp="1"/>
          </p:cNvSpPr>
          <p:nvPr>
            <p:ph type="ftr" sz="quarter" idx="15"/>
          </p:nvPr>
        </p:nvSpPr>
        <p:spPr/>
        <p:txBody>
          <a:bodyPr/>
          <a:lstStyle/>
          <a:p>
            <a:r>
              <a:rPr lang="en-US"/>
              <a:t>SPADE 1-part model daily intakes (Manual, chapter 3)</a:t>
            </a:r>
            <a:endParaRPr lang="nl-NL"/>
          </a:p>
        </p:txBody>
      </p:sp>
      <p:sp>
        <p:nvSpPr>
          <p:cNvPr id="17" name="Tijdelijke aanduiding voor dianummer 16"/>
          <p:cNvSpPr>
            <a:spLocks noGrp="1"/>
          </p:cNvSpPr>
          <p:nvPr>
            <p:ph type="sldNum" sz="quarter" idx="16"/>
          </p:nvPr>
        </p:nvSpPr>
        <p:spPr/>
        <p:txBody>
          <a:bodyPr/>
          <a:lstStyle/>
          <a:p>
            <a:fld id="{08D23ADD-093A-498F-9D10-305EE9E97437}" type="slidenum">
              <a:rPr lang="nl-NL" smtClean="0"/>
              <a:pPr/>
              <a:t>‹#›</a:t>
            </a:fld>
            <a:endParaRPr lang="nl-NL"/>
          </a:p>
        </p:txBody>
      </p:sp>
      <p:sp>
        <p:nvSpPr>
          <p:cNvPr id="9" name="Ondertitel 2"/>
          <p:cNvSpPr>
            <a:spLocks noGrp="1"/>
          </p:cNvSpPr>
          <p:nvPr>
            <p:ph type="subTitle" idx="1"/>
          </p:nvPr>
        </p:nvSpPr>
        <p:spPr>
          <a:xfrm>
            <a:off x="476250" y="3749487"/>
            <a:ext cx="8193882" cy="2077232"/>
          </a:xfrm>
        </p:spPr>
        <p:txBody>
          <a:bodyPr lIns="104400" tIns="90000" rIns="90000" bIns="46800"/>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10" name="Tijdelijke aanduiding voor tekst 16"/>
          <p:cNvSpPr>
            <a:spLocks noGrp="1"/>
          </p:cNvSpPr>
          <p:nvPr>
            <p:ph type="body" sz="quarter" idx="10" hasCustomPrompt="1"/>
          </p:nvPr>
        </p:nvSpPr>
        <p:spPr>
          <a:xfrm>
            <a:off x="475059" y="5829386"/>
            <a:ext cx="3754041" cy="389360"/>
          </a:xfrm>
        </p:spPr>
        <p:txBody>
          <a:bodyPr lIns="86400" anchor="b" anchorCtr="0">
            <a:noAutofit/>
          </a:bodyPr>
          <a:lstStyle>
            <a:lvl1pPr marL="0" indent="0" algn="l">
              <a:buNone/>
              <a:defRPr sz="1200">
                <a:solidFill>
                  <a:schemeClr val="tx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pic>
        <p:nvPicPr>
          <p:cNvPr id="12" name="Afbeelding 11">
            <a:extLst>
              <a:ext uri="{FF2B5EF4-FFF2-40B4-BE49-F238E27FC236}">
                <a16:creationId xmlns:a16="http://schemas.microsoft.com/office/drawing/2014/main" id="{DE3D8C70-0B24-9C4E-A803-F7009FF2D2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14" name="Afbeelding 13">
            <a:extLst>
              <a:ext uri="{FF2B5EF4-FFF2-40B4-BE49-F238E27FC236}">
                <a16:creationId xmlns:a16="http://schemas.microsoft.com/office/drawing/2014/main" id="{5EC85681-AB2A-C448-B63F-6E7DA8D874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20" y="-13176"/>
            <a:ext cx="2745294" cy="1563389"/>
          </a:xfrm>
          <a:prstGeom prst="rect">
            <a:avLst/>
          </a:prstGeom>
        </p:spPr>
      </p:pic>
    </p:spTree>
    <p:extLst>
      <p:ext uri="{BB962C8B-B14F-4D97-AF65-F5344CB8AC3E}">
        <p14:creationId xmlns:p14="http://schemas.microsoft.com/office/powerpoint/2010/main" val="48467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nhoudsopgave">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Titel 1"/>
          <p:cNvSpPr>
            <a:spLocks noGrp="1"/>
          </p:cNvSpPr>
          <p:nvPr>
            <p:ph type="title"/>
          </p:nvPr>
        </p:nvSpPr>
        <p:spPr>
          <a:xfrm>
            <a:off x="476249" y="2636839"/>
            <a:ext cx="3752851" cy="1584325"/>
          </a:xfrm>
        </p:spPr>
        <p:txBody>
          <a:bodyPr anchor="ctr" anchorCtr="0">
            <a:normAutofit/>
          </a:bodyPr>
          <a:lstStyle>
            <a:lvl1pPr algn="r">
              <a:defRPr sz="2700">
                <a:solidFill>
                  <a:schemeClr val="bg1"/>
                </a:solidFill>
              </a:defRPr>
            </a:lvl1pPr>
          </a:lstStyle>
          <a:p>
            <a:r>
              <a:rPr lang="en-US"/>
              <a:t>Click to edit Master title style</a:t>
            </a:r>
            <a:endParaRPr lang="nl-NL"/>
          </a:p>
        </p:txBody>
      </p:sp>
      <p:sp>
        <p:nvSpPr>
          <p:cNvPr id="13" name="Tijdelijke aanduiding voor tekst 4"/>
          <p:cNvSpPr>
            <a:spLocks noGrp="1"/>
          </p:cNvSpPr>
          <p:nvPr>
            <p:ph type="body" sz="quarter" idx="15"/>
          </p:nvPr>
        </p:nvSpPr>
        <p:spPr>
          <a:xfrm>
            <a:off x="5843799" y="916926"/>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4" name="Tijdelijke aanduiding voor tekst 4"/>
          <p:cNvSpPr>
            <a:spLocks noGrp="1"/>
          </p:cNvSpPr>
          <p:nvPr>
            <p:ph type="body" sz="quarter" idx="16"/>
          </p:nvPr>
        </p:nvSpPr>
        <p:spPr>
          <a:xfrm>
            <a:off x="5843799" y="2061911"/>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5" name="Tijdelijke aanduiding voor tekst 4"/>
          <p:cNvSpPr>
            <a:spLocks noGrp="1"/>
          </p:cNvSpPr>
          <p:nvPr>
            <p:ph type="body" sz="quarter" idx="17"/>
          </p:nvPr>
        </p:nvSpPr>
        <p:spPr>
          <a:xfrm>
            <a:off x="5843799" y="32112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6" name="Tijdelijke aanduiding voor tekst 4"/>
          <p:cNvSpPr>
            <a:spLocks noGrp="1"/>
          </p:cNvSpPr>
          <p:nvPr>
            <p:ph type="body" sz="quarter" idx="18"/>
          </p:nvPr>
        </p:nvSpPr>
        <p:spPr>
          <a:xfrm>
            <a:off x="5843799" y="43524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7" name="Tijdelijke aanduiding voor tekst 4"/>
          <p:cNvSpPr>
            <a:spLocks noGrp="1"/>
          </p:cNvSpPr>
          <p:nvPr>
            <p:ph type="body" sz="quarter" idx="19"/>
          </p:nvPr>
        </p:nvSpPr>
        <p:spPr>
          <a:xfrm>
            <a:off x="5843799" y="54972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5" name="Tijdelijke aanduiding voor datum 4"/>
          <p:cNvSpPr>
            <a:spLocks noGrp="1"/>
          </p:cNvSpPr>
          <p:nvPr>
            <p:ph type="dt" sz="half" idx="20"/>
          </p:nvPr>
        </p:nvSpPr>
        <p:spPr/>
        <p:txBody>
          <a:bodyPr/>
          <a:lstStyle>
            <a:lvl1pPr>
              <a:defRPr>
                <a:solidFill>
                  <a:schemeClr val="bg1">
                    <a:lumMod val="65000"/>
                  </a:schemeClr>
                </a:solidFill>
              </a:defRPr>
            </a:lvl1pPr>
          </a:lstStyle>
          <a:p>
            <a:r>
              <a:rPr lang="nl-NL"/>
              <a:t>SPADE course, July 8-9, 2025</a:t>
            </a:r>
          </a:p>
        </p:txBody>
      </p:sp>
      <p:sp>
        <p:nvSpPr>
          <p:cNvPr id="9" name="Tijdelijke aanduiding voor voettekst 8"/>
          <p:cNvSpPr>
            <a:spLocks noGrp="1"/>
          </p:cNvSpPr>
          <p:nvPr>
            <p:ph type="ftr" sz="quarter" idx="21"/>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18" name="Tijdelijke aanduiding voor dianummer 17"/>
          <p:cNvSpPr>
            <a:spLocks noGrp="1"/>
          </p:cNvSpPr>
          <p:nvPr>
            <p:ph type="sldNum" sz="quarter" idx="22"/>
          </p:nvPr>
        </p:nvSpPr>
        <p:spPr/>
        <p:txBody>
          <a:bodyPr/>
          <a:lstStyle/>
          <a:p>
            <a:fld id="{08D23ADD-093A-498F-9D10-305EE9E97437}" type="slidenum">
              <a:rPr lang="nl-NL" smtClean="0"/>
              <a:pPr/>
              <a:t>‹#›</a:t>
            </a:fld>
            <a:endParaRPr lang="nl-NL"/>
          </a:p>
        </p:txBody>
      </p:sp>
      <p:sp>
        <p:nvSpPr>
          <p:cNvPr id="22" name="Tijdelijke aanduiding voor tekst 2"/>
          <p:cNvSpPr>
            <a:spLocks noGrp="1"/>
          </p:cNvSpPr>
          <p:nvPr>
            <p:ph type="body" sz="quarter" idx="10" hasCustomPrompt="1"/>
          </p:nvPr>
        </p:nvSpPr>
        <p:spPr>
          <a:xfrm>
            <a:off x="4814046" y="998446"/>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3" name="Tijdelijke aanduiding voor tekst 2"/>
          <p:cNvSpPr>
            <a:spLocks noGrp="1"/>
          </p:cNvSpPr>
          <p:nvPr>
            <p:ph type="body" sz="quarter" idx="11" hasCustomPrompt="1"/>
          </p:nvPr>
        </p:nvSpPr>
        <p:spPr>
          <a:xfrm>
            <a:off x="4814046" y="2143675"/>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4" name="Tijdelijke aanduiding voor tekst 2"/>
          <p:cNvSpPr>
            <a:spLocks noGrp="1"/>
          </p:cNvSpPr>
          <p:nvPr>
            <p:ph type="body" sz="quarter" idx="12" hasCustomPrompt="1"/>
          </p:nvPr>
        </p:nvSpPr>
        <p:spPr>
          <a:xfrm>
            <a:off x="4814046" y="3288904"/>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5" name="Tijdelijke aanduiding voor tekst 2"/>
          <p:cNvSpPr>
            <a:spLocks noGrp="1"/>
          </p:cNvSpPr>
          <p:nvPr>
            <p:ph type="body" sz="quarter" idx="13" hasCustomPrompt="1"/>
          </p:nvPr>
        </p:nvSpPr>
        <p:spPr>
          <a:xfrm>
            <a:off x="4814046" y="4434133"/>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6" name="Tijdelijke aanduiding voor tekst 2"/>
          <p:cNvSpPr>
            <a:spLocks noGrp="1"/>
          </p:cNvSpPr>
          <p:nvPr>
            <p:ph type="body" sz="quarter" idx="14" hasCustomPrompt="1"/>
          </p:nvPr>
        </p:nvSpPr>
        <p:spPr>
          <a:xfrm>
            <a:off x="4814046" y="5579362"/>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pic>
        <p:nvPicPr>
          <p:cNvPr id="21" name="Afbeelding 20">
            <a:extLst>
              <a:ext uri="{FF2B5EF4-FFF2-40B4-BE49-F238E27FC236}">
                <a16:creationId xmlns:a16="http://schemas.microsoft.com/office/drawing/2014/main" id="{D815D00C-C7D7-DC44-8D0D-FE716DCD2C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80526786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oudsopgave met afbeelding">
    <p:spTree>
      <p:nvGrpSpPr>
        <p:cNvPr id="1" name=""/>
        <p:cNvGrpSpPr/>
        <p:nvPr/>
      </p:nvGrpSpPr>
      <p:grpSpPr>
        <a:xfrm>
          <a:off x="0" y="0"/>
          <a:ext cx="0" cy="0"/>
          <a:chOff x="0" y="0"/>
          <a:chExt cx="0" cy="0"/>
        </a:xfrm>
      </p:grpSpPr>
      <p:sp>
        <p:nvSpPr>
          <p:cNvPr id="5" name="Rechthoek 4"/>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ijdelijke aanduiding voor tekst 11"/>
          <p:cNvSpPr>
            <a:spLocks noGrp="1"/>
          </p:cNvSpPr>
          <p:nvPr>
            <p:ph type="body" sz="quarter" idx="13"/>
          </p:nvPr>
        </p:nvSpPr>
        <p:spPr>
          <a:xfrm>
            <a:off x="4914900" y="2289601"/>
            <a:ext cx="3753000" cy="3931813"/>
          </a:xfrm>
        </p:spPr>
        <p:txBody>
          <a:bodyPr/>
          <a:lstStyle>
            <a:lvl1pPr marL="342900" indent="-342900">
              <a:buClr>
                <a:schemeClr val="bg1"/>
              </a:buClr>
              <a:buFont typeface="+mj-lt"/>
              <a:buAutoNum type="arabicPeriod"/>
              <a:defRPr>
                <a:solidFill>
                  <a:schemeClr val="bg1"/>
                </a:solidFill>
              </a:defRPr>
            </a:lvl1pPr>
            <a:lvl2pPr marL="513000" indent="-162000">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Tx/>
              <a:defRPr>
                <a:solidFill>
                  <a:schemeClr val="bg1"/>
                </a:solidFill>
              </a:defRPr>
            </a:lvl5pPr>
          </a:lstStyle>
          <a:p>
            <a:pPr lvl="0"/>
            <a:r>
              <a:rPr lang="en-US"/>
              <a:t>Click to edit Master text styles</a:t>
            </a:r>
          </a:p>
        </p:txBody>
      </p:sp>
      <p:sp>
        <p:nvSpPr>
          <p:cNvPr id="6" name="Titel 5"/>
          <p:cNvSpPr>
            <a:spLocks noGrp="1"/>
          </p:cNvSpPr>
          <p:nvPr>
            <p:ph type="title"/>
          </p:nvPr>
        </p:nvSpPr>
        <p:spPr>
          <a:xfrm>
            <a:off x="4914900" y="1051201"/>
            <a:ext cx="3753000" cy="948047"/>
          </a:xfrm>
        </p:spPr>
        <p:txBody>
          <a:bodyPr/>
          <a:lstStyle>
            <a:lvl1pPr>
              <a:defRPr>
                <a:solidFill>
                  <a:schemeClr val="bg1"/>
                </a:solidFill>
              </a:defRPr>
            </a:lvl1pPr>
          </a:lstStyle>
          <a:p>
            <a:r>
              <a:rPr lang="en-US"/>
              <a:t>Click to edit Master title style</a:t>
            </a:r>
            <a:endParaRPr lang="nl-NL"/>
          </a:p>
        </p:txBody>
      </p:sp>
      <p:sp>
        <p:nvSpPr>
          <p:cNvPr id="17" name="Tijdelijke aanduiding voor datum 16"/>
          <p:cNvSpPr>
            <a:spLocks noGrp="1"/>
          </p:cNvSpPr>
          <p:nvPr>
            <p:ph type="dt" sz="half" idx="14"/>
          </p:nvPr>
        </p:nvSpPr>
        <p:spPr/>
        <p:txBody>
          <a:bodyPr/>
          <a:lstStyle/>
          <a:p>
            <a:r>
              <a:rPr lang="nl-NL"/>
              <a:t>SPADE course, July 8-9, 2025</a:t>
            </a:r>
          </a:p>
        </p:txBody>
      </p:sp>
      <p:sp>
        <p:nvSpPr>
          <p:cNvPr id="18" name="Tijdelijke aanduiding voor voettekst 17"/>
          <p:cNvSpPr>
            <a:spLocks noGrp="1"/>
          </p:cNvSpPr>
          <p:nvPr>
            <p:ph type="ftr" sz="quarter" idx="15"/>
          </p:nvPr>
        </p:nvSpPr>
        <p:spPr/>
        <p:txBody>
          <a:bodyPr/>
          <a:lstStyle/>
          <a:p>
            <a:r>
              <a:rPr lang="en-US"/>
              <a:t>SPADE 1-part model daily intakes (Manual, chapter 3)</a:t>
            </a:r>
            <a:endParaRPr lang="nl-NL"/>
          </a:p>
        </p:txBody>
      </p:sp>
      <p:sp>
        <p:nvSpPr>
          <p:cNvPr id="19" name="Tijdelijke aanduiding voor dianummer 18"/>
          <p:cNvSpPr>
            <a:spLocks noGrp="1"/>
          </p:cNvSpPr>
          <p:nvPr>
            <p:ph type="sldNum" sz="quarter" idx="16"/>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sp>
        <p:nvSpPr>
          <p:cNvPr id="12" name="Tijdelijke aanduiding voor afbeelding 11">
            <a:extLst>
              <a:ext uri="{FF2B5EF4-FFF2-40B4-BE49-F238E27FC236}">
                <a16:creationId xmlns:a16="http://schemas.microsoft.com/office/drawing/2014/main" id="{65CDA938-34ED-EC47-B19D-D582D052909F}"/>
              </a:ext>
            </a:extLst>
          </p:cNvPr>
          <p:cNvSpPr>
            <a:spLocks noGrp="1"/>
          </p:cNvSpPr>
          <p:nvPr>
            <p:ph type="pic" sz="quarter" idx="10"/>
          </p:nvPr>
        </p:nvSpPr>
        <p:spPr>
          <a:xfrm>
            <a:off x="0" y="0"/>
            <a:ext cx="4573682" cy="6858000"/>
          </a:xfrm>
          <a:custGeom>
            <a:avLst/>
            <a:gdLst>
              <a:gd name="connsiteX0" fmla="*/ 0 w 6098242"/>
              <a:gd name="connsiteY0" fmla="*/ 0 h 6858000"/>
              <a:gd name="connsiteX1" fmla="*/ 5860200 w 6098242"/>
              <a:gd name="connsiteY1" fmla="*/ 0 h 6858000"/>
              <a:gd name="connsiteX2" fmla="*/ 5860200 w 6098242"/>
              <a:gd name="connsiteY2" fmla="*/ 712800 h 6858000"/>
              <a:gd name="connsiteX3" fmla="*/ 6098242 w 6098242"/>
              <a:gd name="connsiteY3" fmla="*/ 712800 h 6858000"/>
              <a:gd name="connsiteX4" fmla="*/ 6098242 w 6098242"/>
              <a:gd name="connsiteY4" fmla="*/ 6858000 h 6858000"/>
              <a:gd name="connsiteX5" fmla="*/ 0 w 609824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8242" h="6858000">
                <a:moveTo>
                  <a:pt x="0" y="0"/>
                </a:moveTo>
                <a:lnTo>
                  <a:pt x="5860200" y="0"/>
                </a:lnTo>
                <a:lnTo>
                  <a:pt x="5860200" y="712800"/>
                </a:lnTo>
                <a:lnTo>
                  <a:pt x="6098242" y="712800"/>
                </a:lnTo>
                <a:lnTo>
                  <a:pt x="6098242" y="6858000"/>
                </a:lnTo>
                <a:lnTo>
                  <a:pt x="0" y="6858000"/>
                </a:lnTo>
                <a:close/>
              </a:path>
            </a:pathLst>
          </a:custGeom>
          <a:noFill/>
        </p:spPr>
        <p:txBody>
          <a:bodyPr wrap="square" lIns="612000" anchor="ctr" anchorCtr="0">
            <a:noAutofit/>
          </a:bodyPr>
          <a:lstStyle>
            <a:lvl1pPr algn="l">
              <a:defRPr>
                <a:solidFill>
                  <a:schemeClr val="tx1"/>
                </a:solidFill>
              </a:defRPr>
            </a:lvl1pPr>
          </a:lstStyle>
          <a:p>
            <a:r>
              <a:rPr lang="en-US"/>
              <a:t>Click icon to add picture</a:t>
            </a:r>
            <a:endParaRPr lang="nl-NL"/>
          </a:p>
        </p:txBody>
      </p:sp>
      <p:pic>
        <p:nvPicPr>
          <p:cNvPr id="10" name="Afbeelding 9">
            <a:extLst>
              <a:ext uri="{FF2B5EF4-FFF2-40B4-BE49-F238E27FC236}">
                <a16:creationId xmlns:a16="http://schemas.microsoft.com/office/drawing/2014/main" id="{A91C355E-6E70-0A46-B795-FD910DE422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918325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476249" y="2636838"/>
            <a:ext cx="3752851" cy="1584325"/>
          </a:xfrm>
        </p:spPr>
        <p:txBody>
          <a:bodyPr anchor="b">
            <a:normAutofit/>
          </a:bodyPr>
          <a:lstStyle>
            <a:lvl1pPr algn="r">
              <a:defRPr sz="2700">
                <a:solidFill>
                  <a:schemeClr val="bg1"/>
                </a:solidFill>
              </a:defRPr>
            </a:lvl1pPr>
          </a:lstStyle>
          <a:p>
            <a:r>
              <a:rPr lang="en-US"/>
              <a:t>Click to edit Master title style</a:t>
            </a:r>
            <a:endParaRPr lang="nl-NL"/>
          </a:p>
        </p:txBody>
      </p:sp>
      <p:sp>
        <p:nvSpPr>
          <p:cNvPr id="3" name="Tijdelijke aanduiding voor tekst 2"/>
          <p:cNvSpPr>
            <a:spLocks noGrp="1"/>
          </p:cNvSpPr>
          <p:nvPr>
            <p:ph type="body" idx="1"/>
          </p:nvPr>
        </p:nvSpPr>
        <p:spPr>
          <a:xfrm>
            <a:off x="476249" y="4221163"/>
            <a:ext cx="3752851" cy="2000251"/>
          </a:xfrm>
        </p:spPr>
        <p:txBody>
          <a:bodyPr tIns="90000" rIns="100800"/>
          <a:lstStyle>
            <a:lvl1pPr marL="0" indent="0" algn="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9" name="Tijdelijke aanduiding voor tekst 8"/>
          <p:cNvSpPr>
            <a:spLocks noGrp="1"/>
          </p:cNvSpPr>
          <p:nvPr>
            <p:ph type="body" sz="quarter" idx="13" hasCustomPrompt="1"/>
          </p:nvPr>
        </p:nvSpPr>
        <p:spPr>
          <a:xfrm>
            <a:off x="476249" y="1171575"/>
            <a:ext cx="3752851" cy="1463674"/>
          </a:xfrm>
        </p:spPr>
        <p:txBody>
          <a:bodyPr rIns="0" anchor="b" anchorCtr="0">
            <a:normAutofit/>
          </a:bodyPr>
          <a:lstStyle>
            <a:lvl1pPr marL="0" indent="0" algn="r">
              <a:buNone/>
              <a:defRPr sz="7200" b="1" i="0">
                <a:solidFill>
                  <a:schemeClr val="bg1"/>
                </a:solidFill>
              </a:defRPr>
            </a:lvl1pPr>
            <a:lvl2pPr marL="234900" indent="0" algn="r">
              <a:buNone/>
              <a:defRPr/>
            </a:lvl2pPr>
            <a:lvl3pPr marL="472500" indent="0" algn="r">
              <a:buNone/>
              <a:defRPr/>
            </a:lvl3pPr>
            <a:lvl4pPr marL="707400" indent="0" algn="r">
              <a:buNone/>
              <a:defRPr/>
            </a:lvl4pPr>
            <a:lvl5pPr marL="945000" indent="0" algn="r">
              <a:buNone/>
              <a:defRPr/>
            </a:lvl5pPr>
          </a:lstStyle>
          <a:p>
            <a:pPr lvl="0"/>
            <a:r>
              <a:rPr lang="nl-NL"/>
              <a:t>#</a:t>
            </a:r>
          </a:p>
        </p:txBody>
      </p:sp>
      <p:sp>
        <p:nvSpPr>
          <p:cNvPr id="10" name="Tijdelijke aanduiding voor datum 9"/>
          <p:cNvSpPr>
            <a:spLocks noGrp="1"/>
          </p:cNvSpPr>
          <p:nvPr>
            <p:ph type="dt" sz="half" idx="14"/>
          </p:nvPr>
        </p:nvSpPr>
        <p:spPr/>
        <p:txBody>
          <a:bodyPr/>
          <a:lstStyle>
            <a:lvl1pPr>
              <a:defRPr>
                <a:solidFill>
                  <a:schemeClr val="bg1">
                    <a:lumMod val="65000"/>
                  </a:schemeClr>
                </a:solidFill>
              </a:defRPr>
            </a:lvl1pPr>
          </a:lstStyle>
          <a:p>
            <a:r>
              <a:rPr lang="nl-NL"/>
              <a:t>SPADE course, July 8-9, 2025</a:t>
            </a:r>
          </a:p>
        </p:txBody>
      </p:sp>
      <p:sp>
        <p:nvSpPr>
          <p:cNvPr id="12" name="Tijdelijke aanduiding voor voettekst 11"/>
          <p:cNvSpPr>
            <a:spLocks noGrp="1"/>
          </p:cNvSpPr>
          <p:nvPr>
            <p:ph type="ftr" sz="quarter" idx="15"/>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13" name="Tijdelijke aanduiding voor dianummer 12"/>
          <p:cNvSpPr>
            <a:spLocks noGrp="1"/>
          </p:cNvSpPr>
          <p:nvPr>
            <p:ph type="sldNum" sz="quarter" idx="16"/>
          </p:nvPr>
        </p:nvSpPr>
        <p:spPr/>
        <p:txBody>
          <a:bodyPr/>
          <a:lstStyle/>
          <a:p>
            <a:fld id="{08D23ADD-093A-498F-9D10-305EE9E97437}" type="slidenum">
              <a:rPr lang="nl-NL" smtClean="0"/>
              <a:pPr/>
              <a:t>‹#›</a:t>
            </a:fld>
            <a:endParaRPr lang="nl-NL"/>
          </a:p>
        </p:txBody>
      </p:sp>
      <p:pic>
        <p:nvPicPr>
          <p:cNvPr id="11" name="Afbeelding 10">
            <a:extLst>
              <a:ext uri="{FF2B5EF4-FFF2-40B4-BE49-F238E27FC236}">
                <a16:creationId xmlns:a16="http://schemas.microsoft.com/office/drawing/2014/main" id="{FB0A3098-83E2-4E4B-8810-7E5E75AE97D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585822581"/>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ee objecten">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476250" y="2276475"/>
            <a:ext cx="3919538" cy="3944938"/>
          </a:xfrm>
        </p:spPr>
        <p:txBody>
          <a:bodyPr/>
          <a:lstStyle/>
          <a:p>
            <a:pPr lvl="0"/>
            <a:r>
              <a:rPr lang="en-US"/>
              <a:t>Click to edit Master text styles</a:t>
            </a:r>
          </a:p>
        </p:txBody>
      </p:sp>
      <p:sp>
        <p:nvSpPr>
          <p:cNvPr id="4" name="Tijdelijke aanduiding voor inhoud 3"/>
          <p:cNvSpPr>
            <a:spLocks noGrp="1"/>
          </p:cNvSpPr>
          <p:nvPr>
            <p:ph sz="half" idx="2"/>
          </p:nvPr>
        </p:nvSpPr>
        <p:spPr>
          <a:xfrm>
            <a:off x="4914899" y="2276475"/>
            <a:ext cx="3753000" cy="3944938"/>
          </a:xfrm>
        </p:spPr>
        <p:txBody>
          <a:bodyPr/>
          <a:lstStyle/>
          <a:p>
            <a:pPr lvl="0"/>
            <a:r>
              <a:rPr lang="en-US"/>
              <a:t>Click to edit Master text styles</a:t>
            </a:r>
          </a:p>
        </p:txBody>
      </p:sp>
      <p:sp>
        <p:nvSpPr>
          <p:cNvPr id="2" name="Titel 1"/>
          <p:cNvSpPr>
            <a:spLocks noGrp="1"/>
          </p:cNvSpPr>
          <p:nvPr>
            <p:ph type="title"/>
          </p:nvPr>
        </p:nvSpPr>
        <p:spPr/>
        <p:txBody>
          <a:bodyPr/>
          <a:lstStyle/>
          <a:p>
            <a:r>
              <a:rPr lang="en-US"/>
              <a:t>Click to edit Master title style</a:t>
            </a:r>
            <a:endParaRPr lang="nl-NL"/>
          </a:p>
        </p:txBody>
      </p:sp>
      <p:sp>
        <p:nvSpPr>
          <p:cNvPr id="14" name="Tijdelijke aanduiding voor datum 13"/>
          <p:cNvSpPr>
            <a:spLocks noGrp="1"/>
          </p:cNvSpPr>
          <p:nvPr>
            <p:ph type="dt" sz="half" idx="10"/>
          </p:nvPr>
        </p:nvSpPr>
        <p:spPr/>
        <p:txBody>
          <a:bodyPr/>
          <a:lstStyle/>
          <a:p>
            <a:r>
              <a:rPr lang="nl-NL"/>
              <a:t>SPADE course, July 8-9, 2025</a:t>
            </a:r>
          </a:p>
        </p:txBody>
      </p:sp>
      <p:sp>
        <p:nvSpPr>
          <p:cNvPr id="15" name="Tijdelijke aanduiding voor voettekst 14"/>
          <p:cNvSpPr>
            <a:spLocks noGrp="1"/>
          </p:cNvSpPr>
          <p:nvPr>
            <p:ph type="ftr" sz="quarter" idx="11"/>
          </p:nvPr>
        </p:nvSpPr>
        <p:spPr/>
        <p:txBody>
          <a:bodyPr/>
          <a:lstStyle/>
          <a:p>
            <a:r>
              <a:rPr lang="en-US"/>
              <a:t>SPADE 1-part model daily intakes (Manual, chapter 3)</a:t>
            </a:r>
            <a:endParaRPr lang="nl-NL"/>
          </a:p>
        </p:txBody>
      </p:sp>
      <p:sp>
        <p:nvSpPr>
          <p:cNvPr id="16" name="Tijdelijke aanduiding voor dianummer 15"/>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2249597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476251" y="2306037"/>
            <a:ext cx="3753000" cy="648000"/>
          </a:xfrm>
          <a:noFill/>
        </p:spPr>
        <p:txBody>
          <a:bodyPr lIns="180000" tIns="180000" rIns="180000" bIns="72000" anchor="b">
            <a:noAutofit/>
          </a:bodyPr>
          <a:lstStyle>
            <a:lvl1pPr marL="0" indent="0">
              <a:buNone/>
              <a:defRPr sz="1350" b="1"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Tijdelijke aanduiding voor inhoud 3"/>
          <p:cNvSpPr>
            <a:spLocks noGrp="1"/>
          </p:cNvSpPr>
          <p:nvPr>
            <p:ph sz="half" idx="2"/>
          </p:nvPr>
        </p:nvSpPr>
        <p:spPr>
          <a:xfrm>
            <a:off x="476251" y="2953738"/>
            <a:ext cx="3753000" cy="3267676"/>
          </a:xfrm>
          <a:noFill/>
        </p:spPr>
        <p:txBody>
          <a:bodyPr lIns="180000" tIns="180000" rIns="180000" bIns="72000"/>
          <a:lstStyle/>
          <a:p>
            <a:pPr lvl="0"/>
            <a:r>
              <a:rPr lang="en-US"/>
              <a:t>Click to edit Master text styles</a:t>
            </a:r>
          </a:p>
        </p:txBody>
      </p:sp>
      <p:sp>
        <p:nvSpPr>
          <p:cNvPr id="5" name="Tijdelijke aanduiding voor tekst 4"/>
          <p:cNvSpPr>
            <a:spLocks noGrp="1"/>
          </p:cNvSpPr>
          <p:nvPr>
            <p:ph type="body" sz="quarter" idx="3"/>
          </p:nvPr>
        </p:nvSpPr>
        <p:spPr>
          <a:xfrm>
            <a:off x="4914900" y="2306037"/>
            <a:ext cx="3753000" cy="647228"/>
          </a:xfrm>
          <a:noFill/>
        </p:spPr>
        <p:txBody>
          <a:bodyPr lIns="180000" tIns="180000" rIns="180000" bIns="72000" anchor="b">
            <a:noAutofit/>
          </a:bodyPr>
          <a:lstStyle>
            <a:lvl1pPr marL="0" indent="0">
              <a:buNone/>
              <a:defRPr sz="1350" b="1"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ijdelijke aanduiding voor inhoud 5"/>
          <p:cNvSpPr>
            <a:spLocks noGrp="1"/>
          </p:cNvSpPr>
          <p:nvPr>
            <p:ph sz="quarter" idx="4"/>
          </p:nvPr>
        </p:nvSpPr>
        <p:spPr>
          <a:xfrm>
            <a:off x="4914900" y="2953738"/>
            <a:ext cx="3754041" cy="3267676"/>
          </a:xfrm>
          <a:noFill/>
        </p:spPr>
        <p:txBody>
          <a:bodyPr lIns="180000" tIns="180000" rIns="180000" bIns="72000"/>
          <a:lstStyle/>
          <a:p>
            <a:pPr lvl="0"/>
            <a:r>
              <a:rPr lang="en-US"/>
              <a:t>Click to edit Master text styles</a:t>
            </a:r>
          </a:p>
        </p:txBody>
      </p:sp>
      <p:sp>
        <p:nvSpPr>
          <p:cNvPr id="10" name="Titel 9"/>
          <p:cNvSpPr>
            <a:spLocks noGrp="1"/>
          </p:cNvSpPr>
          <p:nvPr>
            <p:ph type="title"/>
          </p:nvPr>
        </p:nvSpPr>
        <p:spPr/>
        <p:txBody>
          <a:bodyPr/>
          <a:lstStyle/>
          <a:p>
            <a:r>
              <a:rPr lang="en-US"/>
              <a:t>Click to edit Master title style</a:t>
            </a:r>
            <a:endParaRPr lang="nl-NL"/>
          </a:p>
        </p:txBody>
      </p:sp>
      <p:sp>
        <p:nvSpPr>
          <p:cNvPr id="16" name="Tijdelijke aanduiding voor datum 15"/>
          <p:cNvSpPr>
            <a:spLocks noGrp="1"/>
          </p:cNvSpPr>
          <p:nvPr>
            <p:ph type="dt" sz="half" idx="10"/>
          </p:nvPr>
        </p:nvSpPr>
        <p:spPr/>
        <p:txBody>
          <a:bodyPr/>
          <a:lstStyle/>
          <a:p>
            <a:r>
              <a:rPr lang="nl-NL"/>
              <a:t>SPADE course, July 8-9, 2025</a:t>
            </a:r>
          </a:p>
        </p:txBody>
      </p:sp>
      <p:sp>
        <p:nvSpPr>
          <p:cNvPr id="17" name="Tijdelijke aanduiding voor voettekst 16"/>
          <p:cNvSpPr>
            <a:spLocks noGrp="1"/>
          </p:cNvSpPr>
          <p:nvPr>
            <p:ph type="ftr" sz="quarter" idx="11"/>
          </p:nvPr>
        </p:nvSpPr>
        <p:spPr/>
        <p:txBody>
          <a:bodyPr/>
          <a:lstStyle/>
          <a:p>
            <a:r>
              <a:rPr lang="en-US"/>
              <a:t>SPADE 1-part model daily intakes (Manual, chapter 3)</a:t>
            </a:r>
            <a:endParaRPr lang="nl-NL"/>
          </a:p>
        </p:txBody>
      </p:sp>
      <p:sp>
        <p:nvSpPr>
          <p:cNvPr id="18" name="Tijdelijke aanduiding voor dianummer 17"/>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616511502"/>
      </p:ext>
    </p:extLst>
  </p:cSld>
  <p:clrMapOvr>
    <a:masterClrMapping/>
  </p:clrMapOvr>
  <p:extLst>
    <p:ext uri="{DCECCB84-F9BA-43D5-87BE-67443E8EF086}">
      <p15:sldGuideLst xmlns:p15="http://schemas.microsoft.com/office/powerpoint/2012/main">
        <p15:guide id="1" pos="3988">
          <p15:clr>
            <a:srgbClr val="FBAE40"/>
          </p15:clr>
        </p15:guide>
        <p15:guide id="2" pos="3693">
          <p15:clr>
            <a:srgbClr val="FBAE40"/>
          </p15:clr>
        </p15:guide>
        <p15:guide id="3" orient="horz" pos="16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nl-NL"/>
          </a:p>
        </p:txBody>
      </p:sp>
      <p:sp>
        <p:nvSpPr>
          <p:cNvPr id="12" name="Tijdelijke aanduiding voor datum 11"/>
          <p:cNvSpPr>
            <a:spLocks noGrp="1"/>
          </p:cNvSpPr>
          <p:nvPr>
            <p:ph type="dt" sz="half" idx="10"/>
          </p:nvPr>
        </p:nvSpPr>
        <p:spPr/>
        <p:txBody>
          <a:bodyPr/>
          <a:lstStyle/>
          <a:p>
            <a:r>
              <a:rPr lang="nl-NL"/>
              <a:t>SPADE course, July 8-9, 2025</a:t>
            </a:r>
          </a:p>
        </p:txBody>
      </p:sp>
      <p:sp>
        <p:nvSpPr>
          <p:cNvPr id="13" name="Tijdelijke aanduiding voor voettekst 12"/>
          <p:cNvSpPr>
            <a:spLocks noGrp="1"/>
          </p:cNvSpPr>
          <p:nvPr>
            <p:ph type="ftr" sz="quarter" idx="11"/>
          </p:nvPr>
        </p:nvSpPr>
        <p:spPr/>
        <p:txBody>
          <a:bodyPr/>
          <a:lstStyle/>
          <a:p>
            <a:r>
              <a:rPr lang="en-US"/>
              <a:t>SPADE 1-part model daily intakes (Manual, chapter 3)</a:t>
            </a:r>
            <a:endParaRPr lang="nl-NL"/>
          </a:p>
        </p:txBody>
      </p:sp>
      <p:sp>
        <p:nvSpPr>
          <p:cNvPr id="14" name="Tijdelijke aanduiding voor dianummer 13"/>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961943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11" name="Tijdelijke aanduiding voor datum 10"/>
          <p:cNvSpPr>
            <a:spLocks noGrp="1"/>
          </p:cNvSpPr>
          <p:nvPr>
            <p:ph type="dt" sz="half" idx="10"/>
          </p:nvPr>
        </p:nvSpPr>
        <p:spPr/>
        <p:txBody>
          <a:bodyPr/>
          <a:lstStyle/>
          <a:p>
            <a:r>
              <a:rPr lang="nl-NL"/>
              <a:t>SPADE course, July 8-9, 2025</a:t>
            </a:r>
          </a:p>
        </p:txBody>
      </p:sp>
      <p:sp>
        <p:nvSpPr>
          <p:cNvPr id="12" name="Tijdelijke aanduiding voor voettekst 11"/>
          <p:cNvSpPr>
            <a:spLocks noGrp="1"/>
          </p:cNvSpPr>
          <p:nvPr>
            <p:ph type="ftr" sz="quarter" idx="11"/>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998636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476250" y="3427414"/>
            <a:ext cx="3752850" cy="2793999"/>
          </a:xfrm>
        </p:spPr>
        <p:txBody>
          <a:bodyPr anchor="t" anchorCtr="0">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 name="Tijdelijke aanduiding voor inhoud 9"/>
          <p:cNvSpPr>
            <a:spLocks noGrp="1"/>
          </p:cNvSpPr>
          <p:nvPr>
            <p:ph sz="quarter" idx="13"/>
          </p:nvPr>
        </p:nvSpPr>
        <p:spPr>
          <a:xfrm>
            <a:off x="4915941" y="1052513"/>
            <a:ext cx="3753000" cy="5168900"/>
          </a:xfrm>
        </p:spPr>
        <p:txBody>
          <a:bodyPr/>
          <a:lstStyle/>
          <a:p>
            <a:pPr lvl="0"/>
            <a:r>
              <a:rPr lang="en-US"/>
              <a:t>Click to edit Master text styles</a:t>
            </a:r>
          </a:p>
        </p:txBody>
      </p:sp>
      <p:sp>
        <p:nvSpPr>
          <p:cNvPr id="3" name="Titel 2"/>
          <p:cNvSpPr>
            <a:spLocks noGrp="1"/>
          </p:cNvSpPr>
          <p:nvPr>
            <p:ph type="title"/>
          </p:nvPr>
        </p:nvSpPr>
        <p:spPr>
          <a:xfrm>
            <a:off x="476250" y="1052514"/>
            <a:ext cx="3752850" cy="948047"/>
          </a:xfrm>
        </p:spPr>
        <p:txBody>
          <a:bodyPr/>
          <a:lstStyle/>
          <a:p>
            <a:r>
              <a:rPr lang="en-US"/>
              <a:t>Click to edit Master title style</a:t>
            </a:r>
            <a:endParaRPr lang="nl-NL"/>
          </a:p>
        </p:txBody>
      </p:sp>
      <p:sp>
        <p:nvSpPr>
          <p:cNvPr id="17" name="Tijdelijke aanduiding voor datum 16"/>
          <p:cNvSpPr>
            <a:spLocks noGrp="1"/>
          </p:cNvSpPr>
          <p:nvPr>
            <p:ph type="dt" sz="half" idx="14"/>
          </p:nvPr>
        </p:nvSpPr>
        <p:spPr/>
        <p:txBody>
          <a:bodyPr/>
          <a:lstStyle/>
          <a:p>
            <a:r>
              <a:rPr lang="nl-NL"/>
              <a:t>SPADE course, July 8-9, 2025</a:t>
            </a:r>
          </a:p>
        </p:txBody>
      </p:sp>
      <p:sp>
        <p:nvSpPr>
          <p:cNvPr id="18" name="Tijdelijke aanduiding voor voettekst 17"/>
          <p:cNvSpPr>
            <a:spLocks noGrp="1"/>
          </p:cNvSpPr>
          <p:nvPr>
            <p:ph type="ftr" sz="quarter" idx="15"/>
          </p:nvPr>
        </p:nvSpPr>
        <p:spPr/>
        <p:txBody>
          <a:bodyPr/>
          <a:lstStyle/>
          <a:p>
            <a:r>
              <a:rPr lang="en-US"/>
              <a:t>SPADE 1-part model daily intakes (Manual, chapter 3)</a:t>
            </a:r>
            <a:endParaRPr lang="nl-NL"/>
          </a:p>
        </p:txBody>
      </p:sp>
      <p:sp>
        <p:nvSpPr>
          <p:cNvPr id="19" name="Tijdelijke aanduiding voor dianummer 18"/>
          <p:cNvSpPr>
            <a:spLocks noGrp="1"/>
          </p:cNvSpPr>
          <p:nvPr>
            <p:ph type="sldNum" sz="quarter" idx="16"/>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871173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ote tekst A">
    <p:bg>
      <p:bgRef idx="1001">
        <a:schemeClr val="bg2"/>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476250" y="1052514"/>
            <a:ext cx="8192691" cy="4024800"/>
          </a:xfrm>
        </p:spPr>
        <p:txBody>
          <a:bodyPr anchor="b" anchorCtr="0">
            <a:normAutofit/>
          </a:bodyPr>
          <a:lstStyle>
            <a:lvl1pPr algn="l">
              <a:defRPr sz="6000" b="0">
                <a:solidFill>
                  <a:schemeClr val="tx1"/>
                </a:solidFill>
              </a:defRPr>
            </a:lvl1pPr>
          </a:lstStyle>
          <a:p>
            <a:r>
              <a:rPr lang="en-US"/>
              <a:t>Click to edit Master title style</a:t>
            </a:r>
            <a:endParaRPr lang="nl-NL"/>
          </a:p>
        </p:txBody>
      </p:sp>
      <p:sp>
        <p:nvSpPr>
          <p:cNvPr id="4" name="Ondertitel 2"/>
          <p:cNvSpPr>
            <a:spLocks noGrp="1"/>
          </p:cNvSpPr>
          <p:nvPr>
            <p:ph type="subTitle" idx="1"/>
          </p:nvPr>
        </p:nvSpPr>
        <p:spPr>
          <a:xfrm>
            <a:off x="476250" y="5077315"/>
            <a:ext cx="4095750" cy="1144098"/>
          </a:xfrm>
        </p:spPr>
        <p:txBody>
          <a:bodyPr lIns="162000" tIns="90000" rIns="90000">
            <a:norm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9" name="Tijdelijke aanduiding voor datum 8"/>
          <p:cNvSpPr>
            <a:spLocks noGrp="1"/>
          </p:cNvSpPr>
          <p:nvPr>
            <p:ph type="dt" sz="half" idx="10"/>
          </p:nvPr>
        </p:nvSpPr>
        <p:spPr/>
        <p:txBody>
          <a:bodyPr/>
          <a:lstStyle>
            <a:lvl1pPr>
              <a:defRPr>
                <a:solidFill>
                  <a:schemeClr val="tx1">
                    <a:lumMod val="65000"/>
                  </a:schemeClr>
                </a:solidFill>
              </a:defRPr>
            </a:lvl1pPr>
          </a:lstStyle>
          <a:p>
            <a:r>
              <a:rPr lang="nl-NL"/>
              <a:t>SPADE course, July 8-9, 2025</a:t>
            </a:r>
          </a:p>
        </p:txBody>
      </p:sp>
      <p:sp>
        <p:nvSpPr>
          <p:cNvPr id="10" name="Tijdelijke aanduiding voor voettekst 9"/>
          <p:cNvSpPr>
            <a:spLocks noGrp="1"/>
          </p:cNvSpPr>
          <p:nvPr>
            <p:ph type="ftr" sz="quarter" idx="11"/>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1" name="Tijdelijke aanduiding voor dianummer 10"/>
          <p:cNvSpPr>
            <a:spLocks noGrp="1"/>
          </p:cNvSpPr>
          <p:nvPr>
            <p:ph type="sldNum" sz="quarter" idx="12"/>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spTree>
    <p:extLst>
      <p:ext uri="{BB962C8B-B14F-4D97-AF65-F5344CB8AC3E}">
        <p14:creationId xmlns:p14="http://schemas.microsoft.com/office/powerpoint/2010/main" val="4581941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Grote tekst B">
    <p:bg>
      <p:bgRef idx="1001">
        <a:schemeClr val="bg1"/>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476250" y="1052514"/>
            <a:ext cx="8192691" cy="4024800"/>
          </a:xfrm>
        </p:spPr>
        <p:txBody>
          <a:bodyPr anchor="b" anchorCtr="0">
            <a:normAutofit/>
          </a:bodyPr>
          <a:lstStyle>
            <a:lvl1pPr algn="l">
              <a:defRPr sz="6000" b="0">
                <a:solidFill>
                  <a:schemeClr val="tx2"/>
                </a:solidFill>
              </a:defRPr>
            </a:lvl1pPr>
          </a:lstStyle>
          <a:p>
            <a:r>
              <a:rPr lang="en-US"/>
              <a:t>Click to edit Master title style</a:t>
            </a:r>
            <a:endParaRPr lang="nl-NL"/>
          </a:p>
        </p:txBody>
      </p:sp>
      <p:sp>
        <p:nvSpPr>
          <p:cNvPr id="4" name="Ondertitel 2"/>
          <p:cNvSpPr>
            <a:spLocks noGrp="1"/>
          </p:cNvSpPr>
          <p:nvPr>
            <p:ph type="subTitle" idx="1"/>
          </p:nvPr>
        </p:nvSpPr>
        <p:spPr>
          <a:xfrm>
            <a:off x="476250" y="5077315"/>
            <a:ext cx="4095750" cy="1144099"/>
          </a:xfrm>
        </p:spPr>
        <p:txBody>
          <a:bodyPr lIns="162000" tIns="90000">
            <a:norm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6" name="Tijdelijke aanduiding voor datum 5"/>
          <p:cNvSpPr>
            <a:spLocks noGrp="1"/>
          </p:cNvSpPr>
          <p:nvPr>
            <p:ph type="dt" sz="half" idx="10"/>
          </p:nvPr>
        </p:nvSpPr>
        <p:spPr/>
        <p:txBody>
          <a:bodyPr/>
          <a:lstStyle/>
          <a:p>
            <a:r>
              <a:rPr lang="nl-NL"/>
              <a:t>SPADE course, July 8-9, 2025</a:t>
            </a:r>
          </a:p>
        </p:txBody>
      </p:sp>
      <p:sp>
        <p:nvSpPr>
          <p:cNvPr id="7" name="Tijdelijke aanduiding voor voettekst 6"/>
          <p:cNvSpPr>
            <a:spLocks noGrp="1"/>
          </p:cNvSpPr>
          <p:nvPr>
            <p:ph type="ftr" sz="quarter" idx="11"/>
          </p:nvPr>
        </p:nvSpPr>
        <p:spPr/>
        <p:txBody>
          <a:bodyPr/>
          <a:lstStyle/>
          <a:p>
            <a:r>
              <a:rPr lang="en-US"/>
              <a:t>SPADE 1-part model daily intakes (Manual, chapter 3)</a:t>
            </a:r>
            <a:endParaRPr lang="nl-NL"/>
          </a:p>
        </p:txBody>
      </p:sp>
      <p:sp>
        <p:nvSpPr>
          <p:cNvPr id="8" name="Tijdelijke aanduiding voor dianummer 7"/>
          <p:cNvSpPr>
            <a:spLocks noGrp="1"/>
          </p:cNvSpPr>
          <p:nvPr>
            <p:ph type="sldNum" sz="quarter" idx="12"/>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42807172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kstvlak A">
    <p:spTree>
      <p:nvGrpSpPr>
        <p:cNvPr id="1" name=""/>
        <p:cNvGrpSpPr/>
        <p:nvPr/>
      </p:nvGrpSpPr>
      <p:grpSpPr>
        <a:xfrm>
          <a:off x="0" y="0"/>
          <a:ext cx="0" cy="0"/>
          <a:chOff x="0" y="0"/>
          <a:chExt cx="0" cy="0"/>
        </a:xfrm>
      </p:grpSpPr>
      <p:sp>
        <p:nvSpPr>
          <p:cNvPr id="7" name="Rechthoek 6"/>
          <p:cNvSpPr/>
          <p:nvPr/>
        </p:nvSpPr>
        <p:spPr>
          <a:xfrm>
            <a:off x="4572000" y="-1588"/>
            <a:ext cx="4572000" cy="68595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lgn="l">
              <a:buFont typeface="Arial" charset="0"/>
              <a:buNone/>
            </a:pPr>
            <a:endParaRPr lang="nl-NL" sz="750">
              <a:solidFill>
                <a:schemeClr val="bg1"/>
              </a:solidFill>
            </a:endParaRPr>
          </a:p>
        </p:txBody>
      </p:sp>
      <p:sp>
        <p:nvSpPr>
          <p:cNvPr id="6" name="Titel 5"/>
          <p:cNvSpPr>
            <a:spLocks noGrp="1"/>
          </p:cNvSpPr>
          <p:nvPr>
            <p:ph type="title"/>
          </p:nvPr>
        </p:nvSpPr>
        <p:spPr>
          <a:xfrm>
            <a:off x="476250" y="2636838"/>
            <a:ext cx="3752849" cy="1584324"/>
          </a:xfrm>
        </p:spPr>
        <p:txBody>
          <a:bodyPr anchor="ctr" anchorCtr="0"/>
          <a:lstStyle>
            <a:lvl1pPr>
              <a:defRPr sz="3000">
                <a:solidFill>
                  <a:schemeClr val="tx2"/>
                </a:solidFill>
              </a:defRPr>
            </a:lvl1pPr>
          </a:lstStyle>
          <a:p>
            <a:r>
              <a:rPr lang="en-US"/>
              <a:t>Click to edit Master title style</a:t>
            </a:r>
            <a:endParaRPr lang="nl-NL"/>
          </a:p>
        </p:txBody>
      </p:sp>
      <p:sp>
        <p:nvSpPr>
          <p:cNvPr id="3" name="Tijdelijke aanduiding voor tekst 2"/>
          <p:cNvSpPr>
            <a:spLocks noGrp="1"/>
          </p:cNvSpPr>
          <p:nvPr>
            <p:ph type="body" sz="quarter" idx="10"/>
          </p:nvPr>
        </p:nvSpPr>
        <p:spPr>
          <a:xfrm>
            <a:off x="4915941" y="1066801"/>
            <a:ext cx="3753000" cy="5154613"/>
          </a:xfrm>
        </p:spPr>
        <p:txBody>
          <a:bodyPr anchor="ct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11" name="Tijdelijke aanduiding voor datum 10"/>
          <p:cNvSpPr>
            <a:spLocks noGrp="1"/>
          </p:cNvSpPr>
          <p:nvPr>
            <p:ph type="dt" sz="half" idx="11"/>
          </p:nvPr>
        </p:nvSpPr>
        <p:spPr/>
        <p:txBody>
          <a:bodyPr/>
          <a:lstStyle/>
          <a:p>
            <a:r>
              <a:rPr lang="nl-NL"/>
              <a:t>SPADE course, July 8-9, 2025</a:t>
            </a:r>
          </a:p>
        </p:txBody>
      </p:sp>
      <p:sp>
        <p:nvSpPr>
          <p:cNvPr id="12" name="Tijdelijke aanduiding voor voettekst 11"/>
          <p:cNvSpPr>
            <a:spLocks noGrp="1"/>
          </p:cNvSpPr>
          <p:nvPr>
            <p:ph type="ftr" sz="quarter" idx="12"/>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3"/>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pic>
        <p:nvPicPr>
          <p:cNvPr id="9" name="Afbeelding 8">
            <a:extLst>
              <a:ext uri="{FF2B5EF4-FFF2-40B4-BE49-F238E27FC236}">
                <a16:creationId xmlns:a16="http://schemas.microsoft.com/office/drawing/2014/main" id="{DED6F77E-FFE0-AB46-BF4D-6C1EEF3BD1B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3353123152"/>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guide id="3" pos="5609">
          <p15:clr>
            <a:srgbClr val="FBAE40"/>
          </p15:clr>
        </p15:guide>
        <p15:guide id="4" pos="59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kstvlak B">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tel 5"/>
          <p:cNvSpPr>
            <a:spLocks noGrp="1"/>
          </p:cNvSpPr>
          <p:nvPr>
            <p:ph type="title"/>
          </p:nvPr>
        </p:nvSpPr>
        <p:spPr>
          <a:xfrm>
            <a:off x="476249" y="2636839"/>
            <a:ext cx="3753000" cy="1584324"/>
          </a:xfrm>
        </p:spPr>
        <p:txBody>
          <a:bodyPr anchor="ctr" anchorCtr="0"/>
          <a:lstStyle>
            <a:lvl1pPr>
              <a:defRPr sz="3000">
                <a:solidFill>
                  <a:schemeClr val="bg1"/>
                </a:solidFill>
              </a:defRPr>
            </a:lvl1pPr>
          </a:lstStyle>
          <a:p>
            <a:r>
              <a:rPr lang="en-US"/>
              <a:t>Click to edit Master title style</a:t>
            </a:r>
            <a:endParaRPr lang="nl-NL"/>
          </a:p>
        </p:txBody>
      </p:sp>
      <p:sp>
        <p:nvSpPr>
          <p:cNvPr id="4" name="Tijdelijke aanduiding voor tekst 3"/>
          <p:cNvSpPr>
            <a:spLocks noGrp="1"/>
          </p:cNvSpPr>
          <p:nvPr>
            <p:ph type="body" sz="quarter" idx="10"/>
          </p:nvPr>
        </p:nvSpPr>
        <p:spPr>
          <a:xfrm>
            <a:off x="4914899" y="1052513"/>
            <a:ext cx="3753000" cy="5168900"/>
          </a:xfrm>
        </p:spPr>
        <p:txBody>
          <a:bodyPr anchor="ctr" anchorCtr="0"/>
          <a:lstStyle/>
          <a:p>
            <a:pPr lvl="0"/>
            <a:r>
              <a:rPr lang="en-US"/>
              <a:t>Click to edit Master text styles</a:t>
            </a:r>
          </a:p>
        </p:txBody>
      </p:sp>
      <p:sp>
        <p:nvSpPr>
          <p:cNvPr id="13" name="Tijdelijke aanduiding voor datum 12"/>
          <p:cNvSpPr>
            <a:spLocks noGrp="1"/>
          </p:cNvSpPr>
          <p:nvPr>
            <p:ph type="dt" sz="half" idx="11"/>
          </p:nvPr>
        </p:nvSpPr>
        <p:spPr/>
        <p:txBody>
          <a:bodyPr/>
          <a:lstStyle>
            <a:lvl1pPr>
              <a:defRPr>
                <a:solidFill>
                  <a:schemeClr val="bg1">
                    <a:lumMod val="65000"/>
                  </a:schemeClr>
                </a:solidFill>
              </a:defRPr>
            </a:lvl1pPr>
          </a:lstStyle>
          <a:p>
            <a:r>
              <a:rPr lang="nl-NL"/>
              <a:t>SPADE course, July 8-9, 2025</a:t>
            </a:r>
          </a:p>
        </p:txBody>
      </p:sp>
      <p:sp>
        <p:nvSpPr>
          <p:cNvPr id="14" name="Tijdelijke aanduiding voor voettekst 13"/>
          <p:cNvSpPr>
            <a:spLocks noGrp="1"/>
          </p:cNvSpPr>
          <p:nvPr>
            <p:ph type="ftr" sz="quarter" idx="12"/>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15" name="Tijdelijke aanduiding voor dianummer 14"/>
          <p:cNvSpPr>
            <a:spLocks noGrp="1"/>
          </p:cNvSpPr>
          <p:nvPr>
            <p:ph type="sldNum" sz="quarter" idx="13"/>
          </p:nvPr>
        </p:nvSpPr>
        <p:spPr/>
        <p:txBody>
          <a:bodyPr/>
          <a:lstStyle/>
          <a:p>
            <a:fld id="{08D23ADD-093A-498F-9D10-305EE9E97437}" type="slidenum">
              <a:rPr lang="nl-NL" smtClean="0"/>
              <a:pPr/>
              <a:t>‹#›</a:t>
            </a:fld>
            <a:endParaRPr lang="nl-NL"/>
          </a:p>
        </p:txBody>
      </p:sp>
      <p:pic>
        <p:nvPicPr>
          <p:cNvPr id="9" name="Afbeelding 8">
            <a:extLst>
              <a:ext uri="{FF2B5EF4-FFF2-40B4-BE49-F238E27FC236}">
                <a16:creationId xmlns:a16="http://schemas.microsoft.com/office/drawing/2014/main" id="{2FE34897-656E-D24A-B5C8-368571FB3BA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145822484"/>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476250" y="3427413"/>
            <a:ext cx="3752850" cy="2794000"/>
          </a:xfrm>
        </p:spPr>
        <p:txBody>
          <a:bodyPr anchor="t" anchorCtr="0">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Titel 8"/>
          <p:cNvSpPr>
            <a:spLocks noGrp="1"/>
          </p:cNvSpPr>
          <p:nvPr>
            <p:ph type="title"/>
          </p:nvPr>
        </p:nvSpPr>
        <p:spPr>
          <a:xfrm>
            <a:off x="476250" y="1052514"/>
            <a:ext cx="3752850" cy="948047"/>
          </a:xfrm>
        </p:spPr>
        <p:txBody>
          <a:bodyPr/>
          <a:lstStyle/>
          <a:p>
            <a:r>
              <a:rPr lang="en-US"/>
              <a:t>Click to edit Master title style</a:t>
            </a:r>
            <a:endParaRPr lang="nl-NL"/>
          </a:p>
        </p:txBody>
      </p:sp>
      <p:sp>
        <p:nvSpPr>
          <p:cNvPr id="11" name="Tijdelijke aanduiding voor datum 10"/>
          <p:cNvSpPr>
            <a:spLocks noGrp="1"/>
          </p:cNvSpPr>
          <p:nvPr>
            <p:ph type="dt" sz="half" idx="25"/>
          </p:nvPr>
        </p:nvSpPr>
        <p:spPr/>
        <p:txBody>
          <a:bodyPr/>
          <a:lstStyle/>
          <a:p>
            <a:r>
              <a:rPr lang="nl-NL"/>
              <a:t>SPADE course, July 8-9, 2025</a:t>
            </a:r>
          </a:p>
        </p:txBody>
      </p:sp>
      <p:sp>
        <p:nvSpPr>
          <p:cNvPr id="12" name="Tijdelijke aanduiding voor voettekst 11"/>
          <p:cNvSpPr>
            <a:spLocks noGrp="1"/>
          </p:cNvSpPr>
          <p:nvPr>
            <p:ph type="ftr" sz="quarter" idx="26"/>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27"/>
          </p:nvPr>
        </p:nvSpPr>
        <p:spPr/>
        <p:txBody>
          <a:bodyPr/>
          <a:lstStyle/>
          <a:p>
            <a:fld id="{08D23ADD-093A-498F-9D10-305EE9E97437}" type="slidenum">
              <a:rPr lang="nl-NL" smtClean="0"/>
              <a:pPr/>
              <a:t>‹#›</a:t>
            </a:fld>
            <a:endParaRPr lang="nl-NL"/>
          </a:p>
        </p:txBody>
      </p:sp>
      <p:sp>
        <p:nvSpPr>
          <p:cNvPr id="10"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spTree>
    <p:extLst>
      <p:ext uri="{BB962C8B-B14F-4D97-AF65-F5344CB8AC3E}">
        <p14:creationId xmlns:p14="http://schemas.microsoft.com/office/powerpoint/2010/main" val="238746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fbeelding verticaal kleur">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5"/>
          </p:nvPr>
        </p:nvSpPr>
        <p:spPr>
          <a:xfrm>
            <a:off x="476250" y="2289601"/>
            <a:ext cx="3754041" cy="39354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2" name="Titel 1"/>
          <p:cNvSpPr>
            <a:spLocks noGrp="1"/>
          </p:cNvSpPr>
          <p:nvPr>
            <p:ph type="title"/>
          </p:nvPr>
        </p:nvSpPr>
        <p:spPr>
          <a:xfrm>
            <a:off x="475654" y="1051201"/>
            <a:ext cx="3753446" cy="948047"/>
          </a:xfrm>
        </p:spPr>
        <p:txBody>
          <a:bodyPr/>
          <a:lstStyle>
            <a:lvl1pPr>
              <a:defRPr>
                <a:solidFill>
                  <a:schemeClr val="bg1"/>
                </a:solidFill>
              </a:defRPr>
            </a:lvl1pPr>
          </a:lstStyle>
          <a:p>
            <a:r>
              <a:rPr lang="en-US"/>
              <a:t>Click to edit Master title style</a:t>
            </a:r>
            <a:endParaRPr lang="nl-NL"/>
          </a:p>
        </p:txBody>
      </p:sp>
      <p:sp>
        <p:nvSpPr>
          <p:cNvPr id="20" name="Tijdelijke aanduiding voor datum 19"/>
          <p:cNvSpPr>
            <a:spLocks noGrp="1"/>
          </p:cNvSpPr>
          <p:nvPr>
            <p:ph type="dt" sz="half" idx="25"/>
          </p:nvPr>
        </p:nvSpPr>
        <p:spPr/>
        <p:txBody>
          <a:bodyPr/>
          <a:lstStyle>
            <a:lvl1pPr>
              <a:defRPr>
                <a:solidFill>
                  <a:schemeClr val="bg1">
                    <a:lumMod val="65000"/>
                  </a:schemeClr>
                </a:solidFill>
              </a:defRPr>
            </a:lvl1pPr>
          </a:lstStyle>
          <a:p>
            <a:r>
              <a:rPr lang="nl-NL"/>
              <a:t>SPADE course, July 8-9, 2025</a:t>
            </a:r>
          </a:p>
        </p:txBody>
      </p:sp>
      <p:sp>
        <p:nvSpPr>
          <p:cNvPr id="21" name="Tijdelijke aanduiding voor voettekst 20"/>
          <p:cNvSpPr>
            <a:spLocks noGrp="1"/>
          </p:cNvSpPr>
          <p:nvPr>
            <p:ph type="ftr" sz="quarter" idx="26"/>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22" name="Tijdelijke aanduiding voor dianummer 21"/>
          <p:cNvSpPr>
            <a:spLocks noGrp="1"/>
          </p:cNvSpPr>
          <p:nvPr>
            <p:ph type="sldNum" sz="quarter" idx="27"/>
          </p:nvPr>
        </p:nvSpPr>
        <p:spPr/>
        <p:txBody>
          <a:bodyPr/>
          <a:lstStyle/>
          <a:p>
            <a:fld id="{08D23ADD-093A-498F-9D10-305EE9E97437}" type="slidenum">
              <a:rPr lang="nl-NL" smtClean="0"/>
              <a:pPr/>
              <a:t>‹#›</a:t>
            </a:fld>
            <a:endParaRPr lang="nl-NL"/>
          </a:p>
        </p:txBody>
      </p:sp>
      <p:sp>
        <p:nvSpPr>
          <p:cNvPr id="13"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pic>
        <p:nvPicPr>
          <p:cNvPr id="11" name="Afbeelding 10">
            <a:extLst>
              <a:ext uri="{FF2B5EF4-FFF2-40B4-BE49-F238E27FC236}">
                <a16:creationId xmlns:a16="http://schemas.microsoft.com/office/drawing/2014/main" id="{60FB6CFD-9EA3-2D46-B72F-63AC898356E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30618436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fbeelding verticaal wit">
    <p:spTree>
      <p:nvGrpSpPr>
        <p:cNvPr id="1" name=""/>
        <p:cNvGrpSpPr/>
        <p:nvPr/>
      </p:nvGrpSpPr>
      <p:grpSpPr>
        <a:xfrm>
          <a:off x="0" y="0"/>
          <a:ext cx="0" cy="0"/>
          <a:chOff x="0" y="0"/>
          <a:chExt cx="0" cy="0"/>
        </a:xfrm>
      </p:grpSpPr>
      <p:sp>
        <p:nvSpPr>
          <p:cNvPr id="11" name="Tijdelijke aanduiding voor tekst 10"/>
          <p:cNvSpPr>
            <a:spLocks noGrp="1"/>
          </p:cNvSpPr>
          <p:nvPr>
            <p:ph type="body" sz="quarter" idx="16"/>
          </p:nvPr>
        </p:nvSpPr>
        <p:spPr>
          <a:xfrm>
            <a:off x="476250" y="2289601"/>
            <a:ext cx="3752850" cy="3931813"/>
          </a:xfrm>
        </p:spPr>
        <p:txBody>
          <a:bodyPr/>
          <a:lstStyle/>
          <a:p>
            <a:pPr lvl="0"/>
            <a:r>
              <a:rPr lang="en-US"/>
              <a:t>Click to edit Master text styles</a:t>
            </a:r>
          </a:p>
        </p:txBody>
      </p:sp>
      <p:sp>
        <p:nvSpPr>
          <p:cNvPr id="2" name="Titel 1"/>
          <p:cNvSpPr>
            <a:spLocks noGrp="1"/>
          </p:cNvSpPr>
          <p:nvPr>
            <p:ph type="title"/>
          </p:nvPr>
        </p:nvSpPr>
        <p:spPr>
          <a:xfrm>
            <a:off x="476250" y="1051201"/>
            <a:ext cx="3752850" cy="948047"/>
          </a:xfrm>
        </p:spPr>
        <p:txBody>
          <a:bodyPr/>
          <a:lstStyle/>
          <a:p>
            <a:r>
              <a:rPr lang="en-US"/>
              <a:t>Click to edit Master title style</a:t>
            </a:r>
            <a:endParaRPr lang="nl-NL"/>
          </a:p>
        </p:txBody>
      </p:sp>
      <p:sp>
        <p:nvSpPr>
          <p:cNvPr id="6" name="Tijdelijke aanduiding voor datum 5"/>
          <p:cNvSpPr>
            <a:spLocks noGrp="1"/>
          </p:cNvSpPr>
          <p:nvPr>
            <p:ph type="dt" sz="half" idx="25"/>
          </p:nvPr>
        </p:nvSpPr>
        <p:spPr/>
        <p:txBody>
          <a:bodyPr/>
          <a:lstStyle/>
          <a:p>
            <a:r>
              <a:rPr lang="nl-NL"/>
              <a:t>SPADE course, July 8-9, 2025</a:t>
            </a:r>
          </a:p>
        </p:txBody>
      </p:sp>
      <p:sp>
        <p:nvSpPr>
          <p:cNvPr id="12" name="Tijdelijke aanduiding voor voettekst 11"/>
          <p:cNvSpPr>
            <a:spLocks noGrp="1"/>
          </p:cNvSpPr>
          <p:nvPr>
            <p:ph type="ftr" sz="quarter" idx="26"/>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27"/>
          </p:nvPr>
        </p:nvSpPr>
        <p:spPr/>
        <p:txBody>
          <a:bodyPr/>
          <a:lstStyle/>
          <a:p>
            <a:fld id="{08D23ADD-093A-498F-9D10-305EE9E97437}" type="slidenum">
              <a:rPr lang="nl-NL" smtClean="0"/>
              <a:pPr/>
              <a:t>‹#›</a:t>
            </a:fld>
            <a:endParaRPr lang="nl-NL"/>
          </a:p>
        </p:txBody>
      </p:sp>
      <p:sp>
        <p:nvSpPr>
          <p:cNvPr id="8"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spTree>
    <p:extLst>
      <p:ext uri="{BB962C8B-B14F-4D97-AF65-F5344CB8AC3E}">
        <p14:creationId xmlns:p14="http://schemas.microsoft.com/office/powerpoint/2010/main" val="2697886941"/>
      </p:ext>
    </p:extLst>
  </p:cSld>
  <p:clrMapOvr>
    <a:masterClrMapping/>
  </p:clrMapOvr>
  <p:extLst>
    <p:ext uri="{DCECCB84-F9BA-43D5-87BE-67443E8EF086}">
      <p15:sldGuideLst xmlns:p15="http://schemas.microsoft.com/office/powerpoint/2012/main">
        <p15:guide id="1" pos="39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kst horizontaal A">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476250" y="1052513"/>
            <a:ext cx="8192691" cy="2374900"/>
          </a:xfrm>
        </p:spPr>
        <p:txBody>
          <a:bodyPr anchor="ctr" anchorCtr="0">
            <a:normAutofit/>
          </a:bodyPr>
          <a:lstStyle>
            <a:lvl1pPr>
              <a:defRPr sz="3600">
                <a:solidFill>
                  <a:schemeClr val="bg1"/>
                </a:solidFill>
              </a:defRPr>
            </a:lvl1pPr>
          </a:lstStyle>
          <a:p>
            <a:r>
              <a:rPr lang="en-US"/>
              <a:t>Click to edit Master title style</a:t>
            </a:r>
            <a:endParaRPr lang="nl-NL"/>
          </a:p>
        </p:txBody>
      </p:sp>
      <p:sp>
        <p:nvSpPr>
          <p:cNvPr id="14" name="Tijdelijke aanduiding voor tekst 13"/>
          <p:cNvSpPr>
            <a:spLocks noGrp="1"/>
          </p:cNvSpPr>
          <p:nvPr>
            <p:ph type="body" sz="quarter" idx="13"/>
          </p:nvPr>
        </p:nvSpPr>
        <p:spPr>
          <a:xfrm>
            <a:off x="476250" y="3749488"/>
            <a:ext cx="8192691" cy="2471925"/>
          </a:xfrm>
        </p:spPr>
        <p:txBody>
          <a:bodyPr numCol="2" spcCol="468000"/>
          <a:lstStyle/>
          <a:p>
            <a:pPr lvl="0"/>
            <a:r>
              <a:rPr lang="en-US"/>
              <a:t>Click to edit Master text styles</a:t>
            </a:r>
          </a:p>
        </p:txBody>
      </p:sp>
      <p:sp>
        <p:nvSpPr>
          <p:cNvPr id="8" name="Tijdelijke aanduiding voor datum 7"/>
          <p:cNvSpPr>
            <a:spLocks noGrp="1"/>
          </p:cNvSpPr>
          <p:nvPr>
            <p:ph type="dt" sz="half" idx="14"/>
          </p:nvPr>
        </p:nvSpPr>
        <p:spPr/>
        <p:txBody>
          <a:bodyPr/>
          <a:lstStyle/>
          <a:p>
            <a:r>
              <a:rPr lang="nl-NL"/>
              <a:t>SPADE course, July 8-9, 2025</a:t>
            </a:r>
          </a:p>
        </p:txBody>
      </p:sp>
      <p:sp>
        <p:nvSpPr>
          <p:cNvPr id="10" name="Tijdelijke aanduiding voor voettekst 9"/>
          <p:cNvSpPr>
            <a:spLocks noGrp="1"/>
          </p:cNvSpPr>
          <p:nvPr>
            <p:ph type="ftr" sz="quarter" idx="15"/>
          </p:nvPr>
        </p:nvSpPr>
        <p:spPr/>
        <p:txBody>
          <a:bodyPr/>
          <a:lstStyle/>
          <a:p>
            <a:r>
              <a:rPr lang="en-US"/>
              <a:t>SPADE 1-part model daily intakes (Manual, chapter 3)</a:t>
            </a:r>
            <a:endParaRPr lang="nl-NL"/>
          </a:p>
        </p:txBody>
      </p:sp>
      <p:sp>
        <p:nvSpPr>
          <p:cNvPr id="11" name="Tijdelijke aanduiding voor dianummer 10"/>
          <p:cNvSpPr>
            <a:spLocks noGrp="1"/>
          </p:cNvSpPr>
          <p:nvPr>
            <p:ph type="sldNum" sz="quarter" idx="16"/>
          </p:nvPr>
        </p:nvSpPr>
        <p:spPr/>
        <p:txBody>
          <a:bodyPr/>
          <a:lstStyle/>
          <a:p>
            <a:fld id="{08D23ADD-093A-498F-9D10-305EE9E97437}" type="slidenum">
              <a:rPr lang="nl-NL" smtClean="0"/>
              <a:pPr/>
              <a:t>‹#›</a:t>
            </a:fld>
            <a:endParaRPr lang="nl-NL"/>
          </a:p>
        </p:txBody>
      </p:sp>
      <p:pic>
        <p:nvPicPr>
          <p:cNvPr id="12" name="Afbeelding 11">
            <a:extLst>
              <a:ext uri="{FF2B5EF4-FFF2-40B4-BE49-F238E27FC236}">
                <a16:creationId xmlns:a16="http://schemas.microsoft.com/office/drawing/2014/main" id="{4F01E6C2-CD86-4C4B-A751-B19F6263B71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3896850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kst horizontaal B">
    <p:spTree>
      <p:nvGrpSpPr>
        <p:cNvPr id="1" name=""/>
        <p:cNvGrpSpPr/>
        <p:nvPr/>
      </p:nvGrpSpPr>
      <p:grpSpPr>
        <a:xfrm>
          <a:off x="0" y="0"/>
          <a:ext cx="0" cy="0"/>
          <a:chOff x="0" y="0"/>
          <a:chExt cx="0" cy="0"/>
        </a:xfrm>
      </p:grpSpPr>
      <p:sp>
        <p:nvSpPr>
          <p:cNvPr id="6" name="Rechthoek 5"/>
          <p:cNvSpPr/>
          <p:nvPr/>
        </p:nvSpPr>
        <p:spPr>
          <a:xfrm>
            <a:off x="0" y="3430588"/>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476250" y="1052513"/>
            <a:ext cx="8192691" cy="2374900"/>
          </a:xfrm>
        </p:spPr>
        <p:txBody>
          <a:bodyPr anchor="ctr" anchorCtr="0">
            <a:normAutofit/>
          </a:bodyPr>
          <a:lstStyle>
            <a:lvl1pPr>
              <a:defRPr sz="3600">
                <a:solidFill>
                  <a:schemeClr val="tx2"/>
                </a:solidFill>
              </a:defRPr>
            </a:lvl1pPr>
          </a:lstStyle>
          <a:p>
            <a:r>
              <a:rPr lang="en-US"/>
              <a:t>Click to edit Master title style</a:t>
            </a:r>
            <a:endParaRPr lang="nl-NL"/>
          </a:p>
        </p:txBody>
      </p:sp>
      <p:sp>
        <p:nvSpPr>
          <p:cNvPr id="14" name="Tijdelijke aanduiding voor tekst 13"/>
          <p:cNvSpPr>
            <a:spLocks noGrp="1"/>
          </p:cNvSpPr>
          <p:nvPr>
            <p:ph type="body" sz="quarter" idx="13"/>
          </p:nvPr>
        </p:nvSpPr>
        <p:spPr>
          <a:xfrm>
            <a:off x="476250" y="3749488"/>
            <a:ext cx="8192691" cy="2471925"/>
          </a:xfrm>
        </p:spPr>
        <p:txBody>
          <a:bodyPr numCol="2" spcCol="468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8" name="Tijdelijke aanduiding voor datum 7"/>
          <p:cNvSpPr>
            <a:spLocks noGrp="1"/>
          </p:cNvSpPr>
          <p:nvPr>
            <p:ph type="dt" sz="half" idx="14"/>
          </p:nvPr>
        </p:nvSpPr>
        <p:spPr/>
        <p:txBody>
          <a:bodyPr/>
          <a:lstStyle>
            <a:lvl1pPr>
              <a:defRPr>
                <a:solidFill>
                  <a:schemeClr val="bg1">
                    <a:lumMod val="65000"/>
                  </a:schemeClr>
                </a:solidFill>
              </a:defRPr>
            </a:lvl1pPr>
          </a:lstStyle>
          <a:p>
            <a:r>
              <a:rPr lang="nl-NL"/>
              <a:t>SPADE course, July 8-9, 2025</a:t>
            </a:r>
          </a:p>
        </p:txBody>
      </p:sp>
      <p:sp>
        <p:nvSpPr>
          <p:cNvPr id="10" name="Tijdelijke aanduiding voor voettekst 9"/>
          <p:cNvSpPr>
            <a:spLocks noGrp="1"/>
          </p:cNvSpPr>
          <p:nvPr>
            <p:ph type="ftr" sz="quarter" idx="15"/>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11" name="Tijdelijke aanduiding voor dianummer 10"/>
          <p:cNvSpPr>
            <a:spLocks noGrp="1"/>
          </p:cNvSpPr>
          <p:nvPr>
            <p:ph type="sldNum" sz="quarter" idx="16"/>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spTree>
    <p:extLst>
      <p:ext uri="{BB962C8B-B14F-4D97-AF65-F5344CB8AC3E}">
        <p14:creationId xmlns:p14="http://schemas.microsoft.com/office/powerpoint/2010/main" val="1394625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fbeelding horizontaal kleur">
    <p:bg>
      <p:bgRef idx="1001">
        <a:schemeClr val="bg2"/>
      </p:bgRef>
    </p:bg>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lvl1pPr>
              <a:buClr>
                <a:schemeClr val="tx1"/>
              </a:buClr>
              <a:tabLst>
                <a:tab pos="1214438" algn="l"/>
              </a:tabLst>
              <a:defRPr>
                <a:solidFill>
                  <a:schemeClr val="tx1"/>
                </a:solidFill>
              </a:defRPr>
            </a:lvl1pPr>
          </a:lstStyle>
          <a:p>
            <a:r>
              <a:rPr lang="en-US"/>
              <a:t>Click icon to add picture</a:t>
            </a:r>
            <a:endParaRPr lang="nl-NL"/>
          </a:p>
        </p:txBody>
      </p:sp>
      <p:sp>
        <p:nvSpPr>
          <p:cNvPr id="2" name="Titel 1"/>
          <p:cNvSpPr>
            <a:spLocks noGrp="1"/>
          </p:cNvSpPr>
          <p:nvPr>
            <p:ph type="title"/>
          </p:nvPr>
        </p:nvSpPr>
        <p:spPr>
          <a:xfrm>
            <a:off x="475654" y="3888001"/>
            <a:ext cx="3753446" cy="2333413"/>
          </a:xfrm>
        </p:spPr>
        <p:txBody>
          <a:bodyPr anchor="t" anchorCtr="0"/>
          <a:lstStyle>
            <a:lvl1pPr>
              <a:defRPr>
                <a:solidFill>
                  <a:schemeClr val="tx1"/>
                </a:solidFill>
              </a:defRPr>
            </a:lvl1pPr>
          </a:lstStyle>
          <a:p>
            <a:r>
              <a:rPr lang="en-US"/>
              <a:t>Click to edit Master title style</a:t>
            </a:r>
            <a:endParaRPr lang="nl-NL"/>
          </a:p>
        </p:txBody>
      </p:sp>
      <p:sp>
        <p:nvSpPr>
          <p:cNvPr id="6" name="Tijdelijke aanduiding voor tekst 13"/>
          <p:cNvSpPr>
            <a:spLocks noGrp="1"/>
          </p:cNvSpPr>
          <p:nvPr>
            <p:ph type="body" sz="quarter" idx="13"/>
          </p:nvPr>
        </p:nvSpPr>
        <p:spPr>
          <a:xfrm>
            <a:off x="4915941" y="3888001"/>
            <a:ext cx="3753000" cy="2333413"/>
          </a:xfrm>
        </p:spPr>
        <p:txBody>
          <a:bodyPr tIns="50400" numCol="1" spcCol="468000" anchor="t" anchorCtr="0"/>
          <a:lstStyle>
            <a:lvl1pPr>
              <a:buClr>
                <a:schemeClr val="tx1"/>
              </a:buClr>
              <a:defRPr>
                <a:solidFill>
                  <a:schemeClr val="tx1"/>
                </a:solidFill>
              </a:defRPr>
            </a:lvl1pPr>
          </a:lstStyle>
          <a:p>
            <a:pPr lvl="0"/>
            <a:r>
              <a:rPr lang="en-US"/>
              <a:t>Click to edit Master text styles</a:t>
            </a:r>
          </a:p>
        </p:txBody>
      </p:sp>
      <p:sp>
        <p:nvSpPr>
          <p:cNvPr id="10" name="Tijdelijke aanduiding voor datum 9"/>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11" name="Tijdelijke aanduiding voor voettekst 10"/>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3" name="Tijdelijke aanduiding voor dianummer 12"/>
          <p:cNvSpPr>
            <a:spLocks noGrp="1"/>
          </p:cNvSpPr>
          <p:nvPr>
            <p:ph type="sldNum" sz="quarter" idx="17"/>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spTree>
    <p:extLst>
      <p:ext uri="{BB962C8B-B14F-4D97-AF65-F5344CB8AC3E}">
        <p14:creationId xmlns:p14="http://schemas.microsoft.com/office/powerpoint/2010/main" val="104889894"/>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fbeelding horizontaal wit">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p>
            <a:r>
              <a:rPr lang="en-US"/>
              <a:t>Click icon to add picture</a:t>
            </a:r>
            <a:endParaRPr lang="nl-NL"/>
          </a:p>
        </p:txBody>
      </p:sp>
      <p:sp>
        <p:nvSpPr>
          <p:cNvPr id="14" name="Tijdelijke aanduiding voor tekst 13"/>
          <p:cNvSpPr>
            <a:spLocks noGrp="1"/>
          </p:cNvSpPr>
          <p:nvPr>
            <p:ph type="body" sz="quarter" idx="13"/>
          </p:nvPr>
        </p:nvSpPr>
        <p:spPr>
          <a:xfrm>
            <a:off x="4914899" y="3888001"/>
            <a:ext cx="3753000" cy="2333413"/>
          </a:xfrm>
        </p:spPr>
        <p:txBody>
          <a:bodyPr tIns="50400" numCol="1" spcCol="468000" anchor="t" anchorCtr="0"/>
          <a:lstStyle/>
          <a:p>
            <a:pPr lvl="0"/>
            <a:r>
              <a:rPr lang="en-US"/>
              <a:t>Click to edit Master text styles</a:t>
            </a:r>
          </a:p>
        </p:txBody>
      </p:sp>
      <p:sp>
        <p:nvSpPr>
          <p:cNvPr id="2" name="Titel 1"/>
          <p:cNvSpPr>
            <a:spLocks noGrp="1"/>
          </p:cNvSpPr>
          <p:nvPr>
            <p:ph type="title"/>
          </p:nvPr>
        </p:nvSpPr>
        <p:spPr>
          <a:xfrm>
            <a:off x="475654" y="3888001"/>
            <a:ext cx="3753446" cy="2333413"/>
          </a:xfrm>
        </p:spPr>
        <p:txBody>
          <a:bodyPr anchor="t" anchorCtr="0"/>
          <a:lstStyle/>
          <a:p>
            <a:r>
              <a:rPr lang="en-US"/>
              <a:t>Click to edit Master title style</a:t>
            </a:r>
            <a:endParaRPr lang="nl-NL"/>
          </a:p>
        </p:txBody>
      </p:sp>
      <p:sp>
        <p:nvSpPr>
          <p:cNvPr id="9" name="Tijdelijke aanduiding voor datum 8"/>
          <p:cNvSpPr>
            <a:spLocks noGrp="1"/>
          </p:cNvSpPr>
          <p:nvPr>
            <p:ph type="dt" sz="half" idx="15"/>
          </p:nvPr>
        </p:nvSpPr>
        <p:spPr/>
        <p:txBody>
          <a:bodyPr/>
          <a:lstStyle/>
          <a:p>
            <a:r>
              <a:rPr lang="nl-NL"/>
              <a:t>SPADE course, July 8-9, 2025</a:t>
            </a:r>
          </a:p>
        </p:txBody>
      </p:sp>
      <p:sp>
        <p:nvSpPr>
          <p:cNvPr id="10" name="Tijdelijke aanduiding voor voettekst 9"/>
          <p:cNvSpPr>
            <a:spLocks noGrp="1"/>
          </p:cNvSpPr>
          <p:nvPr>
            <p:ph type="ftr" sz="quarter" idx="16"/>
          </p:nvPr>
        </p:nvSpPr>
        <p:spPr/>
        <p:txBody>
          <a:bodyPr/>
          <a:lstStyle/>
          <a:p>
            <a:r>
              <a:rPr lang="en-US"/>
              <a:t>SPADE 1-part model daily intakes (Manual, chapter 3)</a:t>
            </a:r>
            <a:endParaRPr lang="nl-NL"/>
          </a:p>
        </p:txBody>
      </p:sp>
      <p:sp>
        <p:nvSpPr>
          <p:cNvPr id="11" name="Tijdelijke aanduiding voor dianummer 10"/>
          <p:cNvSpPr>
            <a:spLocks noGrp="1"/>
          </p:cNvSpPr>
          <p:nvPr>
            <p:ph type="sldNum" sz="quarter" idx="17"/>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16299117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fbeelding hor. kleur zonder titel">
    <p:bg>
      <p:bgRef idx="1001">
        <a:schemeClr val="bg2"/>
      </p:bgRef>
    </p:bg>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lvl1pPr>
              <a:buClr>
                <a:schemeClr val="tx1"/>
              </a:buClr>
              <a:tabLst>
                <a:tab pos="1214438" algn="l"/>
              </a:tabLst>
              <a:defRPr>
                <a:solidFill>
                  <a:schemeClr val="tx1"/>
                </a:solidFill>
              </a:defRPr>
            </a:lvl1pPr>
          </a:lstStyle>
          <a:p>
            <a:r>
              <a:rPr lang="en-US"/>
              <a:t>Click icon to add picture</a:t>
            </a:r>
            <a:endParaRPr lang="nl-NL"/>
          </a:p>
        </p:txBody>
      </p:sp>
      <p:sp>
        <p:nvSpPr>
          <p:cNvPr id="14" name="Tijdelijke aanduiding voor tekst 13"/>
          <p:cNvSpPr>
            <a:spLocks noGrp="1"/>
          </p:cNvSpPr>
          <p:nvPr>
            <p:ph type="body" sz="quarter" idx="13"/>
          </p:nvPr>
        </p:nvSpPr>
        <p:spPr>
          <a:xfrm>
            <a:off x="476250" y="3888001"/>
            <a:ext cx="8192691" cy="2333413"/>
          </a:xfrm>
        </p:spPr>
        <p:txBody>
          <a:bodyPr tIns="50400" numCol="2" spcCol="468000"/>
          <a:lstStyle>
            <a:lvl1pPr>
              <a:buClr>
                <a:schemeClr val="tx1"/>
              </a:buClr>
              <a:defRPr>
                <a:solidFill>
                  <a:schemeClr val="tx1"/>
                </a:solidFill>
              </a:defRPr>
            </a:lvl1pPr>
          </a:lstStyle>
          <a:p>
            <a:pPr lvl="0"/>
            <a:r>
              <a:rPr lang="en-US"/>
              <a:t>Click to edit Master text styles</a:t>
            </a:r>
          </a:p>
        </p:txBody>
      </p:sp>
      <p:sp>
        <p:nvSpPr>
          <p:cNvPr id="8" name="Tijdelijke aanduiding voor datum 7"/>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9" name="Tijdelijke aanduiding voor voettekst 8"/>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0" name="Tijdelijke aanduiding voor dianummer 9"/>
          <p:cNvSpPr>
            <a:spLocks noGrp="1"/>
          </p:cNvSpPr>
          <p:nvPr>
            <p:ph type="sldNum" sz="quarter" idx="17"/>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spTree>
    <p:extLst>
      <p:ext uri="{BB962C8B-B14F-4D97-AF65-F5344CB8AC3E}">
        <p14:creationId xmlns:p14="http://schemas.microsoft.com/office/powerpoint/2010/main" val="191586405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fbeelding hor. wit zonder titel">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p>
            <a:r>
              <a:rPr lang="en-US"/>
              <a:t>Click icon to add picture</a:t>
            </a:r>
            <a:endParaRPr lang="nl-NL"/>
          </a:p>
        </p:txBody>
      </p:sp>
      <p:sp>
        <p:nvSpPr>
          <p:cNvPr id="14" name="Tijdelijke aanduiding voor tekst 13"/>
          <p:cNvSpPr>
            <a:spLocks noGrp="1"/>
          </p:cNvSpPr>
          <p:nvPr>
            <p:ph type="body" sz="quarter" idx="13"/>
          </p:nvPr>
        </p:nvSpPr>
        <p:spPr>
          <a:xfrm>
            <a:off x="476250" y="3888001"/>
            <a:ext cx="8192691" cy="2333413"/>
          </a:xfrm>
        </p:spPr>
        <p:txBody>
          <a:bodyPr tIns="50400" numCol="2" spcCol="468000"/>
          <a:lstStyle/>
          <a:p>
            <a:pPr lvl="0"/>
            <a:r>
              <a:rPr lang="en-US"/>
              <a:t>Click to edit Master text styles</a:t>
            </a:r>
          </a:p>
        </p:txBody>
      </p:sp>
      <p:sp>
        <p:nvSpPr>
          <p:cNvPr id="8" name="Tijdelijke aanduiding voor datum 7"/>
          <p:cNvSpPr>
            <a:spLocks noGrp="1"/>
          </p:cNvSpPr>
          <p:nvPr>
            <p:ph type="dt" sz="half" idx="15"/>
          </p:nvPr>
        </p:nvSpPr>
        <p:spPr/>
        <p:txBody>
          <a:bodyPr/>
          <a:lstStyle/>
          <a:p>
            <a:r>
              <a:rPr lang="nl-NL"/>
              <a:t>SPADE course, July 8-9, 2025</a:t>
            </a:r>
          </a:p>
        </p:txBody>
      </p:sp>
      <p:sp>
        <p:nvSpPr>
          <p:cNvPr id="9" name="Tijdelijke aanduiding voor voettekst 8"/>
          <p:cNvSpPr>
            <a:spLocks noGrp="1"/>
          </p:cNvSpPr>
          <p:nvPr>
            <p:ph type="ftr" sz="quarter" idx="16"/>
          </p:nvPr>
        </p:nvSpPr>
        <p:spPr/>
        <p:txBody>
          <a:bodyPr/>
          <a:lstStyle/>
          <a:p>
            <a:r>
              <a:rPr lang="en-US"/>
              <a:t>SPADE 1-part model daily intakes (Manual, chapter 3)</a:t>
            </a:r>
            <a:endParaRPr lang="nl-NL"/>
          </a:p>
        </p:txBody>
      </p:sp>
      <p:sp>
        <p:nvSpPr>
          <p:cNvPr id="10" name="Tijdelijke aanduiding voor dianummer 9"/>
          <p:cNvSpPr>
            <a:spLocks noGrp="1"/>
          </p:cNvSpPr>
          <p:nvPr>
            <p:ph type="sldNum" sz="quarter" idx="17"/>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0149278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fbeelding horizontaal kleur titel">
    <p:bg>
      <p:bgRef idx="1001">
        <a:schemeClr val="bg2"/>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4"/>
            <a:ext cx="9144000" cy="3430587"/>
          </a:xfrm>
          <a:prstGeom prst="rect">
            <a:avLst/>
          </a:prstGeom>
          <a:noFill/>
        </p:spPr>
        <p:txBody>
          <a:bodyPr vert="horz" wrap="square" lIns="720000" tIns="1152000" rIns="91440" bIns="45720" rtlCol="0">
            <a:noAutofit/>
          </a:bodyPr>
          <a:lstStyle>
            <a:lvl1pPr>
              <a:buClr>
                <a:schemeClr val="tx1"/>
              </a:buClr>
              <a:defRPr lang="nl-NL" dirty="0">
                <a:solidFill>
                  <a:schemeClr val="tx1"/>
                </a:solidFill>
              </a:defRPr>
            </a:lvl1pPr>
          </a:lstStyle>
          <a:p>
            <a:pPr lvl="0"/>
            <a:r>
              <a:rPr lang="en-US"/>
              <a:t>Click icon to add picture</a:t>
            </a:r>
            <a:endParaRPr lang="nl-NL"/>
          </a:p>
        </p:txBody>
      </p:sp>
      <p:sp>
        <p:nvSpPr>
          <p:cNvPr id="2" name="Titel 1"/>
          <p:cNvSpPr>
            <a:spLocks noGrp="1"/>
          </p:cNvSpPr>
          <p:nvPr>
            <p:ph type="title"/>
          </p:nvPr>
        </p:nvSpPr>
        <p:spPr>
          <a:xfrm>
            <a:off x="475200" y="1051200"/>
            <a:ext cx="8193287" cy="946800"/>
          </a:xfrm>
        </p:spPr>
        <p:txBody>
          <a:bodyPr/>
          <a:lstStyle>
            <a:lvl1pPr>
              <a:defRPr>
                <a:solidFill>
                  <a:schemeClr val="tx1"/>
                </a:solidFill>
              </a:defRPr>
            </a:lvl1pPr>
          </a:lstStyle>
          <a:p>
            <a:r>
              <a:rPr lang="en-US"/>
              <a:t>Click to edit Master title style</a:t>
            </a:r>
            <a:endParaRPr lang="nl-NL"/>
          </a:p>
        </p:txBody>
      </p:sp>
      <p:sp>
        <p:nvSpPr>
          <p:cNvPr id="13" name="Tijdelijke aanduiding voor datum 12"/>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14" name="Tijdelijke aanduiding voor voettekst 13"/>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5" name="Tijdelijke aanduiding voor dianummer 14"/>
          <p:cNvSpPr>
            <a:spLocks noGrp="1"/>
          </p:cNvSpPr>
          <p:nvPr>
            <p:ph type="sldNum" sz="quarter" idx="17"/>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spTree>
    <p:extLst>
      <p:ext uri="{BB962C8B-B14F-4D97-AF65-F5344CB8AC3E}">
        <p14:creationId xmlns:p14="http://schemas.microsoft.com/office/powerpoint/2010/main" val="643981941"/>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fbeelding horizontaal wit titel">
    <p:bg>
      <p:bgRef idx="1001">
        <a:schemeClr val="bg1"/>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4"/>
            <a:ext cx="9144000" cy="3430587"/>
          </a:xfrm>
          <a:prstGeom prst="rect">
            <a:avLst/>
          </a:prstGeom>
          <a:noFill/>
        </p:spPr>
        <p:txBody>
          <a:bodyPr vert="horz" wrap="square" lIns="720000" tIns="1152000" rIns="91440" bIns="45720" rtlCol="0">
            <a:noAutofit/>
          </a:bodyPr>
          <a:lstStyle>
            <a:lvl1pPr>
              <a:defRPr lang="nl-NL"/>
            </a:lvl1pPr>
          </a:lstStyle>
          <a:p>
            <a:pPr lvl="0"/>
            <a:r>
              <a:rPr lang="en-US"/>
              <a:t>Click icon to add picture</a:t>
            </a:r>
            <a:endParaRPr lang="nl-NL"/>
          </a:p>
        </p:txBody>
      </p:sp>
      <p:sp>
        <p:nvSpPr>
          <p:cNvPr id="9" name="Titel 8"/>
          <p:cNvSpPr>
            <a:spLocks noGrp="1"/>
          </p:cNvSpPr>
          <p:nvPr>
            <p:ph type="title"/>
          </p:nvPr>
        </p:nvSpPr>
        <p:spPr>
          <a:xfrm>
            <a:off x="475654" y="1051200"/>
            <a:ext cx="8193287" cy="946800"/>
          </a:xfrm>
        </p:spPr>
        <p:txBody>
          <a:bodyPr/>
          <a:lstStyle/>
          <a:p>
            <a:r>
              <a:rPr lang="en-US"/>
              <a:t>Click to edit Master title style</a:t>
            </a:r>
            <a:endParaRPr lang="nl-NL"/>
          </a:p>
        </p:txBody>
      </p:sp>
      <p:sp>
        <p:nvSpPr>
          <p:cNvPr id="5" name="Tijdelijke aanduiding voor datum 4"/>
          <p:cNvSpPr>
            <a:spLocks noGrp="1"/>
          </p:cNvSpPr>
          <p:nvPr>
            <p:ph type="dt" sz="half" idx="15"/>
          </p:nvPr>
        </p:nvSpPr>
        <p:spPr/>
        <p:txBody>
          <a:bodyPr/>
          <a:lstStyle/>
          <a:p>
            <a:r>
              <a:rPr lang="nl-NL"/>
              <a:t>SPADE course, July 8-9, 2025</a:t>
            </a:r>
          </a:p>
        </p:txBody>
      </p:sp>
      <p:sp>
        <p:nvSpPr>
          <p:cNvPr id="6" name="Tijdelijke aanduiding voor voettekst 5"/>
          <p:cNvSpPr>
            <a:spLocks noGrp="1"/>
          </p:cNvSpPr>
          <p:nvPr>
            <p:ph type="ftr" sz="quarter" idx="16"/>
          </p:nvPr>
        </p:nvSpPr>
        <p:spPr/>
        <p:txBody>
          <a:bodyPr/>
          <a:lstStyle/>
          <a:p>
            <a:r>
              <a:rPr lang="en-US"/>
              <a:t>SPADE 1-part model daily intakes (Manual, chapter 3)</a:t>
            </a:r>
            <a:endParaRPr lang="nl-NL"/>
          </a:p>
        </p:txBody>
      </p:sp>
      <p:sp>
        <p:nvSpPr>
          <p:cNvPr id="7" name="Tijdelijke aanduiding voor dianummer 6"/>
          <p:cNvSpPr>
            <a:spLocks noGrp="1"/>
          </p:cNvSpPr>
          <p:nvPr>
            <p:ph type="sldNum" sz="quarter" idx="17"/>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247160081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fbeeldin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2786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fbeelding met titel">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Titel 4"/>
          <p:cNvSpPr>
            <a:spLocks noGrp="1"/>
          </p:cNvSpPr>
          <p:nvPr>
            <p:ph type="title"/>
          </p:nvPr>
        </p:nvSpPr>
        <p:spPr>
          <a:xfrm>
            <a:off x="0" y="5153776"/>
            <a:ext cx="9144000" cy="576000"/>
          </a:xfrm>
          <a:solidFill>
            <a:schemeClr val="tx2"/>
          </a:solidFill>
        </p:spPr>
        <p:txBody>
          <a:bodyPr lIns="756000" anchor="ctr" anchorCtr="0">
            <a:noAutofit/>
          </a:bodyPr>
          <a:lstStyle>
            <a:lvl1pPr algn="l">
              <a:defRPr sz="2400">
                <a:solidFill>
                  <a:schemeClr val="bg1"/>
                </a:solidFill>
              </a:defRPr>
            </a:lvl1pPr>
          </a:lstStyle>
          <a:p>
            <a:r>
              <a:rPr lang="en-US"/>
              <a:t>Click to edit Master title style</a:t>
            </a:r>
            <a:endParaRPr lang="nl-NL"/>
          </a:p>
        </p:txBody>
      </p:sp>
      <p:sp>
        <p:nvSpPr>
          <p:cNvPr id="3" name="Tijdelijke aanduiding voor tekst 2"/>
          <p:cNvSpPr>
            <a:spLocks noGrp="1"/>
          </p:cNvSpPr>
          <p:nvPr>
            <p:ph type="body" sz="quarter" idx="10"/>
          </p:nvPr>
        </p:nvSpPr>
        <p:spPr>
          <a:xfrm>
            <a:off x="0" y="5825413"/>
            <a:ext cx="9144000" cy="396000"/>
          </a:xfrm>
          <a:solidFill>
            <a:schemeClr val="bg1"/>
          </a:solidFill>
        </p:spPr>
        <p:txBody>
          <a:bodyPr lIns="756000" anchor="ctr" anchorCtr="0">
            <a:normAutofit/>
          </a:bodyPr>
          <a:lstStyle>
            <a:lvl1pPr marL="0" indent="0">
              <a:buNone/>
              <a:defRPr sz="1500" i="0">
                <a:solidFill>
                  <a:schemeClr val="tx1"/>
                </a:solidFill>
              </a:defRPr>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Tree>
    <p:extLst>
      <p:ext uri="{BB962C8B-B14F-4D97-AF65-F5344CB8AC3E}">
        <p14:creationId xmlns:p14="http://schemas.microsoft.com/office/powerpoint/2010/main" val="17309465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abel/grafiek">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a:t>Click to edit Master title style</a:t>
            </a:r>
            <a:endParaRPr lang="nl-NL"/>
          </a:p>
        </p:txBody>
      </p:sp>
      <p:sp>
        <p:nvSpPr>
          <p:cNvPr id="3" name="Tijdelijke aanduiding voor inhoud 2"/>
          <p:cNvSpPr>
            <a:spLocks noGrp="1"/>
          </p:cNvSpPr>
          <p:nvPr>
            <p:ph sz="quarter" idx="13"/>
          </p:nvPr>
        </p:nvSpPr>
        <p:spPr>
          <a:xfrm>
            <a:off x="476250" y="2276475"/>
            <a:ext cx="8192691" cy="3944938"/>
          </a:xfrm>
        </p:spPr>
        <p:txBody>
          <a:bodyPr/>
          <a:lstStyle/>
          <a:p>
            <a:pPr lvl="0"/>
            <a:r>
              <a:rPr lang="en-US"/>
              <a:t>Click to edit Master text styles</a:t>
            </a:r>
          </a:p>
        </p:txBody>
      </p:sp>
      <p:sp>
        <p:nvSpPr>
          <p:cNvPr id="10" name="Tijdelijke aanduiding voor datum 9"/>
          <p:cNvSpPr>
            <a:spLocks noGrp="1"/>
          </p:cNvSpPr>
          <p:nvPr>
            <p:ph type="dt" sz="half" idx="14"/>
          </p:nvPr>
        </p:nvSpPr>
        <p:spPr/>
        <p:txBody>
          <a:bodyPr/>
          <a:lstStyle/>
          <a:p>
            <a:r>
              <a:rPr lang="nl-NL"/>
              <a:t>SPADE course, July 8-9, 2025</a:t>
            </a:r>
          </a:p>
        </p:txBody>
      </p:sp>
      <p:sp>
        <p:nvSpPr>
          <p:cNvPr id="11" name="Tijdelijke aanduiding voor voettekst 10"/>
          <p:cNvSpPr>
            <a:spLocks noGrp="1"/>
          </p:cNvSpPr>
          <p:nvPr>
            <p:ph type="ftr" sz="quarter" idx="15"/>
          </p:nvPr>
        </p:nvSpPr>
        <p:spPr/>
        <p:txBody>
          <a:bodyPr/>
          <a:lstStyle/>
          <a:p>
            <a:r>
              <a:rPr lang="en-US"/>
              <a:t>SPADE 1-part model daily intakes (Manual, chapter 3)</a:t>
            </a:r>
            <a:endParaRPr lang="nl-NL"/>
          </a:p>
        </p:txBody>
      </p:sp>
      <p:sp>
        <p:nvSpPr>
          <p:cNvPr id="12" name="Tijdelijke aanduiding voor dianummer 11"/>
          <p:cNvSpPr>
            <a:spLocks noGrp="1"/>
          </p:cNvSpPr>
          <p:nvPr>
            <p:ph type="sldNum" sz="quarter" idx="16"/>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3124271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el/grafiek met bijschrift">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a:t>Click to edit Master title style</a:t>
            </a:r>
            <a:endParaRPr lang="nl-NL"/>
          </a:p>
        </p:txBody>
      </p:sp>
      <p:sp>
        <p:nvSpPr>
          <p:cNvPr id="3" name="Tijdelijke aanduiding voor tekst 2"/>
          <p:cNvSpPr>
            <a:spLocks noGrp="1"/>
          </p:cNvSpPr>
          <p:nvPr>
            <p:ph type="body" sz="quarter" idx="14"/>
          </p:nvPr>
        </p:nvSpPr>
        <p:spPr>
          <a:xfrm>
            <a:off x="5969144" y="2276475"/>
            <a:ext cx="2700000" cy="3937000"/>
          </a:xfrm>
        </p:spPr>
        <p:txBody>
          <a:bodyPr/>
          <a:lstStyle>
            <a:lvl1pPr marL="0" indent="0">
              <a:buNone/>
              <a:defRPr sz="1500"/>
            </a:lvl1pPr>
            <a:lvl2pPr marL="234900" indent="0">
              <a:buNone/>
              <a:defRPr sz="1350"/>
            </a:lvl2pPr>
            <a:lvl3pPr marL="472500" indent="0">
              <a:buNone/>
              <a:defRPr sz="1200"/>
            </a:lvl3pPr>
            <a:lvl4pPr marL="707400" indent="0">
              <a:buNone/>
              <a:defRPr sz="1200"/>
            </a:lvl4pPr>
            <a:lvl5pPr marL="945000" indent="0">
              <a:buNone/>
              <a:defRPr/>
            </a:lvl5pPr>
          </a:lstStyle>
          <a:p>
            <a:pPr lvl="0"/>
            <a:r>
              <a:rPr lang="en-US"/>
              <a:t>Click to edit Master text styles</a:t>
            </a:r>
          </a:p>
        </p:txBody>
      </p:sp>
      <p:sp>
        <p:nvSpPr>
          <p:cNvPr id="9" name="Tijdelijke aanduiding voor inhoud 8"/>
          <p:cNvSpPr>
            <a:spLocks noGrp="1"/>
          </p:cNvSpPr>
          <p:nvPr>
            <p:ph sz="quarter" idx="15"/>
          </p:nvPr>
        </p:nvSpPr>
        <p:spPr>
          <a:xfrm>
            <a:off x="476250" y="2276475"/>
            <a:ext cx="5384223" cy="3944938"/>
          </a:xfrm>
        </p:spPr>
        <p:txBody>
          <a:bodyPr/>
          <a:lstStyle/>
          <a:p>
            <a:pPr lvl="0"/>
            <a:r>
              <a:rPr lang="en-US"/>
              <a:t>Click to edit Master text styles</a:t>
            </a:r>
          </a:p>
        </p:txBody>
      </p:sp>
      <p:sp>
        <p:nvSpPr>
          <p:cNvPr id="11" name="Tijdelijke aanduiding voor datum 10"/>
          <p:cNvSpPr>
            <a:spLocks noGrp="1"/>
          </p:cNvSpPr>
          <p:nvPr>
            <p:ph type="dt" sz="half" idx="16"/>
          </p:nvPr>
        </p:nvSpPr>
        <p:spPr/>
        <p:txBody>
          <a:bodyPr/>
          <a:lstStyle/>
          <a:p>
            <a:r>
              <a:rPr lang="nl-NL"/>
              <a:t>SPADE course, July 8-9, 2025</a:t>
            </a:r>
          </a:p>
        </p:txBody>
      </p:sp>
      <p:sp>
        <p:nvSpPr>
          <p:cNvPr id="12" name="Tijdelijke aanduiding voor voettekst 11"/>
          <p:cNvSpPr>
            <a:spLocks noGrp="1"/>
          </p:cNvSpPr>
          <p:nvPr>
            <p:ph type="ftr" sz="quarter" idx="17"/>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8"/>
          </p:nvPr>
        </p:nvSpPr>
        <p:spPr/>
        <p:txBody>
          <a:bodyPr/>
          <a:lstStyle/>
          <a:p>
            <a:fld id="{08D23ADD-093A-498F-9D10-305EE9E97437}" type="slidenum">
              <a:rPr lang="nl-NL" smtClean="0"/>
              <a:pPr/>
              <a:t>‹#›</a:t>
            </a:fld>
            <a:endParaRPr lang="nl-NL"/>
          </a:p>
        </p:txBody>
      </p:sp>
    </p:spTree>
    <p:extLst>
      <p:ext uri="{BB962C8B-B14F-4D97-AF65-F5344CB8AC3E}">
        <p14:creationId xmlns:p14="http://schemas.microsoft.com/office/powerpoint/2010/main" val="38285431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abel/grafiek verticaal">
    <p:spTree>
      <p:nvGrpSpPr>
        <p:cNvPr id="1" name=""/>
        <p:cNvGrpSpPr/>
        <p:nvPr/>
      </p:nvGrpSpPr>
      <p:grpSpPr>
        <a:xfrm>
          <a:off x="0" y="0"/>
          <a:ext cx="0" cy="0"/>
          <a:chOff x="0" y="0"/>
          <a:chExt cx="0" cy="0"/>
        </a:xfrm>
      </p:grpSpPr>
      <p:sp>
        <p:nvSpPr>
          <p:cNvPr id="7" name="Rechthoek 6"/>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4"/>
          </p:nvPr>
        </p:nvSpPr>
        <p:spPr>
          <a:xfrm>
            <a:off x="4912518" y="2289600"/>
            <a:ext cx="3753000" cy="3931813"/>
          </a:xfrm>
        </p:spPr>
        <p:txBody>
          <a:bodyPr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2" name="Titel 1"/>
          <p:cNvSpPr>
            <a:spLocks noGrp="1"/>
          </p:cNvSpPr>
          <p:nvPr>
            <p:ph type="title"/>
          </p:nvPr>
        </p:nvSpPr>
        <p:spPr>
          <a:xfrm>
            <a:off x="4912518" y="1051201"/>
            <a:ext cx="3753000" cy="948047"/>
          </a:xfrm>
        </p:spPr>
        <p:txBody>
          <a:bodyPr/>
          <a:lstStyle>
            <a:lvl1pPr>
              <a:defRPr>
                <a:solidFill>
                  <a:schemeClr val="bg1"/>
                </a:solidFill>
              </a:defRPr>
            </a:lvl1pPr>
          </a:lstStyle>
          <a:p>
            <a:r>
              <a:rPr lang="en-US"/>
              <a:t>Click to edit Master title style</a:t>
            </a:r>
            <a:endParaRPr lang="nl-NL"/>
          </a:p>
        </p:txBody>
      </p:sp>
      <p:sp>
        <p:nvSpPr>
          <p:cNvPr id="9" name="Tijdelijke aanduiding voor inhoud 8"/>
          <p:cNvSpPr>
            <a:spLocks noGrp="1"/>
          </p:cNvSpPr>
          <p:nvPr>
            <p:ph sz="quarter" idx="19"/>
          </p:nvPr>
        </p:nvSpPr>
        <p:spPr>
          <a:xfrm>
            <a:off x="476250" y="1066800"/>
            <a:ext cx="3752850" cy="5154613"/>
          </a:xfrm>
        </p:spPr>
        <p:txBody>
          <a:bodyPr/>
          <a:lstStyle/>
          <a:p>
            <a:pPr lvl="0"/>
            <a:r>
              <a:rPr lang="en-US"/>
              <a:t>Click to edit Master text styles</a:t>
            </a:r>
          </a:p>
        </p:txBody>
      </p:sp>
      <p:sp>
        <p:nvSpPr>
          <p:cNvPr id="14" name="Tijdelijke aanduiding voor datum 13"/>
          <p:cNvSpPr>
            <a:spLocks noGrp="1"/>
          </p:cNvSpPr>
          <p:nvPr>
            <p:ph type="dt" sz="half" idx="20"/>
          </p:nvPr>
        </p:nvSpPr>
        <p:spPr/>
        <p:txBody>
          <a:bodyPr/>
          <a:lstStyle/>
          <a:p>
            <a:r>
              <a:rPr lang="nl-NL"/>
              <a:t>SPADE course, July 8-9, 2025</a:t>
            </a:r>
          </a:p>
        </p:txBody>
      </p:sp>
      <p:sp>
        <p:nvSpPr>
          <p:cNvPr id="15" name="Tijdelijke aanduiding voor voettekst 14"/>
          <p:cNvSpPr>
            <a:spLocks noGrp="1"/>
          </p:cNvSpPr>
          <p:nvPr>
            <p:ph type="ftr" sz="quarter" idx="21"/>
          </p:nvPr>
        </p:nvSpPr>
        <p:spPr/>
        <p:txBody>
          <a:bodyPr/>
          <a:lstStyle/>
          <a:p>
            <a:r>
              <a:rPr lang="en-US"/>
              <a:t>SPADE 1-part model daily intakes (Manual, chapter 3)</a:t>
            </a:r>
            <a:endParaRPr lang="nl-NL"/>
          </a:p>
        </p:txBody>
      </p:sp>
      <p:sp>
        <p:nvSpPr>
          <p:cNvPr id="16" name="Tijdelijke aanduiding voor dianummer 15"/>
          <p:cNvSpPr>
            <a:spLocks noGrp="1"/>
          </p:cNvSpPr>
          <p:nvPr>
            <p:ph type="sldNum" sz="quarter" idx="22"/>
          </p:nvPr>
        </p:nvSpPr>
        <p:spPr/>
        <p:txBody>
          <a:bodyPr/>
          <a:lstStyle>
            <a:lvl1pPr>
              <a:defRPr>
                <a:solidFill>
                  <a:schemeClr val="bg1">
                    <a:lumMod val="65000"/>
                  </a:schemeClr>
                </a:solidFill>
              </a:defRPr>
            </a:lvl1pPr>
          </a:lstStyle>
          <a:p>
            <a:fld id="{08D23ADD-093A-498F-9D10-305EE9E97437}" type="slidenum">
              <a:rPr lang="nl-NL" smtClean="0"/>
              <a:pPr/>
              <a:t>‹#›</a:t>
            </a:fld>
            <a:endParaRPr lang="nl-NL"/>
          </a:p>
        </p:txBody>
      </p:sp>
      <p:pic>
        <p:nvPicPr>
          <p:cNvPr id="11" name="Afbeelding 10">
            <a:extLst>
              <a:ext uri="{FF2B5EF4-FFF2-40B4-BE49-F238E27FC236}">
                <a16:creationId xmlns:a16="http://schemas.microsoft.com/office/drawing/2014/main" id="{9C958710-A035-984C-9963-9997447062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944462672"/>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act A">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476250" y="1875617"/>
            <a:ext cx="8192691" cy="1551796"/>
          </a:xfrm>
        </p:spPr>
        <p:txBody>
          <a:bodyPr anchor="ctr" anchorCtr="0">
            <a:normAutofit/>
          </a:bodyPr>
          <a:lstStyle>
            <a:lvl1pPr>
              <a:defRPr sz="36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3867565" y="3846022"/>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3867565" y="4639509"/>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3867565" y="5405528"/>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3408586" y="3921366"/>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3408586" y="4707382"/>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3408586" y="5480872"/>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7" name="Tijdelijke aanduiding voor datum 6"/>
          <p:cNvSpPr>
            <a:spLocks noGrp="1"/>
          </p:cNvSpPr>
          <p:nvPr>
            <p:ph type="dt" sz="half" idx="22"/>
          </p:nvPr>
        </p:nvSpPr>
        <p:spPr/>
        <p:txBody>
          <a:bodyPr/>
          <a:lstStyle/>
          <a:p>
            <a:r>
              <a:rPr lang="nl-NL"/>
              <a:t>SPADE course, July 8-9, 2025</a:t>
            </a:r>
          </a:p>
        </p:txBody>
      </p:sp>
      <p:sp>
        <p:nvSpPr>
          <p:cNvPr id="8" name="Tijdelijke aanduiding voor voettekst 7"/>
          <p:cNvSpPr>
            <a:spLocks noGrp="1"/>
          </p:cNvSpPr>
          <p:nvPr>
            <p:ph type="ftr" sz="quarter" idx="23"/>
          </p:nvPr>
        </p:nvSpPr>
        <p:spPr/>
        <p:txBody>
          <a:bodyPr/>
          <a:lstStyle/>
          <a:p>
            <a:r>
              <a:rPr lang="en-US"/>
              <a:t>SPADE 1-part model daily intakes (Manual, chapter 3)</a:t>
            </a:r>
            <a:endParaRPr lang="nl-NL"/>
          </a:p>
        </p:txBody>
      </p:sp>
      <p:sp>
        <p:nvSpPr>
          <p:cNvPr id="9" name="Tijdelijke aanduiding voor dianummer 8"/>
          <p:cNvSpPr>
            <a:spLocks noGrp="1"/>
          </p:cNvSpPr>
          <p:nvPr>
            <p:ph type="sldNum" sz="quarter" idx="24"/>
          </p:nvPr>
        </p:nvSpPr>
        <p:spPr/>
        <p:txBody>
          <a:bodyPr/>
          <a:lstStyle/>
          <a:p>
            <a:fld id="{08D23ADD-093A-498F-9D10-305EE9E97437}" type="slidenum">
              <a:rPr lang="nl-NL" smtClean="0"/>
              <a:pPr/>
              <a:t>‹#›</a:t>
            </a:fld>
            <a:endParaRPr lang="nl-NL"/>
          </a:p>
        </p:txBody>
      </p:sp>
      <p:pic>
        <p:nvPicPr>
          <p:cNvPr id="14" name="Afbeelding 13">
            <a:extLst>
              <a:ext uri="{FF2B5EF4-FFF2-40B4-BE49-F238E27FC236}">
                <a16:creationId xmlns:a16="http://schemas.microsoft.com/office/drawing/2014/main" id="{E085C342-F410-1C42-BBE9-52289EFE77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3566452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act B">
    <p:spTree>
      <p:nvGrpSpPr>
        <p:cNvPr id="1" name=""/>
        <p:cNvGrpSpPr/>
        <p:nvPr/>
      </p:nvGrpSpPr>
      <p:grpSpPr>
        <a:xfrm>
          <a:off x="0" y="0"/>
          <a:ext cx="0" cy="0"/>
          <a:chOff x="0" y="0"/>
          <a:chExt cx="0" cy="0"/>
        </a:xfrm>
      </p:grpSpPr>
      <p:sp>
        <p:nvSpPr>
          <p:cNvPr id="6" name="Rechthoek 5"/>
          <p:cNvSpPr/>
          <p:nvPr/>
        </p:nvSpPr>
        <p:spPr>
          <a:xfrm>
            <a:off x="0" y="-1"/>
            <a:ext cx="4572000"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476250" y="2565400"/>
            <a:ext cx="3752850" cy="1727200"/>
          </a:xfrm>
        </p:spPr>
        <p:txBody>
          <a:bodyPr anchor="ctr" anchorCtr="0">
            <a:normAutofit/>
          </a:bodyPr>
          <a:lstStyle>
            <a:lvl1pPr>
              <a:defRPr sz="36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5382214" y="2286000"/>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5382214" y="3079487"/>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5382214" y="3845506"/>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4923235" y="2361344"/>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4923235" y="3147360"/>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4923235" y="3920850"/>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7" name="Tijdelijke aanduiding voor datum 6"/>
          <p:cNvSpPr>
            <a:spLocks noGrp="1"/>
          </p:cNvSpPr>
          <p:nvPr>
            <p:ph type="dt" sz="half" idx="22"/>
          </p:nvPr>
        </p:nvSpPr>
        <p:spPr/>
        <p:txBody>
          <a:bodyPr/>
          <a:lstStyle>
            <a:lvl1pPr>
              <a:defRPr>
                <a:solidFill>
                  <a:schemeClr val="bg1">
                    <a:lumMod val="65000"/>
                  </a:schemeClr>
                </a:solidFill>
              </a:defRPr>
            </a:lvl1pPr>
          </a:lstStyle>
          <a:p>
            <a:r>
              <a:rPr lang="nl-NL"/>
              <a:t>SPADE course, July 8-9, 2025</a:t>
            </a:r>
          </a:p>
        </p:txBody>
      </p:sp>
      <p:sp>
        <p:nvSpPr>
          <p:cNvPr id="8" name="Tijdelijke aanduiding voor voettekst 7"/>
          <p:cNvSpPr>
            <a:spLocks noGrp="1"/>
          </p:cNvSpPr>
          <p:nvPr>
            <p:ph type="ftr" sz="quarter" idx="23"/>
          </p:nvPr>
        </p:nvSpPr>
        <p:spPr/>
        <p:txBody>
          <a:bodyPr/>
          <a:lstStyle>
            <a:lvl1pPr>
              <a:defRPr>
                <a:solidFill>
                  <a:schemeClr val="bg1">
                    <a:lumMod val="65000"/>
                  </a:schemeClr>
                </a:solidFill>
              </a:defRPr>
            </a:lvl1pPr>
          </a:lstStyle>
          <a:p>
            <a:r>
              <a:rPr lang="en-US"/>
              <a:t>SPADE 1-part model daily intakes (Manual, chapter 3)</a:t>
            </a:r>
            <a:endParaRPr lang="nl-NL"/>
          </a:p>
        </p:txBody>
      </p:sp>
      <p:sp>
        <p:nvSpPr>
          <p:cNvPr id="9" name="Tijdelijke aanduiding voor dianummer 8"/>
          <p:cNvSpPr>
            <a:spLocks noGrp="1"/>
          </p:cNvSpPr>
          <p:nvPr>
            <p:ph type="sldNum" sz="quarter" idx="24"/>
          </p:nvPr>
        </p:nvSpPr>
        <p:spPr/>
        <p:txBody>
          <a:bodyPr/>
          <a:lstStyle/>
          <a:p>
            <a:fld id="{08D23ADD-093A-498F-9D10-305EE9E97437}" type="slidenum">
              <a:rPr lang="nl-NL" smtClean="0"/>
              <a:pPr/>
              <a:t>‹#›</a:t>
            </a:fld>
            <a:endParaRPr lang="nl-NL"/>
          </a:p>
        </p:txBody>
      </p:sp>
      <p:pic>
        <p:nvPicPr>
          <p:cNvPr id="14" name="Afbeelding 13">
            <a:extLst>
              <a:ext uri="{FF2B5EF4-FFF2-40B4-BE49-F238E27FC236}">
                <a16:creationId xmlns:a16="http://schemas.microsoft.com/office/drawing/2014/main" id="{2C36848C-75BB-B944-BBD6-880B1B12C7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31142101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act C">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76250" y="1875618"/>
            <a:ext cx="8192691" cy="1551795"/>
          </a:xfrm>
        </p:spPr>
        <p:txBody>
          <a:bodyPr anchor="ctr" anchorCtr="0">
            <a:normAutofit/>
          </a:bodyPr>
          <a:lstStyle>
            <a:lvl1pPr>
              <a:defRPr sz="3600">
                <a:solidFill>
                  <a:schemeClr val="tx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3168235" y="3846022"/>
            <a:ext cx="3510000" cy="691884"/>
          </a:xfrm>
        </p:spPr>
        <p:txBody>
          <a:bodyPr numCol="1" spcCol="180000" anchor="ctr" anchorCtr="0">
            <a:normAutofit/>
          </a:bodyPr>
          <a:lstStyle>
            <a:lvl1pPr marL="0" indent="0">
              <a:buNone/>
              <a:defRPr sz="1500" i="0">
                <a:solidFill>
                  <a:schemeClr val="tx1"/>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3168235" y="4639509"/>
            <a:ext cx="3510000" cy="691884"/>
          </a:xfrm>
        </p:spPr>
        <p:txBody>
          <a:bodyPr numCol="1" spcCol="180000" anchor="ctr" anchorCtr="0">
            <a:normAutofit/>
          </a:bodyPr>
          <a:lstStyle>
            <a:lvl1pPr marL="0" indent="0">
              <a:buNone/>
              <a:defRPr sz="1500" i="0">
                <a:solidFill>
                  <a:schemeClr val="tx1"/>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3168235" y="5405528"/>
            <a:ext cx="3510000" cy="691884"/>
          </a:xfrm>
        </p:spPr>
        <p:txBody>
          <a:bodyPr numCol="1" spcCol="180000" anchor="ctr" anchorCtr="0">
            <a:normAutofit/>
          </a:bodyPr>
          <a:lstStyle>
            <a:lvl1pPr marL="0" indent="0">
              <a:buNone/>
              <a:defRPr sz="1500" i="0">
                <a:solidFill>
                  <a:schemeClr val="tx1"/>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2709256" y="3921366"/>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2709256" y="4707382"/>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2709256" y="5480872"/>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6" name="Tijdelijke aanduiding voor datum 5"/>
          <p:cNvSpPr>
            <a:spLocks noGrp="1"/>
          </p:cNvSpPr>
          <p:nvPr>
            <p:ph type="dt" sz="half" idx="22"/>
          </p:nvPr>
        </p:nvSpPr>
        <p:spPr/>
        <p:txBody>
          <a:bodyPr/>
          <a:lstStyle>
            <a:lvl1pPr>
              <a:defRPr>
                <a:solidFill>
                  <a:schemeClr val="tx1">
                    <a:lumMod val="65000"/>
                  </a:schemeClr>
                </a:solidFill>
              </a:defRPr>
            </a:lvl1pPr>
          </a:lstStyle>
          <a:p>
            <a:r>
              <a:rPr lang="nl-NL"/>
              <a:t>SPADE course, July 8-9, 2025</a:t>
            </a:r>
          </a:p>
        </p:txBody>
      </p:sp>
      <p:sp>
        <p:nvSpPr>
          <p:cNvPr id="7" name="Tijdelijke aanduiding voor voettekst 6"/>
          <p:cNvSpPr>
            <a:spLocks noGrp="1"/>
          </p:cNvSpPr>
          <p:nvPr>
            <p:ph type="ftr" sz="quarter" idx="23"/>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8" name="Tijdelijke aanduiding voor dianummer 7"/>
          <p:cNvSpPr>
            <a:spLocks noGrp="1"/>
          </p:cNvSpPr>
          <p:nvPr>
            <p:ph type="sldNum" sz="quarter" idx="24"/>
          </p:nvPr>
        </p:nvSpPr>
        <p:spPr/>
        <p:txBody>
          <a:bodyPr/>
          <a:lstStyle>
            <a:lvl1pPr>
              <a:defRPr>
                <a:solidFill>
                  <a:schemeClr val="tx1">
                    <a:lumMod val="65000"/>
                  </a:schemeClr>
                </a:solidFill>
              </a:defRPr>
            </a:lvl1pPr>
          </a:lstStyle>
          <a:p>
            <a:fld id="{08D23ADD-093A-498F-9D10-305EE9E97437}" type="slidenum">
              <a:rPr lang="nl-NL" smtClean="0"/>
              <a:pPr/>
              <a:t>‹#›</a:t>
            </a:fld>
            <a:endParaRPr lang="nl-NL"/>
          </a:p>
        </p:txBody>
      </p:sp>
      <p:pic>
        <p:nvPicPr>
          <p:cNvPr id="13" name="Afbeelding 12">
            <a:extLst>
              <a:ext uri="{FF2B5EF4-FFF2-40B4-BE49-F238E27FC236}">
                <a16:creationId xmlns:a16="http://schemas.microsoft.com/office/drawing/2014/main" id="{E2424C08-D06D-F64A-B964-B229C0F5B8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338082049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lgn="r">
              <a:defRPr/>
            </a:lvl1pPr>
          </a:lstStyle>
          <a:p>
            <a:r>
              <a:rPr lang="nl-NL"/>
              <a:t>SPADE course, July 8-9, 2025</a:t>
            </a:r>
          </a:p>
        </p:txBody>
      </p:sp>
      <p:sp>
        <p:nvSpPr>
          <p:cNvPr id="5" name="Footer Placeholder 4"/>
          <p:cNvSpPr>
            <a:spLocks noGrp="1"/>
          </p:cNvSpPr>
          <p:nvPr>
            <p:ph type="ftr" sz="quarter" idx="11"/>
          </p:nvPr>
        </p:nvSpPr>
        <p:spPr/>
        <p:txBody>
          <a:bodyPr/>
          <a:lstStyle>
            <a:lvl1pPr>
              <a:defRPr/>
            </a:lvl1pPr>
          </a:lstStyle>
          <a:p>
            <a:r>
              <a:rPr lang="en-US"/>
              <a:t>SPADE 1-part model daily intakes (Manual, chapter 3)</a:t>
            </a:r>
            <a:endParaRPr lang="nl-NL"/>
          </a:p>
        </p:txBody>
      </p:sp>
      <p:sp>
        <p:nvSpPr>
          <p:cNvPr id="6" name="Slide Number Placeholder 5"/>
          <p:cNvSpPr>
            <a:spLocks noGrp="1"/>
          </p:cNvSpPr>
          <p:nvPr>
            <p:ph type="sldNum" sz="quarter" idx="12"/>
          </p:nvPr>
        </p:nvSpPr>
        <p:spPr/>
        <p:txBody>
          <a:bodyPr/>
          <a:lstStyle>
            <a:lvl1pPr>
              <a:defRPr/>
            </a:lvl1pPr>
          </a:lstStyle>
          <a:p>
            <a:fld id="{8FC21E99-CB6E-4E1C-8709-25BF64FEA530}" type="slidenum">
              <a:rPr lang="nl-NL"/>
              <a:pPr/>
              <a:t>‹#›</a:t>
            </a:fld>
            <a:endParaRPr lang="nl-NL"/>
          </a:p>
        </p:txBody>
      </p:sp>
    </p:spTree>
    <p:extLst>
      <p:ext uri="{BB962C8B-B14F-4D97-AF65-F5344CB8AC3E}">
        <p14:creationId xmlns:p14="http://schemas.microsoft.com/office/powerpoint/2010/main" val="21899562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5775" y="1844675"/>
            <a:ext cx="4010025"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44675"/>
            <a:ext cx="4010025"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lgn="r"/>
            <a:r>
              <a:rPr lang="nl-NL"/>
              <a:t>SPADE course, July 8-9, 2025</a:t>
            </a:r>
          </a:p>
        </p:txBody>
      </p:sp>
      <p:sp>
        <p:nvSpPr>
          <p:cNvPr id="6" name="Footer Placeholder 5"/>
          <p:cNvSpPr>
            <a:spLocks noGrp="1"/>
          </p:cNvSpPr>
          <p:nvPr>
            <p:ph type="ftr" sz="quarter" idx="11"/>
          </p:nvPr>
        </p:nvSpPr>
        <p:spPr/>
        <p:txBody>
          <a:bodyPr/>
          <a:lstStyle>
            <a:lvl1pPr>
              <a:defRPr/>
            </a:lvl1pPr>
          </a:lstStyle>
          <a:p>
            <a:r>
              <a:rPr lang="en-US"/>
              <a:t>SPADE 1-part model daily intakes (Manual, chapter 3)</a:t>
            </a:r>
            <a:endParaRPr lang="nl-NL"/>
          </a:p>
        </p:txBody>
      </p:sp>
      <p:sp>
        <p:nvSpPr>
          <p:cNvPr id="7" name="Slide Number Placeholder 6"/>
          <p:cNvSpPr>
            <a:spLocks noGrp="1"/>
          </p:cNvSpPr>
          <p:nvPr>
            <p:ph type="sldNum" sz="quarter" idx="12"/>
          </p:nvPr>
        </p:nvSpPr>
        <p:spPr/>
        <p:txBody>
          <a:bodyPr/>
          <a:lstStyle>
            <a:lvl1pPr>
              <a:defRPr/>
            </a:lvl1pPr>
          </a:lstStyle>
          <a:p>
            <a:fld id="{EA42A785-64EA-4B8F-81CD-7A67EAD0729B}" type="slidenum">
              <a:rPr lang="nl-NL"/>
              <a:pPr/>
              <a:t>‹#›</a:t>
            </a:fld>
            <a:endParaRPr lang="nl-NL"/>
          </a:p>
        </p:txBody>
      </p:sp>
    </p:spTree>
    <p:extLst>
      <p:ext uri="{BB962C8B-B14F-4D97-AF65-F5344CB8AC3E}">
        <p14:creationId xmlns:p14="http://schemas.microsoft.com/office/powerpoint/2010/main" val="8765339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4915941" y="1882800"/>
            <a:ext cx="3753000" cy="2336400"/>
          </a:xfrm>
        </p:spPr>
        <p:txBody>
          <a:bodyPr tIns="90000" bIns="90000" anchor="b">
            <a:normAutofit/>
          </a:bodyPr>
          <a:lstStyle>
            <a:lvl1pPr algn="l">
              <a:defRPr sz="2700">
                <a:solidFill>
                  <a:schemeClr val="tx1"/>
                </a:solidFill>
              </a:defRPr>
            </a:lvl1pPr>
          </a:lstStyle>
          <a:p>
            <a:r>
              <a:rPr lang="en-US"/>
              <a:t>Click to edit Master title style</a:t>
            </a:r>
            <a:endParaRPr lang="nl-NL"/>
          </a:p>
        </p:txBody>
      </p:sp>
      <p:sp>
        <p:nvSpPr>
          <p:cNvPr id="3" name="Ondertitel 2"/>
          <p:cNvSpPr>
            <a:spLocks noGrp="1"/>
          </p:cNvSpPr>
          <p:nvPr>
            <p:ph type="subTitle" idx="1"/>
          </p:nvPr>
        </p:nvSpPr>
        <p:spPr>
          <a:xfrm>
            <a:off x="4915941" y="4215600"/>
            <a:ext cx="3753000" cy="1339200"/>
          </a:xfrm>
        </p:spPr>
        <p:txBody>
          <a:bodyPr lIns="104400" tIns="90000" rIns="90000" bIns="46800"/>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pic>
        <p:nvPicPr>
          <p:cNvPr id="5" name="Afbeelding 4">
            <a:extLst>
              <a:ext uri="{FF2B5EF4-FFF2-40B4-BE49-F238E27FC236}">
                <a16:creationId xmlns:a16="http://schemas.microsoft.com/office/drawing/2014/main" id="{5EBE4755-54A0-BE4A-A1D1-44625DF7DD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6" name="Afbeelding 5">
            <a:extLst>
              <a:ext uri="{FF2B5EF4-FFF2-40B4-BE49-F238E27FC236}">
                <a16:creationId xmlns:a16="http://schemas.microsoft.com/office/drawing/2014/main" id="{7698AD6E-795F-3C41-A601-70EF331F67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1319" y="-13176"/>
            <a:ext cx="2745298" cy="1563392"/>
          </a:xfrm>
          <a:prstGeom prst="rect">
            <a:avLst/>
          </a:prstGeom>
        </p:spPr>
      </p:pic>
    </p:spTree>
    <p:extLst>
      <p:ext uri="{BB962C8B-B14F-4D97-AF65-F5344CB8AC3E}">
        <p14:creationId xmlns:p14="http://schemas.microsoft.com/office/powerpoint/2010/main" val="29068736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numCol="2" spcCol="468000"/>
          <a:lstStyle/>
          <a:p>
            <a:pPr lvl="0"/>
            <a:r>
              <a:rPr lang="en-US"/>
              <a:t>Click to edit Master text styles</a:t>
            </a:r>
          </a:p>
        </p:txBody>
      </p:sp>
      <p:sp>
        <p:nvSpPr>
          <p:cNvPr id="2" name="Titel 1"/>
          <p:cNvSpPr>
            <a:spLocks noGrp="1"/>
          </p:cNvSpPr>
          <p:nvPr>
            <p:ph type="title"/>
          </p:nvPr>
        </p:nvSpPr>
        <p:spPr/>
        <p:txBody>
          <a:bodyPr/>
          <a:lstStyle/>
          <a:p>
            <a:r>
              <a:rPr lang="en-US"/>
              <a:t>Click to edit Master title style</a:t>
            </a:r>
            <a:endParaRPr lang="nl-NL"/>
          </a:p>
        </p:txBody>
      </p:sp>
      <p:sp>
        <p:nvSpPr>
          <p:cNvPr id="13" name="Tijdelijke aanduiding voor datum 12"/>
          <p:cNvSpPr>
            <a:spLocks noGrp="1"/>
          </p:cNvSpPr>
          <p:nvPr>
            <p:ph type="dt" sz="half" idx="10"/>
          </p:nvPr>
        </p:nvSpPr>
        <p:spPr/>
        <p:txBody>
          <a:bodyPr/>
          <a:lstStyle/>
          <a:p>
            <a:r>
              <a:rPr lang="nl-NL"/>
              <a:t>SPADE course, July 8-9, 2025</a:t>
            </a:r>
          </a:p>
        </p:txBody>
      </p:sp>
      <p:sp>
        <p:nvSpPr>
          <p:cNvPr id="14" name="Tijdelijke aanduiding voor voettekst 13"/>
          <p:cNvSpPr>
            <a:spLocks noGrp="1"/>
          </p:cNvSpPr>
          <p:nvPr>
            <p:ph type="ftr" sz="quarter" idx="11"/>
          </p:nvPr>
        </p:nvSpPr>
        <p:spPr/>
        <p:txBody>
          <a:bodyPr/>
          <a:lstStyle/>
          <a:p>
            <a:r>
              <a:rPr lang="en-US"/>
              <a:t>SPADE 1-part model daily intakes (Manual, chapter 3)</a:t>
            </a:r>
            <a:endParaRPr lang="nl-NL"/>
          </a:p>
        </p:txBody>
      </p:sp>
      <p:sp>
        <p:nvSpPr>
          <p:cNvPr id="15" name="Tijdelijke aanduiding voor dianummer 14"/>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6646649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eldia afbeelding verticaal">
    <p:spTree>
      <p:nvGrpSpPr>
        <p:cNvPr id="1" name=""/>
        <p:cNvGrpSpPr/>
        <p:nvPr/>
      </p:nvGrpSpPr>
      <p:grpSpPr>
        <a:xfrm>
          <a:off x="0" y="0"/>
          <a:ext cx="0" cy="0"/>
          <a:chOff x="0" y="0"/>
          <a:chExt cx="0" cy="0"/>
        </a:xfrm>
      </p:grpSpPr>
      <p:sp>
        <p:nvSpPr>
          <p:cNvPr id="16" name="Rechthoek 15"/>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pic>
        <p:nvPicPr>
          <p:cNvPr id="13" name="Afbeelding 1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24" name="Tijdelijke aanduiding voor tekst 16"/>
          <p:cNvSpPr>
            <a:spLocks noGrp="1"/>
          </p:cNvSpPr>
          <p:nvPr>
            <p:ph type="body" sz="quarter" idx="21" hasCustomPrompt="1"/>
          </p:nvPr>
        </p:nvSpPr>
        <p:spPr>
          <a:xfrm>
            <a:off x="4914900" y="5832053"/>
            <a:ext cx="3753000" cy="389360"/>
          </a:xfrm>
        </p:spPr>
        <p:txBody>
          <a:bodyPr lIns="118800" anchor="b" anchorCtr="0">
            <a:noAutofit/>
          </a:bodyPr>
          <a:lstStyle>
            <a:lvl1pPr marL="0" indent="0">
              <a:buNone/>
              <a:defRPr sz="1200">
                <a:solidFill>
                  <a:schemeClr val="bg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11" name="Tijdelijke aanduiding voor datum 10"/>
          <p:cNvSpPr>
            <a:spLocks noGrp="1"/>
          </p:cNvSpPr>
          <p:nvPr>
            <p:ph type="dt" sz="half" idx="23"/>
          </p:nvPr>
        </p:nvSpPr>
        <p:spPr/>
        <p:txBody>
          <a:bodyPr/>
          <a:lstStyle/>
          <a:p>
            <a:r>
              <a:rPr lang="nl-NL"/>
              <a:t>SPADE course, July 8-9, 2025</a:t>
            </a:r>
          </a:p>
        </p:txBody>
      </p:sp>
      <p:sp>
        <p:nvSpPr>
          <p:cNvPr id="12" name="Tijdelijke aanduiding voor voettekst 11"/>
          <p:cNvSpPr>
            <a:spLocks noGrp="1"/>
          </p:cNvSpPr>
          <p:nvPr>
            <p:ph type="ftr" sz="quarter" idx="24"/>
          </p:nvPr>
        </p:nvSpPr>
        <p:spPr/>
        <p:txBody>
          <a:bodyPr/>
          <a:lstStyle/>
          <a:p>
            <a:r>
              <a:rPr lang="en-US"/>
              <a:t>SPADE 1-part model daily intakes (Manual, chapter 3)</a:t>
            </a:r>
            <a:endParaRPr lang="nl-NL"/>
          </a:p>
        </p:txBody>
      </p:sp>
      <p:sp>
        <p:nvSpPr>
          <p:cNvPr id="15" name="Tijdelijke aanduiding voor dianummer 14"/>
          <p:cNvSpPr>
            <a:spLocks noGrp="1"/>
          </p:cNvSpPr>
          <p:nvPr>
            <p:ph type="sldNum" sz="quarter" idx="25"/>
          </p:nvPr>
        </p:nvSpPr>
        <p:spPr/>
        <p:txBody>
          <a:bodyPr/>
          <a:lstStyle/>
          <a:p>
            <a:fld id="{10A0A6AF-03C5-477E-939A-E28F7E7F05EA}" type="slidenum">
              <a:rPr lang="nl-NL" smtClean="0"/>
              <a:pPr/>
              <a:t>‹#›</a:t>
            </a:fld>
            <a:endParaRPr lang="nl-NL"/>
          </a:p>
        </p:txBody>
      </p:sp>
      <p:sp>
        <p:nvSpPr>
          <p:cNvPr id="17" name="Titel 1"/>
          <p:cNvSpPr>
            <a:spLocks noGrp="1"/>
          </p:cNvSpPr>
          <p:nvPr>
            <p:ph type="ctrTitle"/>
          </p:nvPr>
        </p:nvSpPr>
        <p:spPr>
          <a:xfrm>
            <a:off x="4914900" y="1885467"/>
            <a:ext cx="3753000" cy="2336400"/>
          </a:xfrm>
        </p:spPr>
        <p:txBody>
          <a:bodyPr tIns="90000" bIns="90000" anchor="b">
            <a:normAutofit/>
          </a:bodyPr>
          <a:lstStyle>
            <a:lvl1pPr algn="l">
              <a:defRPr sz="2700">
                <a:solidFill>
                  <a:schemeClr val="bg1"/>
                </a:solidFill>
              </a:defRPr>
            </a:lvl1pPr>
          </a:lstStyle>
          <a:p>
            <a:r>
              <a:rPr lang="en-US"/>
              <a:t>Click to edit Master title style</a:t>
            </a:r>
            <a:endParaRPr lang="nl-NL"/>
          </a:p>
        </p:txBody>
      </p:sp>
      <p:sp>
        <p:nvSpPr>
          <p:cNvPr id="18" name="Ondertitel 2"/>
          <p:cNvSpPr>
            <a:spLocks noGrp="1"/>
          </p:cNvSpPr>
          <p:nvPr>
            <p:ph type="subTitle" idx="1"/>
          </p:nvPr>
        </p:nvSpPr>
        <p:spPr>
          <a:xfrm>
            <a:off x="4914900" y="4218267"/>
            <a:ext cx="3753000" cy="1613786"/>
          </a:xfrm>
        </p:spPr>
        <p:txBody>
          <a:bodyPr lIns="104400" tIns="90000" rIns="90000" bIns="46800"/>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pic>
        <p:nvPicPr>
          <p:cNvPr id="19" name="Afbeelding 18">
            <a:extLst>
              <a:ext uri="{FF2B5EF4-FFF2-40B4-BE49-F238E27FC236}">
                <a16:creationId xmlns:a16="http://schemas.microsoft.com/office/drawing/2014/main" id="{FBE31237-1083-AB4B-91BD-AFA64A0C07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
        <p:nvSpPr>
          <p:cNvPr id="21" name="Tijdelijke aanduiding voor afbeelding 22">
            <a:extLst>
              <a:ext uri="{FF2B5EF4-FFF2-40B4-BE49-F238E27FC236}">
                <a16:creationId xmlns:a16="http://schemas.microsoft.com/office/drawing/2014/main" id="{8437548B-FF95-DB49-849D-A635600FE617}"/>
              </a:ext>
            </a:extLst>
          </p:cNvPr>
          <p:cNvSpPr>
            <a:spLocks noGrp="1"/>
          </p:cNvSpPr>
          <p:nvPr>
            <p:ph type="pic" sz="quarter" idx="22"/>
          </p:nvPr>
        </p:nvSpPr>
        <p:spPr>
          <a:xfrm>
            <a:off x="1" y="0"/>
            <a:ext cx="4574381" cy="6858000"/>
          </a:xfrm>
          <a:custGeom>
            <a:avLst/>
            <a:gdLst>
              <a:gd name="connsiteX0" fmla="*/ 0 w 6099175"/>
              <a:gd name="connsiteY0" fmla="*/ 0 h 6858000"/>
              <a:gd name="connsiteX1" fmla="*/ 5782375 w 6099175"/>
              <a:gd name="connsiteY1" fmla="*/ 0 h 6858000"/>
              <a:gd name="connsiteX2" fmla="*/ 5782375 w 6099175"/>
              <a:gd name="connsiteY2" fmla="*/ 1278000 h 6858000"/>
              <a:gd name="connsiteX3" fmla="*/ 6099175 w 6099175"/>
              <a:gd name="connsiteY3" fmla="*/ 1278000 h 6858000"/>
              <a:gd name="connsiteX4" fmla="*/ 6099175 w 6099175"/>
              <a:gd name="connsiteY4" fmla="*/ 6858000 h 6858000"/>
              <a:gd name="connsiteX5" fmla="*/ 0 w 609917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9175" h="6858000">
                <a:moveTo>
                  <a:pt x="0" y="0"/>
                </a:moveTo>
                <a:lnTo>
                  <a:pt x="5782375" y="0"/>
                </a:lnTo>
                <a:lnTo>
                  <a:pt x="5782375" y="1278000"/>
                </a:lnTo>
                <a:lnTo>
                  <a:pt x="6099175" y="1278000"/>
                </a:lnTo>
                <a:lnTo>
                  <a:pt x="6099175" y="6858000"/>
                </a:lnTo>
                <a:lnTo>
                  <a:pt x="0" y="6858000"/>
                </a:lnTo>
                <a:close/>
              </a:path>
            </a:pathLst>
          </a:custGeom>
          <a:noFill/>
        </p:spPr>
        <p:txBody>
          <a:bodyPr wrap="square" lIns="612000" anchor="ctr" anchorCtr="0">
            <a:noAutofit/>
          </a:bodyPr>
          <a:lstStyle/>
          <a:p>
            <a:r>
              <a:rPr lang="en-US"/>
              <a:t>Click icon to add picture</a:t>
            </a:r>
            <a:endParaRPr lang="nl-NL"/>
          </a:p>
        </p:txBody>
      </p:sp>
      <p:pic>
        <p:nvPicPr>
          <p:cNvPr id="14" name="Afbeelding 13">
            <a:extLst>
              <a:ext uri="{FF2B5EF4-FFF2-40B4-BE49-F238E27FC236}">
                <a16:creationId xmlns:a16="http://schemas.microsoft.com/office/drawing/2014/main" id="{B3886928-8BE6-4442-8D6B-CF481A6628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19" y="-13176"/>
            <a:ext cx="2745298" cy="1563392"/>
          </a:xfrm>
          <a:prstGeom prst="rect">
            <a:avLst/>
          </a:prstGeom>
        </p:spPr>
      </p:pic>
    </p:spTree>
    <p:extLst>
      <p:ext uri="{BB962C8B-B14F-4D97-AF65-F5344CB8AC3E}">
        <p14:creationId xmlns:p14="http://schemas.microsoft.com/office/powerpoint/2010/main" val="286219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eldia afbeelding horizontaal">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476011" y="3427413"/>
            <a:ext cx="8192930" cy="1726479"/>
          </a:xfrm>
        </p:spPr>
        <p:txBody>
          <a:bodyPr lIns="57600" tIns="90000" bIns="90000" anchor="b">
            <a:normAutofit/>
          </a:bodyPr>
          <a:lstStyle>
            <a:lvl1pPr algn="l">
              <a:defRPr sz="2700" b="0">
                <a:solidFill>
                  <a:schemeClr val="tx1"/>
                </a:solidFill>
              </a:defRPr>
            </a:lvl1pPr>
          </a:lstStyle>
          <a:p>
            <a:r>
              <a:rPr lang="en-US"/>
              <a:t>Click to edit Master title style</a:t>
            </a:r>
            <a:endParaRPr lang="nl-NL"/>
          </a:p>
        </p:txBody>
      </p:sp>
      <p:sp>
        <p:nvSpPr>
          <p:cNvPr id="3" name="Ondertitel 2"/>
          <p:cNvSpPr>
            <a:spLocks noGrp="1"/>
          </p:cNvSpPr>
          <p:nvPr>
            <p:ph type="subTitle" idx="1"/>
          </p:nvPr>
        </p:nvSpPr>
        <p:spPr>
          <a:xfrm>
            <a:off x="476011" y="5162401"/>
            <a:ext cx="8192930" cy="664319"/>
          </a:xfrm>
        </p:spPr>
        <p:txBody>
          <a:bodyPr lIns="72000" tIns="90000">
            <a:norm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17" name="Tijdelijke aanduiding voor tekst 16"/>
          <p:cNvSpPr>
            <a:spLocks noGrp="1"/>
          </p:cNvSpPr>
          <p:nvPr>
            <p:ph type="body" sz="quarter" idx="10" hasCustomPrompt="1"/>
          </p:nvPr>
        </p:nvSpPr>
        <p:spPr>
          <a:xfrm>
            <a:off x="475059" y="5829386"/>
            <a:ext cx="3854054" cy="389360"/>
          </a:xfrm>
        </p:spPr>
        <p:txBody>
          <a:bodyPr lIns="86400" anchor="b" anchorCtr="0">
            <a:noAutofit/>
          </a:bodyPr>
          <a:lstStyle>
            <a:lvl1pPr marL="0" indent="0" algn="l">
              <a:buNone/>
              <a:defRPr sz="1200">
                <a:solidFill>
                  <a:schemeClr val="tx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7" name="Tijdelijke aanduiding voor datum 6"/>
          <p:cNvSpPr>
            <a:spLocks noGrp="1"/>
          </p:cNvSpPr>
          <p:nvPr>
            <p:ph type="dt" sz="half" idx="12"/>
          </p:nvPr>
        </p:nvSpPr>
        <p:spPr/>
        <p:txBody>
          <a:bodyPr/>
          <a:lstStyle>
            <a:lvl1pPr>
              <a:defRPr>
                <a:solidFill>
                  <a:schemeClr val="tx2"/>
                </a:solidFill>
              </a:defRPr>
            </a:lvl1pPr>
          </a:lstStyle>
          <a:p>
            <a:r>
              <a:rPr lang="nl-NL"/>
              <a:t>SPADE course, July 8-9, 2025</a:t>
            </a:r>
          </a:p>
        </p:txBody>
      </p:sp>
      <p:sp>
        <p:nvSpPr>
          <p:cNvPr id="9" name="Tijdelijke aanduiding voor voettekst 8"/>
          <p:cNvSpPr>
            <a:spLocks noGrp="1"/>
          </p:cNvSpPr>
          <p:nvPr>
            <p:ph type="ftr" sz="quarter" idx="13"/>
          </p:nvPr>
        </p:nvSpPr>
        <p:spPr/>
        <p:txBody>
          <a:bodyPr/>
          <a:lstStyle>
            <a:lvl1pPr>
              <a:defRPr>
                <a:solidFill>
                  <a:schemeClr val="tx2"/>
                </a:solidFill>
              </a:defRPr>
            </a:lvl1pPr>
          </a:lstStyle>
          <a:p>
            <a:r>
              <a:rPr lang="en-US"/>
              <a:t>SPADE 1-part model daily intakes (Manual, chapter 3)</a:t>
            </a:r>
            <a:endParaRPr lang="nl-NL"/>
          </a:p>
        </p:txBody>
      </p:sp>
      <p:sp>
        <p:nvSpPr>
          <p:cNvPr id="10" name="Tijdelijke aanduiding voor dianummer 9"/>
          <p:cNvSpPr>
            <a:spLocks noGrp="1"/>
          </p:cNvSpPr>
          <p:nvPr>
            <p:ph type="sldNum" sz="quarter" idx="14"/>
          </p:nvPr>
        </p:nvSpPr>
        <p:spPr/>
        <p:txBody>
          <a:bodyPr/>
          <a:lstStyle>
            <a:lvl1pPr>
              <a:defRPr>
                <a:solidFill>
                  <a:schemeClr val="tx2"/>
                </a:solidFill>
              </a:defRPr>
            </a:lvl1pPr>
          </a:lstStyle>
          <a:p>
            <a:fld id="{10A0A6AF-03C5-477E-939A-E28F7E7F05EA}" type="slidenum">
              <a:rPr lang="nl-NL" smtClean="0"/>
              <a:pPr/>
              <a:t>‹#›</a:t>
            </a:fld>
            <a:endParaRPr lang="nl-NL"/>
          </a:p>
        </p:txBody>
      </p:sp>
      <p:pic>
        <p:nvPicPr>
          <p:cNvPr id="11" name="Afbeelding 10">
            <a:extLst>
              <a:ext uri="{FF2B5EF4-FFF2-40B4-BE49-F238E27FC236}">
                <a16:creationId xmlns:a16="http://schemas.microsoft.com/office/drawing/2014/main" id="{6511EAEE-859D-C44F-B575-334B22A17A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
        <p:nvSpPr>
          <p:cNvPr id="12" name="Tijdelijke aanduiding voor afbeelding 12">
            <a:extLst>
              <a:ext uri="{FF2B5EF4-FFF2-40B4-BE49-F238E27FC236}">
                <a16:creationId xmlns:a16="http://schemas.microsoft.com/office/drawing/2014/main" id="{9D360720-C202-8C45-9FBF-F7D13BCD9DBD}"/>
              </a:ext>
            </a:extLst>
          </p:cNvPr>
          <p:cNvSpPr>
            <a:spLocks noGrp="1"/>
          </p:cNvSpPr>
          <p:nvPr>
            <p:ph type="pic" sz="quarter" idx="11"/>
          </p:nvPr>
        </p:nvSpPr>
        <p:spPr>
          <a:xfrm>
            <a:off x="0" y="-1"/>
            <a:ext cx="9144000" cy="3427413"/>
          </a:xfrm>
          <a:custGeom>
            <a:avLst/>
            <a:gdLst>
              <a:gd name="connsiteX0" fmla="*/ 5779200 w 12192000"/>
              <a:gd name="connsiteY0" fmla="*/ 1 h 3427413"/>
              <a:gd name="connsiteX1" fmla="*/ 5779200 w 12192000"/>
              <a:gd name="connsiteY1" fmla="*/ 1278001 h 3427413"/>
              <a:gd name="connsiteX2" fmla="*/ 6412800 w 12192000"/>
              <a:gd name="connsiteY2" fmla="*/ 1278001 h 3427413"/>
              <a:gd name="connsiteX3" fmla="*/ 6412800 w 12192000"/>
              <a:gd name="connsiteY3" fmla="*/ 1 h 3427413"/>
              <a:gd name="connsiteX4" fmla="*/ 0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5779200" y="1"/>
                </a:moveTo>
                <a:lnTo>
                  <a:pt x="5779200" y="1278001"/>
                </a:lnTo>
                <a:lnTo>
                  <a:pt x="6412800" y="1278001"/>
                </a:lnTo>
                <a:lnTo>
                  <a:pt x="6412800" y="1"/>
                </a:lnTo>
                <a:close/>
                <a:moveTo>
                  <a:pt x="0" y="0"/>
                </a:moveTo>
                <a:lnTo>
                  <a:pt x="12192000" y="0"/>
                </a:lnTo>
                <a:lnTo>
                  <a:pt x="12192000" y="3427413"/>
                </a:lnTo>
                <a:lnTo>
                  <a:pt x="0" y="3427413"/>
                </a:lnTo>
                <a:close/>
              </a:path>
            </a:pathLst>
          </a:custGeom>
          <a:noFill/>
        </p:spPr>
        <p:txBody>
          <a:bodyPr vert="horz" wrap="square" lIns="612000" tIns="45720" rIns="91440" bIns="45720" rtlCol="0" anchor="ctr" anchorCtr="0">
            <a:noAutofit/>
          </a:bodyPr>
          <a:lstStyle>
            <a:lvl1pPr>
              <a:defRPr lang="nl-NL" dirty="0"/>
            </a:lvl1pPr>
          </a:lstStyle>
          <a:p>
            <a:pPr lvl="0"/>
            <a:r>
              <a:rPr lang="en-US"/>
              <a:t>Click icon to add picture</a:t>
            </a:r>
            <a:endParaRPr lang="nl-NL"/>
          </a:p>
        </p:txBody>
      </p:sp>
    </p:spTree>
    <p:extLst>
      <p:ext uri="{BB962C8B-B14F-4D97-AF65-F5344CB8AC3E}">
        <p14:creationId xmlns:p14="http://schemas.microsoft.com/office/powerpoint/2010/main" val="2124766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85">
          <p15:clr>
            <a:srgbClr val="FBAE40"/>
          </p15:clr>
        </p15:guide>
        <p15:guide id="2" orient="horz" pos="2656">
          <p15:clr>
            <a:srgbClr val="FBAE40"/>
          </p15:clr>
        </p15:guide>
        <p15:guide id="3" pos="4044">
          <p15:clr>
            <a:srgbClr val="FBAE40"/>
          </p15:clr>
        </p15:guide>
        <p15:guide id="4" pos="3636">
          <p15:clr>
            <a:srgbClr val="FBAE40"/>
          </p15:clr>
        </p15:guide>
        <p15:guide id="5" orient="horz" pos="31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eldia verticaal">
    <p:spTree>
      <p:nvGrpSpPr>
        <p:cNvPr id="1" name=""/>
        <p:cNvGrpSpPr/>
        <p:nvPr/>
      </p:nvGrpSpPr>
      <p:grpSpPr>
        <a:xfrm>
          <a:off x="0" y="0"/>
          <a:ext cx="0" cy="0"/>
          <a:chOff x="0" y="0"/>
          <a:chExt cx="0" cy="0"/>
        </a:xfrm>
      </p:grpSpPr>
      <p:sp>
        <p:nvSpPr>
          <p:cNvPr id="13" name="Rechthoek 12"/>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pic>
        <p:nvPicPr>
          <p:cNvPr id="14" name="Afbeelding 1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18" name="Tijdelijke aanduiding voor datum 17"/>
          <p:cNvSpPr>
            <a:spLocks noGrp="1"/>
          </p:cNvSpPr>
          <p:nvPr>
            <p:ph type="dt" sz="half" idx="17"/>
          </p:nvPr>
        </p:nvSpPr>
        <p:spPr/>
        <p:txBody>
          <a:bodyPr/>
          <a:lstStyle/>
          <a:p>
            <a:r>
              <a:rPr lang="nl-NL"/>
              <a:t>SPADE course, July 8-9, 2025</a:t>
            </a:r>
          </a:p>
        </p:txBody>
      </p:sp>
      <p:sp>
        <p:nvSpPr>
          <p:cNvPr id="19" name="Tijdelijke aanduiding voor voettekst 18"/>
          <p:cNvSpPr>
            <a:spLocks noGrp="1"/>
          </p:cNvSpPr>
          <p:nvPr>
            <p:ph type="ftr" sz="quarter" idx="18"/>
          </p:nvPr>
        </p:nvSpPr>
        <p:spPr/>
        <p:txBody>
          <a:bodyPr/>
          <a:lstStyle/>
          <a:p>
            <a:r>
              <a:rPr lang="en-US"/>
              <a:t>SPADE 1-part model daily intakes (Manual, chapter 3)</a:t>
            </a:r>
            <a:endParaRPr lang="nl-NL"/>
          </a:p>
        </p:txBody>
      </p:sp>
      <p:sp>
        <p:nvSpPr>
          <p:cNvPr id="20" name="Tijdelijke aanduiding voor dianummer 19"/>
          <p:cNvSpPr>
            <a:spLocks noGrp="1"/>
          </p:cNvSpPr>
          <p:nvPr>
            <p:ph type="sldNum" sz="quarter" idx="19"/>
          </p:nvPr>
        </p:nvSpPr>
        <p:spPr/>
        <p:txBody>
          <a:bodyPr/>
          <a:lstStyle/>
          <a:p>
            <a:fld id="{10A0A6AF-03C5-477E-939A-E28F7E7F05EA}" type="slidenum">
              <a:rPr lang="nl-NL" smtClean="0"/>
              <a:pPr/>
              <a:t>‹#›</a:t>
            </a:fld>
            <a:endParaRPr lang="nl-NL"/>
          </a:p>
        </p:txBody>
      </p:sp>
      <p:sp>
        <p:nvSpPr>
          <p:cNvPr id="24" name="Ondertitel 2"/>
          <p:cNvSpPr>
            <a:spLocks noGrp="1"/>
          </p:cNvSpPr>
          <p:nvPr>
            <p:ph type="subTitle" idx="1"/>
          </p:nvPr>
        </p:nvSpPr>
        <p:spPr>
          <a:xfrm>
            <a:off x="4917132" y="3427413"/>
            <a:ext cx="3753000" cy="2404640"/>
          </a:xfrm>
        </p:spPr>
        <p:txBody>
          <a:bodyPr lIns="104400" tIns="90000" rIns="90000" bIns="46800"/>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25" name="Tijdelijke aanduiding voor tekst 16"/>
          <p:cNvSpPr>
            <a:spLocks noGrp="1"/>
          </p:cNvSpPr>
          <p:nvPr>
            <p:ph type="body" sz="quarter" idx="21" hasCustomPrompt="1"/>
          </p:nvPr>
        </p:nvSpPr>
        <p:spPr>
          <a:xfrm>
            <a:off x="4914900" y="5832053"/>
            <a:ext cx="3753000" cy="389360"/>
          </a:xfrm>
        </p:spPr>
        <p:txBody>
          <a:bodyPr lIns="118800" anchor="b" anchorCtr="0">
            <a:noAutofit/>
          </a:bodyPr>
          <a:lstStyle>
            <a:lvl1pPr marL="0" indent="0">
              <a:buNone/>
              <a:defRPr sz="1200">
                <a:solidFill>
                  <a:schemeClr val="bg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sp>
        <p:nvSpPr>
          <p:cNvPr id="21" name="Titel 1"/>
          <p:cNvSpPr>
            <a:spLocks noGrp="1"/>
          </p:cNvSpPr>
          <p:nvPr>
            <p:ph type="ctrTitle"/>
          </p:nvPr>
        </p:nvSpPr>
        <p:spPr>
          <a:xfrm>
            <a:off x="4915941" y="2024063"/>
            <a:ext cx="3753000" cy="1403350"/>
          </a:xfrm>
        </p:spPr>
        <p:txBody>
          <a:bodyPr tIns="90000" bIns="90000" anchor="b">
            <a:normAutofit/>
          </a:bodyPr>
          <a:lstStyle>
            <a:lvl1pPr algn="l">
              <a:defRPr sz="2700">
                <a:solidFill>
                  <a:schemeClr val="bg1"/>
                </a:solidFill>
              </a:defRPr>
            </a:lvl1pPr>
          </a:lstStyle>
          <a:p>
            <a:r>
              <a:rPr lang="en-US"/>
              <a:t>Click to edit Master title style</a:t>
            </a:r>
            <a:endParaRPr lang="nl-NL"/>
          </a:p>
        </p:txBody>
      </p:sp>
      <p:pic>
        <p:nvPicPr>
          <p:cNvPr id="11" name="Afbeelding 10">
            <a:extLst>
              <a:ext uri="{FF2B5EF4-FFF2-40B4-BE49-F238E27FC236}">
                <a16:creationId xmlns:a16="http://schemas.microsoft.com/office/drawing/2014/main" id="{CA0AFD14-6D12-784C-A3CF-527AFBDAA5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12" name="Afbeelding 11">
            <a:extLst>
              <a:ext uri="{FF2B5EF4-FFF2-40B4-BE49-F238E27FC236}">
                <a16:creationId xmlns:a16="http://schemas.microsoft.com/office/drawing/2014/main" id="{CEC71564-EF07-AA49-BBEB-AB800F8CA2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19" y="-13176"/>
            <a:ext cx="2745298" cy="1563392"/>
          </a:xfrm>
          <a:prstGeom prst="rect">
            <a:avLst/>
          </a:prstGeom>
        </p:spPr>
      </p:pic>
    </p:spTree>
    <p:extLst>
      <p:ext uri="{BB962C8B-B14F-4D97-AF65-F5344CB8AC3E}">
        <p14:creationId xmlns:p14="http://schemas.microsoft.com/office/powerpoint/2010/main" val="31223794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eldia horizontaal">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p:nvPr>
        </p:nvSpPr>
        <p:spPr>
          <a:xfrm>
            <a:off x="476250" y="1879601"/>
            <a:ext cx="8192691" cy="1547813"/>
          </a:xfrm>
        </p:spPr>
        <p:txBody>
          <a:bodyPr anchor="ctr" anchorCtr="0">
            <a:normAutofit/>
          </a:bodyPr>
          <a:lstStyle>
            <a:lvl1pPr>
              <a:defRPr sz="3600">
                <a:solidFill>
                  <a:schemeClr val="bg1"/>
                </a:solidFill>
              </a:defRPr>
            </a:lvl1pPr>
          </a:lstStyle>
          <a:p>
            <a:r>
              <a:rPr lang="en-US"/>
              <a:t>Click to edit Master title style</a:t>
            </a:r>
            <a:endParaRPr lang="nl-NL"/>
          </a:p>
        </p:txBody>
      </p:sp>
      <p:pic>
        <p:nvPicPr>
          <p:cNvPr id="7" name="Afbeelding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82" y="0"/>
            <a:ext cx="9148763" cy="1066800"/>
          </a:xfrm>
          <a:prstGeom prst="rect">
            <a:avLst/>
          </a:prstGeom>
        </p:spPr>
      </p:pic>
      <p:sp>
        <p:nvSpPr>
          <p:cNvPr id="15" name="Tijdelijke aanduiding voor datum 14"/>
          <p:cNvSpPr>
            <a:spLocks noGrp="1"/>
          </p:cNvSpPr>
          <p:nvPr>
            <p:ph type="dt" sz="half" idx="14"/>
          </p:nvPr>
        </p:nvSpPr>
        <p:spPr/>
        <p:txBody>
          <a:bodyPr/>
          <a:lstStyle/>
          <a:p>
            <a:r>
              <a:rPr lang="nl-NL"/>
              <a:t>SPADE course, July 8-9, 2025</a:t>
            </a:r>
          </a:p>
        </p:txBody>
      </p:sp>
      <p:sp>
        <p:nvSpPr>
          <p:cNvPr id="16" name="Tijdelijke aanduiding voor voettekst 15"/>
          <p:cNvSpPr>
            <a:spLocks noGrp="1"/>
          </p:cNvSpPr>
          <p:nvPr>
            <p:ph type="ftr" sz="quarter" idx="15"/>
          </p:nvPr>
        </p:nvSpPr>
        <p:spPr/>
        <p:txBody>
          <a:bodyPr/>
          <a:lstStyle/>
          <a:p>
            <a:r>
              <a:rPr lang="en-US"/>
              <a:t>SPADE 1-part model daily intakes (Manual, chapter 3)</a:t>
            </a:r>
            <a:endParaRPr lang="nl-NL"/>
          </a:p>
        </p:txBody>
      </p:sp>
      <p:sp>
        <p:nvSpPr>
          <p:cNvPr id="17" name="Tijdelijke aanduiding voor dianummer 16"/>
          <p:cNvSpPr>
            <a:spLocks noGrp="1"/>
          </p:cNvSpPr>
          <p:nvPr>
            <p:ph type="sldNum" sz="quarter" idx="16"/>
          </p:nvPr>
        </p:nvSpPr>
        <p:spPr/>
        <p:txBody>
          <a:bodyPr/>
          <a:lstStyle/>
          <a:p>
            <a:fld id="{10A0A6AF-03C5-477E-939A-E28F7E7F05EA}" type="slidenum">
              <a:rPr lang="nl-NL" smtClean="0"/>
              <a:pPr/>
              <a:t>‹#›</a:t>
            </a:fld>
            <a:endParaRPr lang="nl-NL"/>
          </a:p>
        </p:txBody>
      </p:sp>
      <p:sp>
        <p:nvSpPr>
          <p:cNvPr id="9" name="Ondertitel 2"/>
          <p:cNvSpPr>
            <a:spLocks noGrp="1"/>
          </p:cNvSpPr>
          <p:nvPr>
            <p:ph type="subTitle" idx="1"/>
          </p:nvPr>
        </p:nvSpPr>
        <p:spPr>
          <a:xfrm>
            <a:off x="476250" y="3749487"/>
            <a:ext cx="8193882" cy="2077232"/>
          </a:xfrm>
        </p:spPr>
        <p:txBody>
          <a:bodyPr lIns="104400" tIns="90000" rIns="90000" bIns="46800"/>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10" name="Tijdelijke aanduiding voor tekst 16"/>
          <p:cNvSpPr>
            <a:spLocks noGrp="1"/>
          </p:cNvSpPr>
          <p:nvPr>
            <p:ph type="body" sz="quarter" idx="10" hasCustomPrompt="1"/>
          </p:nvPr>
        </p:nvSpPr>
        <p:spPr>
          <a:xfrm>
            <a:off x="475059" y="5829386"/>
            <a:ext cx="3754041" cy="389360"/>
          </a:xfrm>
        </p:spPr>
        <p:txBody>
          <a:bodyPr lIns="86400" anchor="b" anchorCtr="0">
            <a:noAutofit/>
          </a:bodyPr>
          <a:lstStyle>
            <a:lvl1pPr marL="0" indent="0" algn="l">
              <a:buNone/>
              <a:defRPr sz="1200">
                <a:solidFill>
                  <a:schemeClr val="tx1"/>
                </a:solidFill>
              </a:defRPr>
            </a:lvl1pPr>
            <a:lvl2pPr>
              <a:defRPr sz="1350">
                <a:solidFill>
                  <a:schemeClr val="bg1"/>
                </a:solidFill>
              </a:defRPr>
            </a:lvl2pPr>
            <a:lvl3pPr>
              <a:defRPr sz="1350">
                <a:solidFill>
                  <a:schemeClr val="bg1"/>
                </a:solidFill>
              </a:defRPr>
            </a:lvl3pPr>
            <a:lvl4pPr>
              <a:defRPr sz="1350">
                <a:solidFill>
                  <a:schemeClr val="bg1"/>
                </a:solidFill>
              </a:defRPr>
            </a:lvl4pPr>
            <a:lvl5pPr>
              <a:defRPr sz="1350">
                <a:solidFill>
                  <a:schemeClr val="bg1"/>
                </a:solidFill>
              </a:defRPr>
            </a:lvl5pPr>
          </a:lstStyle>
          <a:p>
            <a:pPr lvl="0"/>
            <a:r>
              <a:rPr lang="nl-NL"/>
              <a:t>Naam spreker</a:t>
            </a:r>
          </a:p>
        </p:txBody>
      </p:sp>
      <p:pic>
        <p:nvPicPr>
          <p:cNvPr id="12" name="Afbeelding 11">
            <a:extLst>
              <a:ext uri="{FF2B5EF4-FFF2-40B4-BE49-F238E27FC236}">
                <a16:creationId xmlns:a16="http://schemas.microsoft.com/office/drawing/2014/main" id="{9EB05636-7F8C-1348-B5BB-6852BA80BA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pic>
        <p:nvPicPr>
          <p:cNvPr id="11" name="Afbeelding 10">
            <a:extLst>
              <a:ext uri="{FF2B5EF4-FFF2-40B4-BE49-F238E27FC236}">
                <a16:creationId xmlns:a16="http://schemas.microsoft.com/office/drawing/2014/main" id="{CB0AC13E-1529-F445-A302-F5C8E60480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1319" y="-13176"/>
            <a:ext cx="2745298" cy="1563392"/>
          </a:xfrm>
          <a:prstGeom prst="rect">
            <a:avLst/>
          </a:prstGeom>
        </p:spPr>
      </p:pic>
    </p:spTree>
    <p:extLst>
      <p:ext uri="{BB962C8B-B14F-4D97-AF65-F5344CB8AC3E}">
        <p14:creationId xmlns:p14="http://schemas.microsoft.com/office/powerpoint/2010/main" val="12718534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Inhoudsopgave">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0" name="Titel 1"/>
          <p:cNvSpPr>
            <a:spLocks noGrp="1"/>
          </p:cNvSpPr>
          <p:nvPr>
            <p:ph type="title"/>
          </p:nvPr>
        </p:nvSpPr>
        <p:spPr>
          <a:xfrm>
            <a:off x="476249" y="2636839"/>
            <a:ext cx="3752851" cy="1584325"/>
          </a:xfrm>
        </p:spPr>
        <p:txBody>
          <a:bodyPr anchor="ctr" anchorCtr="0">
            <a:normAutofit/>
          </a:bodyPr>
          <a:lstStyle>
            <a:lvl1pPr algn="r">
              <a:defRPr sz="2700">
                <a:solidFill>
                  <a:schemeClr val="bg1"/>
                </a:solidFill>
              </a:defRPr>
            </a:lvl1pPr>
          </a:lstStyle>
          <a:p>
            <a:r>
              <a:rPr lang="en-US"/>
              <a:t>Click to edit Master title style</a:t>
            </a:r>
            <a:endParaRPr lang="nl-NL"/>
          </a:p>
        </p:txBody>
      </p:sp>
      <p:sp>
        <p:nvSpPr>
          <p:cNvPr id="13" name="Tijdelijke aanduiding voor tekst 4"/>
          <p:cNvSpPr>
            <a:spLocks noGrp="1"/>
          </p:cNvSpPr>
          <p:nvPr>
            <p:ph type="body" sz="quarter" idx="15"/>
          </p:nvPr>
        </p:nvSpPr>
        <p:spPr>
          <a:xfrm>
            <a:off x="5843799" y="916926"/>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4" name="Tijdelijke aanduiding voor tekst 4"/>
          <p:cNvSpPr>
            <a:spLocks noGrp="1"/>
          </p:cNvSpPr>
          <p:nvPr>
            <p:ph type="body" sz="quarter" idx="16"/>
          </p:nvPr>
        </p:nvSpPr>
        <p:spPr>
          <a:xfrm>
            <a:off x="5843799" y="2061911"/>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5" name="Tijdelijke aanduiding voor tekst 4"/>
          <p:cNvSpPr>
            <a:spLocks noGrp="1"/>
          </p:cNvSpPr>
          <p:nvPr>
            <p:ph type="body" sz="quarter" idx="17"/>
          </p:nvPr>
        </p:nvSpPr>
        <p:spPr>
          <a:xfrm>
            <a:off x="5843799" y="32112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6" name="Tijdelijke aanduiding voor tekst 4"/>
          <p:cNvSpPr>
            <a:spLocks noGrp="1"/>
          </p:cNvSpPr>
          <p:nvPr>
            <p:ph type="body" sz="quarter" idx="18"/>
          </p:nvPr>
        </p:nvSpPr>
        <p:spPr>
          <a:xfrm>
            <a:off x="5843799" y="43524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17" name="Tijdelijke aanduiding voor tekst 4"/>
          <p:cNvSpPr>
            <a:spLocks noGrp="1"/>
          </p:cNvSpPr>
          <p:nvPr>
            <p:ph type="body" sz="quarter" idx="19"/>
          </p:nvPr>
        </p:nvSpPr>
        <p:spPr>
          <a:xfrm>
            <a:off x="5843799" y="5497200"/>
            <a:ext cx="2825142" cy="817562"/>
          </a:xfrm>
        </p:spPr>
        <p:txBody>
          <a:bodyPr anchor="b" anchorCtr="0">
            <a:normAutofit/>
          </a:bodyPr>
          <a:lstStyle>
            <a:lvl1pPr marL="0" indent="0">
              <a:buNone/>
              <a:defRPr sz="1350"/>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
        <p:nvSpPr>
          <p:cNvPr id="5" name="Tijdelijke aanduiding voor datum 4"/>
          <p:cNvSpPr>
            <a:spLocks noGrp="1"/>
          </p:cNvSpPr>
          <p:nvPr>
            <p:ph type="dt" sz="half" idx="20"/>
          </p:nvPr>
        </p:nvSpPr>
        <p:spPr/>
        <p:txBody>
          <a:bodyPr/>
          <a:lstStyle/>
          <a:p>
            <a:r>
              <a:rPr lang="nl-NL"/>
              <a:t>SPADE course, July 8-9, 2025</a:t>
            </a:r>
          </a:p>
        </p:txBody>
      </p:sp>
      <p:sp>
        <p:nvSpPr>
          <p:cNvPr id="9" name="Tijdelijke aanduiding voor voettekst 8"/>
          <p:cNvSpPr>
            <a:spLocks noGrp="1"/>
          </p:cNvSpPr>
          <p:nvPr>
            <p:ph type="ftr" sz="quarter" idx="21"/>
          </p:nvPr>
        </p:nvSpPr>
        <p:spPr/>
        <p:txBody>
          <a:bodyPr/>
          <a:lstStyle/>
          <a:p>
            <a:r>
              <a:rPr lang="en-US"/>
              <a:t>SPADE 1-part model daily intakes (Manual, chapter 3)</a:t>
            </a:r>
            <a:endParaRPr lang="nl-NL"/>
          </a:p>
        </p:txBody>
      </p:sp>
      <p:sp>
        <p:nvSpPr>
          <p:cNvPr id="18" name="Tijdelijke aanduiding voor dianummer 17"/>
          <p:cNvSpPr>
            <a:spLocks noGrp="1"/>
          </p:cNvSpPr>
          <p:nvPr>
            <p:ph type="sldNum" sz="quarter" idx="22"/>
          </p:nvPr>
        </p:nvSpPr>
        <p:spPr/>
        <p:txBody>
          <a:bodyPr/>
          <a:lstStyle/>
          <a:p>
            <a:fld id="{10A0A6AF-03C5-477E-939A-E28F7E7F05EA}" type="slidenum">
              <a:rPr lang="nl-NL" smtClean="0"/>
              <a:pPr/>
              <a:t>‹#›</a:t>
            </a:fld>
            <a:endParaRPr lang="nl-NL"/>
          </a:p>
        </p:txBody>
      </p:sp>
      <p:sp>
        <p:nvSpPr>
          <p:cNvPr id="22" name="Tijdelijke aanduiding voor tekst 2"/>
          <p:cNvSpPr>
            <a:spLocks noGrp="1"/>
          </p:cNvSpPr>
          <p:nvPr>
            <p:ph type="body" sz="quarter" idx="10" hasCustomPrompt="1"/>
          </p:nvPr>
        </p:nvSpPr>
        <p:spPr>
          <a:xfrm>
            <a:off x="4814046" y="998446"/>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3" name="Tijdelijke aanduiding voor tekst 2"/>
          <p:cNvSpPr>
            <a:spLocks noGrp="1"/>
          </p:cNvSpPr>
          <p:nvPr>
            <p:ph type="body" sz="quarter" idx="11" hasCustomPrompt="1"/>
          </p:nvPr>
        </p:nvSpPr>
        <p:spPr>
          <a:xfrm>
            <a:off x="4814046" y="2143675"/>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4" name="Tijdelijke aanduiding voor tekst 2"/>
          <p:cNvSpPr>
            <a:spLocks noGrp="1"/>
          </p:cNvSpPr>
          <p:nvPr>
            <p:ph type="body" sz="quarter" idx="12" hasCustomPrompt="1"/>
          </p:nvPr>
        </p:nvSpPr>
        <p:spPr>
          <a:xfrm>
            <a:off x="4814046" y="3288904"/>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5" name="Tijdelijke aanduiding voor tekst 2"/>
          <p:cNvSpPr>
            <a:spLocks noGrp="1"/>
          </p:cNvSpPr>
          <p:nvPr>
            <p:ph type="body" sz="quarter" idx="13" hasCustomPrompt="1"/>
          </p:nvPr>
        </p:nvSpPr>
        <p:spPr>
          <a:xfrm>
            <a:off x="4814046" y="4434133"/>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sp>
        <p:nvSpPr>
          <p:cNvPr id="26" name="Tijdelijke aanduiding voor tekst 2"/>
          <p:cNvSpPr>
            <a:spLocks noGrp="1"/>
          </p:cNvSpPr>
          <p:nvPr>
            <p:ph type="body" sz="quarter" idx="14" hasCustomPrompt="1"/>
          </p:nvPr>
        </p:nvSpPr>
        <p:spPr>
          <a:xfrm>
            <a:off x="4814046" y="5579362"/>
            <a:ext cx="1029754" cy="817563"/>
          </a:xfrm>
        </p:spPr>
        <p:txBody>
          <a:bodyPr bIns="46800" anchor="b" anchorCtr="0">
            <a:normAutofit/>
          </a:bodyPr>
          <a:lstStyle>
            <a:lvl1pPr marL="0" indent="0" algn="r">
              <a:buNone/>
              <a:defRPr sz="3600">
                <a:solidFill>
                  <a:schemeClr val="tx2"/>
                </a:solidFill>
              </a:defRPr>
            </a:lvl1pPr>
          </a:lstStyle>
          <a:p>
            <a:pPr lvl="0"/>
            <a:r>
              <a:rPr lang="nl-NL"/>
              <a:t>#</a:t>
            </a:r>
          </a:p>
        </p:txBody>
      </p:sp>
      <p:pic>
        <p:nvPicPr>
          <p:cNvPr id="21" name="Afbeelding 20">
            <a:extLst>
              <a:ext uri="{FF2B5EF4-FFF2-40B4-BE49-F238E27FC236}">
                <a16:creationId xmlns:a16="http://schemas.microsoft.com/office/drawing/2014/main" id="{AFC6884B-BC2E-E047-9F81-148C584CAF0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405501407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Inhoudsopgave met afbeelding">
    <p:spTree>
      <p:nvGrpSpPr>
        <p:cNvPr id="1" name=""/>
        <p:cNvGrpSpPr/>
        <p:nvPr/>
      </p:nvGrpSpPr>
      <p:grpSpPr>
        <a:xfrm>
          <a:off x="0" y="0"/>
          <a:ext cx="0" cy="0"/>
          <a:chOff x="0" y="0"/>
          <a:chExt cx="0" cy="0"/>
        </a:xfrm>
      </p:grpSpPr>
      <p:sp>
        <p:nvSpPr>
          <p:cNvPr id="5" name="Rechthoek 4"/>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Tijdelijke aanduiding voor tekst 11"/>
          <p:cNvSpPr>
            <a:spLocks noGrp="1"/>
          </p:cNvSpPr>
          <p:nvPr>
            <p:ph type="body" sz="quarter" idx="13"/>
          </p:nvPr>
        </p:nvSpPr>
        <p:spPr>
          <a:xfrm>
            <a:off x="4914900" y="2289601"/>
            <a:ext cx="3753000" cy="3931813"/>
          </a:xfrm>
        </p:spPr>
        <p:txBody>
          <a:bodyPr/>
          <a:lstStyle>
            <a:lvl1pPr marL="342900" indent="-342900">
              <a:buClr>
                <a:schemeClr val="bg1"/>
              </a:buClr>
              <a:buFont typeface="+mj-lt"/>
              <a:buAutoNum type="arabicPeriod"/>
              <a:defRPr>
                <a:solidFill>
                  <a:schemeClr val="bg1"/>
                </a:solidFill>
              </a:defRPr>
            </a:lvl1pPr>
            <a:lvl2pPr marL="513000" indent="-162000">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Tx/>
              <a:defRPr>
                <a:solidFill>
                  <a:schemeClr val="bg1"/>
                </a:solidFill>
              </a:defRPr>
            </a:lvl5pPr>
          </a:lstStyle>
          <a:p>
            <a:pPr lvl="0"/>
            <a:r>
              <a:rPr lang="en-US"/>
              <a:t>Click to edit Master text styles</a:t>
            </a:r>
          </a:p>
        </p:txBody>
      </p:sp>
      <p:sp>
        <p:nvSpPr>
          <p:cNvPr id="6" name="Titel 5"/>
          <p:cNvSpPr>
            <a:spLocks noGrp="1"/>
          </p:cNvSpPr>
          <p:nvPr>
            <p:ph type="title"/>
          </p:nvPr>
        </p:nvSpPr>
        <p:spPr>
          <a:xfrm>
            <a:off x="4914900" y="1051201"/>
            <a:ext cx="3753000" cy="948047"/>
          </a:xfrm>
        </p:spPr>
        <p:txBody>
          <a:bodyPr/>
          <a:lstStyle>
            <a:lvl1pPr>
              <a:defRPr>
                <a:solidFill>
                  <a:schemeClr val="bg1"/>
                </a:solidFill>
              </a:defRPr>
            </a:lvl1pPr>
          </a:lstStyle>
          <a:p>
            <a:r>
              <a:rPr lang="en-US"/>
              <a:t>Click to edit Master title style</a:t>
            </a:r>
            <a:endParaRPr lang="nl-NL"/>
          </a:p>
        </p:txBody>
      </p:sp>
      <p:sp>
        <p:nvSpPr>
          <p:cNvPr id="17" name="Tijdelijke aanduiding voor datum 16"/>
          <p:cNvSpPr>
            <a:spLocks noGrp="1"/>
          </p:cNvSpPr>
          <p:nvPr>
            <p:ph type="dt" sz="half" idx="14"/>
          </p:nvPr>
        </p:nvSpPr>
        <p:spPr/>
        <p:txBody>
          <a:bodyPr/>
          <a:lstStyle/>
          <a:p>
            <a:r>
              <a:rPr lang="nl-NL"/>
              <a:t>SPADE course, July 8-9, 2025</a:t>
            </a:r>
          </a:p>
        </p:txBody>
      </p:sp>
      <p:sp>
        <p:nvSpPr>
          <p:cNvPr id="18" name="Tijdelijke aanduiding voor voettekst 17"/>
          <p:cNvSpPr>
            <a:spLocks noGrp="1"/>
          </p:cNvSpPr>
          <p:nvPr>
            <p:ph type="ftr" sz="quarter" idx="15"/>
          </p:nvPr>
        </p:nvSpPr>
        <p:spPr/>
        <p:txBody>
          <a:bodyPr/>
          <a:lstStyle/>
          <a:p>
            <a:r>
              <a:rPr lang="en-US"/>
              <a:t>SPADE 1-part model daily intakes (Manual, chapter 3)</a:t>
            </a:r>
            <a:endParaRPr lang="nl-NL"/>
          </a:p>
        </p:txBody>
      </p:sp>
      <p:sp>
        <p:nvSpPr>
          <p:cNvPr id="19" name="Tijdelijke aanduiding voor dianummer 18"/>
          <p:cNvSpPr>
            <a:spLocks noGrp="1"/>
          </p:cNvSpPr>
          <p:nvPr>
            <p:ph type="sldNum" sz="quarter" idx="16"/>
          </p:nvPr>
        </p:nvSpPr>
        <p:spPr/>
        <p:txBody>
          <a:bodyPr/>
          <a:lstStyle/>
          <a:p>
            <a:fld id="{10A0A6AF-03C5-477E-939A-E28F7E7F05EA}" type="slidenum">
              <a:rPr lang="nl-NL" smtClean="0"/>
              <a:pPr/>
              <a:t>‹#›</a:t>
            </a:fld>
            <a:endParaRPr lang="nl-NL"/>
          </a:p>
        </p:txBody>
      </p:sp>
      <p:sp>
        <p:nvSpPr>
          <p:cNvPr id="12" name="Tijdelijke aanduiding voor afbeelding 11">
            <a:extLst>
              <a:ext uri="{FF2B5EF4-FFF2-40B4-BE49-F238E27FC236}">
                <a16:creationId xmlns:a16="http://schemas.microsoft.com/office/drawing/2014/main" id="{65CDA938-34ED-EC47-B19D-D582D052909F}"/>
              </a:ext>
            </a:extLst>
          </p:cNvPr>
          <p:cNvSpPr>
            <a:spLocks noGrp="1"/>
          </p:cNvSpPr>
          <p:nvPr>
            <p:ph type="pic" sz="quarter" idx="10"/>
          </p:nvPr>
        </p:nvSpPr>
        <p:spPr>
          <a:xfrm>
            <a:off x="0" y="0"/>
            <a:ext cx="4573682" cy="6858000"/>
          </a:xfrm>
          <a:custGeom>
            <a:avLst/>
            <a:gdLst>
              <a:gd name="connsiteX0" fmla="*/ 0 w 6098242"/>
              <a:gd name="connsiteY0" fmla="*/ 0 h 6858000"/>
              <a:gd name="connsiteX1" fmla="*/ 5860200 w 6098242"/>
              <a:gd name="connsiteY1" fmla="*/ 0 h 6858000"/>
              <a:gd name="connsiteX2" fmla="*/ 5860200 w 6098242"/>
              <a:gd name="connsiteY2" fmla="*/ 712800 h 6858000"/>
              <a:gd name="connsiteX3" fmla="*/ 6098242 w 6098242"/>
              <a:gd name="connsiteY3" fmla="*/ 712800 h 6858000"/>
              <a:gd name="connsiteX4" fmla="*/ 6098242 w 6098242"/>
              <a:gd name="connsiteY4" fmla="*/ 6858000 h 6858000"/>
              <a:gd name="connsiteX5" fmla="*/ 0 w 609824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8242" h="6858000">
                <a:moveTo>
                  <a:pt x="0" y="0"/>
                </a:moveTo>
                <a:lnTo>
                  <a:pt x="5860200" y="0"/>
                </a:lnTo>
                <a:lnTo>
                  <a:pt x="5860200" y="712800"/>
                </a:lnTo>
                <a:lnTo>
                  <a:pt x="6098242" y="712800"/>
                </a:lnTo>
                <a:lnTo>
                  <a:pt x="6098242" y="6858000"/>
                </a:lnTo>
                <a:lnTo>
                  <a:pt x="0" y="6858000"/>
                </a:lnTo>
                <a:close/>
              </a:path>
            </a:pathLst>
          </a:custGeom>
          <a:noFill/>
        </p:spPr>
        <p:txBody>
          <a:bodyPr wrap="square" lIns="612000" anchor="ctr" anchorCtr="0">
            <a:noAutofit/>
          </a:bodyPr>
          <a:lstStyle>
            <a:lvl1pPr algn="l">
              <a:defRPr>
                <a:solidFill>
                  <a:schemeClr val="tx1"/>
                </a:solidFill>
              </a:defRPr>
            </a:lvl1pPr>
          </a:lstStyle>
          <a:p>
            <a:r>
              <a:rPr lang="en-US"/>
              <a:t>Click icon to add picture</a:t>
            </a:r>
            <a:endParaRPr lang="nl-NL"/>
          </a:p>
        </p:txBody>
      </p:sp>
      <p:pic>
        <p:nvPicPr>
          <p:cNvPr id="10" name="Afbeelding 9">
            <a:extLst>
              <a:ext uri="{FF2B5EF4-FFF2-40B4-BE49-F238E27FC236}">
                <a16:creationId xmlns:a16="http://schemas.microsoft.com/office/drawing/2014/main" id="{595C8C08-B68E-8848-8443-4926C538109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36736104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p:nvPr>
        </p:nvSpPr>
        <p:spPr>
          <a:xfrm>
            <a:off x="476249" y="2636838"/>
            <a:ext cx="3752851" cy="1584325"/>
          </a:xfrm>
        </p:spPr>
        <p:txBody>
          <a:bodyPr anchor="b">
            <a:normAutofit/>
          </a:bodyPr>
          <a:lstStyle>
            <a:lvl1pPr algn="r">
              <a:defRPr sz="2700">
                <a:solidFill>
                  <a:schemeClr val="bg1"/>
                </a:solidFill>
              </a:defRPr>
            </a:lvl1pPr>
          </a:lstStyle>
          <a:p>
            <a:r>
              <a:rPr lang="en-US"/>
              <a:t>Click to edit Master title style</a:t>
            </a:r>
            <a:endParaRPr lang="nl-NL"/>
          </a:p>
        </p:txBody>
      </p:sp>
      <p:sp>
        <p:nvSpPr>
          <p:cNvPr id="3" name="Tijdelijke aanduiding voor tekst 2"/>
          <p:cNvSpPr>
            <a:spLocks noGrp="1"/>
          </p:cNvSpPr>
          <p:nvPr>
            <p:ph type="body" idx="1"/>
          </p:nvPr>
        </p:nvSpPr>
        <p:spPr>
          <a:xfrm>
            <a:off x="476249" y="4221163"/>
            <a:ext cx="3752851" cy="2000251"/>
          </a:xfrm>
        </p:spPr>
        <p:txBody>
          <a:bodyPr tIns="90000" rIns="100800"/>
          <a:lstStyle>
            <a:lvl1pPr marL="0" indent="0" algn="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9" name="Tijdelijke aanduiding voor tekst 8"/>
          <p:cNvSpPr>
            <a:spLocks noGrp="1"/>
          </p:cNvSpPr>
          <p:nvPr>
            <p:ph type="body" sz="quarter" idx="13" hasCustomPrompt="1"/>
          </p:nvPr>
        </p:nvSpPr>
        <p:spPr>
          <a:xfrm>
            <a:off x="476249" y="1171575"/>
            <a:ext cx="3752851" cy="1463674"/>
          </a:xfrm>
        </p:spPr>
        <p:txBody>
          <a:bodyPr rIns="0" anchor="b" anchorCtr="0">
            <a:normAutofit/>
          </a:bodyPr>
          <a:lstStyle>
            <a:lvl1pPr marL="0" indent="0" algn="r">
              <a:buNone/>
              <a:defRPr sz="7200" b="1" i="0">
                <a:solidFill>
                  <a:schemeClr val="bg1"/>
                </a:solidFill>
              </a:defRPr>
            </a:lvl1pPr>
            <a:lvl2pPr marL="234900" indent="0" algn="r">
              <a:buNone/>
              <a:defRPr/>
            </a:lvl2pPr>
            <a:lvl3pPr marL="472500" indent="0" algn="r">
              <a:buNone/>
              <a:defRPr/>
            </a:lvl3pPr>
            <a:lvl4pPr marL="707400" indent="0" algn="r">
              <a:buNone/>
              <a:defRPr/>
            </a:lvl4pPr>
            <a:lvl5pPr marL="945000" indent="0" algn="r">
              <a:buNone/>
              <a:defRPr/>
            </a:lvl5pPr>
          </a:lstStyle>
          <a:p>
            <a:pPr lvl="0"/>
            <a:r>
              <a:rPr lang="nl-NL"/>
              <a:t>#</a:t>
            </a:r>
          </a:p>
        </p:txBody>
      </p:sp>
      <p:sp>
        <p:nvSpPr>
          <p:cNvPr id="10" name="Tijdelijke aanduiding voor datum 9"/>
          <p:cNvSpPr>
            <a:spLocks noGrp="1"/>
          </p:cNvSpPr>
          <p:nvPr>
            <p:ph type="dt" sz="half" idx="14"/>
          </p:nvPr>
        </p:nvSpPr>
        <p:spPr/>
        <p:txBody>
          <a:bodyPr/>
          <a:lstStyle/>
          <a:p>
            <a:r>
              <a:rPr lang="nl-NL"/>
              <a:t>SPADE course, July 8-9, 2025</a:t>
            </a:r>
          </a:p>
        </p:txBody>
      </p:sp>
      <p:sp>
        <p:nvSpPr>
          <p:cNvPr id="12" name="Tijdelijke aanduiding voor voettekst 11"/>
          <p:cNvSpPr>
            <a:spLocks noGrp="1"/>
          </p:cNvSpPr>
          <p:nvPr>
            <p:ph type="ftr" sz="quarter" idx="15"/>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6"/>
          </p:nvPr>
        </p:nvSpPr>
        <p:spPr/>
        <p:txBody>
          <a:bodyPr/>
          <a:lstStyle/>
          <a:p>
            <a:fld id="{10A0A6AF-03C5-477E-939A-E28F7E7F05EA}" type="slidenum">
              <a:rPr lang="nl-NL" smtClean="0"/>
              <a:pPr/>
              <a:t>‹#›</a:t>
            </a:fld>
            <a:endParaRPr lang="nl-NL"/>
          </a:p>
        </p:txBody>
      </p:sp>
      <p:pic>
        <p:nvPicPr>
          <p:cNvPr id="11" name="Afbeelding 10">
            <a:extLst>
              <a:ext uri="{FF2B5EF4-FFF2-40B4-BE49-F238E27FC236}">
                <a16:creationId xmlns:a16="http://schemas.microsoft.com/office/drawing/2014/main" id="{93B540BB-06A3-4B4B-9728-91FA7F1A1F1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937245334"/>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ee objecten">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476250" y="2276475"/>
            <a:ext cx="3919538" cy="3944938"/>
          </a:xfrm>
        </p:spPr>
        <p:txBody>
          <a:bodyPr/>
          <a:lstStyle/>
          <a:p>
            <a:pPr lvl="0"/>
            <a:r>
              <a:rPr lang="en-US"/>
              <a:t>Click to edit Master text styles</a:t>
            </a:r>
          </a:p>
        </p:txBody>
      </p:sp>
      <p:sp>
        <p:nvSpPr>
          <p:cNvPr id="4" name="Tijdelijke aanduiding voor inhoud 3"/>
          <p:cNvSpPr>
            <a:spLocks noGrp="1"/>
          </p:cNvSpPr>
          <p:nvPr>
            <p:ph sz="half" idx="2"/>
          </p:nvPr>
        </p:nvSpPr>
        <p:spPr>
          <a:xfrm>
            <a:off x="4914899" y="2276475"/>
            <a:ext cx="3753000" cy="3944938"/>
          </a:xfrm>
        </p:spPr>
        <p:txBody>
          <a:bodyPr/>
          <a:lstStyle/>
          <a:p>
            <a:pPr lvl="0"/>
            <a:r>
              <a:rPr lang="en-US"/>
              <a:t>Click to edit Master text styles</a:t>
            </a:r>
          </a:p>
        </p:txBody>
      </p:sp>
      <p:sp>
        <p:nvSpPr>
          <p:cNvPr id="2" name="Titel 1"/>
          <p:cNvSpPr>
            <a:spLocks noGrp="1"/>
          </p:cNvSpPr>
          <p:nvPr>
            <p:ph type="title"/>
          </p:nvPr>
        </p:nvSpPr>
        <p:spPr/>
        <p:txBody>
          <a:bodyPr/>
          <a:lstStyle/>
          <a:p>
            <a:r>
              <a:rPr lang="en-US"/>
              <a:t>Click to edit Master title style</a:t>
            </a:r>
            <a:endParaRPr lang="nl-NL"/>
          </a:p>
        </p:txBody>
      </p:sp>
      <p:sp>
        <p:nvSpPr>
          <p:cNvPr id="14" name="Tijdelijke aanduiding voor datum 13"/>
          <p:cNvSpPr>
            <a:spLocks noGrp="1"/>
          </p:cNvSpPr>
          <p:nvPr>
            <p:ph type="dt" sz="half" idx="10"/>
          </p:nvPr>
        </p:nvSpPr>
        <p:spPr/>
        <p:txBody>
          <a:bodyPr/>
          <a:lstStyle/>
          <a:p>
            <a:r>
              <a:rPr lang="nl-NL"/>
              <a:t>SPADE course, July 8-9, 2025</a:t>
            </a:r>
          </a:p>
        </p:txBody>
      </p:sp>
      <p:sp>
        <p:nvSpPr>
          <p:cNvPr id="15" name="Tijdelijke aanduiding voor voettekst 14"/>
          <p:cNvSpPr>
            <a:spLocks noGrp="1"/>
          </p:cNvSpPr>
          <p:nvPr>
            <p:ph type="ftr" sz="quarter" idx="11"/>
          </p:nvPr>
        </p:nvSpPr>
        <p:spPr/>
        <p:txBody>
          <a:bodyPr/>
          <a:lstStyle/>
          <a:p>
            <a:r>
              <a:rPr lang="en-US"/>
              <a:t>SPADE 1-part model daily intakes (Manual, chapter 3)</a:t>
            </a:r>
            <a:endParaRPr lang="nl-NL"/>
          </a:p>
        </p:txBody>
      </p:sp>
      <p:sp>
        <p:nvSpPr>
          <p:cNvPr id="16" name="Tijdelijke aanduiding voor dianummer 15"/>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42419848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476251" y="2306037"/>
            <a:ext cx="3753000" cy="648000"/>
          </a:xfrm>
          <a:noFill/>
        </p:spPr>
        <p:txBody>
          <a:bodyPr lIns="180000" tIns="180000" rIns="180000" bIns="72000" anchor="b">
            <a:noAutofit/>
          </a:bodyPr>
          <a:lstStyle>
            <a:lvl1pPr marL="0" indent="0">
              <a:buNone/>
              <a:defRPr sz="1350" b="1"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Tijdelijke aanduiding voor inhoud 3"/>
          <p:cNvSpPr>
            <a:spLocks noGrp="1"/>
          </p:cNvSpPr>
          <p:nvPr>
            <p:ph sz="half" idx="2"/>
          </p:nvPr>
        </p:nvSpPr>
        <p:spPr>
          <a:xfrm>
            <a:off x="476251" y="2953738"/>
            <a:ext cx="3753000" cy="3267676"/>
          </a:xfrm>
          <a:noFill/>
        </p:spPr>
        <p:txBody>
          <a:bodyPr lIns="180000" tIns="180000" rIns="180000" bIns="72000"/>
          <a:lstStyle/>
          <a:p>
            <a:pPr lvl="0"/>
            <a:r>
              <a:rPr lang="en-US"/>
              <a:t>Click to edit Master text styles</a:t>
            </a:r>
          </a:p>
        </p:txBody>
      </p:sp>
      <p:sp>
        <p:nvSpPr>
          <p:cNvPr id="5" name="Tijdelijke aanduiding voor tekst 4"/>
          <p:cNvSpPr>
            <a:spLocks noGrp="1"/>
          </p:cNvSpPr>
          <p:nvPr>
            <p:ph type="body" sz="quarter" idx="3"/>
          </p:nvPr>
        </p:nvSpPr>
        <p:spPr>
          <a:xfrm>
            <a:off x="4914900" y="2306037"/>
            <a:ext cx="3753000" cy="647228"/>
          </a:xfrm>
          <a:noFill/>
        </p:spPr>
        <p:txBody>
          <a:bodyPr lIns="180000" tIns="180000" rIns="180000" bIns="72000" anchor="b">
            <a:noAutofit/>
          </a:bodyPr>
          <a:lstStyle>
            <a:lvl1pPr marL="0" indent="0">
              <a:buNone/>
              <a:defRPr sz="1350" b="1"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ijdelijke aanduiding voor inhoud 5"/>
          <p:cNvSpPr>
            <a:spLocks noGrp="1"/>
          </p:cNvSpPr>
          <p:nvPr>
            <p:ph sz="quarter" idx="4"/>
          </p:nvPr>
        </p:nvSpPr>
        <p:spPr>
          <a:xfrm>
            <a:off x="4914900" y="2953738"/>
            <a:ext cx="3754041" cy="3267676"/>
          </a:xfrm>
          <a:noFill/>
        </p:spPr>
        <p:txBody>
          <a:bodyPr lIns="180000" tIns="180000" rIns="180000" bIns="72000"/>
          <a:lstStyle/>
          <a:p>
            <a:pPr lvl="0"/>
            <a:r>
              <a:rPr lang="en-US"/>
              <a:t>Click to edit Master text styles</a:t>
            </a:r>
          </a:p>
        </p:txBody>
      </p:sp>
      <p:sp>
        <p:nvSpPr>
          <p:cNvPr id="10" name="Titel 9"/>
          <p:cNvSpPr>
            <a:spLocks noGrp="1"/>
          </p:cNvSpPr>
          <p:nvPr>
            <p:ph type="title"/>
          </p:nvPr>
        </p:nvSpPr>
        <p:spPr/>
        <p:txBody>
          <a:bodyPr/>
          <a:lstStyle/>
          <a:p>
            <a:r>
              <a:rPr lang="en-US"/>
              <a:t>Click to edit Master title style</a:t>
            </a:r>
            <a:endParaRPr lang="nl-NL"/>
          </a:p>
        </p:txBody>
      </p:sp>
      <p:sp>
        <p:nvSpPr>
          <p:cNvPr id="16" name="Tijdelijke aanduiding voor datum 15"/>
          <p:cNvSpPr>
            <a:spLocks noGrp="1"/>
          </p:cNvSpPr>
          <p:nvPr>
            <p:ph type="dt" sz="half" idx="10"/>
          </p:nvPr>
        </p:nvSpPr>
        <p:spPr/>
        <p:txBody>
          <a:bodyPr/>
          <a:lstStyle/>
          <a:p>
            <a:r>
              <a:rPr lang="nl-NL"/>
              <a:t>SPADE course, July 8-9, 2025</a:t>
            </a:r>
          </a:p>
        </p:txBody>
      </p:sp>
      <p:sp>
        <p:nvSpPr>
          <p:cNvPr id="17" name="Tijdelijke aanduiding voor voettekst 16"/>
          <p:cNvSpPr>
            <a:spLocks noGrp="1"/>
          </p:cNvSpPr>
          <p:nvPr>
            <p:ph type="ftr" sz="quarter" idx="11"/>
          </p:nvPr>
        </p:nvSpPr>
        <p:spPr/>
        <p:txBody>
          <a:bodyPr/>
          <a:lstStyle/>
          <a:p>
            <a:r>
              <a:rPr lang="en-US"/>
              <a:t>SPADE 1-part model daily intakes (Manual, chapter 3)</a:t>
            </a:r>
            <a:endParaRPr lang="nl-NL"/>
          </a:p>
        </p:txBody>
      </p:sp>
      <p:sp>
        <p:nvSpPr>
          <p:cNvPr id="18" name="Tijdelijke aanduiding voor dianummer 17"/>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872803027"/>
      </p:ext>
    </p:extLst>
  </p:cSld>
  <p:clrMapOvr>
    <a:masterClrMapping/>
  </p:clrMapOvr>
  <p:extLst>
    <p:ext uri="{DCECCB84-F9BA-43D5-87BE-67443E8EF086}">
      <p15:sldGuideLst xmlns:p15="http://schemas.microsoft.com/office/powerpoint/2012/main">
        <p15:guide id="1" pos="3988">
          <p15:clr>
            <a:srgbClr val="FBAE40"/>
          </p15:clr>
        </p15:guide>
        <p15:guide id="2" pos="3693">
          <p15:clr>
            <a:srgbClr val="FBAE40"/>
          </p15:clr>
        </p15:guide>
        <p15:guide id="3" orient="horz" pos="166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nl-NL"/>
          </a:p>
        </p:txBody>
      </p:sp>
      <p:sp>
        <p:nvSpPr>
          <p:cNvPr id="12" name="Tijdelijke aanduiding voor datum 11"/>
          <p:cNvSpPr>
            <a:spLocks noGrp="1"/>
          </p:cNvSpPr>
          <p:nvPr>
            <p:ph type="dt" sz="half" idx="10"/>
          </p:nvPr>
        </p:nvSpPr>
        <p:spPr/>
        <p:txBody>
          <a:bodyPr/>
          <a:lstStyle/>
          <a:p>
            <a:r>
              <a:rPr lang="nl-NL"/>
              <a:t>SPADE course, July 8-9, 2025</a:t>
            </a:r>
          </a:p>
        </p:txBody>
      </p:sp>
      <p:sp>
        <p:nvSpPr>
          <p:cNvPr id="13" name="Tijdelijke aanduiding voor voettekst 12"/>
          <p:cNvSpPr>
            <a:spLocks noGrp="1"/>
          </p:cNvSpPr>
          <p:nvPr>
            <p:ph type="ftr" sz="quarter" idx="11"/>
          </p:nvPr>
        </p:nvSpPr>
        <p:spPr/>
        <p:txBody>
          <a:bodyPr/>
          <a:lstStyle/>
          <a:p>
            <a:r>
              <a:rPr lang="en-US"/>
              <a:t>SPADE 1-part model daily intakes (Manual, chapter 3)</a:t>
            </a:r>
            <a:endParaRPr lang="nl-NL"/>
          </a:p>
        </p:txBody>
      </p:sp>
      <p:sp>
        <p:nvSpPr>
          <p:cNvPr id="14" name="Tijdelijke aanduiding voor dianummer 13"/>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8631024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11" name="Tijdelijke aanduiding voor datum 10"/>
          <p:cNvSpPr>
            <a:spLocks noGrp="1"/>
          </p:cNvSpPr>
          <p:nvPr>
            <p:ph type="dt" sz="half" idx="10"/>
          </p:nvPr>
        </p:nvSpPr>
        <p:spPr/>
        <p:txBody>
          <a:bodyPr/>
          <a:lstStyle/>
          <a:p>
            <a:r>
              <a:rPr lang="nl-NL"/>
              <a:t>SPADE course, July 8-9, 2025</a:t>
            </a:r>
          </a:p>
        </p:txBody>
      </p:sp>
      <p:sp>
        <p:nvSpPr>
          <p:cNvPr id="12" name="Tijdelijke aanduiding voor voettekst 11"/>
          <p:cNvSpPr>
            <a:spLocks noGrp="1"/>
          </p:cNvSpPr>
          <p:nvPr>
            <p:ph type="ftr" sz="quarter" idx="11"/>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2330305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476250" y="3427414"/>
            <a:ext cx="3752850" cy="2793999"/>
          </a:xfrm>
        </p:spPr>
        <p:txBody>
          <a:bodyPr anchor="t" anchorCtr="0">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 name="Tijdelijke aanduiding voor inhoud 9"/>
          <p:cNvSpPr>
            <a:spLocks noGrp="1"/>
          </p:cNvSpPr>
          <p:nvPr>
            <p:ph sz="quarter" idx="13"/>
          </p:nvPr>
        </p:nvSpPr>
        <p:spPr>
          <a:xfrm>
            <a:off x="4915941" y="1052513"/>
            <a:ext cx="3753000" cy="5168900"/>
          </a:xfrm>
        </p:spPr>
        <p:txBody>
          <a:bodyPr/>
          <a:lstStyle/>
          <a:p>
            <a:pPr lvl="0"/>
            <a:r>
              <a:rPr lang="en-US"/>
              <a:t>Click to edit Master text styles</a:t>
            </a:r>
          </a:p>
        </p:txBody>
      </p:sp>
      <p:sp>
        <p:nvSpPr>
          <p:cNvPr id="3" name="Titel 2"/>
          <p:cNvSpPr>
            <a:spLocks noGrp="1"/>
          </p:cNvSpPr>
          <p:nvPr>
            <p:ph type="title"/>
          </p:nvPr>
        </p:nvSpPr>
        <p:spPr>
          <a:xfrm>
            <a:off x="476250" y="1052514"/>
            <a:ext cx="3752850" cy="948047"/>
          </a:xfrm>
        </p:spPr>
        <p:txBody>
          <a:bodyPr/>
          <a:lstStyle/>
          <a:p>
            <a:r>
              <a:rPr lang="en-US"/>
              <a:t>Click to edit Master title style</a:t>
            </a:r>
            <a:endParaRPr lang="nl-NL"/>
          </a:p>
        </p:txBody>
      </p:sp>
      <p:sp>
        <p:nvSpPr>
          <p:cNvPr id="17" name="Tijdelijke aanduiding voor datum 16"/>
          <p:cNvSpPr>
            <a:spLocks noGrp="1"/>
          </p:cNvSpPr>
          <p:nvPr>
            <p:ph type="dt" sz="half" idx="14"/>
          </p:nvPr>
        </p:nvSpPr>
        <p:spPr/>
        <p:txBody>
          <a:bodyPr/>
          <a:lstStyle/>
          <a:p>
            <a:r>
              <a:rPr lang="nl-NL"/>
              <a:t>SPADE course, July 8-9, 2025</a:t>
            </a:r>
          </a:p>
        </p:txBody>
      </p:sp>
      <p:sp>
        <p:nvSpPr>
          <p:cNvPr id="18" name="Tijdelijke aanduiding voor voettekst 17"/>
          <p:cNvSpPr>
            <a:spLocks noGrp="1"/>
          </p:cNvSpPr>
          <p:nvPr>
            <p:ph type="ftr" sz="quarter" idx="15"/>
          </p:nvPr>
        </p:nvSpPr>
        <p:spPr/>
        <p:txBody>
          <a:bodyPr/>
          <a:lstStyle/>
          <a:p>
            <a:r>
              <a:rPr lang="en-US"/>
              <a:t>SPADE 1-part model daily intakes (Manual, chapter 3)</a:t>
            </a:r>
            <a:endParaRPr lang="nl-NL"/>
          </a:p>
        </p:txBody>
      </p:sp>
      <p:sp>
        <p:nvSpPr>
          <p:cNvPr id="19" name="Tijdelijke aanduiding voor dianummer 18"/>
          <p:cNvSpPr>
            <a:spLocks noGrp="1"/>
          </p:cNvSpPr>
          <p:nvPr>
            <p:ph type="sldNum" sz="quarter" idx="16"/>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15084766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ote tekst A">
    <p:bg>
      <p:bgRef idx="1001">
        <a:schemeClr val="bg2"/>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476250" y="1052514"/>
            <a:ext cx="8192691" cy="4024800"/>
          </a:xfrm>
        </p:spPr>
        <p:txBody>
          <a:bodyPr anchor="b" anchorCtr="0">
            <a:normAutofit/>
          </a:bodyPr>
          <a:lstStyle>
            <a:lvl1pPr algn="l">
              <a:defRPr sz="6000" b="0">
                <a:solidFill>
                  <a:schemeClr val="tx1"/>
                </a:solidFill>
              </a:defRPr>
            </a:lvl1pPr>
          </a:lstStyle>
          <a:p>
            <a:r>
              <a:rPr lang="en-US"/>
              <a:t>Click to edit Master title style</a:t>
            </a:r>
            <a:endParaRPr lang="nl-NL"/>
          </a:p>
        </p:txBody>
      </p:sp>
      <p:sp>
        <p:nvSpPr>
          <p:cNvPr id="4" name="Ondertitel 2"/>
          <p:cNvSpPr>
            <a:spLocks noGrp="1"/>
          </p:cNvSpPr>
          <p:nvPr>
            <p:ph type="subTitle" idx="1"/>
          </p:nvPr>
        </p:nvSpPr>
        <p:spPr>
          <a:xfrm>
            <a:off x="476250" y="5077315"/>
            <a:ext cx="4095750" cy="1144098"/>
          </a:xfrm>
        </p:spPr>
        <p:txBody>
          <a:bodyPr lIns="162000" tIns="90000" rIns="90000">
            <a:normAutofit/>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9" name="Tijdelijke aanduiding voor datum 8"/>
          <p:cNvSpPr>
            <a:spLocks noGrp="1"/>
          </p:cNvSpPr>
          <p:nvPr>
            <p:ph type="dt" sz="half" idx="10"/>
          </p:nvPr>
        </p:nvSpPr>
        <p:spPr/>
        <p:txBody>
          <a:bodyPr/>
          <a:lstStyle>
            <a:lvl1pPr>
              <a:defRPr>
                <a:solidFill>
                  <a:schemeClr val="tx2"/>
                </a:solidFill>
              </a:defRPr>
            </a:lvl1pPr>
          </a:lstStyle>
          <a:p>
            <a:r>
              <a:rPr lang="nl-NL"/>
              <a:t>SPADE course, July 8-9, 2025</a:t>
            </a:r>
          </a:p>
        </p:txBody>
      </p:sp>
      <p:sp>
        <p:nvSpPr>
          <p:cNvPr id="10" name="Tijdelijke aanduiding voor voettekst 9"/>
          <p:cNvSpPr>
            <a:spLocks noGrp="1"/>
          </p:cNvSpPr>
          <p:nvPr>
            <p:ph type="ftr" sz="quarter" idx="11"/>
          </p:nvPr>
        </p:nvSpPr>
        <p:spPr/>
        <p:txBody>
          <a:bodyPr/>
          <a:lstStyle>
            <a:lvl1pPr>
              <a:defRPr>
                <a:solidFill>
                  <a:schemeClr val="tx2"/>
                </a:solidFill>
              </a:defRPr>
            </a:lvl1pPr>
          </a:lstStyle>
          <a:p>
            <a:r>
              <a:rPr lang="en-US"/>
              <a:t>SPADE 1-part model daily intakes (Manual, chapter 3)</a:t>
            </a:r>
            <a:endParaRPr lang="nl-NL"/>
          </a:p>
        </p:txBody>
      </p:sp>
      <p:sp>
        <p:nvSpPr>
          <p:cNvPr id="11" name="Tijdelijke aanduiding voor dianummer 10"/>
          <p:cNvSpPr>
            <a:spLocks noGrp="1"/>
          </p:cNvSpPr>
          <p:nvPr>
            <p:ph type="sldNum" sz="quarter" idx="12"/>
          </p:nvPr>
        </p:nvSpPr>
        <p:spPr/>
        <p:txBody>
          <a:bodyPr/>
          <a:lstStyle>
            <a:lvl1pPr>
              <a:defRPr>
                <a:solidFill>
                  <a:schemeClr val="tx2"/>
                </a:solidFill>
              </a:defRPr>
            </a:lvl1pPr>
          </a:lstStyle>
          <a:p>
            <a:fld id="{10A0A6AF-03C5-477E-939A-E28F7E7F05EA}" type="slidenum">
              <a:rPr lang="nl-NL" smtClean="0"/>
              <a:pPr/>
              <a:t>‹#›</a:t>
            </a:fld>
            <a:endParaRPr lang="nl-NL"/>
          </a:p>
        </p:txBody>
      </p:sp>
    </p:spTree>
    <p:extLst>
      <p:ext uri="{BB962C8B-B14F-4D97-AF65-F5344CB8AC3E}">
        <p14:creationId xmlns:p14="http://schemas.microsoft.com/office/powerpoint/2010/main" val="32610828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ote tekst B">
    <p:bg>
      <p:bgRef idx="1001">
        <a:schemeClr val="bg1"/>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476250" y="1052514"/>
            <a:ext cx="8192691" cy="4024800"/>
          </a:xfrm>
        </p:spPr>
        <p:txBody>
          <a:bodyPr anchor="b" anchorCtr="0">
            <a:normAutofit/>
          </a:bodyPr>
          <a:lstStyle>
            <a:lvl1pPr algn="l">
              <a:defRPr sz="6000" b="0">
                <a:solidFill>
                  <a:schemeClr val="tx2"/>
                </a:solidFill>
              </a:defRPr>
            </a:lvl1pPr>
          </a:lstStyle>
          <a:p>
            <a:r>
              <a:rPr lang="en-US"/>
              <a:t>Click to edit Master title style</a:t>
            </a:r>
            <a:endParaRPr lang="nl-NL"/>
          </a:p>
        </p:txBody>
      </p:sp>
      <p:sp>
        <p:nvSpPr>
          <p:cNvPr id="4" name="Ondertitel 2"/>
          <p:cNvSpPr>
            <a:spLocks noGrp="1"/>
          </p:cNvSpPr>
          <p:nvPr>
            <p:ph type="subTitle" idx="1"/>
          </p:nvPr>
        </p:nvSpPr>
        <p:spPr>
          <a:xfrm>
            <a:off x="476250" y="5077315"/>
            <a:ext cx="4095750" cy="1144099"/>
          </a:xfrm>
        </p:spPr>
        <p:txBody>
          <a:bodyPr lIns="162000" tIns="90000">
            <a:norm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6" name="Tijdelijke aanduiding voor datum 5"/>
          <p:cNvSpPr>
            <a:spLocks noGrp="1"/>
          </p:cNvSpPr>
          <p:nvPr>
            <p:ph type="dt" sz="half" idx="10"/>
          </p:nvPr>
        </p:nvSpPr>
        <p:spPr/>
        <p:txBody>
          <a:bodyPr/>
          <a:lstStyle/>
          <a:p>
            <a:r>
              <a:rPr lang="nl-NL"/>
              <a:t>SPADE course, July 8-9, 2025</a:t>
            </a:r>
          </a:p>
        </p:txBody>
      </p:sp>
      <p:sp>
        <p:nvSpPr>
          <p:cNvPr id="7" name="Tijdelijke aanduiding voor voettekst 6"/>
          <p:cNvSpPr>
            <a:spLocks noGrp="1"/>
          </p:cNvSpPr>
          <p:nvPr>
            <p:ph type="ftr" sz="quarter" idx="11"/>
          </p:nvPr>
        </p:nvSpPr>
        <p:spPr/>
        <p:txBody>
          <a:bodyPr/>
          <a:lstStyle/>
          <a:p>
            <a:r>
              <a:rPr lang="en-US"/>
              <a:t>SPADE 1-part model daily intakes (Manual, chapter 3)</a:t>
            </a:r>
            <a:endParaRPr lang="nl-NL"/>
          </a:p>
        </p:txBody>
      </p:sp>
      <p:sp>
        <p:nvSpPr>
          <p:cNvPr id="8" name="Tijdelijke aanduiding voor dianummer 7"/>
          <p:cNvSpPr>
            <a:spLocks noGrp="1"/>
          </p:cNvSpPr>
          <p:nvPr>
            <p:ph type="sldNum" sz="quarter" idx="12"/>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14359700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ekstvlak A">
    <p:spTree>
      <p:nvGrpSpPr>
        <p:cNvPr id="1" name=""/>
        <p:cNvGrpSpPr/>
        <p:nvPr/>
      </p:nvGrpSpPr>
      <p:grpSpPr>
        <a:xfrm>
          <a:off x="0" y="0"/>
          <a:ext cx="0" cy="0"/>
          <a:chOff x="0" y="0"/>
          <a:chExt cx="0" cy="0"/>
        </a:xfrm>
      </p:grpSpPr>
      <p:sp>
        <p:nvSpPr>
          <p:cNvPr id="7" name="Rechthoek 6"/>
          <p:cNvSpPr/>
          <p:nvPr/>
        </p:nvSpPr>
        <p:spPr>
          <a:xfrm>
            <a:off x="4572000" y="-1588"/>
            <a:ext cx="4572000" cy="68595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lgn="l">
              <a:buFont typeface="Arial" charset="0"/>
              <a:buNone/>
            </a:pPr>
            <a:endParaRPr lang="nl-NL" sz="750">
              <a:solidFill>
                <a:schemeClr val="bg1"/>
              </a:solidFill>
            </a:endParaRPr>
          </a:p>
        </p:txBody>
      </p:sp>
      <p:sp>
        <p:nvSpPr>
          <p:cNvPr id="6" name="Titel 5"/>
          <p:cNvSpPr>
            <a:spLocks noGrp="1"/>
          </p:cNvSpPr>
          <p:nvPr>
            <p:ph type="title"/>
          </p:nvPr>
        </p:nvSpPr>
        <p:spPr>
          <a:xfrm>
            <a:off x="476250" y="2636838"/>
            <a:ext cx="3752849" cy="1584324"/>
          </a:xfrm>
        </p:spPr>
        <p:txBody>
          <a:bodyPr anchor="ctr" anchorCtr="0"/>
          <a:lstStyle>
            <a:lvl1pPr>
              <a:defRPr sz="3000">
                <a:solidFill>
                  <a:schemeClr val="tx2"/>
                </a:solidFill>
              </a:defRPr>
            </a:lvl1pPr>
          </a:lstStyle>
          <a:p>
            <a:r>
              <a:rPr lang="en-US"/>
              <a:t>Click to edit Master title style</a:t>
            </a:r>
            <a:endParaRPr lang="nl-NL"/>
          </a:p>
        </p:txBody>
      </p:sp>
      <p:sp>
        <p:nvSpPr>
          <p:cNvPr id="3" name="Tijdelijke aanduiding voor tekst 2"/>
          <p:cNvSpPr>
            <a:spLocks noGrp="1"/>
          </p:cNvSpPr>
          <p:nvPr>
            <p:ph type="body" sz="quarter" idx="10"/>
          </p:nvPr>
        </p:nvSpPr>
        <p:spPr>
          <a:xfrm>
            <a:off x="4915941" y="1066801"/>
            <a:ext cx="3753000" cy="5154613"/>
          </a:xfrm>
        </p:spPr>
        <p:txBody>
          <a:bodyPr anchor="ct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11" name="Tijdelijke aanduiding voor datum 10"/>
          <p:cNvSpPr>
            <a:spLocks noGrp="1"/>
          </p:cNvSpPr>
          <p:nvPr>
            <p:ph type="dt" sz="half" idx="11"/>
          </p:nvPr>
        </p:nvSpPr>
        <p:spPr/>
        <p:txBody>
          <a:bodyPr/>
          <a:lstStyle/>
          <a:p>
            <a:r>
              <a:rPr lang="nl-NL"/>
              <a:t>SPADE course, July 8-9, 2025</a:t>
            </a:r>
          </a:p>
        </p:txBody>
      </p:sp>
      <p:sp>
        <p:nvSpPr>
          <p:cNvPr id="12" name="Tijdelijke aanduiding voor voettekst 11"/>
          <p:cNvSpPr>
            <a:spLocks noGrp="1"/>
          </p:cNvSpPr>
          <p:nvPr>
            <p:ph type="ftr" sz="quarter" idx="12"/>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3"/>
          </p:nvPr>
        </p:nvSpPr>
        <p:spPr/>
        <p:txBody>
          <a:bodyPr/>
          <a:lstStyle/>
          <a:p>
            <a:fld id="{10A0A6AF-03C5-477E-939A-E28F7E7F05EA}" type="slidenum">
              <a:rPr lang="nl-NL" smtClean="0"/>
              <a:pPr/>
              <a:t>‹#›</a:t>
            </a:fld>
            <a:endParaRPr lang="nl-NL"/>
          </a:p>
        </p:txBody>
      </p:sp>
      <p:pic>
        <p:nvPicPr>
          <p:cNvPr id="9" name="Afbeelding 8">
            <a:extLst>
              <a:ext uri="{FF2B5EF4-FFF2-40B4-BE49-F238E27FC236}">
                <a16:creationId xmlns:a16="http://schemas.microsoft.com/office/drawing/2014/main" id="{F1F52F3E-725F-8745-9F31-C52D92D3245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2306677296"/>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guide id="3" pos="5609">
          <p15:clr>
            <a:srgbClr val="FBAE40"/>
          </p15:clr>
        </p15:guide>
        <p15:guide id="4" pos="590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ekstvlak B">
    <p:spTree>
      <p:nvGrpSpPr>
        <p:cNvPr id="1" name=""/>
        <p:cNvGrpSpPr/>
        <p:nvPr/>
      </p:nvGrpSpPr>
      <p:grpSpPr>
        <a:xfrm>
          <a:off x="0" y="0"/>
          <a:ext cx="0" cy="0"/>
          <a:chOff x="0" y="0"/>
          <a:chExt cx="0" cy="0"/>
        </a:xfrm>
      </p:grpSpPr>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6" name="Titel 5"/>
          <p:cNvSpPr>
            <a:spLocks noGrp="1"/>
          </p:cNvSpPr>
          <p:nvPr>
            <p:ph type="title"/>
          </p:nvPr>
        </p:nvSpPr>
        <p:spPr>
          <a:xfrm>
            <a:off x="476249" y="2636839"/>
            <a:ext cx="3753000" cy="1584324"/>
          </a:xfrm>
        </p:spPr>
        <p:txBody>
          <a:bodyPr anchor="ctr" anchorCtr="0"/>
          <a:lstStyle>
            <a:lvl1pPr>
              <a:defRPr sz="3000">
                <a:solidFill>
                  <a:schemeClr val="bg1"/>
                </a:solidFill>
              </a:defRPr>
            </a:lvl1pPr>
          </a:lstStyle>
          <a:p>
            <a:r>
              <a:rPr lang="en-US"/>
              <a:t>Click to edit Master title style</a:t>
            </a:r>
            <a:endParaRPr lang="nl-NL"/>
          </a:p>
        </p:txBody>
      </p:sp>
      <p:sp>
        <p:nvSpPr>
          <p:cNvPr id="4" name="Tijdelijke aanduiding voor tekst 3"/>
          <p:cNvSpPr>
            <a:spLocks noGrp="1"/>
          </p:cNvSpPr>
          <p:nvPr>
            <p:ph type="body" sz="quarter" idx="10"/>
          </p:nvPr>
        </p:nvSpPr>
        <p:spPr>
          <a:xfrm>
            <a:off x="4914899" y="1052513"/>
            <a:ext cx="3753000" cy="5168900"/>
          </a:xfrm>
        </p:spPr>
        <p:txBody>
          <a:bodyPr anchor="ctr" anchorCtr="0"/>
          <a:lstStyle/>
          <a:p>
            <a:pPr lvl="0"/>
            <a:r>
              <a:rPr lang="en-US"/>
              <a:t>Click to edit Master text styles</a:t>
            </a:r>
          </a:p>
        </p:txBody>
      </p:sp>
      <p:sp>
        <p:nvSpPr>
          <p:cNvPr id="13" name="Tijdelijke aanduiding voor datum 12"/>
          <p:cNvSpPr>
            <a:spLocks noGrp="1"/>
          </p:cNvSpPr>
          <p:nvPr>
            <p:ph type="dt" sz="half" idx="11"/>
          </p:nvPr>
        </p:nvSpPr>
        <p:spPr/>
        <p:txBody>
          <a:bodyPr/>
          <a:lstStyle/>
          <a:p>
            <a:r>
              <a:rPr lang="nl-NL"/>
              <a:t>SPADE course, July 8-9, 2025</a:t>
            </a:r>
          </a:p>
        </p:txBody>
      </p:sp>
      <p:sp>
        <p:nvSpPr>
          <p:cNvPr id="14" name="Tijdelijke aanduiding voor voettekst 13"/>
          <p:cNvSpPr>
            <a:spLocks noGrp="1"/>
          </p:cNvSpPr>
          <p:nvPr>
            <p:ph type="ftr" sz="quarter" idx="12"/>
          </p:nvPr>
        </p:nvSpPr>
        <p:spPr/>
        <p:txBody>
          <a:bodyPr/>
          <a:lstStyle/>
          <a:p>
            <a:r>
              <a:rPr lang="en-US"/>
              <a:t>SPADE 1-part model daily intakes (Manual, chapter 3)</a:t>
            </a:r>
            <a:endParaRPr lang="nl-NL"/>
          </a:p>
        </p:txBody>
      </p:sp>
      <p:sp>
        <p:nvSpPr>
          <p:cNvPr id="15" name="Tijdelijke aanduiding voor dianummer 14"/>
          <p:cNvSpPr>
            <a:spLocks noGrp="1"/>
          </p:cNvSpPr>
          <p:nvPr>
            <p:ph type="sldNum" sz="quarter" idx="13"/>
          </p:nvPr>
        </p:nvSpPr>
        <p:spPr/>
        <p:txBody>
          <a:bodyPr/>
          <a:lstStyle/>
          <a:p>
            <a:fld id="{10A0A6AF-03C5-477E-939A-E28F7E7F05EA}" type="slidenum">
              <a:rPr lang="nl-NL" smtClean="0"/>
              <a:pPr/>
              <a:t>‹#›</a:t>
            </a:fld>
            <a:endParaRPr lang="nl-NL"/>
          </a:p>
        </p:txBody>
      </p:sp>
      <p:pic>
        <p:nvPicPr>
          <p:cNvPr id="9" name="Afbeelding 8">
            <a:extLst>
              <a:ext uri="{FF2B5EF4-FFF2-40B4-BE49-F238E27FC236}">
                <a16:creationId xmlns:a16="http://schemas.microsoft.com/office/drawing/2014/main" id="{02D8D946-A344-3147-A971-781F250C05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053194797"/>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sp>
        <p:nvSpPr>
          <p:cNvPr id="4" name="Tijdelijke aanduiding voor tekst 3"/>
          <p:cNvSpPr>
            <a:spLocks noGrp="1"/>
          </p:cNvSpPr>
          <p:nvPr>
            <p:ph type="body" sz="half" idx="2"/>
          </p:nvPr>
        </p:nvSpPr>
        <p:spPr>
          <a:xfrm>
            <a:off x="476250" y="3427413"/>
            <a:ext cx="3752850" cy="2794000"/>
          </a:xfrm>
        </p:spPr>
        <p:txBody>
          <a:bodyPr anchor="t" anchorCtr="0">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Titel 8"/>
          <p:cNvSpPr>
            <a:spLocks noGrp="1"/>
          </p:cNvSpPr>
          <p:nvPr>
            <p:ph type="title"/>
          </p:nvPr>
        </p:nvSpPr>
        <p:spPr>
          <a:xfrm>
            <a:off x="476250" y="1052514"/>
            <a:ext cx="3752850" cy="948047"/>
          </a:xfrm>
        </p:spPr>
        <p:txBody>
          <a:bodyPr/>
          <a:lstStyle/>
          <a:p>
            <a:r>
              <a:rPr lang="en-US"/>
              <a:t>Click to edit Master title style</a:t>
            </a:r>
            <a:endParaRPr lang="nl-NL"/>
          </a:p>
        </p:txBody>
      </p:sp>
      <p:sp>
        <p:nvSpPr>
          <p:cNvPr id="11" name="Tijdelijke aanduiding voor datum 10"/>
          <p:cNvSpPr>
            <a:spLocks noGrp="1"/>
          </p:cNvSpPr>
          <p:nvPr>
            <p:ph type="dt" sz="half" idx="25"/>
          </p:nvPr>
        </p:nvSpPr>
        <p:spPr/>
        <p:txBody>
          <a:bodyPr/>
          <a:lstStyle/>
          <a:p>
            <a:r>
              <a:rPr lang="nl-NL"/>
              <a:t>SPADE course, July 8-9, 2025</a:t>
            </a:r>
          </a:p>
        </p:txBody>
      </p:sp>
      <p:sp>
        <p:nvSpPr>
          <p:cNvPr id="12" name="Tijdelijke aanduiding voor voettekst 11"/>
          <p:cNvSpPr>
            <a:spLocks noGrp="1"/>
          </p:cNvSpPr>
          <p:nvPr>
            <p:ph type="ftr" sz="quarter" idx="26"/>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27"/>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17317317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fbeelding verticaal kleur">
    <p:spTree>
      <p:nvGrpSpPr>
        <p:cNvPr id="1" name=""/>
        <p:cNvGrpSpPr/>
        <p:nvPr/>
      </p:nvGrpSpPr>
      <p:grpSpPr>
        <a:xfrm>
          <a:off x="0" y="0"/>
          <a:ext cx="0" cy="0"/>
          <a:chOff x="0" y="0"/>
          <a:chExt cx="0" cy="0"/>
        </a:xfrm>
      </p:grpSpPr>
      <p:sp>
        <p:nvSpPr>
          <p:cNvPr id="13"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sp>
        <p:nvSpPr>
          <p:cNvPr id="7" name="Rechthoek 6"/>
          <p:cNvSpPr/>
          <p:nvPr/>
        </p:nvSpPr>
        <p:spPr>
          <a:xfrm>
            <a:off x="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Tijdelijke aanduiding voor tekst 9"/>
          <p:cNvSpPr>
            <a:spLocks noGrp="1"/>
          </p:cNvSpPr>
          <p:nvPr>
            <p:ph type="body" sz="quarter" idx="15"/>
          </p:nvPr>
        </p:nvSpPr>
        <p:spPr>
          <a:xfrm>
            <a:off x="476250" y="2289601"/>
            <a:ext cx="3754041" cy="39354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2" name="Titel 1"/>
          <p:cNvSpPr>
            <a:spLocks noGrp="1"/>
          </p:cNvSpPr>
          <p:nvPr>
            <p:ph type="title"/>
          </p:nvPr>
        </p:nvSpPr>
        <p:spPr>
          <a:xfrm>
            <a:off x="475654" y="1051201"/>
            <a:ext cx="3753446" cy="948047"/>
          </a:xfrm>
        </p:spPr>
        <p:txBody>
          <a:bodyPr/>
          <a:lstStyle>
            <a:lvl1pPr>
              <a:defRPr>
                <a:solidFill>
                  <a:schemeClr val="bg1"/>
                </a:solidFill>
              </a:defRPr>
            </a:lvl1pPr>
          </a:lstStyle>
          <a:p>
            <a:r>
              <a:rPr lang="en-US"/>
              <a:t>Click to edit Master title style</a:t>
            </a:r>
            <a:endParaRPr lang="nl-NL"/>
          </a:p>
        </p:txBody>
      </p:sp>
      <p:sp>
        <p:nvSpPr>
          <p:cNvPr id="20" name="Tijdelijke aanduiding voor datum 19"/>
          <p:cNvSpPr>
            <a:spLocks noGrp="1"/>
          </p:cNvSpPr>
          <p:nvPr>
            <p:ph type="dt" sz="half" idx="25"/>
          </p:nvPr>
        </p:nvSpPr>
        <p:spPr/>
        <p:txBody>
          <a:bodyPr/>
          <a:lstStyle/>
          <a:p>
            <a:r>
              <a:rPr lang="nl-NL"/>
              <a:t>SPADE course, July 8-9, 2025</a:t>
            </a:r>
          </a:p>
        </p:txBody>
      </p:sp>
      <p:sp>
        <p:nvSpPr>
          <p:cNvPr id="21" name="Tijdelijke aanduiding voor voettekst 20"/>
          <p:cNvSpPr>
            <a:spLocks noGrp="1"/>
          </p:cNvSpPr>
          <p:nvPr>
            <p:ph type="ftr" sz="quarter" idx="26"/>
          </p:nvPr>
        </p:nvSpPr>
        <p:spPr/>
        <p:txBody>
          <a:bodyPr/>
          <a:lstStyle/>
          <a:p>
            <a:r>
              <a:rPr lang="en-US"/>
              <a:t>SPADE 1-part model daily intakes (Manual, chapter 3)</a:t>
            </a:r>
            <a:endParaRPr lang="nl-NL"/>
          </a:p>
        </p:txBody>
      </p:sp>
      <p:sp>
        <p:nvSpPr>
          <p:cNvPr id="22" name="Tijdelijke aanduiding voor dianummer 21"/>
          <p:cNvSpPr>
            <a:spLocks noGrp="1"/>
          </p:cNvSpPr>
          <p:nvPr>
            <p:ph type="sldNum" sz="quarter" idx="27"/>
          </p:nvPr>
        </p:nvSpPr>
        <p:spPr/>
        <p:txBody>
          <a:bodyPr/>
          <a:lstStyle/>
          <a:p>
            <a:fld id="{10A0A6AF-03C5-477E-939A-E28F7E7F05EA}" type="slidenum">
              <a:rPr lang="nl-NL" smtClean="0"/>
              <a:pPr/>
              <a:t>‹#›</a:t>
            </a:fld>
            <a:endParaRPr lang="nl-NL"/>
          </a:p>
        </p:txBody>
      </p:sp>
      <p:pic>
        <p:nvPicPr>
          <p:cNvPr id="11" name="Afbeelding 10">
            <a:extLst>
              <a:ext uri="{FF2B5EF4-FFF2-40B4-BE49-F238E27FC236}">
                <a16:creationId xmlns:a16="http://schemas.microsoft.com/office/drawing/2014/main" id="{AD29F35F-0F39-594C-826B-4BDC677D6B0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2507164632"/>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fbeelding verticaal wit">
    <p:spTree>
      <p:nvGrpSpPr>
        <p:cNvPr id="1" name=""/>
        <p:cNvGrpSpPr/>
        <p:nvPr/>
      </p:nvGrpSpPr>
      <p:grpSpPr>
        <a:xfrm>
          <a:off x="0" y="0"/>
          <a:ext cx="0" cy="0"/>
          <a:chOff x="0" y="0"/>
          <a:chExt cx="0" cy="0"/>
        </a:xfrm>
      </p:grpSpPr>
      <p:sp>
        <p:nvSpPr>
          <p:cNvPr id="8" name="Tijdelijke aanduiding voor afbeelding 16">
            <a:extLst>
              <a:ext uri="{FF2B5EF4-FFF2-40B4-BE49-F238E27FC236}">
                <a16:creationId xmlns:a16="http://schemas.microsoft.com/office/drawing/2014/main" id="{BBCE35AD-A624-6445-84E4-C0AC03B155AD}"/>
              </a:ext>
            </a:extLst>
          </p:cNvPr>
          <p:cNvSpPr>
            <a:spLocks noGrp="1"/>
          </p:cNvSpPr>
          <p:nvPr>
            <p:ph type="pic" sz="quarter" idx="24"/>
          </p:nvPr>
        </p:nvSpPr>
        <p:spPr>
          <a:xfrm>
            <a:off x="4572000" y="-2381"/>
            <a:ext cx="4572000" cy="6860381"/>
          </a:xfrm>
          <a:custGeom>
            <a:avLst/>
            <a:gdLst>
              <a:gd name="connsiteX0" fmla="*/ 235800 w 6096000"/>
              <a:gd name="connsiteY0" fmla="*/ 0 h 6860381"/>
              <a:gd name="connsiteX1" fmla="*/ 6096000 w 6096000"/>
              <a:gd name="connsiteY1" fmla="*/ 0 h 6860381"/>
              <a:gd name="connsiteX2" fmla="*/ 6096000 w 6096000"/>
              <a:gd name="connsiteY2" fmla="*/ 6860381 h 6860381"/>
              <a:gd name="connsiteX3" fmla="*/ 0 w 6096000"/>
              <a:gd name="connsiteY3" fmla="*/ 6860381 h 6860381"/>
              <a:gd name="connsiteX4" fmla="*/ 0 w 6096000"/>
              <a:gd name="connsiteY4" fmla="*/ 711581 h 6860381"/>
              <a:gd name="connsiteX5" fmla="*/ 235800 w 6096000"/>
              <a:gd name="connsiteY5" fmla="*/ 711581 h 6860381"/>
              <a:gd name="connsiteX6" fmla="*/ 235800 w 6096000"/>
              <a:gd name="connsiteY6" fmla="*/ 2381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0381">
                <a:moveTo>
                  <a:pt x="235800" y="0"/>
                </a:moveTo>
                <a:lnTo>
                  <a:pt x="6096000" y="0"/>
                </a:lnTo>
                <a:lnTo>
                  <a:pt x="6096000" y="6860381"/>
                </a:lnTo>
                <a:lnTo>
                  <a:pt x="0" y="6860381"/>
                </a:lnTo>
                <a:lnTo>
                  <a:pt x="0" y="711581"/>
                </a:lnTo>
                <a:lnTo>
                  <a:pt x="235800" y="711581"/>
                </a:lnTo>
                <a:lnTo>
                  <a:pt x="235800" y="2381"/>
                </a:lnTo>
                <a:close/>
              </a:path>
            </a:pathLst>
          </a:custGeom>
          <a:noFill/>
        </p:spPr>
        <p:txBody>
          <a:bodyPr wrap="square" anchor="ctr" anchorCtr="0">
            <a:noAutofit/>
          </a:bodyPr>
          <a:lstStyle/>
          <a:p>
            <a:r>
              <a:rPr lang="en-US"/>
              <a:t>Click icon to add picture</a:t>
            </a:r>
            <a:endParaRPr lang="nl-NL"/>
          </a:p>
        </p:txBody>
      </p:sp>
      <p:sp>
        <p:nvSpPr>
          <p:cNvPr id="11" name="Tijdelijke aanduiding voor tekst 10"/>
          <p:cNvSpPr>
            <a:spLocks noGrp="1"/>
          </p:cNvSpPr>
          <p:nvPr>
            <p:ph type="body" sz="quarter" idx="16"/>
          </p:nvPr>
        </p:nvSpPr>
        <p:spPr>
          <a:xfrm>
            <a:off x="476250" y="2289601"/>
            <a:ext cx="3752850" cy="3931813"/>
          </a:xfrm>
        </p:spPr>
        <p:txBody>
          <a:bodyPr/>
          <a:lstStyle/>
          <a:p>
            <a:pPr lvl="0"/>
            <a:r>
              <a:rPr lang="en-US"/>
              <a:t>Click to edit Master text styles</a:t>
            </a:r>
          </a:p>
        </p:txBody>
      </p:sp>
      <p:sp>
        <p:nvSpPr>
          <p:cNvPr id="2" name="Titel 1"/>
          <p:cNvSpPr>
            <a:spLocks noGrp="1"/>
          </p:cNvSpPr>
          <p:nvPr>
            <p:ph type="title"/>
          </p:nvPr>
        </p:nvSpPr>
        <p:spPr>
          <a:xfrm>
            <a:off x="476250" y="1051201"/>
            <a:ext cx="3752850" cy="948047"/>
          </a:xfrm>
        </p:spPr>
        <p:txBody>
          <a:bodyPr/>
          <a:lstStyle/>
          <a:p>
            <a:r>
              <a:rPr lang="en-US"/>
              <a:t>Click to edit Master title style</a:t>
            </a:r>
            <a:endParaRPr lang="nl-NL"/>
          </a:p>
        </p:txBody>
      </p:sp>
      <p:sp>
        <p:nvSpPr>
          <p:cNvPr id="6" name="Tijdelijke aanduiding voor datum 5"/>
          <p:cNvSpPr>
            <a:spLocks noGrp="1"/>
          </p:cNvSpPr>
          <p:nvPr>
            <p:ph type="dt" sz="half" idx="25"/>
          </p:nvPr>
        </p:nvSpPr>
        <p:spPr/>
        <p:txBody>
          <a:bodyPr/>
          <a:lstStyle/>
          <a:p>
            <a:r>
              <a:rPr lang="nl-NL"/>
              <a:t>SPADE course, July 8-9, 2025</a:t>
            </a:r>
          </a:p>
        </p:txBody>
      </p:sp>
      <p:sp>
        <p:nvSpPr>
          <p:cNvPr id="12" name="Tijdelijke aanduiding voor voettekst 11"/>
          <p:cNvSpPr>
            <a:spLocks noGrp="1"/>
          </p:cNvSpPr>
          <p:nvPr>
            <p:ph type="ftr" sz="quarter" idx="26"/>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27"/>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3405651411"/>
      </p:ext>
    </p:extLst>
  </p:cSld>
  <p:clrMapOvr>
    <a:masterClrMapping/>
  </p:clrMapOvr>
  <p:extLst>
    <p:ext uri="{DCECCB84-F9BA-43D5-87BE-67443E8EF086}">
      <p15:sldGuideLst xmlns:p15="http://schemas.microsoft.com/office/powerpoint/2012/main">
        <p15:guide id="1" pos="39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ekst horizontaal A">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p:nvPr>
        </p:nvSpPr>
        <p:spPr>
          <a:xfrm>
            <a:off x="476250" y="1052513"/>
            <a:ext cx="8192691" cy="2374900"/>
          </a:xfrm>
        </p:spPr>
        <p:txBody>
          <a:bodyPr anchor="ctr" anchorCtr="0">
            <a:normAutofit/>
          </a:bodyPr>
          <a:lstStyle>
            <a:lvl1pPr>
              <a:defRPr sz="3600">
                <a:solidFill>
                  <a:schemeClr val="bg1"/>
                </a:solidFill>
              </a:defRPr>
            </a:lvl1pPr>
          </a:lstStyle>
          <a:p>
            <a:r>
              <a:rPr lang="en-US"/>
              <a:t>Click to edit Master title style</a:t>
            </a:r>
            <a:endParaRPr lang="nl-NL"/>
          </a:p>
        </p:txBody>
      </p:sp>
      <p:sp>
        <p:nvSpPr>
          <p:cNvPr id="14" name="Tijdelijke aanduiding voor tekst 13"/>
          <p:cNvSpPr>
            <a:spLocks noGrp="1"/>
          </p:cNvSpPr>
          <p:nvPr>
            <p:ph type="body" sz="quarter" idx="13"/>
          </p:nvPr>
        </p:nvSpPr>
        <p:spPr>
          <a:xfrm>
            <a:off x="476250" y="3749488"/>
            <a:ext cx="8192691" cy="2471925"/>
          </a:xfrm>
        </p:spPr>
        <p:txBody>
          <a:bodyPr numCol="2" spcCol="468000"/>
          <a:lstStyle/>
          <a:p>
            <a:pPr lvl="0"/>
            <a:r>
              <a:rPr lang="en-US"/>
              <a:t>Click to edit Master text styles</a:t>
            </a:r>
          </a:p>
        </p:txBody>
      </p:sp>
      <p:sp>
        <p:nvSpPr>
          <p:cNvPr id="8" name="Tijdelijke aanduiding voor datum 7"/>
          <p:cNvSpPr>
            <a:spLocks noGrp="1"/>
          </p:cNvSpPr>
          <p:nvPr>
            <p:ph type="dt" sz="half" idx="14"/>
          </p:nvPr>
        </p:nvSpPr>
        <p:spPr/>
        <p:txBody>
          <a:bodyPr/>
          <a:lstStyle/>
          <a:p>
            <a:r>
              <a:rPr lang="nl-NL"/>
              <a:t>SPADE course, July 8-9, 2025</a:t>
            </a:r>
          </a:p>
        </p:txBody>
      </p:sp>
      <p:sp>
        <p:nvSpPr>
          <p:cNvPr id="10" name="Tijdelijke aanduiding voor voettekst 9"/>
          <p:cNvSpPr>
            <a:spLocks noGrp="1"/>
          </p:cNvSpPr>
          <p:nvPr>
            <p:ph type="ftr" sz="quarter" idx="15"/>
          </p:nvPr>
        </p:nvSpPr>
        <p:spPr/>
        <p:txBody>
          <a:bodyPr/>
          <a:lstStyle/>
          <a:p>
            <a:r>
              <a:rPr lang="en-US"/>
              <a:t>SPADE 1-part model daily intakes (Manual, chapter 3)</a:t>
            </a:r>
            <a:endParaRPr lang="nl-NL"/>
          </a:p>
        </p:txBody>
      </p:sp>
      <p:sp>
        <p:nvSpPr>
          <p:cNvPr id="11" name="Tijdelijke aanduiding voor dianummer 10"/>
          <p:cNvSpPr>
            <a:spLocks noGrp="1"/>
          </p:cNvSpPr>
          <p:nvPr>
            <p:ph type="sldNum" sz="quarter" idx="16"/>
          </p:nvPr>
        </p:nvSpPr>
        <p:spPr/>
        <p:txBody>
          <a:bodyPr/>
          <a:lstStyle/>
          <a:p>
            <a:fld id="{10A0A6AF-03C5-477E-939A-E28F7E7F05EA}" type="slidenum">
              <a:rPr lang="nl-NL" smtClean="0"/>
              <a:pPr/>
              <a:t>‹#›</a:t>
            </a:fld>
            <a:endParaRPr lang="nl-NL"/>
          </a:p>
        </p:txBody>
      </p:sp>
      <p:pic>
        <p:nvPicPr>
          <p:cNvPr id="12" name="Afbeelding 11">
            <a:extLst>
              <a:ext uri="{FF2B5EF4-FFF2-40B4-BE49-F238E27FC236}">
                <a16:creationId xmlns:a16="http://schemas.microsoft.com/office/drawing/2014/main" id="{3C559DCA-5789-E947-96F2-E0A472AD8BA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4788299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ekst horizontaal B">
    <p:spTree>
      <p:nvGrpSpPr>
        <p:cNvPr id="1" name=""/>
        <p:cNvGrpSpPr/>
        <p:nvPr/>
      </p:nvGrpSpPr>
      <p:grpSpPr>
        <a:xfrm>
          <a:off x="0" y="0"/>
          <a:ext cx="0" cy="0"/>
          <a:chOff x="0" y="0"/>
          <a:chExt cx="0" cy="0"/>
        </a:xfrm>
      </p:grpSpPr>
      <p:sp>
        <p:nvSpPr>
          <p:cNvPr id="6" name="Rechthoek 5"/>
          <p:cNvSpPr/>
          <p:nvPr/>
        </p:nvSpPr>
        <p:spPr>
          <a:xfrm>
            <a:off x="0" y="3430588"/>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p:nvPr>
        </p:nvSpPr>
        <p:spPr>
          <a:xfrm>
            <a:off x="476250" y="1052513"/>
            <a:ext cx="8192691" cy="2374900"/>
          </a:xfrm>
        </p:spPr>
        <p:txBody>
          <a:bodyPr anchor="ctr" anchorCtr="0">
            <a:normAutofit/>
          </a:bodyPr>
          <a:lstStyle>
            <a:lvl1pPr>
              <a:defRPr sz="3600">
                <a:solidFill>
                  <a:schemeClr val="tx2"/>
                </a:solidFill>
              </a:defRPr>
            </a:lvl1pPr>
          </a:lstStyle>
          <a:p>
            <a:r>
              <a:rPr lang="en-US"/>
              <a:t>Click to edit Master title style</a:t>
            </a:r>
            <a:endParaRPr lang="nl-NL"/>
          </a:p>
        </p:txBody>
      </p:sp>
      <p:sp>
        <p:nvSpPr>
          <p:cNvPr id="14" name="Tijdelijke aanduiding voor tekst 13"/>
          <p:cNvSpPr>
            <a:spLocks noGrp="1"/>
          </p:cNvSpPr>
          <p:nvPr>
            <p:ph type="body" sz="quarter" idx="13"/>
          </p:nvPr>
        </p:nvSpPr>
        <p:spPr>
          <a:xfrm>
            <a:off x="476250" y="3749488"/>
            <a:ext cx="8192691" cy="2471925"/>
          </a:xfrm>
        </p:spPr>
        <p:txBody>
          <a:bodyPr numCol="2" spcCol="468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8" name="Tijdelijke aanduiding voor datum 7"/>
          <p:cNvSpPr>
            <a:spLocks noGrp="1"/>
          </p:cNvSpPr>
          <p:nvPr>
            <p:ph type="dt" sz="half" idx="14"/>
          </p:nvPr>
        </p:nvSpPr>
        <p:spPr/>
        <p:txBody>
          <a:bodyPr/>
          <a:lstStyle/>
          <a:p>
            <a:r>
              <a:rPr lang="nl-NL"/>
              <a:t>SPADE course, July 8-9, 2025</a:t>
            </a:r>
          </a:p>
        </p:txBody>
      </p:sp>
      <p:sp>
        <p:nvSpPr>
          <p:cNvPr id="10" name="Tijdelijke aanduiding voor voettekst 9"/>
          <p:cNvSpPr>
            <a:spLocks noGrp="1"/>
          </p:cNvSpPr>
          <p:nvPr>
            <p:ph type="ftr" sz="quarter" idx="15"/>
          </p:nvPr>
        </p:nvSpPr>
        <p:spPr/>
        <p:txBody>
          <a:bodyPr/>
          <a:lstStyle/>
          <a:p>
            <a:r>
              <a:rPr lang="en-US"/>
              <a:t>SPADE 1-part model daily intakes (Manual, chapter 3)</a:t>
            </a:r>
            <a:endParaRPr lang="nl-NL"/>
          </a:p>
        </p:txBody>
      </p:sp>
      <p:sp>
        <p:nvSpPr>
          <p:cNvPr id="11" name="Tijdelijke aanduiding voor dianummer 10"/>
          <p:cNvSpPr>
            <a:spLocks noGrp="1"/>
          </p:cNvSpPr>
          <p:nvPr>
            <p:ph type="sldNum" sz="quarter" idx="16"/>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6586464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fbeelding horizontaal kleur">
    <p:bg>
      <p:bgRef idx="1001">
        <a:schemeClr val="bg2"/>
      </p:bgRef>
    </p:bg>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lvl1pPr>
              <a:buClr>
                <a:schemeClr val="bg2"/>
              </a:buClr>
              <a:tabLst>
                <a:tab pos="1214438" algn="l"/>
              </a:tabLst>
              <a:defRPr>
                <a:solidFill>
                  <a:schemeClr val="bg1"/>
                </a:solidFill>
              </a:defRPr>
            </a:lvl1pPr>
          </a:lstStyle>
          <a:p>
            <a:r>
              <a:rPr lang="en-US"/>
              <a:t>Click icon to add picture</a:t>
            </a:r>
            <a:endParaRPr lang="nl-NL"/>
          </a:p>
        </p:txBody>
      </p:sp>
      <p:sp>
        <p:nvSpPr>
          <p:cNvPr id="2" name="Titel 1"/>
          <p:cNvSpPr>
            <a:spLocks noGrp="1"/>
          </p:cNvSpPr>
          <p:nvPr>
            <p:ph type="title"/>
          </p:nvPr>
        </p:nvSpPr>
        <p:spPr>
          <a:xfrm>
            <a:off x="475654" y="3888001"/>
            <a:ext cx="3753446" cy="2333413"/>
          </a:xfrm>
        </p:spPr>
        <p:txBody>
          <a:bodyPr anchor="t" anchorCtr="0"/>
          <a:lstStyle>
            <a:lvl1pPr>
              <a:defRPr>
                <a:solidFill>
                  <a:schemeClr val="tx1"/>
                </a:solidFill>
              </a:defRPr>
            </a:lvl1pPr>
          </a:lstStyle>
          <a:p>
            <a:r>
              <a:rPr lang="en-US"/>
              <a:t>Click to edit Master title style</a:t>
            </a:r>
            <a:endParaRPr lang="nl-NL"/>
          </a:p>
        </p:txBody>
      </p:sp>
      <p:sp>
        <p:nvSpPr>
          <p:cNvPr id="6" name="Tijdelijke aanduiding voor tekst 13"/>
          <p:cNvSpPr>
            <a:spLocks noGrp="1"/>
          </p:cNvSpPr>
          <p:nvPr>
            <p:ph type="body" sz="quarter" idx="13"/>
          </p:nvPr>
        </p:nvSpPr>
        <p:spPr>
          <a:xfrm>
            <a:off x="4915941" y="3888001"/>
            <a:ext cx="3753000" cy="2333413"/>
          </a:xfrm>
        </p:spPr>
        <p:txBody>
          <a:bodyPr tIns="50400" numCol="1" spcCol="468000" anchor="t" anchorCtr="0"/>
          <a:lstStyle/>
          <a:p>
            <a:pPr lvl="0"/>
            <a:r>
              <a:rPr lang="en-US"/>
              <a:t>Click to edit Master text styles</a:t>
            </a:r>
          </a:p>
        </p:txBody>
      </p:sp>
      <p:sp>
        <p:nvSpPr>
          <p:cNvPr id="10" name="Tijdelijke aanduiding voor datum 9"/>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11" name="Tijdelijke aanduiding voor voettekst 10"/>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3" name="Tijdelijke aanduiding voor dianummer 12"/>
          <p:cNvSpPr>
            <a:spLocks noGrp="1"/>
          </p:cNvSpPr>
          <p:nvPr>
            <p:ph type="sldNum" sz="quarter" idx="17"/>
          </p:nvPr>
        </p:nvSpPr>
        <p:spPr/>
        <p:txBody>
          <a:bodyPr/>
          <a:lstStyle>
            <a:lvl1pPr>
              <a:defRPr>
                <a:solidFill>
                  <a:schemeClr val="tx1">
                    <a:lumMod val="65000"/>
                  </a:schemeClr>
                </a:solidFill>
              </a:defRPr>
            </a:lvl1pPr>
          </a:lstStyle>
          <a:p>
            <a:fld id="{10A0A6AF-03C5-477E-939A-E28F7E7F05EA}" type="slidenum">
              <a:rPr lang="nl-NL" smtClean="0"/>
              <a:pPr/>
              <a:t>‹#›</a:t>
            </a:fld>
            <a:endParaRPr lang="nl-NL"/>
          </a:p>
        </p:txBody>
      </p:sp>
    </p:spTree>
    <p:extLst>
      <p:ext uri="{BB962C8B-B14F-4D97-AF65-F5344CB8AC3E}">
        <p14:creationId xmlns:p14="http://schemas.microsoft.com/office/powerpoint/2010/main" val="2815168593"/>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fbeelding horizontaal wit">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p>
            <a:r>
              <a:rPr lang="en-US"/>
              <a:t>Click icon to add picture</a:t>
            </a:r>
            <a:endParaRPr lang="nl-NL"/>
          </a:p>
        </p:txBody>
      </p:sp>
      <p:sp>
        <p:nvSpPr>
          <p:cNvPr id="14" name="Tijdelijke aanduiding voor tekst 13"/>
          <p:cNvSpPr>
            <a:spLocks noGrp="1"/>
          </p:cNvSpPr>
          <p:nvPr>
            <p:ph type="body" sz="quarter" idx="13"/>
          </p:nvPr>
        </p:nvSpPr>
        <p:spPr>
          <a:xfrm>
            <a:off x="4914899" y="3888001"/>
            <a:ext cx="3753000" cy="2333413"/>
          </a:xfrm>
        </p:spPr>
        <p:txBody>
          <a:bodyPr tIns="50400" numCol="1" spcCol="468000" anchor="t" anchorCtr="0"/>
          <a:lstStyle/>
          <a:p>
            <a:pPr lvl="0"/>
            <a:r>
              <a:rPr lang="en-US"/>
              <a:t>Click to edit Master text styles</a:t>
            </a:r>
          </a:p>
        </p:txBody>
      </p:sp>
      <p:sp>
        <p:nvSpPr>
          <p:cNvPr id="2" name="Titel 1"/>
          <p:cNvSpPr>
            <a:spLocks noGrp="1"/>
          </p:cNvSpPr>
          <p:nvPr>
            <p:ph type="title"/>
          </p:nvPr>
        </p:nvSpPr>
        <p:spPr>
          <a:xfrm>
            <a:off x="475654" y="3888001"/>
            <a:ext cx="3753446" cy="2333413"/>
          </a:xfrm>
        </p:spPr>
        <p:txBody>
          <a:bodyPr anchor="t" anchorCtr="0"/>
          <a:lstStyle/>
          <a:p>
            <a:r>
              <a:rPr lang="en-US"/>
              <a:t>Click to edit Master title style</a:t>
            </a:r>
            <a:endParaRPr lang="nl-NL"/>
          </a:p>
        </p:txBody>
      </p:sp>
      <p:sp>
        <p:nvSpPr>
          <p:cNvPr id="9" name="Tijdelijke aanduiding voor datum 8"/>
          <p:cNvSpPr>
            <a:spLocks noGrp="1"/>
          </p:cNvSpPr>
          <p:nvPr>
            <p:ph type="dt" sz="half" idx="15"/>
          </p:nvPr>
        </p:nvSpPr>
        <p:spPr/>
        <p:txBody>
          <a:bodyPr/>
          <a:lstStyle/>
          <a:p>
            <a:r>
              <a:rPr lang="nl-NL"/>
              <a:t>SPADE course, July 8-9, 2025</a:t>
            </a:r>
          </a:p>
        </p:txBody>
      </p:sp>
      <p:sp>
        <p:nvSpPr>
          <p:cNvPr id="10" name="Tijdelijke aanduiding voor voettekst 9"/>
          <p:cNvSpPr>
            <a:spLocks noGrp="1"/>
          </p:cNvSpPr>
          <p:nvPr>
            <p:ph type="ftr" sz="quarter" idx="16"/>
          </p:nvPr>
        </p:nvSpPr>
        <p:spPr/>
        <p:txBody>
          <a:bodyPr/>
          <a:lstStyle/>
          <a:p>
            <a:r>
              <a:rPr lang="en-US"/>
              <a:t>SPADE 1-part model daily intakes (Manual, chapter 3)</a:t>
            </a:r>
            <a:endParaRPr lang="nl-NL"/>
          </a:p>
        </p:txBody>
      </p:sp>
      <p:sp>
        <p:nvSpPr>
          <p:cNvPr id="11" name="Tijdelijke aanduiding voor dianummer 10"/>
          <p:cNvSpPr>
            <a:spLocks noGrp="1"/>
          </p:cNvSpPr>
          <p:nvPr>
            <p:ph type="sldNum" sz="quarter" idx="17"/>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9978961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fbeelding hor. kleur zonder titel">
    <p:bg>
      <p:bgRef idx="1001">
        <a:schemeClr val="bg2"/>
      </p:bgRef>
    </p:bg>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lvl1pPr>
              <a:tabLst>
                <a:tab pos="1214438" algn="l"/>
              </a:tabLst>
              <a:defRPr>
                <a:solidFill>
                  <a:schemeClr val="bg1"/>
                </a:solidFill>
              </a:defRPr>
            </a:lvl1pPr>
          </a:lstStyle>
          <a:p>
            <a:r>
              <a:rPr lang="en-US"/>
              <a:t>Click icon to add picture</a:t>
            </a:r>
            <a:endParaRPr lang="nl-NL"/>
          </a:p>
        </p:txBody>
      </p:sp>
      <p:sp>
        <p:nvSpPr>
          <p:cNvPr id="14" name="Tijdelijke aanduiding voor tekst 13"/>
          <p:cNvSpPr>
            <a:spLocks noGrp="1"/>
          </p:cNvSpPr>
          <p:nvPr>
            <p:ph type="body" sz="quarter" idx="13"/>
          </p:nvPr>
        </p:nvSpPr>
        <p:spPr>
          <a:xfrm>
            <a:off x="476250" y="3888001"/>
            <a:ext cx="8192691" cy="2333413"/>
          </a:xfrm>
        </p:spPr>
        <p:txBody>
          <a:bodyPr tIns="50400" numCol="2" spcCol="468000"/>
          <a:lstStyle/>
          <a:p>
            <a:pPr lvl="0"/>
            <a:r>
              <a:rPr lang="en-US"/>
              <a:t>Click to edit Master text styles</a:t>
            </a:r>
          </a:p>
        </p:txBody>
      </p:sp>
      <p:sp>
        <p:nvSpPr>
          <p:cNvPr id="8" name="Tijdelijke aanduiding voor datum 7"/>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9" name="Tijdelijke aanduiding voor voettekst 8"/>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0" name="Tijdelijke aanduiding voor dianummer 9"/>
          <p:cNvSpPr>
            <a:spLocks noGrp="1"/>
          </p:cNvSpPr>
          <p:nvPr>
            <p:ph type="sldNum" sz="quarter" idx="17"/>
          </p:nvPr>
        </p:nvSpPr>
        <p:spPr/>
        <p:txBody>
          <a:bodyPr/>
          <a:lstStyle>
            <a:lvl1pPr>
              <a:defRPr>
                <a:solidFill>
                  <a:schemeClr val="tx1">
                    <a:lumMod val="65000"/>
                  </a:schemeClr>
                </a:solidFill>
              </a:defRPr>
            </a:lvl1pPr>
          </a:lstStyle>
          <a:p>
            <a:fld id="{10A0A6AF-03C5-477E-939A-E28F7E7F05EA}" type="slidenum">
              <a:rPr lang="nl-NL" smtClean="0"/>
              <a:pPr/>
              <a:t>‹#›</a:t>
            </a:fld>
            <a:endParaRPr lang="nl-NL"/>
          </a:p>
        </p:txBody>
      </p:sp>
    </p:spTree>
    <p:extLst>
      <p:ext uri="{BB962C8B-B14F-4D97-AF65-F5344CB8AC3E}">
        <p14:creationId xmlns:p14="http://schemas.microsoft.com/office/powerpoint/2010/main" val="3898786993"/>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fbeelding hor. wit zonder titel">
    <p:spTree>
      <p:nvGrpSpPr>
        <p:cNvPr id="1" name=""/>
        <p:cNvGrpSpPr/>
        <p:nvPr/>
      </p:nvGrpSpPr>
      <p:grpSpPr>
        <a:xfrm>
          <a:off x="0" y="0"/>
          <a:ext cx="0" cy="0"/>
          <a:chOff x="0" y="0"/>
          <a:chExt cx="0" cy="0"/>
        </a:xfrm>
      </p:grpSpPr>
      <p:sp>
        <p:nvSpPr>
          <p:cNvPr id="12" name="Tijdelijke aanduiding voor afbeelding 11"/>
          <p:cNvSpPr>
            <a:spLocks noGrp="1"/>
          </p:cNvSpPr>
          <p:nvPr>
            <p:ph type="pic" sz="quarter" idx="14"/>
          </p:nvPr>
        </p:nvSpPr>
        <p:spPr>
          <a:xfrm>
            <a:off x="0" y="1"/>
            <a:ext cx="9144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7413">
                <a:moveTo>
                  <a:pt x="0" y="0"/>
                </a:moveTo>
                <a:lnTo>
                  <a:pt x="5862638" y="0"/>
                </a:lnTo>
                <a:lnTo>
                  <a:pt x="5862638" y="709613"/>
                </a:lnTo>
                <a:lnTo>
                  <a:pt x="6329363" y="709613"/>
                </a:lnTo>
                <a:lnTo>
                  <a:pt x="6329363" y="0"/>
                </a:lnTo>
                <a:lnTo>
                  <a:pt x="12192000" y="0"/>
                </a:lnTo>
                <a:lnTo>
                  <a:pt x="12192000" y="3427413"/>
                </a:lnTo>
                <a:lnTo>
                  <a:pt x="0" y="3427413"/>
                </a:lnTo>
                <a:close/>
              </a:path>
            </a:pathLst>
          </a:custGeom>
          <a:noFill/>
        </p:spPr>
        <p:txBody>
          <a:bodyPr wrap="square" lIns="720000" tIns="1152000">
            <a:noAutofit/>
          </a:bodyPr>
          <a:lstStyle/>
          <a:p>
            <a:r>
              <a:rPr lang="en-US"/>
              <a:t>Click icon to add picture</a:t>
            </a:r>
            <a:endParaRPr lang="nl-NL"/>
          </a:p>
        </p:txBody>
      </p:sp>
      <p:sp>
        <p:nvSpPr>
          <p:cNvPr id="14" name="Tijdelijke aanduiding voor tekst 13"/>
          <p:cNvSpPr>
            <a:spLocks noGrp="1"/>
          </p:cNvSpPr>
          <p:nvPr>
            <p:ph type="body" sz="quarter" idx="13"/>
          </p:nvPr>
        </p:nvSpPr>
        <p:spPr>
          <a:xfrm>
            <a:off x="476250" y="3888001"/>
            <a:ext cx="8192691" cy="2333413"/>
          </a:xfrm>
        </p:spPr>
        <p:txBody>
          <a:bodyPr tIns="50400" numCol="2" spcCol="468000"/>
          <a:lstStyle/>
          <a:p>
            <a:pPr lvl="0"/>
            <a:r>
              <a:rPr lang="en-US"/>
              <a:t>Click to edit Master text styles</a:t>
            </a:r>
          </a:p>
        </p:txBody>
      </p:sp>
      <p:sp>
        <p:nvSpPr>
          <p:cNvPr id="8" name="Tijdelijke aanduiding voor datum 7"/>
          <p:cNvSpPr>
            <a:spLocks noGrp="1"/>
          </p:cNvSpPr>
          <p:nvPr>
            <p:ph type="dt" sz="half" idx="15"/>
          </p:nvPr>
        </p:nvSpPr>
        <p:spPr/>
        <p:txBody>
          <a:bodyPr/>
          <a:lstStyle/>
          <a:p>
            <a:r>
              <a:rPr lang="nl-NL"/>
              <a:t>SPADE course, July 8-9, 2025</a:t>
            </a:r>
          </a:p>
        </p:txBody>
      </p:sp>
      <p:sp>
        <p:nvSpPr>
          <p:cNvPr id="9" name="Tijdelijke aanduiding voor voettekst 8"/>
          <p:cNvSpPr>
            <a:spLocks noGrp="1"/>
          </p:cNvSpPr>
          <p:nvPr>
            <p:ph type="ftr" sz="quarter" idx="16"/>
          </p:nvPr>
        </p:nvSpPr>
        <p:spPr/>
        <p:txBody>
          <a:bodyPr/>
          <a:lstStyle/>
          <a:p>
            <a:r>
              <a:rPr lang="en-US"/>
              <a:t>SPADE 1-part model daily intakes (Manual, chapter 3)</a:t>
            </a:r>
            <a:endParaRPr lang="nl-NL"/>
          </a:p>
        </p:txBody>
      </p:sp>
      <p:sp>
        <p:nvSpPr>
          <p:cNvPr id="10" name="Tijdelijke aanduiding voor dianummer 9"/>
          <p:cNvSpPr>
            <a:spLocks noGrp="1"/>
          </p:cNvSpPr>
          <p:nvPr>
            <p:ph type="sldNum" sz="quarter" idx="17"/>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21191705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Afbeelding horizontaal kleur titel">
    <p:bg>
      <p:bgRef idx="1001">
        <a:schemeClr val="bg2"/>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4"/>
            <a:ext cx="9144000" cy="3430587"/>
          </a:xfrm>
          <a:prstGeom prst="rect">
            <a:avLst/>
          </a:prstGeom>
          <a:noFill/>
        </p:spPr>
        <p:txBody>
          <a:bodyPr wrap="square" lIns="612000">
            <a:noAutofit/>
          </a:bodyPr>
          <a:lstStyle>
            <a:lvl1pPr>
              <a:buClr>
                <a:schemeClr val="bg2"/>
              </a:buClr>
              <a:defRPr>
                <a:solidFill>
                  <a:schemeClr val="bg1"/>
                </a:solidFill>
              </a:defRPr>
            </a:lvl1pPr>
          </a:lstStyle>
          <a:p>
            <a:r>
              <a:rPr lang="en-US"/>
              <a:t>Click icon to add picture</a:t>
            </a:r>
            <a:endParaRPr lang="nl-NL"/>
          </a:p>
        </p:txBody>
      </p:sp>
      <p:sp>
        <p:nvSpPr>
          <p:cNvPr id="2" name="Titel 1"/>
          <p:cNvSpPr>
            <a:spLocks noGrp="1"/>
          </p:cNvSpPr>
          <p:nvPr>
            <p:ph type="title"/>
          </p:nvPr>
        </p:nvSpPr>
        <p:spPr>
          <a:xfrm>
            <a:off x="475200" y="1051200"/>
            <a:ext cx="8193287" cy="946800"/>
          </a:xfrm>
        </p:spPr>
        <p:txBody>
          <a:bodyPr/>
          <a:lstStyle>
            <a:lvl1pPr>
              <a:defRPr>
                <a:solidFill>
                  <a:schemeClr val="tx1"/>
                </a:solidFill>
              </a:defRPr>
            </a:lvl1pPr>
          </a:lstStyle>
          <a:p>
            <a:r>
              <a:rPr lang="en-US"/>
              <a:t>Click to edit Master title style</a:t>
            </a:r>
            <a:endParaRPr lang="nl-NL"/>
          </a:p>
        </p:txBody>
      </p:sp>
      <p:sp>
        <p:nvSpPr>
          <p:cNvPr id="13" name="Tijdelijke aanduiding voor datum 12"/>
          <p:cNvSpPr>
            <a:spLocks noGrp="1"/>
          </p:cNvSpPr>
          <p:nvPr>
            <p:ph type="dt" sz="half" idx="15"/>
          </p:nvPr>
        </p:nvSpPr>
        <p:spPr/>
        <p:txBody>
          <a:bodyPr/>
          <a:lstStyle>
            <a:lvl1pPr>
              <a:defRPr>
                <a:solidFill>
                  <a:schemeClr val="tx1">
                    <a:lumMod val="65000"/>
                  </a:schemeClr>
                </a:solidFill>
              </a:defRPr>
            </a:lvl1pPr>
          </a:lstStyle>
          <a:p>
            <a:r>
              <a:rPr lang="nl-NL"/>
              <a:t>SPADE course, July 8-9, 2025</a:t>
            </a:r>
          </a:p>
        </p:txBody>
      </p:sp>
      <p:sp>
        <p:nvSpPr>
          <p:cNvPr id="14" name="Tijdelijke aanduiding voor voettekst 13"/>
          <p:cNvSpPr>
            <a:spLocks noGrp="1"/>
          </p:cNvSpPr>
          <p:nvPr>
            <p:ph type="ftr" sz="quarter" idx="16"/>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15" name="Tijdelijke aanduiding voor dianummer 14"/>
          <p:cNvSpPr>
            <a:spLocks noGrp="1"/>
          </p:cNvSpPr>
          <p:nvPr>
            <p:ph type="sldNum" sz="quarter" idx="17"/>
          </p:nvPr>
        </p:nvSpPr>
        <p:spPr/>
        <p:txBody>
          <a:bodyPr/>
          <a:lstStyle>
            <a:lvl1pPr>
              <a:defRPr>
                <a:solidFill>
                  <a:schemeClr val="tx1">
                    <a:lumMod val="65000"/>
                  </a:schemeClr>
                </a:solidFill>
              </a:defRPr>
            </a:lvl1pPr>
          </a:lstStyle>
          <a:p>
            <a:fld id="{10A0A6AF-03C5-477E-939A-E28F7E7F05EA}" type="slidenum">
              <a:rPr lang="nl-NL" smtClean="0"/>
              <a:pPr/>
              <a:t>‹#›</a:t>
            </a:fld>
            <a:endParaRPr lang="nl-NL"/>
          </a:p>
        </p:txBody>
      </p:sp>
    </p:spTree>
    <p:extLst>
      <p:ext uri="{BB962C8B-B14F-4D97-AF65-F5344CB8AC3E}">
        <p14:creationId xmlns:p14="http://schemas.microsoft.com/office/powerpoint/2010/main" val="1506091156"/>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fbeelding horizontaal wit titel">
    <p:bg>
      <p:bgRef idx="1001">
        <a:schemeClr val="bg1"/>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4"/>
            <a:ext cx="9144000" cy="3430587"/>
          </a:xfrm>
          <a:prstGeom prst="rect">
            <a:avLst/>
          </a:prstGeom>
          <a:noFill/>
        </p:spPr>
        <p:txBody>
          <a:bodyPr wrap="square" lIns="612000">
            <a:noAutofit/>
          </a:bodyPr>
          <a:lstStyle/>
          <a:p>
            <a:r>
              <a:rPr lang="en-US"/>
              <a:t>Click icon to add picture</a:t>
            </a:r>
            <a:endParaRPr lang="nl-NL"/>
          </a:p>
        </p:txBody>
      </p:sp>
      <p:sp>
        <p:nvSpPr>
          <p:cNvPr id="9" name="Titel 8"/>
          <p:cNvSpPr>
            <a:spLocks noGrp="1"/>
          </p:cNvSpPr>
          <p:nvPr>
            <p:ph type="title"/>
          </p:nvPr>
        </p:nvSpPr>
        <p:spPr>
          <a:xfrm>
            <a:off x="475654" y="1051200"/>
            <a:ext cx="8193287" cy="946800"/>
          </a:xfrm>
        </p:spPr>
        <p:txBody>
          <a:bodyPr/>
          <a:lstStyle/>
          <a:p>
            <a:r>
              <a:rPr lang="en-US"/>
              <a:t>Click to edit Master title style</a:t>
            </a:r>
            <a:endParaRPr lang="nl-NL"/>
          </a:p>
        </p:txBody>
      </p:sp>
      <p:sp>
        <p:nvSpPr>
          <p:cNvPr id="5" name="Tijdelijke aanduiding voor datum 4"/>
          <p:cNvSpPr>
            <a:spLocks noGrp="1"/>
          </p:cNvSpPr>
          <p:nvPr>
            <p:ph type="dt" sz="half" idx="15"/>
          </p:nvPr>
        </p:nvSpPr>
        <p:spPr/>
        <p:txBody>
          <a:bodyPr/>
          <a:lstStyle/>
          <a:p>
            <a:r>
              <a:rPr lang="nl-NL"/>
              <a:t>SPADE course, July 8-9, 2025</a:t>
            </a:r>
          </a:p>
        </p:txBody>
      </p:sp>
      <p:sp>
        <p:nvSpPr>
          <p:cNvPr id="6" name="Tijdelijke aanduiding voor voettekst 5"/>
          <p:cNvSpPr>
            <a:spLocks noGrp="1"/>
          </p:cNvSpPr>
          <p:nvPr>
            <p:ph type="ftr" sz="quarter" idx="16"/>
          </p:nvPr>
        </p:nvSpPr>
        <p:spPr/>
        <p:txBody>
          <a:bodyPr/>
          <a:lstStyle/>
          <a:p>
            <a:r>
              <a:rPr lang="en-US"/>
              <a:t>SPADE 1-part model daily intakes (Manual, chapter 3)</a:t>
            </a:r>
            <a:endParaRPr lang="nl-NL"/>
          </a:p>
        </p:txBody>
      </p:sp>
      <p:sp>
        <p:nvSpPr>
          <p:cNvPr id="7" name="Tijdelijke aanduiding voor dianummer 6"/>
          <p:cNvSpPr>
            <a:spLocks noGrp="1"/>
          </p:cNvSpPr>
          <p:nvPr>
            <p:ph type="sldNum" sz="quarter" idx="17"/>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1062301970"/>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fbeeldin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5894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Afbeelding met titel">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Titel 4"/>
          <p:cNvSpPr>
            <a:spLocks noGrp="1"/>
          </p:cNvSpPr>
          <p:nvPr>
            <p:ph type="title"/>
          </p:nvPr>
        </p:nvSpPr>
        <p:spPr>
          <a:xfrm>
            <a:off x="0" y="5153776"/>
            <a:ext cx="9144000" cy="576000"/>
          </a:xfrm>
          <a:solidFill>
            <a:schemeClr val="tx2"/>
          </a:solidFill>
        </p:spPr>
        <p:txBody>
          <a:bodyPr lIns="756000" anchor="ctr" anchorCtr="0">
            <a:noAutofit/>
          </a:bodyPr>
          <a:lstStyle>
            <a:lvl1pPr algn="l">
              <a:defRPr sz="2400">
                <a:solidFill>
                  <a:schemeClr val="bg1"/>
                </a:solidFill>
              </a:defRPr>
            </a:lvl1pPr>
          </a:lstStyle>
          <a:p>
            <a:r>
              <a:rPr lang="en-US"/>
              <a:t>Click to edit Master title style</a:t>
            </a:r>
            <a:endParaRPr lang="nl-NL"/>
          </a:p>
        </p:txBody>
      </p:sp>
      <p:sp>
        <p:nvSpPr>
          <p:cNvPr id="3" name="Tijdelijke aanduiding voor tekst 2"/>
          <p:cNvSpPr>
            <a:spLocks noGrp="1"/>
          </p:cNvSpPr>
          <p:nvPr>
            <p:ph type="body" sz="quarter" idx="10"/>
          </p:nvPr>
        </p:nvSpPr>
        <p:spPr>
          <a:xfrm>
            <a:off x="0" y="5825413"/>
            <a:ext cx="9144000" cy="396000"/>
          </a:xfrm>
          <a:solidFill>
            <a:schemeClr val="bg1"/>
          </a:solidFill>
        </p:spPr>
        <p:txBody>
          <a:bodyPr lIns="756000" anchor="ctr" anchorCtr="0">
            <a:normAutofit/>
          </a:bodyPr>
          <a:lstStyle>
            <a:lvl1pPr marL="0" indent="0">
              <a:buNone/>
              <a:defRPr sz="1500" i="0">
                <a:solidFill>
                  <a:schemeClr val="tx1"/>
                </a:solidFill>
              </a:defRPr>
            </a:lvl1pPr>
            <a:lvl2pPr marL="234900" indent="0">
              <a:buNone/>
              <a:defRPr/>
            </a:lvl2pPr>
            <a:lvl3pPr marL="472500" indent="0">
              <a:buNone/>
              <a:defRPr/>
            </a:lvl3pPr>
            <a:lvl4pPr marL="707400" indent="0">
              <a:buNone/>
              <a:defRPr/>
            </a:lvl4pPr>
            <a:lvl5pPr marL="945000" indent="0">
              <a:buNone/>
              <a:defRPr/>
            </a:lvl5pPr>
          </a:lstStyle>
          <a:p>
            <a:pPr lvl="0"/>
            <a:r>
              <a:rPr lang="en-US"/>
              <a:t>Click to edit Master text styles</a:t>
            </a:r>
          </a:p>
        </p:txBody>
      </p:sp>
    </p:spTree>
    <p:extLst>
      <p:ext uri="{BB962C8B-B14F-4D97-AF65-F5344CB8AC3E}">
        <p14:creationId xmlns:p14="http://schemas.microsoft.com/office/powerpoint/2010/main" val="88205307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abel/grafiek">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a:t>Click to edit Master title style</a:t>
            </a:r>
            <a:endParaRPr lang="nl-NL"/>
          </a:p>
        </p:txBody>
      </p:sp>
      <p:sp>
        <p:nvSpPr>
          <p:cNvPr id="3" name="Tijdelijke aanduiding voor inhoud 2"/>
          <p:cNvSpPr>
            <a:spLocks noGrp="1"/>
          </p:cNvSpPr>
          <p:nvPr>
            <p:ph sz="quarter" idx="13"/>
          </p:nvPr>
        </p:nvSpPr>
        <p:spPr>
          <a:xfrm>
            <a:off x="476250" y="2276475"/>
            <a:ext cx="8192691" cy="3944938"/>
          </a:xfrm>
        </p:spPr>
        <p:txBody>
          <a:bodyPr/>
          <a:lstStyle/>
          <a:p>
            <a:pPr lvl="0"/>
            <a:r>
              <a:rPr lang="en-US"/>
              <a:t>Click to edit Master text styles</a:t>
            </a:r>
          </a:p>
        </p:txBody>
      </p:sp>
      <p:sp>
        <p:nvSpPr>
          <p:cNvPr id="10" name="Tijdelijke aanduiding voor datum 9"/>
          <p:cNvSpPr>
            <a:spLocks noGrp="1"/>
          </p:cNvSpPr>
          <p:nvPr>
            <p:ph type="dt" sz="half" idx="14"/>
          </p:nvPr>
        </p:nvSpPr>
        <p:spPr/>
        <p:txBody>
          <a:bodyPr/>
          <a:lstStyle/>
          <a:p>
            <a:r>
              <a:rPr lang="nl-NL"/>
              <a:t>SPADE course, July 8-9, 2025</a:t>
            </a:r>
          </a:p>
        </p:txBody>
      </p:sp>
      <p:sp>
        <p:nvSpPr>
          <p:cNvPr id="11" name="Tijdelijke aanduiding voor voettekst 10"/>
          <p:cNvSpPr>
            <a:spLocks noGrp="1"/>
          </p:cNvSpPr>
          <p:nvPr>
            <p:ph type="ftr" sz="quarter" idx="15"/>
          </p:nvPr>
        </p:nvSpPr>
        <p:spPr/>
        <p:txBody>
          <a:bodyPr/>
          <a:lstStyle/>
          <a:p>
            <a:r>
              <a:rPr lang="en-US"/>
              <a:t>SPADE 1-part model daily intakes (Manual, chapter 3)</a:t>
            </a:r>
            <a:endParaRPr lang="nl-NL"/>
          </a:p>
        </p:txBody>
      </p:sp>
      <p:sp>
        <p:nvSpPr>
          <p:cNvPr id="12" name="Tijdelijke aanduiding voor dianummer 11"/>
          <p:cNvSpPr>
            <a:spLocks noGrp="1"/>
          </p:cNvSpPr>
          <p:nvPr>
            <p:ph type="sldNum" sz="quarter" idx="16"/>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5185620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abel/grafiek met bijschrift">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a:t>Click to edit Master title style</a:t>
            </a:r>
            <a:endParaRPr lang="nl-NL"/>
          </a:p>
        </p:txBody>
      </p:sp>
      <p:sp>
        <p:nvSpPr>
          <p:cNvPr id="3" name="Tijdelijke aanduiding voor tekst 2"/>
          <p:cNvSpPr>
            <a:spLocks noGrp="1"/>
          </p:cNvSpPr>
          <p:nvPr>
            <p:ph type="body" sz="quarter" idx="14"/>
          </p:nvPr>
        </p:nvSpPr>
        <p:spPr>
          <a:xfrm>
            <a:off x="5969144" y="2276475"/>
            <a:ext cx="2700000" cy="3937000"/>
          </a:xfrm>
        </p:spPr>
        <p:txBody>
          <a:bodyPr/>
          <a:lstStyle>
            <a:lvl1pPr marL="0" indent="0">
              <a:buNone/>
              <a:defRPr sz="1500"/>
            </a:lvl1pPr>
            <a:lvl2pPr marL="234900" indent="0">
              <a:buNone/>
              <a:defRPr sz="1350"/>
            </a:lvl2pPr>
            <a:lvl3pPr marL="472500" indent="0">
              <a:buNone/>
              <a:defRPr sz="1200"/>
            </a:lvl3pPr>
            <a:lvl4pPr marL="707400" indent="0">
              <a:buNone/>
              <a:defRPr sz="1200"/>
            </a:lvl4pPr>
            <a:lvl5pPr marL="945000" indent="0">
              <a:buNone/>
              <a:defRPr/>
            </a:lvl5pPr>
          </a:lstStyle>
          <a:p>
            <a:pPr lvl="0"/>
            <a:r>
              <a:rPr lang="en-US"/>
              <a:t>Click to edit Master text styles</a:t>
            </a:r>
          </a:p>
        </p:txBody>
      </p:sp>
      <p:sp>
        <p:nvSpPr>
          <p:cNvPr id="9" name="Tijdelijke aanduiding voor inhoud 8"/>
          <p:cNvSpPr>
            <a:spLocks noGrp="1"/>
          </p:cNvSpPr>
          <p:nvPr>
            <p:ph sz="quarter" idx="15"/>
          </p:nvPr>
        </p:nvSpPr>
        <p:spPr>
          <a:xfrm>
            <a:off x="476250" y="2276475"/>
            <a:ext cx="5384223" cy="3944938"/>
          </a:xfrm>
        </p:spPr>
        <p:txBody>
          <a:bodyPr/>
          <a:lstStyle/>
          <a:p>
            <a:pPr lvl="0"/>
            <a:r>
              <a:rPr lang="en-US"/>
              <a:t>Click to edit Master text styles</a:t>
            </a:r>
          </a:p>
        </p:txBody>
      </p:sp>
      <p:sp>
        <p:nvSpPr>
          <p:cNvPr id="11" name="Tijdelijke aanduiding voor datum 10"/>
          <p:cNvSpPr>
            <a:spLocks noGrp="1"/>
          </p:cNvSpPr>
          <p:nvPr>
            <p:ph type="dt" sz="half" idx="16"/>
          </p:nvPr>
        </p:nvSpPr>
        <p:spPr/>
        <p:txBody>
          <a:bodyPr/>
          <a:lstStyle/>
          <a:p>
            <a:r>
              <a:rPr lang="nl-NL"/>
              <a:t>SPADE course, July 8-9, 2025</a:t>
            </a:r>
          </a:p>
        </p:txBody>
      </p:sp>
      <p:sp>
        <p:nvSpPr>
          <p:cNvPr id="12" name="Tijdelijke aanduiding voor voettekst 11"/>
          <p:cNvSpPr>
            <a:spLocks noGrp="1"/>
          </p:cNvSpPr>
          <p:nvPr>
            <p:ph type="ftr" sz="quarter" idx="17"/>
          </p:nvPr>
        </p:nvSpPr>
        <p:spPr/>
        <p:txBody>
          <a:bodyPr/>
          <a:lstStyle/>
          <a:p>
            <a:r>
              <a:rPr lang="en-US"/>
              <a:t>SPADE 1-part model daily intakes (Manual, chapter 3)</a:t>
            </a:r>
            <a:endParaRPr lang="nl-NL"/>
          </a:p>
        </p:txBody>
      </p:sp>
      <p:sp>
        <p:nvSpPr>
          <p:cNvPr id="13" name="Tijdelijke aanduiding voor dianummer 12"/>
          <p:cNvSpPr>
            <a:spLocks noGrp="1"/>
          </p:cNvSpPr>
          <p:nvPr>
            <p:ph type="sldNum" sz="quarter" idx="18"/>
          </p:nvPr>
        </p:nvSpPr>
        <p:spPr/>
        <p:txBody>
          <a:bodyPr/>
          <a:lstStyle/>
          <a:p>
            <a:fld id="{10A0A6AF-03C5-477E-939A-E28F7E7F05EA}" type="slidenum">
              <a:rPr lang="nl-NL" smtClean="0"/>
              <a:pPr/>
              <a:t>‹#›</a:t>
            </a:fld>
            <a:endParaRPr lang="nl-NL"/>
          </a:p>
        </p:txBody>
      </p:sp>
    </p:spTree>
    <p:extLst>
      <p:ext uri="{BB962C8B-B14F-4D97-AF65-F5344CB8AC3E}">
        <p14:creationId xmlns:p14="http://schemas.microsoft.com/office/powerpoint/2010/main" val="41295964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abel/grafiek verticaal">
    <p:spTree>
      <p:nvGrpSpPr>
        <p:cNvPr id="1" name=""/>
        <p:cNvGrpSpPr/>
        <p:nvPr/>
      </p:nvGrpSpPr>
      <p:grpSpPr>
        <a:xfrm>
          <a:off x="0" y="0"/>
          <a:ext cx="0" cy="0"/>
          <a:chOff x="0" y="0"/>
          <a:chExt cx="0" cy="0"/>
        </a:xfrm>
      </p:grpSpPr>
      <p:sp>
        <p:nvSpPr>
          <p:cNvPr id="7" name="Rechthoek 6"/>
          <p:cNvSpPr/>
          <p:nvPr/>
        </p:nvSpPr>
        <p:spPr>
          <a:xfrm>
            <a:off x="4572000" y="0"/>
            <a:ext cx="457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Tijdelijke aanduiding voor tekst 9"/>
          <p:cNvSpPr>
            <a:spLocks noGrp="1"/>
          </p:cNvSpPr>
          <p:nvPr>
            <p:ph type="body" sz="quarter" idx="14"/>
          </p:nvPr>
        </p:nvSpPr>
        <p:spPr>
          <a:xfrm>
            <a:off x="4912518" y="2289600"/>
            <a:ext cx="3753000" cy="3931813"/>
          </a:xfrm>
        </p:spPr>
        <p:txBody>
          <a:bodyPr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edit Master text styles</a:t>
            </a:r>
          </a:p>
        </p:txBody>
      </p:sp>
      <p:sp>
        <p:nvSpPr>
          <p:cNvPr id="2" name="Titel 1"/>
          <p:cNvSpPr>
            <a:spLocks noGrp="1"/>
          </p:cNvSpPr>
          <p:nvPr>
            <p:ph type="title"/>
          </p:nvPr>
        </p:nvSpPr>
        <p:spPr>
          <a:xfrm>
            <a:off x="4912518" y="1051201"/>
            <a:ext cx="3753000" cy="948047"/>
          </a:xfrm>
        </p:spPr>
        <p:txBody>
          <a:bodyPr/>
          <a:lstStyle>
            <a:lvl1pPr>
              <a:defRPr>
                <a:solidFill>
                  <a:schemeClr val="bg1"/>
                </a:solidFill>
              </a:defRPr>
            </a:lvl1pPr>
          </a:lstStyle>
          <a:p>
            <a:r>
              <a:rPr lang="en-US"/>
              <a:t>Click to edit Master title style</a:t>
            </a:r>
            <a:endParaRPr lang="nl-NL"/>
          </a:p>
        </p:txBody>
      </p:sp>
      <p:sp>
        <p:nvSpPr>
          <p:cNvPr id="9" name="Tijdelijke aanduiding voor inhoud 8"/>
          <p:cNvSpPr>
            <a:spLocks noGrp="1"/>
          </p:cNvSpPr>
          <p:nvPr>
            <p:ph sz="quarter" idx="19"/>
          </p:nvPr>
        </p:nvSpPr>
        <p:spPr>
          <a:xfrm>
            <a:off x="476250" y="1066800"/>
            <a:ext cx="3752850" cy="5154613"/>
          </a:xfrm>
        </p:spPr>
        <p:txBody>
          <a:bodyPr/>
          <a:lstStyle/>
          <a:p>
            <a:pPr lvl="0"/>
            <a:r>
              <a:rPr lang="en-US"/>
              <a:t>Click to edit Master text styles</a:t>
            </a:r>
          </a:p>
        </p:txBody>
      </p:sp>
      <p:sp>
        <p:nvSpPr>
          <p:cNvPr id="14" name="Tijdelijke aanduiding voor datum 13"/>
          <p:cNvSpPr>
            <a:spLocks noGrp="1"/>
          </p:cNvSpPr>
          <p:nvPr>
            <p:ph type="dt" sz="half" idx="20"/>
          </p:nvPr>
        </p:nvSpPr>
        <p:spPr/>
        <p:txBody>
          <a:bodyPr/>
          <a:lstStyle/>
          <a:p>
            <a:r>
              <a:rPr lang="nl-NL"/>
              <a:t>SPADE course, July 8-9, 2025</a:t>
            </a:r>
          </a:p>
        </p:txBody>
      </p:sp>
      <p:sp>
        <p:nvSpPr>
          <p:cNvPr id="15" name="Tijdelijke aanduiding voor voettekst 14"/>
          <p:cNvSpPr>
            <a:spLocks noGrp="1"/>
          </p:cNvSpPr>
          <p:nvPr>
            <p:ph type="ftr" sz="quarter" idx="21"/>
          </p:nvPr>
        </p:nvSpPr>
        <p:spPr/>
        <p:txBody>
          <a:bodyPr/>
          <a:lstStyle/>
          <a:p>
            <a:r>
              <a:rPr lang="en-US"/>
              <a:t>SPADE 1-part model daily intakes (Manual, chapter 3)</a:t>
            </a:r>
            <a:endParaRPr lang="nl-NL"/>
          </a:p>
        </p:txBody>
      </p:sp>
      <p:sp>
        <p:nvSpPr>
          <p:cNvPr id="16" name="Tijdelijke aanduiding voor dianummer 15"/>
          <p:cNvSpPr>
            <a:spLocks noGrp="1"/>
          </p:cNvSpPr>
          <p:nvPr>
            <p:ph type="sldNum" sz="quarter" idx="22"/>
          </p:nvPr>
        </p:nvSpPr>
        <p:spPr/>
        <p:txBody>
          <a:bodyPr/>
          <a:lstStyle/>
          <a:p>
            <a:fld id="{10A0A6AF-03C5-477E-939A-E28F7E7F05EA}" type="slidenum">
              <a:rPr lang="nl-NL" smtClean="0"/>
              <a:pPr/>
              <a:t>‹#›</a:t>
            </a:fld>
            <a:endParaRPr lang="nl-NL"/>
          </a:p>
        </p:txBody>
      </p:sp>
      <p:pic>
        <p:nvPicPr>
          <p:cNvPr id="11" name="Afbeelding 10">
            <a:extLst>
              <a:ext uri="{FF2B5EF4-FFF2-40B4-BE49-F238E27FC236}">
                <a16:creationId xmlns:a16="http://schemas.microsoft.com/office/drawing/2014/main" id="{4CC89E80-9261-BB4A-A6CC-EB46D74DDBA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796126080"/>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Contact A">
    <p:spTree>
      <p:nvGrpSpPr>
        <p:cNvPr id="1" name=""/>
        <p:cNvGrpSpPr/>
        <p:nvPr/>
      </p:nvGrpSpPr>
      <p:grpSpPr>
        <a:xfrm>
          <a:off x="0" y="0"/>
          <a:ext cx="0" cy="0"/>
          <a:chOff x="0" y="0"/>
          <a:chExt cx="0" cy="0"/>
        </a:xfrm>
      </p:grpSpPr>
      <p:sp>
        <p:nvSpPr>
          <p:cNvPr id="6" name="Rechthoek 5"/>
          <p:cNvSpPr/>
          <p:nvPr/>
        </p:nvSpPr>
        <p:spPr>
          <a:xfrm>
            <a:off x="0" y="-1"/>
            <a:ext cx="9144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hasCustomPrompt="1"/>
          </p:nvPr>
        </p:nvSpPr>
        <p:spPr>
          <a:xfrm>
            <a:off x="476250" y="1875617"/>
            <a:ext cx="8192691" cy="1551796"/>
          </a:xfrm>
        </p:spPr>
        <p:txBody>
          <a:bodyPr anchor="ctr" anchorCtr="0">
            <a:normAutofit/>
          </a:bodyPr>
          <a:lstStyle>
            <a:lvl1pPr>
              <a:defRPr sz="36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3867565" y="3846022"/>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3867565" y="4639509"/>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3867565" y="5405528"/>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3408586" y="3921366"/>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3408586" y="4707382"/>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3408586" y="5480872"/>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7" name="Tijdelijke aanduiding voor datum 6"/>
          <p:cNvSpPr>
            <a:spLocks noGrp="1"/>
          </p:cNvSpPr>
          <p:nvPr>
            <p:ph type="dt" sz="half" idx="22"/>
          </p:nvPr>
        </p:nvSpPr>
        <p:spPr/>
        <p:txBody>
          <a:bodyPr/>
          <a:lstStyle/>
          <a:p>
            <a:r>
              <a:rPr lang="nl-NL"/>
              <a:t>SPADE course, July 8-9, 2025</a:t>
            </a:r>
          </a:p>
        </p:txBody>
      </p:sp>
      <p:sp>
        <p:nvSpPr>
          <p:cNvPr id="8" name="Tijdelijke aanduiding voor voettekst 7"/>
          <p:cNvSpPr>
            <a:spLocks noGrp="1"/>
          </p:cNvSpPr>
          <p:nvPr>
            <p:ph type="ftr" sz="quarter" idx="23"/>
          </p:nvPr>
        </p:nvSpPr>
        <p:spPr/>
        <p:txBody>
          <a:bodyPr/>
          <a:lstStyle/>
          <a:p>
            <a:r>
              <a:rPr lang="en-US"/>
              <a:t>SPADE 1-part model daily intakes (Manual, chapter 3)</a:t>
            </a:r>
            <a:endParaRPr lang="nl-NL"/>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a:t>
            </a:fld>
            <a:endParaRPr lang="nl-NL"/>
          </a:p>
        </p:txBody>
      </p:sp>
      <p:pic>
        <p:nvPicPr>
          <p:cNvPr id="14" name="Afbeelding 13">
            <a:extLst>
              <a:ext uri="{FF2B5EF4-FFF2-40B4-BE49-F238E27FC236}">
                <a16:creationId xmlns:a16="http://schemas.microsoft.com/office/drawing/2014/main" id="{E5BD8074-A8E6-2B46-82E2-9C872A82DB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11671189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Contact B">
    <p:spTree>
      <p:nvGrpSpPr>
        <p:cNvPr id="1" name=""/>
        <p:cNvGrpSpPr/>
        <p:nvPr/>
      </p:nvGrpSpPr>
      <p:grpSpPr>
        <a:xfrm>
          <a:off x="0" y="0"/>
          <a:ext cx="0" cy="0"/>
          <a:chOff x="0" y="0"/>
          <a:chExt cx="0" cy="0"/>
        </a:xfrm>
      </p:grpSpPr>
      <p:sp>
        <p:nvSpPr>
          <p:cNvPr id="6" name="Rechthoek 5"/>
          <p:cNvSpPr/>
          <p:nvPr/>
        </p:nvSpPr>
        <p:spPr>
          <a:xfrm>
            <a:off x="0" y="-1"/>
            <a:ext cx="4572000"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p:cNvSpPr>
            <a:spLocks noGrp="1"/>
          </p:cNvSpPr>
          <p:nvPr>
            <p:ph type="title" hasCustomPrompt="1"/>
          </p:nvPr>
        </p:nvSpPr>
        <p:spPr>
          <a:xfrm>
            <a:off x="476250" y="2565400"/>
            <a:ext cx="3752850" cy="1727200"/>
          </a:xfrm>
        </p:spPr>
        <p:txBody>
          <a:bodyPr anchor="ctr" anchorCtr="0">
            <a:normAutofit/>
          </a:bodyPr>
          <a:lstStyle>
            <a:lvl1pPr>
              <a:defRPr sz="36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5382214" y="2286000"/>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5382214" y="3079487"/>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5382214" y="3845506"/>
            <a:ext cx="3286727"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4923235" y="2361344"/>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4923235" y="3147360"/>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4923235" y="3920850"/>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7" name="Tijdelijke aanduiding voor datum 6"/>
          <p:cNvSpPr>
            <a:spLocks noGrp="1"/>
          </p:cNvSpPr>
          <p:nvPr>
            <p:ph type="dt" sz="half" idx="22"/>
          </p:nvPr>
        </p:nvSpPr>
        <p:spPr/>
        <p:txBody>
          <a:bodyPr/>
          <a:lstStyle/>
          <a:p>
            <a:r>
              <a:rPr lang="nl-NL"/>
              <a:t>SPADE course, July 8-9, 2025</a:t>
            </a:r>
          </a:p>
        </p:txBody>
      </p:sp>
      <p:sp>
        <p:nvSpPr>
          <p:cNvPr id="8" name="Tijdelijke aanduiding voor voettekst 7"/>
          <p:cNvSpPr>
            <a:spLocks noGrp="1"/>
          </p:cNvSpPr>
          <p:nvPr>
            <p:ph type="ftr" sz="quarter" idx="23"/>
          </p:nvPr>
        </p:nvSpPr>
        <p:spPr/>
        <p:txBody>
          <a:bodyPr/>
          <a:lstStyle/>
          <a:p>
            <a:r>
              <a:rPr lang="en-US"/>
              <a:t>SPADE 1-part model daily intakes (Manual, chapter 3)</a:t>
            </a:r>
            <a:endParaRPr lang="nl-NL"/>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a:t>
            </a:fld>
            <a:endParaRPr lang="nl-NL"/>
          </a:p>
        </p:txBody>
      </p:sp>
      <p:pic>
        <p:nvPicPr>
          <p:cNvPr id="14" name="Afbeelding 13">
            <a:extLst>
              <a:ext uri="{FF2B5EF4-FFF2-40B4-BE49-F238E27FC236}">
                <a16:creationId xmlns:a16="http://schemas.microsoft.com/office/drawing/2014/main" id="{C8AEFCCC-40B4-294C-B7C6-9EF1FBDEFA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167210727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Contact C">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76250" y="1875618"/>
            <a:ext cx="8192691" cy="1551795"/>
          </a:xfrm>
        </p:spPr>
        <p:txBody>
          <a:bodyPr anchor="ctr" anchorCtr="0">
            <a:normAutofit/>
          </a:bodyPr>
          <a:lstStyle>
            <a:lvl1pPr>
              <a:defRPr sz="3600">
                <a:solidFill>
                  <a:schemeClr val="tx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3168235" y="3846022"/>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3168235" y="4639509"/>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3168235" y="5405528"/>
            <a:ext cx="3510000" cy="691884"/>
          </a:xfrm>
        </p:spPr>
        <p:txBody>
          <a:bodyPr numCol="1" spcCol="180000" anchor="ctr" anchorCtr="0">
            <a:normAutofit/>
          </a:bodyPr>
          <a:lstStyle>
            <a:lvl1pPr marL="0" indent="0">
              <a:buNone/>
              <a:defRPr sz="15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2709256" y="3921366"/>
            <a:ext cx="405902" cy="540000"/>
          </a:xfrm>
          <a:blipFill>
            <a:blip r:embed="rId2"/>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2" name="Tijdelijke aanduiding voor afbeelding 3"/>
          <p:cNvSpPr>
            <a:spLocks noGrp="1" noChangeAspect="1"/>
          </p:cNvSpPr>
          <p:nvPr>
            <p:ph type="pic" sz="quarter" idx="20"/>
          </p:nvPr>
        </p:nvSpPr>
        <p:spPr>
          <a:xfrm>
            <a:off x="2709256" y="4707382"/>
            <a:ext cx="405902" cy="540000"/>
          </a:xfrm>
          <a:blipFill>
            <a:blip r:embed="rId3"/>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23" name="Tijdelijke aanduiding voor afbeelding 3"/>
          <p:cNvSpPr>
            <a:spLocks noGrp="1" noChangeAspect="1"/>
          </p:cNvSpPr>
          <p:nvPr>
            <p:ph type="pic" sz="quarter" idx="21"/>
          </p:nvPr>
        </p:nvSpPr>
        <p:spPr>
          <a:xfrm>
            <a:off x="2709256" y="5480872"/>
            <a:ext cx="405902" cy="540000"/>
          </a:xfrm>
          <a:blipFill>
            <a:blip r:embed="rId4"/>
            <a:stretch>
              <a:fillRect/>
            </a:stretch>
          </a:blipFill>
        </p:spPr>
        <p:txBody>
          <a:bodyPr>
            <a:normAutofit/>
          </a:bodyPr>
          <a:lstStyle>
            <a:lvl1pPr marL="0" indent="0" algn="ctr">
              <a:buNone/>
              <a:defRPr sz="100">
                <a:solidFill>
                  <a:schemeClr val="bg1"/>
                </a:solidFill>
              </a:defRPr>
            </a:lvl1pPr>
          </a:lstStyle>
          <a:p>
            <a:r>
              <a:rPr lang="en-US"/>
              <a:t>Click icon to add picture</a:t>
            </a:r>
            <a:endParaRPr lang="nl-NL"/>
          </a:p>
        </p:txBody>
      </p:sp>
      <p:sp>
        <p:nvSpPr>
          <p:cNvPr id="6" name="Tijdelijke aanduiding voor datum 5"/>
          <p:cNvSpPr>
            <a:spLocks noGrp="1"/>
          </p:cNvSpPr>
          <p:nvPr>
            <p:ph type="dt" sz="half" idx="22"/>
          </p:nvPr>
        </p:nvSpPr>
        <p:spPr/>
        <p:txBody>
          <a:bodyPr/>
          <a:lstStyle>
            <a:lvl1pPr>
              <a:defRPr>
                <a:solidFill>
                  <a:schemeClr val="tx1">
                    <a:lumMod val="65000"/>
                  </a:schemeClr>
                </a:solidFill>
              </a:defRPr>
            </a:lvl1pPr>
          </a:lstStyle>
          <a:p>
            <a:r>
              <a:rPr lang="nl-NL"/>
              <a:t>SPADE course, July 8-9, 2025</a:t>
            </a:r>
          </a:p>
        </p:txBody>
      </p:sp>
      <p:sp>
        <p:nvSpPr>
          <p:cNvPr id="7" name="Tijdelijke aanduiding voor voettekst 6"/>
          <p:cNvSpPr>
            <a:spLocks noGrp="1"/>
          </p:cNvSpPr>
          <p:nvPr>
            <p:ph type="ftr" sz="quarter" idx="23"/>
          </p:nvPr>
        </p:nvSpPr>
        <p:spPr/>
        <p:txBody>
          <a:bodyPr/>
          <a:lstStyle>
            <a:lvl1pPr>
              <a:defRPr>
                <a:solidFill>
                  <a:schemeClr val="tx1">
                    <a:lumMod val="65000"/>
                  </a:schemeClr>
                </a:solidFill>
              </a:defRPr>
            </a:lvl1pPr>
          </a:lstStyle>
          <a:p>
            <a:r>
              <a:rPr lang="en-US"/>
              <a:t>SPADE 1-part model daily intakes (Manual, chapter 3)</a:t>
            </a:r>
            <a:endParaRPr lang="nl-NL"/>
          </a:p>
        </p:txBody>
      </p:sp>
      <p:sp>
        <p:nvSpPr>
          <p:cNvPr id="8" name="Tijdelijke aanduiding voor dianummer 7"/>
          <p:cNvSpPr>
            <a:spLocks noGrp="1"/>
          </p:cNvSpPr>
          <p:nvPr>
            <p:ph type="sldNum" sz="quarter" idx="24"/>
          </p:nvPr>
        </p:nvSpPr>
        <p:spPr/>
        <p:txBody>
          <a:bodyPr/>
          <a:lstStyle>
            <a:lvl1pPr>
              <a:defRPr>
                <a:solidFill>
                  <a:schemeClr val="tx1">
                    <a:lumMod val="65000"/>
                  </a:schemeClr>
                </a:solidFill>
              </a:defRPr>
            </a:lvl1pPr>
          </a:lstStyle>
          <a:p>
            <a:fld id="{10A0A6AF-03C5-477E-939A-E28F7E7F05EA}" type="slidenum">
              <a:rPr lang="nl-NL" smtClean="0"/>
              <a:pPr/>
              <a:t>‹#›</a:t>
            </a:fld>
            <a:endParaRPr lang="nl-NL"/>
          </a:p>
        </p:txBody>
      </p:sp>
      <p:pic>
        <p:nvPicPr>
          <p:cNvPr id="13" name="Afbeelding 12">
            <a:extLst>
              <a:ext uri="{FF2B5EF4-FFF2-40B4-BE49-F238E27FC236}">
                <a16:creationId xmlns:a16="http://schemas.microsoft.com/office/drawing/2014/main" id="{E45EE5BE-E669-9D46-B874-885CEBBDD2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1682750"/>
          </a:xfrm>
          <a:prstGeom prst="rect">
            <a:avLst/>
          </a:prstGeom>
        </p:spPr>
      </p:pic>
    </p:spTree>
    <p:extLst>
      <p:ext uri="{BB962C8B-B14F-4D97-AF65-F5344CB8AC3E}">
        <p14:creationId xmlns:p14="http://schemas.microsoft.com/office/powerpoint/2010/main" val="402400602"/>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lgn="r">
              <a:defRPr/>
            </a:lvl1pPr>
          </a:lstStyle>
          <a:p>
            <a:r>
              <a:rPr lang="nl-NL"/>
              <a:t>SPADE course, July 8-9, 2025</a:t>
            </a:r>
          </a:p>
        </p:txBody>
      </p:sp>
      <p:sp>
        <p:nvSpPr>
          <p:cNvPr id="5" name="Footer Placeholder 4"/>
          <p:cNvSpPr>
            <a:spLocks noGrp="1"/>
          </p:cNvSpPr>
          <p:nvPr>
            <p:ph type="ftr" sz="quarter" idx="11"/>
          </p:nvPr>
        </p:nvSpPr>
        <p:spPr/>
        <p:txBody>
          <a:bodyPr/>
          <a:lstStyle>
            <a:lvl1pPr>
              <a:defRPr/>
            </a:lvl1pPr>
          </a:lstStyle>
          <a:p>
            <a:r>
              <a:rPr lang="en-US"/>
              <a:t>SPADE 1-part model daily intakes (Manual, chapter 3)</a:t>
            </a:r>
            <a:endParaRPr lang="nl-NL"/>
          </a:p>
        </p:txBody>
      </p:sp>
      <p:sp>
        <p:nvSpPr>
          <p:cNvPr id="6" name="Slide Number Placeholder 5"/>
          <p:cNvSpPr>
            <a:spLocks noGrp="1"/>
          </p:cNvSpPr>
          <p:nvPr>
            <p:ph type="sldNum" sz="quarter" idx="12"/>
          </p:nvPr>
        </p:nvSpPr>
        <p:spPr/>
        <p:txBody>
          <a:bodyPr/>
          <a:lstStyle>
            <a:lvl1pPr>
              <a:defRPr/>
            </a:lvl1pPr>
          </a:lstStyle>
          <a:p>
            <a:fld id="{8FC21E99-CB6E-4E1C-8709-25BF64FEA530}" type="slidenum">
              <a:rPr lang="nl-NL"/>
              <a:pPr/>
              <a:t>‹#›</a:t>
            </a:fld>
            <a:endParaRPr lang="nl-NL"/>
          </a:p>
        </p:txBody>
      </p:sp>
    </p:spTree>
    <p:extLst>
      <p:ext uri="{BB962C8B-B14F-4D97-AF65-F5344CB8AC3E}">
        <p14:creationId xmlns:p14="http://schemas.microsoft.com/office/powerpoint/2010/main" val="19579390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theme" Target="../theme/theme2.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image" Target="../media/image1.png"/><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8" Type="http://schemas.openxmlformats.org/officeDocument/2006/relationships/slideLayout" Target="../slideLayouts/slideLayout47.xml"/><Relationship Id="rId3"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76250" y="1052514"/>
            <a:ext cx="8192691" cy="948047"/>
          </a:xfrm>
          <a:prstGeom prst="rect">
            <a:avLst/>
          </a:prstGeom>
        </p:spPr>
        <p:txBody>
          <a:bodyPr vert="horz" lIns="91440" tIns="45720" rIns="91440" bIns="45720" rtlCol="0" anchor="b" anchorCtr="0">
            <a:normAutofit/>
          </a:bodyPr>
          <a:lstStyle/>
          <a:p>
            <a:r>
              <a:rPr lang="nl-NL"/>
              <a:t>Klik om de stijl te bewerken</a:t>
            </a:r>
          </a:p>
        </p:txBody>
      </p:sp>
      <p:sp>
        <p:nvSpPr>
          <p:cNvPr id="3" name="Tijdelijke aanduiding voor tekst 2"/>
          <p:cNvSpPr>
            <a:spLocks noGrp="1"/>
          </p:cNvSpPr>
          <p:nvPr>
            <p:ph type="body" idx="1"/>
          </p:nvPr>
        </p:nvSpPr>
        <p:spPr>
          <a:xfrm>
            <a:off x="476250" y="2289485"/>
            <a:ext cx="8192691" cy="3931928"/>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a:p>
            <a:pPr lvl="5"/>
            <a:r>
              <a:rPr lang="nl-NL"/>
              <a:t>Zesde niveau</a:t>
            </a:r>
          </a:p>
          <a:p>
            <a:pPr lvl="6"/>
            <a:r>
              <a:rPr lang="nl-NL"/>
              <a:t>Zevende niveau</a:t>
            </a:r>
          </a:p>
          <a:p>
            <a:pPr lvl="7"/>
            <a:r>
              <a:rPr lang="nl-NL"/>
              <a:t>Achtste niveau</a:t>
            </a:r>
          </a:p>
          <a:p>
            <a:pPr lvl="8"/>
            <a:r>
              <a:rPr lang="nl-NL"/>
              <a:t>Negende niveau</a:t>
            </a:r>
          </a:p>
          <a:p>
            <a:pPr lvl="8"/>
            <a:endParaRPr lang="nl-NL"/>
          </a:p>
        </p:txBody>
      </p:sp>
      <p:sp>
        <p:nvSpPr>
          <p:cNvPr id="11" name="Tijdelijke aanduiding voor datum 3"/>
          <p:cNvSpPr>
            <a:spLocks noGrp="1"/>
          </p:cNvSpPr>
          <p:nvPr>
            <p:ph type="dt" sz="half" idx="2"/>
          </p:nvPr>
        </p:nvSpPr>
        <p:spPr>
          <a:xfrm>
            <a:off x="476250" y="6543488"/>
            <a:ext cx="3752850" cy="264272"/>
          </a:xfrm>
          <a:prstGeom prst="rect">
            <a:avLst/>
          </a:prstGeom>
        </p:spPr>
        <p:txBody>
          <a:bodyPr vert="horz" lIns="91440" tIns="0" rIns="91440" bIns="45720" rtlCol="0" anchor="t" anchorCtr="0"/>
          <a:lstStyle>
            <a:lvl1pPr algn="l">
              <a:defRPr sz="788">
                <a:solidFill>
                  <a:schemeClr val="bg1">
                    <a:lumMod val="65000"/>
                  </a:schemeClr>
                </a:solidFill>
              </a:defRPr>
            </a:lvl1pPr>
          </a:lstStyle>
          <a:p>
            <a:r>
              <a:rPr lang="nl-NL"/>
              <a:t>SPADE course, July 8-9, 2025</a:t>
            </a:r>
          </a:p>
        </p:txBody>
      </p:sp>
      <p:sp>
        <p:nvSpPr>
          <p:cNvPr id="14" name="Tijdelijke aanduiding voor voettekst 4"/>
          <p:cNvSpPr>
            <a:spLocks noGrp="1"/>
          </p:cNvSpPr>
          <p:nvPr>
            <p:ph type="ftr" sz="quarter" idx="3"/>
          </p:nvPr>
        </p:nvSpPr>
        <p:spPr>
          <a:xfrm>
            <a:off x="476250" y="6221414"/>
            <a:ext cx="3752850" cy="322075"/>
          </a:xfrm>
          <a:prstGeom prst="rect">
            <a:avLst/>
          </a:prstGeom>
        </p:spPr>
        <p:txBody>
          <a:bodyPr vert="horz" lIns="91440" tIns="45720" rIns="91440" bIns="45720" rtlCol="0" anchor="b" anchorCtr="0"/>
          <a:lstStyle>
            <a:lvl1pPr algn="l">
              <a:defRPr sz="788">
                <a:solidFill>
                  <a:schemeClr val="bg1">
                    <a:lumMod val="65000"/>
                  </a:schemeClr>
                </a:solidFill>
              </a:defRPr>
            </a:lvl1pPr>
          </a:lstStyle>
          <a:p>
            <a:r>
              <a:rPr lang="en-US"/>
              <a:t>SPADE 1-part model daily intakes (Manual, chapter 3)</a:t>
            </a:r>
            <a:endParaRPr lang="nl-NL"/>
          </a:p>
        </p:txBody>
      </p:sp>
      <p:sp>
        <p:nvSpPr>
          <p:cNvPr id="15" name="Tijdelijke aanduiding voor dianummer 5"/>
          <p:cNvSpPr>
            <a:spLocks noGrp="1"/>
          </p:cNvSpPr>
          <p:nvPr>
            <p:ph type="sldNum" sz="quarter" idx="4"/>
          </p:nvPr>
        </p:nvSpPr>
        <p:spPr>
          <a:xfrm>
            <a:off x="4914900" y="6221414"/>
            <a:ext cx="3754042" cy="322075"/>
          </a:xfrm>
          <a:prstGeom prst="rect">
            <a:avLst/>
          </a:prstGeom>
        </p:spPr>
        <p:txBody>
          <a:bodyPr vert="horz" lIns="91440" tIns="45720" rIns="0" bIns="45720" rtlCol="0" anchor="b" anchorCtr="0"/>
          <a:lstStyle>
            <a:lvl1pPr algn="r">
              <a:defRPr sz="788">
                <a:solidFill>
                  <a:schemeClr val="bg1">
                    <a:lumMod val="65000"/>
                  </a:schemeClr>
                </a:solidFill>
              </a:defRPr>
            </a:lvl1pPr>
          </a:lstStyle>
          <a:p>
            <a:fld id="{08D23ADD-093A-498F-9D10-305EE9E97437}" type="slidenum">
              <a:rPr lang="nl-NL" smtClean="0"/>
              <a:pPr/>
              <a:t>‹#›</a:t>
            </a:fld>
            <a:endParaRPr lang="nl-NL"/>
          </a:p>
        </p:txBody>
      </p:sp>
      <p:pic>
        <p:nvPicPr>
          <p:cNvPr id="8" name="Afbeelding 7">
            <a:extLst>
              <a:ext uri="{FF2B5EF4-FFF2-40B4-BE49-F238E27FC236}">
                <a16:creationId xmlns:a16="http://schemas.microsoft.com/office/drawing/2014/main" id="{00808B11-D078-144E-BFA9-BB483B794E93}"/>
              </a:ext>
            </a:extLst>
          </p:cNvPr>
          <p:cNvPicPr>
            <a:picLocks noChangeAspect="1"/>
          </p:cNvPicPr>
          <p:nvPr/>
        </p:nvPicPr>
        <p:blipFill rotWithShape="1">
          <a:blip r:embed="rId41"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0322273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Lst>
  <p:hf hdr="0"/>
  <p:txStyles>
    <p:titleStyle>
      <a:lvl1pPr algn="l" defTabSz="685800" rtl="0" eaLnBrk="1" latinLnBrk="0" hangingPunct="1">
        <a:lnSpc>
          <a:spcPct val="90000"/>
        </a:lnSpc>
        <a:spcBef>
          <a:spcPct val="0"/>
        </a:spcBef>
        <a:buNone/>
        <a:defRPr sz="2700" b="0" kern="1200" baseline="0">
          <a:solidFill>
            <a:schemeClr val="tx2"/>
          </a:solidFill>
          <a:latin typeface="+mj-lt"/>
          <a:ea typeface="+mj-ea"/>
          <a:cs typeface="+mj-cs"/>
        </a:defRPr>
      </a:lvl1pPr>
    </p:titleStyle>
    <p:bodyStyle>
      <a:lvl1pPr marL="237600" indent="-237600" algn="l" defTabSz="685800" rtl="0" eaLnBrk="1" latinLnBrk="0" hangingPunct="1">
        <a:lnSpc>
          <a:spcPct val="90000"/>
        </a:lnSpc>
        <a:spcBef>
          <a:spcPts val="900"/>
        </a:spcBef>
        <a:buClr>
          <a:schemeClr val="tx2"/>
        </a:buClr>
        <a:buSzPct val="80000"/>
        <a:buFont typeface="Verdana" panose="020B0604030504040204" pitchFamily="34" charset="0"/>
        <a:buChar char="›"/>
        <a:defRPr sz="1800" kern="1200">
          <a:solidFill>
            <a:schemeClr val="tx1"/>
          </a:solidFill>
          <a:latin typeface="+mn-lt"/>
          <a:ea typeface="+mn-ea"/>
          <a:cs typeface="+mn-cs"/>
        </a:defRPr>
      </a:lvl1pPr>
      <a:lvl2pPr marL="472500" indent="-237600" algn="l" defTabSz="685800" rtl="0" eaLnBrk="1" latinLnBrk="0" hangingPunct="1">
        <a:lnSpc>
          <a:spcPct val="90000"/>
        </a:lnSpc>
        <a:spcBef>
          <a:spcPts val="750"/>
        </a:spcBef>
        <a:buClr>
          <a:schemeClr val="tx2"/>
        </a:buClr>
        <a:buFont typeface="Verdana" panose="020B0604030504040204" pitchFamily="34" charset="0"/>
        <a:buChar char="–"/>
        <a:defRPr sz="1500" kern="1200">
          <a:solidFill>
            <a:schemeClr val="tx1"/>
          </a:solidFill>
          <a:latin typeface="+mn-lt"/>
          <a:ea typeface="+mn-ea"/>
          <a:cs typeface="+mn-cs"/>
        </a:defRPr>
      </a:lvl2pPr>
      <a:lvl3pPr marL="710100" indent="-237600" algn="l" defTabSz="685800" rtl="0" eaLnBrk="1" latinLnBrk="0" hangingPunct="1">
        <a:lnSpc>
          <a:spcPct val="90000"/>
        </a:lnSpc>
        <a:spcBef>
          <a:spcPts val="600"/>
        </a:spcBef>
        <a:buClr>
          <a:schemeClr val="tx2"/>
        </a:buClr>
        <a:buFont typeface="Wingdings" panose="05000000000000000000" pitchFamily="2" charset="2"/>
        <a:buChar char="§"/>
        <a:defRPr sz="1350" kern="1200">
          <a:solidFill>
            <a:schemeClr val="tx1"/>
          </a:solidFill>
          <a:latin typeface="+mn-lt"/>
          <a:ea typeface="+mn-ea"/>
          <a:cs typeface="+mn-cs"/>
        </a:defRPr>
      </a:lvl3pPr>
      <a:lvl4pPr marL="945000" indent="-237600" algn="l" defTabSz="685800" rtl="0" eaLnBrk="1" latinLnBrk="0" hangingPunct="1">
        <a:lnSpc>
          <a:spcPct val="90000"/>
        </a:lnSpc>
        <a:spcBef>
          <a:spcPts val="450"/>
        </a:spcBef>
        <a:buClr>
          <a:schemeClr val="tx2"/>
        </a:buClr>
        <a:buFont typeface="Arial" panose="020B0604020202020204" pitchFamily="34" charset="0"/>
        <a:buChar char="•"/>
        <a:defRPr sz="1350" kern="1200">
          <a:solidFill>
            <a:schemeClr val="tx1"/>
          </a:solidFill>
          <a:latin typeface="+mn-lt"/>
          <a:ea typeface="+mn-ea"/>
          <a:cs typeface="+mn-cs"/>
        </a:defRPr>
      </a:lvl4pPr>
      <a:lvl5pPr marL="1182600" indent="-237600" algn="l" defTabSz="685800" rtl="0" eaLnBrk="1" latinLnBrk="0" hangingPunct="1">
        <a:lnSpc>
          <a:spcPct val="90000"/>
        </a:lnSpc>
        <a:spcBef>
          <a:spcPts val="450"/>
        </a:spcBef>
        <a:buFont typeface="Verdana" panose="020B0604030504040204" pitchFamily="34" charset="0"/>
        <a:buChar char="–"/>
        <a:defRPr sz="1200" kern="1200">
          <a:solidFill>
            <a:schemeClr val="tx2"/>
          </a:solidFill>
          <a:latin typeface="+mn-lt"/>
          <a:ea typeface="+mn-ea"/>
          <a:cs typeface="+mn-cs"/>
        </a:defRPr>
      </a:lvl5pPr>
      <a:lvl6pPr marL="1417500" indent="-237600" algn="l" defTabSz="685800" rtl="0" eaLnBrk="1" latinLnBrk="0" hangingPunct="1">
        <a:lnSpc>
          <a:spcPct val="90000"/>
        </a:lnSpc>
        <a:spcBef>
          <a:spcPts val="450"/>
        </a:spcBef>
        <a:buFont typeface="Arial" panose="020B0604020202020204" pitchFamily="34" charset="0"/>
        <a:buChar char="•"/>
        <a:defRPr sz="1050" kern="1200">
          <a:solidFill>
            <a:schemeClr val="tx1">
              <a:lumMod val="50000"/>
              <a:lumOff val="50000"/>
            </a:schemeClr>
          </a:solidFill>
          <a:latin typeface="+mn-lt"/>
          <a:ea typeface="+mn-ea"/>
          <a:cs typeface="+mn-cs"/>
        </a:defRPr>
      </a:lvl6pPr>
      <a:lvl7pPr marL="54000" indent="-54000" algn="l" defTabSz="685800" rtl="0" eaLnBrk="1" latinLnBrk="0" hangingPunct="1">
        <a:lnSpc>
          <a:spcPct val="90000"/>
        </a:lnSpc>
        <a:spcBef>
          <a:spcPts val="450"/>
        </a:spcBef>
        <a:buSzPct val="25000"/>
        <a:buFont typeface="Verdana" panose="020B0604030504040204" pitchFamily="34" charset="0"/>
        <a:buChar char=" "/>
        <a:defRPr sz="900" b="1" i="0" kern="1200">
          <a:solidFill>
            <a:schemeClr val="tx2"/>
          </a:solidFill>
          <a:latin typeface="+mn-lt"/>
          <a:ea typeface="+mn-ea"/>
          <a:cs typeface="+mn-cs"/>
        </a:defRPr>
      </a:lvl7pPr>
      <a:lvl8pPr marL="54000" indent="-54000" algn="l" defTabSz="685800" rtl="0" eaLnBrk="1" latinLnBrk="0" hangingPunct="1">
        <a:lnSpc>
          <a:spcPct val="90000"/>
        </a:lnSpc>
        <a:spcBef>
          <a:spcPts val="450"/>
        </a:spcBef>
        <a:buSzPct val="25000"/>
        <a:buFont typeface="Verdana" panose="020B0604030504040204" pitchFamily="34" charset="0"/>
        <a:buChar char=" "/>
        <a:defRPr sz="900" i="0" kern="1200">
          <a:solidFill>
            <a:schemeClr val="tx1">
              <a:lumMod val="65000"/>
              <a:lumOff val="35000"/>
            </a:schemeClr>
          </a:solidFill>
          <a:latin typeface="+mn-lt"/>
          <a:ea typeface="+mn-ea"/>
          <a:cs typeface="+mn-cs"/>
        </a:defRPr>
      </a:lvl8pPr>
      <a:lvl9pPr marL="162000" indent="-108000" algn="l" defTabSz="685800" rtl="0" eaLnBrk="1" latinLnBrk="0" hangingPunct="1">
        <a:lnSpc>
          <a:spcPct val="90000"/>
        </a:lnSpc>
        <a:spcBef>
          <a:spcPts val="450"/>
        </a:spcBef>
        <a:buClr>
          <a:schemeClr val="tx2"/>
        </a:buClr>
        <a:buFont typeface="Verdana" panose="020B0604030504040204" pitchFamily="34" charset="0"/>
        <a:buChar char="–"/>
        <a:defRPr sz="900" i="0" kern="1200">
          <a:solidFill>
            <a:schemeClr val="tx1">
              <a:lumMod val="65000"/>
              <a:lumOff val="35000"/>
            </a:schemeClr>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1">
          <p15:clr>
            <a:srgbClr val="F26B43"/>
          </p15:clr>
        </p15:guide>
        <p15:guide id="8" orient="horz" pos="3919">
          <p15:clr>
            <a:srgbClr val="F26B43"/>
          </p15:clr>
        </p15:guide>
        <p15:guide id="9" pos="3840">
          <p15:clr>
            <a:srgbClr val="F26B43"/>
          </p15:clr>
        </p15:guide>
        <p15:guide id="10" orient="horz" pos="2159">
          <p15:clr>
            <a:srgbClr val="F26B43"/>
          </p15:clr>
        </p15:guide>
        <p15:guide id="11" pos="400">
          <p15:clr>
            <a:srgbClr val="F26B43"/>
          </p15:clr>
        </p15:guide>
        <p15:guide id="12" pos="4128">
          <p15:clr>
            <a:srgbClr val="F26B43"/>
          </p15:clr>
        </p15:guide>
        <p15:guide id="13" pos="3552">
          <p15:clr>
            <a:srgbClr val="F26B43"/>
          </p15:clr>
        </p15:guide>
        <p15:guide id="14" orient="horz" pos="1275">
          <p15:clr>
            <a:srgbClr val="F26B43"/>
          </p15:clr>
        </p15:guide>
        <p15:guide id="15" orient="horz" pos="1434">
          <p15:clr>
            <a:srgbClr val="F26B43"/>
          </p15:clr>
        </p15:guide>
        <p15:guide id="16" pos="461">
          <p15:clr>
            <a:srgbClr val="F26B43"/>
          </p15:clr>
        </p15:guide>
        <p15:guide id="17" orient="horz" pos="6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76250" y="1052514"/>
            <a:ext cx="8192691" cy="948047"/>
          </a:xfrm>
          <a:prstGeom prst="rect">
            <a:avLst/>
          </a:prstGeom>
        </p:spPr>
        <p:txBody>
          <a:bodyPr vert="horz" lIns="91440" tIns="45720" rIns="91440" bIns="45720" rtlCol="0" anchor="b" anchorCtr="0">
            <a:normAutofit/>
          </a:bodyPr>
          <a:lstStyle/>
          <a:p>
            <a:r>
              <a:rPr lang="nl-NL"/>
              <a:t>Klik om de stijl te bewerken</a:t>
            </a:r>
          </a:p>
        </p:txBody>
      </p:sp>
      <p:sp>
        <p:nvSpPr>
          <p:cNvPr id="3" name="Tijdelijke aanduiding voor tekst 2"/>
          <p:cNvSpPr>
            <a:spLocks noGrp="1"/>
          </p:cNvSpPr>
          <p:nvPr>
            <p:ph type="body" idx="1"/>
          </p:nvPr>
        </p:nvSpPr>
        <p:spPr>
          <a:xfrm>
            <a:off x="476250" y="2289485"/>
            <a:ext cx="8192691" cy="3931928"/>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a:p>
            <a:pPr lvl="5"/>
            <a:r>
              <a:rPr lang="nl-NL"/>
              <a:t>Zesde niveau</a:t>
            </a:r>
          </a:p>
          <a:p>
            <a:pPr lvl="6"/>
            <a:r>
              <a:rPr lang="nl-NL"/>
              <a:t>Zevende niveau</a:t>
            </a:r>
          </a:p>
          <a:p>
            <a:pPr lvl="7"/>
            <a:r>
              <a:rPr lang="nl-NL"/>
              <a:t>Achtste niveau</a:t>
            </a:r>
          </a:p>
          <a:p>
            <a:pPr lvl="8"/>
            <a:r>
              <a:rPr lang="nl-NL"/>
              <a:t>Negende niveau</a:t>
            </a:r>
          </a:p>
          <a:p>
            <a:pPr lvl="8"/>
            <a:endParaRPr lang="nl-NL"/>
          </a:p>
        </p:txBody>
      </p:sp>
      <p:sp>
        <p:nvSpPr>
          <p:cNvPr id="11" name="Tijdelijke aanduiding voor datum 3"/>
          <p:cNvSpPr>
            <a:spLocks noGrp="1"/>
          </p:cNvSpPr>
          <p:nvPr>
            <p:ph type="dt" sz="half" idx="2"/>
          </p:nvPr>
        </p:nvSpPr>
        <p:spPr>
          <a:xfrm>
            <a:off x="476250" y="6543488"/>
            <a:ext cx="3752850" cy="264272"/>
          </a:xfrm>
          <a:prstGeom prst="rect">
            <a:avLst/>
          </a:prstGeom>
        </p:spPr>
        <p:txBody>
          <a:bodyPr vert="horz" lIns="91440" tIns="0" rIns="91440" bIns="45720" rtlCol="0" anchor="t" anchorCtr="0"/>
          <a:lstStyle>
            <a:lvl1pPr algn="l">
              <a:defRPr sz="788">
                <a:solidFill>
                  <a:schemeClr val="bg1">
                    <a:lumMod val="65000"/>
                  </a:schemeClr>
                </a:solidFill>
              </a:defRPr>
            </a:lvl1pPr>
          </a:lstStyle>
          <a:p>
            <a:r>
              <a:rPr lang="nl-NL"/>
              <a:t>SPADE course, July 8-9, 2025</a:t>
            </a:r>
          </a:p>
        </p:txBody>
      </p:sp>
      <p:sp>
        <p:nvSpPr>
          <p:cNvPr id="14" name="Tijdelijke aanduiding voor voettekst 4"/>
          <p:cNvSpPr>
            <a:spLocks noGrp="1"/>
          </p:cNvSpPr>
          <p:nvPr>
            <p:ph type="ftr" sz="quarter" idx="3"/>
          </p:nvPr>
        </p:nvSpPr>
        <p:spPr>
          <a:xfrm>
            <a:off x="476250" y="6221414"/>
            <a:ext cx="3752850" cy="322075"/>
          </a:xfrm>
          <a:prstGeom prst="rect">
            <a:avLst/>
          </a:prstGeom>
        </p:spPr>
        <p:txBody>
          <a:bodyPr vert="horz" lIns="91440" tIns="45720" rIns="91440" bIns="45720" rtlCol="0" anchor="b" anchorCtr="0"/>
          <a:lstStyle>
            <a:lvl1pPr algn="l">
              <a:defRPr sz="788">
                <a:solidFill>
                  <a:schemeClr val="bg1">
                    <a:lumMod val="65000"/>
                  </a:schemeClr>
                </a:solidFill>
              </a:defRPr>
            </a:lvl1pPr>
          </a:lstStyle>
          <a:p>
            <a:r>
              <a:rPr lang="en-US"/>
              <a:t>SPADE 1-part model daily intakes (Manual, chapter 3)</a:t>
            </a:r>
            <a:endParaRPr lang="nl-NL"/>
          </a:p>
        </p:txBody>
      </p:sp>
      <p:sp>
        <p:nvSpPr>
          <p:cNvPr id="15" name="Tijdelijke aanduiding voor dianummer 5"/>
          <p:cNvSpPr>
            <a:spLocks noGrp="1"/>
          </p:cNvSpPr>
          <p:nvPr>
            <p:ph type="sldNum" sz="quarter" idx="4"/>
          </p:nvPr>
        </p:nvSpPr>
        <p:spPr>
          <a:xfrm>
            <a:off x="4914900" y="6221414"/>
            <a:ext cx="3754042" cy="322075"/>
          </a:xfrm>
          <a:prstGeom prst="rect">
            <a:avLst/>
          </a:prstGeom>
        </p:spPr>
        <p:txBody>
          <a:bodyPr vert="horz" lIns="91440" tIns="45720" rIns="0" bIns="45720" rtlCol="0" anchor="b" anchorCtr="0"/>
          <a:lstStyle>
            <a:lvl1pPr algn="r">
              <a:defRPr sz="788">
                <a:solidFill>
                  <a:schemeClr val="bg1">
                    <a:lumMod val="65000"/>
                  </a:schemeClr>
                </a:solidFill>
              </a:defRPr>
            </a:lvl1pPr>
          </a:lstStyle>
          <a:p>
            <a:fld id="{10A0A6AF-03C5-477E-939A-E28F7E7F05EA}" type="slidenum">
              <a:rPr lang="nl-NL" smtClean="0"/>
              <a:pPr/>
              <a:t>‹#›</a:t>
            </a:fld>
            <a:endParaRPr lang="nl-NL"/>
          </a:p>
        </p:txBody>
      </p:sp>
      <p:pic>
        <p:nvPicPr>
          <p:cNvPr id="8" name="Afbeelding 7">
            <a:extLst>
              <a:ext uri="{FF2B5EF4-FFF2-40B4-BE49-F238E27FC236}">
                <a16:creationId xmlns:a16="http://schemas.microsoft.com/office/drawing/2014/main" id="{511B2933-5997-A34E-B170-A9007385D908}"/>
              </a:ext>
            </a:extLst>
          </p:cNvPr>
          <p:cNvPicPr>
            <a:picLocks noChangeAspect="1"/>
          </p:cNvPicPr>
          <p:nvPr/>
        </p:nvPicPr>
        <p:blipFill rotWithShape="1">
          <a:blip r:embed="rId40" cstate="print">
            <a:extLst>
              <a:ext uri="{28A0092B-C50C-407E-A947-70E740481C1C}">
                <a14:useLocalDpi xmlns:a14="http://schemas.microsoft.com/office/drawing/2010/main" val="0"/>
              </a:ext>
            </a:extLst>
          </a:blip>
          <a:srcRect l="44934" t="19074" r="44934"/>
          <a:stretch/>
        </p:blipFill>
        <p:spPr>
          <a:xfrm>
            <a:off x="4229100" y="1075"/>
            <a:ext cx="685800" cy="1008062"/>
          </a:xfrm>
          <a:prstGeom prst="rect">
            <a:avLst/>
          </a:prstGeom>
        </p:spPr>
      </p:pic>
    </p:spTree>
    <p:extLst>
      <p:ext uri="{BB962C8B-B14F-4D97-AF65-F5344CB8AC3E}">
        <p14:creationId xmlns:p14="http://schemas.microsoft.com/office/powerpoint/2010/main" val="1111973485"/>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 id="2147484206" r:id="rId12"/>
    <p:sldLayoutId id="2147484207" r:id="rId13"/>
    <p:sldLayoutId id="2147484208" r:id="rId14"/>
    <p:sldLayoutId id="2147484209" r:id="rId15"/>
    <p:sldLayoutId id="2147484210" r:id="rId16"/>
    <p:sldLayoutId id="2147484211" r:id="rId17"/>
    <p:sldLayoutId id="2147484212" r:id="rId18"/>
    <p:sldLayoutId id="2147484213" r:id="rId19"/>
    <p:sldLayoutId id="2147484214" r:id="rId20"/>
    <p:sldLayoutId id="2147484215" r:id="rId21"/>
    <p:sldLayoutId id="2147484216" r:id="rId22"/>
    <p:sldLayoutId id="2147484217" r:id="rId23"/>
    <p:sldLayoutId id="2147484218" r:id="rId24"/>
    <p:sldLayoutId id="2147484219" r:id="rId25"/>
    <p:sldLayoutId id="2147484220" r:id="rId26"/>
    <p:sldLayoutId id="2147484221" r:id="rId27"/>
    <p:sldLayoutId id="2147484222" r:id="rId28"/>
    <p:sldLayoutId id="2147484223" r:id="rId29"/>
    <p:sldLayoutId id="2147484224" r:id="rId30"/>
    <p:sldLayoutId id="2147484225" r:id="rId31"/>
    <p:sldLayoutId id="2147484226" r:id="rId32"/>
    <p:sldLayoutId id="2147484227" r:id="rId33"/>
    <p:sldLayoutId id="2147484228" r:id="rId34"/>
    <p:sldLayoutId id="2147484229" r:id="rId35"/>
    <p:sldLayoutId id="2147484230" r:id="rId36"/>
    <p:sldLayoutId id="2147484231" r:id="rId37"/>
    <p:sldLayoutId id="2147484309" r:id="rId38"/>
  </p:sldLayoutIdLst>
  <p:hf hdr="0"/>
  <p:txStyles>
    <p:titleStyle>
      <a:lvl1pPr algn="l" defTabSz="685800" rtl="0" eaLnBrk="1" latinLnBrk="0" hangingPunct="1">
        <a:lnSpc>
          <a:spcPct val="90000"/>
        </a:lnSpc>
        <a:spcBef>
          <a:spcPct val="0"/>
        </a:spcBef>
        <a:buNone/>
        <a:defRPr sz="2700" b="0" kern="1200" baseline="0">
          <a:solidFill>
            <a:schemeClr val="tx2"/>
          </a:solidFill>
          <a:latin typeface="+mj-lt"/>
          <a:ea typeface="+mj-ea"/>
          <a:cs typeface="+mj-cs"/>
        </a:defRPr>
      </a:lvl1pPr>
    </p:titleStyle>
    <p:bodyStyle>
      <a:lvl1pPr marL="237600" indent="-237600" algn="l" defTabSz="685800" rtl="0" eaLnBrk="1" latinLnBrk="0" hangingPunct="1">
        <a:lnSpc>
          <a:spcPct val="90000"/>
        </a:lnSpc>
        <a:spcBef>
          <a:spcPts val="900"/>
        </a:spcBef>
        <a:buClr>
          <a:schemeClr val="tx2"/>
        </a:buClr>
        <a:buSzPct val="80000"/>
        <a:buFont typeface="Verdana" panose="020B0604030504040204" pitchFamily="34" charset="0"/>
        <a:buChar char="›"/>
        <a:defRPr sz="1800" kern="1200">
          <a:solidFill>
            <a:schemeClr val="tx1"/>
          </a:solidFill>
          <a:latin typeface="+mn-lt"/>
          <a:ea typeface="+mn-ea"/>
          <a:cs typeface="+mn-cs"/>
        </a:defRPr>
      </a:lvl1pPr>
      <a:lvl2pPr marL="472500" indent="-237600" algn="l" defTabSz="685800" rtl="0" eaLnBrk="1" latinLnBrk="0" hangingPunct="1">
        <a:lnSpc>
          <a:spcPct val="90000"/>
        </a:lnSpc>
        <a:spcBef>
          <a:spcPts val="750"/>
        </a:spcBef>
        <a:buClr>
          <a:schemeClr val="tx2"/>
        </a:buClr>
        <a:buFont typeface="Verdana" panose="020B0604030504040204" pitchFamily="34" charset="0"/>
        <a:buChar char="–"/>
        <a:defRPr sz="1500" kern="1200">
          <a:solidFill>
            <a:schemeClr val="tx1"/>
          </a:solidFill>
          <a:latin typeface="+mn-lt"/>
          <a:ea typeface="+mn-ea"/>
          <a:cs typeface="+mn-cs"/>
        </a:defRPr>
      </a:lvl2pPr>
      <a:lvl3pPr marL="710100" indent="-237600" algn="l" defTabSz="685800" rtl="0" eaLnBrk="1" latinLnBrk="0" hangingPunct="1">
        <a:lnSpc>
          <a:spcPct val="90000"/>
        </a:lnSpc>
        <a:spcBef>
          <a:spcPts val="600"/>
        </a:spcBef>
        <a:buClr>
          <a:schemeClr val="tx2"/>
        </a:buClr>
        <a:buFont typeface="Wingdings" panose="05000000000000000000" pitchFamily="2" charset="2"/>
        <a:buChar char="§"/>
        <a:defRPr sz="1350" kern="1200">
          <a:solidFill>
            <a:schemeClr val="tx1"/>
          </a:solidFill>
          <a:latin typeface="+mn-lt"/>
          <a:ea typeface="+mn-ea"/>
          <a:cs typeface="+mn-cs"/>
        </a:defRPr>
      </a:lvl3pPr>
      <a:lvl4pPr marL="945000" indent="-237600" algn="l" defTabSz="685800" rtl="0" eaLnBrk="1" latinLnBrk="0" hangingPunct="1">
        <a:lnSpc>
          <a:spcPct val="90000"/>
        </a:lnSpc>
        <a:spcBef>
          <a:spcPts val="450"/>
        </a:spcBef>
        <a:buClr>
          <a:schemeClr val="tx2"/>
        </a:buClr>
        <a:buFont typeface="Arial" panose="020B0604020202020204" pitchFamily="34" charset="0"/>
        <a:buChar char="•"/>
        <a:defRPr sz="1350" kern="1200">
          <a:solidFill>
            <a:schemeClr val="tx1"/>
          </a:solidFill>
          <a:latin typeface="+mn-lt"/>
          <a:ea typeface="+mn-ea"/>
          <a:cs typeface="+mn-cs"/>
        </a:defRPr>
      </a:lvl4pPr>
      <a:lvl5pPr marL="1182600" indent="-237600" algn="l" defTabSz="685800" rtl="0" eaLnBrk="1" latinLnBrk="0" hangingPunct="1">
        <a:lnSpc>
          <a:spcPct val="90000"/>
        </a:lnSpc>
        <a:spcBef>
          <a:spcPts val="450"/>
        </a:spcBef>
        <a:buFont typeface="Verdana" panose="020B0604030504040204" pitchFamily="34" charset="0"/>
        <a:buChar char="–"/>
        <a:defRPr sz="1200" kern="1200">
          <a:solidFill>
            <a:schemeClr val="tx2"/>
          </a:solidFill>
          <a:latin typeface="+mn-lt"/>
          <a:ea typeface="+mn-ea"/>
          <a:cs typeface="+mn-cs"/>
        </a:defRPr>
      </a:lvl5pPr>
      <a:lvl6pPr marL="1417500" indent="-237600" algn="l" defTabSz="685800" rtl="0" eaLnBrk="1" latinLnBrk="0" hangingPunct="1">
        <a:lnSpc>
          <a:spcPct val="90000"/>
        </a:lnSpc>
        <a:spcBef>
          <a:spcPts val="450"/>
        </a:spcBef>
        <a:buFont typeface="Arial" panose="020B0604020202020204" pitchFamily="34" charset="0"/>
        <a:buChar char="•"/>
        <a:defRPr sz="1050" kern="1200">
          <a:solidFill>
            <a:schemeClr val="tx1">
              <a:lumMod val="50000"/>
              <a:lumOff val="50000"/>
            </a:schemeClr>
          </a:solidFill>
          <a:latin typeface="+mn-lt"/>
          <a:ea typeface="+mn-ea"/>
          <a:cs typeface="+mn-cs"/>
        </a:defRPr>
      </a:lvl6pPr>
      <a:lvl7pPr marL="54000" indent="-54000" algn="l" defTabSz="685800" rtl="0" eaLnBrk="1" latinLnBrk="0" hangingPunct="1">
        <a:lnSpc>
          <a:spcPct val="90000"/>
        </a:lnSpc>
        <a:spcBef>
          <a:spcPts val="450"/>
        </a:spcBef>
        <a:buSzPct val="25000"/>
        <a:buFont typeface="Verdana" panose="020B0604030504040204" pitchFamily="34" charset="0"/>
        <a:buChar char=" "/>
        <a:defRPr sz="900" b="1" i="0" kern="1200">
          <a:solidFill>
            <a:schemeClr val="tx2"/>
          </a:solidFill>
          <a:latin typeface="+mn-lt"/>
          <a:ea typeface="+mn-ea"/>
          <a:cs typeface="+mn-cs"/>
        </a:defRPr>
      </a:lvl7pPr>
      <a:lvl8pPr marL="54000" indent="-54000" algn="l" defTabSz="685800" rtl="0" eaLnBrk="1" latinLnBrk="0" hangingPunct="1">
        <a:lnSpc>
          <a:spcPct val="90000"/>
        </a:lnSpc>
        <a:spcBef>
          <a:spcPts val="450"/>
        </a:spcBef>
        <a:buSzPct val="25000"/>
        <a:buFont typeface="Verdana" panose="020B0604030504040204" pitchFamily="34" charset="0"/>
        <a:buChar char=" "/>
        <a:defRPr sz="900" i="0" kern="1200">
          <a:solidFill>
            <a:schemeClr val="tx1">
              <a:lumMod val="65000"/>
              <a:lumOff val="35000"/>
            </a:schemeClr>
          </a:solidFill>
          <a:latin typeface="+mn-lt"/>
          <a:ea typeface="+mn-ea"/>
          <a:cs typeface="+mn-cs"/>
        </a:defRPr>
      </a:lvl8pPr>
      <a:lvl9pPr marL="162000" indent="-108000" algn="l" defTabSz="685800" rtl="0" eaLnBrk="1" latinLnBrk="0" hangingPunct="1">
        <a:lnSpc>
          <a:spcPct val="90000"/>
        </a:lnSpc>
        <a:spcBef>
          <a:spcPts val="450"/>
        </a:spcBef>
        <a:buClr>
          <a:schemeClr val="tx2"/>
        </a:buClr>
        <a:buFont typeface="Verdana" panose="020B0604030504040204" pitchFamily="34" charset="0"/>
        <a:buChar char="–"/>
        <a:defRPr sz="900" i="0" kern="1200">
          <a:solidFill>
            <a:schemeClr val="tx1">
              <a:lumMod val="65000"/>
              <a:lumOff val="35000"/>
            </a:schemeClr>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1">
          <p15:clr>
            <a:srgbClr val="F26B43"/>
          </p15:clr>
        </p15:guide>
        <p15:guide id="8" orient="horz" pos="3919">
          <p15:clr>
            <a:srgbClr val="F26B43"/>
          </p15:clr>
        </p15:guide>
        <p15:guide id="9" pos="3840">
          <p15:clr>
            <a:srgbClr val="F26B43"/>
          </p15:clr>
        </p15:guide>
        <p15:guide id="10" orient="horz" pos="2159">
          <p15:clr>
            <a:srgbClr val="F26B43"/>
          </p15:clr>
        </p15:guide>
        <p15:guide id="11" pos="400">
          <p15:clr>
            <a:srgbClr val="F26B43"/>
          </p15:clr>
        </p15:guide>
        <p15:guide id="12" pos="4128">
          <p15:clr>
            <a:srgbClr val="F26B43"/>
          </p15:clr>
        </p15:guide>
        <p15:guide id="13" pos="3552">
          <p15:clr>
            <a:srgbClr val="F26B43"/>
          </p15:clr>
        </p15:guide>
        <p15:guide id="14" orient="horz" pos="1275">
          <p15:clr>
            <a:srgbClr val="F26B43"/>
          </p15:clr>
        </p15:guide>
        <p15:guide id="15" orient="horz" pos="1434">
          <p15:clr>
            <a:srgbClr val="F26B43"/>
          </p15:clr>
        </p15:guide>
        <p15:guide id="16" pos="461">
          <p15:clr>
            <a:srgbClr val="F26B43"/>
          </p15:clr>
        </p15:guide>
        <p15:guide id="17" orient="horz" pos="6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77.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hyperlink" Target="https://www.google.com/url?sa=i&amp;url=https%3A%2F%2Fwww.kruidvat.nl%2Froter-vitamine-c-70mg-kauwtabletten%2Fp%2F1998732&amp;psig=AOvVaw2TjicJJKtwlzosOHX-o8Y7&amp;ust=1587194713183000&amp;source=images&amp;cd=vfe&amp;ved=0CAIQjRxqFwoTCNib6Zr37ugCFQAAAAAdAAAAABA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5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7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77.xml"/><Relationship Id="rId5" Type="http://schemas.openxmlformats.org/officeDocument/2006/relationships/image" Target="../media/image27.png"/><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36.jpeg"/></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40.jpeg"/></Relationships>
</file>

<file path=ppt/slides/_rels/slide3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7.xml"/></Relationships>
</file>

<file path=ppt/slides/_rels/slide5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3.xml"/><Relationship Id="rId1" Type="http://schemas.openxmlformats.org/officeDocument/2006/relationships/slideLayout" Target="../slideLayouts/slideLayout4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1.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41.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4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1.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4.xml"/><Relationship Id="rId1" Type="http://schemas.openxmlformats.org/officeDocument/2006/relationships/slideLayout" Target="../slideLayouts/slideLayout4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a:t>SPADE 1-part model</a:t>
            </a:r>
          </a:p>
        </p:txBody>
      </p:sp>
      <p:sp>
        <p:nvSpPr>
          <p:cNvPr id="3" name="Ondertitel 2"/>
          <p:cNvSpPr>
            <a:spLocks noGrp="1"/>
          </p:cNvSpPr>
          <p:nvPr>
            <p:ph type="subTitle" idx="1"/>
          </p:nvPr>
        </p:nvSpPr>
        <p:spPr/>
        <p:txBody>
          <a:bodyPr/>
          <a:lstStyle/>
          <a:p>
            <a:r>
              <a:rPr lang="nl-NL" err="1"/>
              <a:t>Estimating</a:t>
            </a:r>
            <a:r>
              <a:rPr lang="nl-NL"/>
              <a:t> </a:t>
            </a:r>
            <a:r>
              <a:rPr lang="nl-NL" err="1"/>
              <a:t>the</a:t>
            </a:r>
            <a:r>
              <a:rPr lang="nl-NL"/>
              <a:t> </a:t>
            </a:r>
            <a:r>
              <a:rPr lang="nl-NL" err="1"/>
              <a:t>habitual</a:t>
            </a:r>
            <a:r>
              <a:rPr lang="nl-NL"/>
              <a:t> intake </a:t>
            </a:r>
            <a:r>
              <a:rPr lang="nl-NL" err="1"/>
              <a:t>distribution</a:t>
            </a:r>
            <a:r>
              <a:rPr lang="nl-NL"/>
              <a:t> of </a:t>
            </a:r>
            <a:r>
              <a:rPr lang="nl-NL" err="1"/>
              <a:t>daily</a:t>
            </a:r>
            <a:r>
              <a:rPr lang="nl-NL"/>
              <a:t> </a:t>
            </a:r>
            <a:r>
              <a:rPr lang="nl-NL" err="1"/>
              <a:t>consumed</a:t>
            </a:r>
            <a:r>
              <a:rPr lang="nl-NL"/>
              <a:t> food(</a:t>
            </a:r>
            <a:r>
              <a:rPr lang="nl-NL" err="1"/>
              <a:t>components</a:t>
            </a:r>
            <a:r>
              <a:rPr lang="nl-NL"/>
              <a:t>)</a:t>
            </a:r>
          </a:p>
        </p:txBody>
      </p:sp>
      <p:pic>
        <p:nvPicPr>
          <p:cNvPr id="8" name="Picture 7" descr="A picture containing text, night sky&#10;&#10;Description automatically generated">
            <a:extLst>
              <a:ext uri="{FF2B5EF4-FFF2-40B4-BE49-F238E27FC236}">
                <a16:creationId xmlns:a16="http://schemas.microsoft.com/office/drawing/2014/main" id="{1032DBFB-C574-42B9-9AD5-ADC1637B60E3}"/>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237191" y="1527589"/>
            <a:ext cx="3990869" cy="3495761"/>
          </a:xfrm>
          <a:prstGeom prst="rect">
            <a:avLst/>
          </a:prstGeom>
        </p:spPr>
      </p:pic>
    </p:spTree>
    <p:extLst>
      <p:ext uri="{BB962C8B-B14F-4D97-AF65-F5344CB8AC3E}">
        <p14:creationId xmlns:p14="http://schemas.microsoft.com/office/powerpoint/2010/main" val="953533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BF777-C714-4487-83B0-D41C1D03BA3E}"/>
              </a:ext>
            </a:extLst>
          </p:cNvPr>
          <p:cNvSpPr>
            <a:spLocks noGrp="1"/>
          </p:cNvSpPr>
          <p:nvPr>
            <p:ph type="title"/>
          </p:nvPr>
        </p:nvSpPr>
        <p:spPr/>
        <p:txBody>
          <a:bodyPr/>
          <a:lstStyle/>
          <a:p>
            <a:r>
              <a:rPr lang="en-GB"/>
              <a:t>Goal SPADE 1-part model today</a:t>
            </a:r>
          </a:p>
        </p:txBody>
      </p:sp>
      <p:sp>
        <p:nvSpPr>
          <p:cNvPr id="3" name="Content Placeholder 2">
            <a:extLst>
              <a:ext uri="{FF2B5EF4-FFF2-40B4-BE49-F238E27FC236}">
                <a16:creationId xmlns:a16="http://schemas.microsoft.com/office/drawing/2014/main" id="{C7E24164-9356-445C-AAD6-196BFE6D2DE1}"/>
              </a:ext>
            </a:extLst>
          </p:cNvPr>
          <p:cNvSpPr>
            <a:spLocks noGrp="1"/>
          </p:cNvSpPr>
          <p:nvPr>
            <p:ph idx="1"/>
          </p:nvPr>
        </p:nvSpPr>
        <p:spPr/>
        <p:txBody>
          <a:bodyPr/>
          <a:lstStyle/>
          <a:p>
            <a:r>
              <a:rPr lang="en-GB"/>
              <a:t>To assess the habitual intake of the variables which are </a:t>
            </a:r>
            <a:r>
              <a:rPr lang="en-GB" b="1"/>
              <a:t>daily</a:t>
            </a:r>
            <a:r>
              <a:rPr lang="en-GB"/>
              <a:t> </a:t>
            </a:r>
            <a:r>
              <a:rPr lang="en-GB" b="1"/>
              <a:t>consumed by (almost) everyone </a:t>
            </a:r>
            <a:r>
              <a:rPr lang="en-GB"/>
              <a:t>in the population</a:t>
            </a:r>
          </a:p>
          <a:p>
            <a:endParaRPr lang="en-GB"/>
          </a:p>
          <a:p>
            <a:r>
              <a:rPr lang="en-GB"/>
              <a:t>Example:</a:t>
            </a:r>
          </a:p>
          <a:p>
            <a:pPr marL="0" indent="0">
              <a:buNone/>
            </a:pPr>
            <a:r>
              <a:rPr lang="en-GB"/>
              <a:t>	</a:t>
            </a:r>
          </a:p>
          <a:p>
            <a:pPr marL="0" indent="0">
              <a:buNone/>
            </a:pPr>
            <a:r>
              <a:rPr lang="en-GB"/>
              <a:t>	Vitamin C from foods		Vitamin C from supplements</a:t>
            </a:r>
          </a:p>
        </p:txBody>
      </p:sp>
      <p:sp>
        <p:nvSpPr>
          <p:cNvPr id="5" name="Slide Number Placeholder 4">
            <a:extLst>
              <a:ext uri="{FF2B5EF4-FFF2-40B4-BE49-F238E27FC236}">
                <a16:creationId xmlns:a16="http://schemas.microsoft.com/office/drawing/2014/main" id="{80878551-828A-41CD-9722-8C7C219573D2}"/>
              </a:ext>
            </a:extLst>
          </p:cNvPr>
          <p:cNvSpPr>
            <a:spLocks noGrp="1"/>
          </p:cNvSpPr>
          <p:nvPr>
            <p:ph type="sldNum" sz="quarter" idx="12"/>
          </p:nvPr>
        </p:nvSpPr>
        <p:spPr/>
        <p:txBody>
          <a:bodyPr/>
          <a:lstStyle/>
          <a:p>
            <a:fld id="{8FC21E99-CB6E-4E1C-8709-25BF64FEA530}" type="slidenum">
              <a:rPr lang="nl-NL" smtClean="0"/>
              <a:pPr/>
              <a:t>2</a:t>
            </a:fld>
            <a:endParaRPr lang="nl-NL"/>
          </a:p>
        </p:txBody>
      </p:sp>
      <p:pic>
        <p:nvPicPr>
          <p:cNvPr id="7" name="Picture 6">
            <a:extLst>
              <a:ext uri="{FF2B5EF4-FFF2-40B4-BE49-F238E27FC236}">
                <a16:creationId xmlns:a16="http://schemas.microsoft.com/office/drawing/2014/main" id="{A8579A46-B3A3-435A-9E88-E0FD9143B3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161" y="4330027"/>
            <a:ext cx="3059832" cy="2038834"/>
          </a:xfrm>
          <a:prstGeom prst="rect">
            <a:avLst/>
          </a:prstGeom>
        </p:spPr>
      </p:pic>
      <p:pic>
        <p:nvPicPr>
          <p:cNvPr id="10" name="Picture 9" descr="Roter Vitamine C 70mg Kauwtabletten | Kruidvat">
            <a:hlinkClick r:id="rId4" tgtFrame="&quot;_blank&quot;"/>
            <a:extLst>
              <a:ext uri="{FF2B5EF4-FFF2-40B4-BE49-F238E27FC236}">
                <a16:creationId xmlns:a16="http://schemas.microsoft.com/office/drawing/2014/main" id="{8A26928D-C02A-479B-9397-B7C4D4EB018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6461" y="4428561"/>
            <a:ext cx="1813012" cy="1940300"/>
          </a:xfrm>
          <a:prstGeom prst="rect">
            <a:avLst/>
          </a:prstGeom>
          <a:noFill/>
          <a:ln>
            <a:noFill/>
          </a:ln>
        </p:spPr>
      </p:pic>
      <p:pic>
        <p:nvPicPr>
          <p:cNvPr id="14" name="Picture 13">
            <a:extLst>
              <a:ext uri="{FF2B5EF4-FFF2-40B4-BE49-F238E27FC236}">
                <a16:creationId xmlns:a16="http://schemas.microsoft.com/office/drawing/2014/main" id="{2B939C85-E42B-4259-9955-B4EC164329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92080" y="4228066"/>
            <a:ext cx="2588054" cy="2233976"/>
          </a:xfrm>
          <a:prstGeom prst="rect">
            <a:avLst/>
          </a:prstGeom>
        </p:spPr>
      </p:pic>
      <p:sp>
        <p:nvSpPr>
          <p:cNvPr id="4" name="Footer Placeholder 3">
            <a:extLst>
              <a:ext uri="{FF2B5EF4-FFF2-40B4-BE49-F238E27FC236}">
                <a16:creationId xmlns:a16="http://schemas.microsoft.com/office/drawing/2014/main" id="{B274A146-B34B-C422-74CE-835F7E63BA6E}"/>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3176A192-6254-58FE-0315-F922C6DFEB8D}"/>
              </a:ext>
            </a:extLst>
          </p:cNvPr>
          <p:cNvSpPr>
            <a:spLocks noGrp="1"/>
          </p:cNvSpPr>
          <p:nvPr>
            <p:ph type="dt" sz="half" idx="10"/>
          </p:nvPr>
        </p:nvSpPr>
        <p:spPr>
          <a:xfrm>
            <a:off x="476250" y="6543489"/>
            <a:ext cx="3752850" cy="264272"/>
          </a:xfrm>
        </p:spPr>
        <p:txBody>
          <a:bodyPr/>
          <a:lstStyle/>
          <a:p>
            <a:pPr algn="l"/>
            <a:r>
              <a:rPr lang="nl-NL"/>
              <a:t>SPADE course, July 8-9, 2025</a:t>
            </a:r>
          </a:p>
        </p:txBody>
      </p:sp>
    </p:spTree>
    <p:extLst>
      <p:ext uri="{BB962C8B-B14F-4D97-AF65-F5344CB8AC3E}">
        <p14:creationId xmlns:p14="http://schemas.microsoft.com/office/powerpoint/2010/main" val="737585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BD22-E9B4-495C-AF0F-8FF9A1FF1668}"/>
              </a:ext>
            </a:extLst>
          </p:cNvPr>
          <p:cNvSpPr>
            <a:spLocks noGrp="1"/>
          </p:cNvSpPr>
          <p:nvPr>
            <p:ph type="title"/>
          </p:nvPr>
        </p:nvSpPr>
        <p:spPr/>
        <p:txBody>
          <a:bodyPr/>
          <a:lstStyle/>
          <a:p>
            <a:r>
              <a:rPr lang="nl-NL" err="1"/>
              <a:t>Getting</a:t>
            </a:r>
            <a:r>
              <a:rPr lang="nl-NL"/>
              <a:t> </a:t>
            </a:r>
            <a:r>
              <a:rPr lang="nl-NL" err="1"/>
              <a:t>started</a:t>
            </a:r>
            <a:r>
              <a:rPr lang="nl-NL"/>
              <a:t> </a:t>
            </a:r>
            <a:r>
              <a:rPr lang="nl-NL" err="1"/>
              <a:t>with</a:t>
            </a:r>
            <a:r>
              <a:rPr lang="nl-NL"/>
              <a:t> SPADE</a:t>
            </a:r>
          </a:p>
        </p:txBody>
      </p:sp>
      <p:sp>
        <p:nvSpPr>
          <p:cNvPr id="3" name="Text Placeholder 2">
            <a:extLst>
              <a:ext uri="{FF2B5EF4-FFF2-40B4-BE49-F238E27FC236}">
                <a16:creationId xmlns:a16="http://schemas.microsoft.com/office/drawing/2014/main" id="{71A51801-893A-49EA-A795-1994DD21935A}"/>
              </a:ext>
            </a:extLst>
          </p:cNvPr>
          <p:cNvSpPr>
            <a:spLocks noGrp="1"/>
          </p:cNvSpPr>
          <p:nvPr>
            <p:ph type="body" sz="quarter" idx="15"/>
          </p:nvPr>
        </p:nvSpPr>
        <p:spPr/>
        <p:txBody>
          <a:bodyPr>
            <a:normAutofit/>
          </a:bodyPr>
          <a:lstStyle/>
          <a:p>
            <a:r>
              <a:rPr lang="nl-NL" sz="1600" err="1"/>
              <a:t>What</a:t>
            </a:r>
            <a:r>
              <a:rPr lang="nl-NL" sz="1600"/>
              <a:t> </a:t>
            </a:r>
            <a:r>
              <a:rPr lang="nl-NL" sz="1600" err="1"/>
              <a:t>happens</a:t>
            </a:r>
            <a:r>
              <a:rPr lang="nl-NL" sz="1600"/>
              <a:t> in SPADE – Brief </a:t>
            </a:r>
            <a:r>
              <a:rPr lang="nl-NL" sz="1600" err="1"/>
              <a:t>overview</a:t>
            </a:r>
            <a:endParaRPr lang="nl-NL" sz="1600"/>
          </a:p>
        </p:txBody>
      </p:sp>
      <p:sp>
        <p:nvSpPr>
          <p:cNvPr id="4" name="Text Placeholder 3">
            <a:extLst>
              <a:ext uri="{FF2B5EF4-FFF2-40B4-BE49-F238E27FC236}">
                <a16:creationId xmlns:a16="http://schemas.microsoft.com/office/drawing/2014/main" id="{16E75502-50A2-4D66-BA74-DCED06E3F4D5}"/>
              </a:ext>
            </a:extLst>
          </p:cNvPr>
          <p:cNvSpPr>
            <a:spLocks noGrp="1"/>
          </p:cNvSpPr>
          <p:nvPr>
            <p:ph type="body" sz="quarter" idx="16"/>
          </p:nvPr>
        </p:nvSpPr>
        <p:spPr/>
        <p:txBody>
          <a:bodyPr>
            <a:normAutofit/>
          </a:bodyPr>
          <a:lstStyle/>
          <a:p>
            <a:r>
              <a:rPr lang="nl-NL" sz="1600"/>
              <a:t>Data </a:t>
            </a:r>
            <a:r>
              <a:rPr lang="nl-NL" sz="1600" err="1"/>
              <a:t>requirements</a:t>
            </a:r>
            <a:endParaRPr lang="nl-NL" sz="1600"/>
          </a:p>
        </p:txBody>
      </p:sp>
      <p:sp>
        <p:nvSpPr>
          <p:cNvPr id="5" name="Text Placeholder 4">
            <a:extLst>
              <a:ext uri="{FF2B5EF4-FFF2-40B4-BE49-F238E27FC236}">
                <a16:creationId xmlns:a16="http://schemas.microsoft.com/office/drawing/2014/main" id="{2133F1C9-D3C4-4248-A911-484F99A6CA76}"/>
              </a:ext>
            </a:extLst>
          </p:cNvPr>
          <p:cNvSpPr>
            <a:spLocks noGrp="1"/>
          </p:cNvSpPr>
          <p:nvPr>
            <p:ph type="body" sz="quarter" idx="17"/>
          </p:nvPr>
        </p:nvSpPr>
        <p:spPr/>
        <p:txBody>
          <a:bodyPr>
            <a:normAutofit/>
          </a:bodyPr>
          <a:lstStyle/>
          <a:p>
            <a:r>
              <a:rPr lang="nl-NL" sz="1600"/>
              <a:t>How </a:t>
            </a:r>
            <a:r>
              <a:rPr lang="nl-NL" sz="1600" err="1"/>
              <a:t>to</a:t>
            </a:r>
            <a:r>
              <a:rPr lang="nl-NL" sz="1600"/>
              <a:t> </a:t>
            </a:r>
            <a:r>
              <a:rPr lang="nl-NL" sz="1600" err="1"/>
              <a:t>work</a:t>
            </a:r>
            <a:r>
              <a:rPr lang="nl-NL" sz="1600"/>
              <a:t> </a:t>
            </a:r>
            <a:r>
              <a:rPr lang="nl-NL" sz="1600" err="1"/>
              <a:t>with</a:t>
            </a:r>
            <a:r>
              <a:rPr lang="nl-NL" sz="1600"/>
              <a:t> SPADE – </a:t>
            </a:r>
            <a:r>
              <a:rPr lang="nl-NL" sz="1600" err="1"/>
              <a:t>guided</a:t>
            </a:r>
            <a:r>
              <a:rPr lang="nl-NL" sz="1600"/>
              <a:t> </a:t>
            </a:r>
            <a:r>
              <a:rPr lang="nl-NL" sz="1600" err="1"/>
              <a:t>by</a:t>
            </a:r>
            <a:r>
              <a:rPr lang="nl-NL" sz="1600"/>
              <a:t> </a:t>
            </a:r>
            <a:r>
              <a:rPr lang="nl-NL" sz="1600" err="1"/>
              <a:t>an</a:t>
            </a:r>
            <a:r>
              <a:rPr lang="nl-NL" sz="1600"/>
              <a:t> </a:t>
            </a:r>
            <a:r>
              <a:rPr lang="nl-NL" sz="1600" err="1"/>
              <a:t>example</a:t>
            </a:r>
            <a:endParaRPr lang="nl-NL" sz="1600"/>
          </a:p>
        </p:txBody>
      </p:sp>
      <p:sp>
        <p:nvSpPr>
          <p:cNvPr id="6" name="Text Placeholder 5">
            <a:extLst>
              <a:ext uri="{FF2B5EF4-FFF2-40B4-BE49-F238E27FC236}">
                <a16:creationId xmlns:a16="http://schemas.microsoft.com/office/drawing/2014/main" id="{F2C53067-25E8-437A-B15B-D695BC157E32}"/>
              </a:ext>
            </a:extLst>
          </p:cNvPr>
          <p:cNvSpPr>
            <a:spLocks noGrp="1"/>
          </p:cNvSpPr>
          <p:nvPr>
            <p:ph type="body" sz="quarter" idx="18"/>
          </p:nvPr>
        </p:nvSpPr>
        <p:spPr/>
        <p:txBody>
          <a:bodyPr>
            <a:normAutofit/>
          </a:bodyPr>
          <a:lstStyle/>
          <a:p>
            <a:r>
              <a:rPr lang="nl-NL" sz="1600"/>
              <a:t>Output of SPADE</a:t>
            </a:r>
          </a:p>
        </p:txBody>
      </p:sp>
      <p:sp>
        <p:nvSpPr>
          <p:cNvPr id="7" name="Text Placeholder 6">
            <a:extLst>
              <a:ext uri="{FF2B5EF4-FFF2-40B4-BE49-F238E27FC236}">
                <a16:creationId xmlns:a16="http://schemas.microsoft.com/office/drawing/2014/main" id="{9AAB32DE-A0E1-4A4A-A926-B11D58E38DEA}"/>
              </a:ext>
            </a:extLst>
          </p:cNvPr>
          <p:cNvSpPr>
            <a:spLocks noGrp="1"/>
          </p:cNvSpPr>
          <p:nvPr>
            <p:ph type="body" sz="quarter" idx="19"/>
          </p:nvPr>
        </p:nvSpPr>
        <p:spPr/>
        <p:txBody>
          <a:bodyPr>
            <a:normAutofit/>
          </a:bodyPr>
          <a:lstStyle/>
          <a:p>
            <a:r>
              <a:rPr lang="nl-NL" sz="1600" err="1"/>
              <a:t>Additional</a:t>
            </a:r>
            <a:r>
              <a:rPr lang="nl-NL" sz="1600"/>
              <a:t> options </a:t>
            </a:r>
            <a:r>
              <a:rPr lang="nl-NL" sz="1600" err="1"/>
              <a:t>with</a:t>
            </a:r>
            <a:r>
              <a:rPr lang="nl-NL" sz="1600"/>
              <a:t> SPADE</a:t>
            </a:r>
          </a:p>
        </p:txBody>
      </p:sp>
      <p:sp>
        <p:nvSpPr>
          <p:cNvPr id="9" name="Slide Number Placeholder 8">
            <a:extLst>
              <a:ext uri="{FF2B5EF4-FFF2-40B4-BE49-F238E27FC236}">
                <a16:creationId xmlns:a16="http://schemas.microsoft.com/office/drawing/2014/main" id="{FD54EB31-DE5C-4DA6-A698-9372FCA030CF}"/>
              </a:ext>
            </a:extLst>
          </p:cNvPr>
          <p:cNvSpPr>
            <a:spLocks noGrp="1"/>
          </p:cNvSpPr>
          <p:nvPr>
            <p:ph type="sldNum" sz="quarter" idx="22"/>
          </p:nvPr>
        </p:nvSpPr>
        <p:spPr/>
        <p:txBody>
          <a:bodyPr/>
          <a:lstStyle/>
          <a:p>
            <a:fld id="{08D23ADD-093A-498F-9D10-305EE9E97437}" type="slidenum">
              <a:rPr lang="nl-NL" smtClean="0"/>
              <a:pPr/>
              <a:t>3</a:t>
            </a:fld>
            <a:endParaRPr lang="nl-NL"/>
          </a:p>
        </p:txBody>
      </p:sp>
      <p:sp>
        <p:nvSpPr>
          <p:cNvPr id="10" name="Text Placeholder 9">
            <a:extLst>
              <a:ext uri="{FF2B5EF4-FFF2-40B4-BE49-F238E27FC236}">
                <a16:creationId xmlns:a16="http://schemas.microsoft.com/office/drawing/2014/main" id="{8BF3E9F0-34BB-401E-A472-A3876F4F6C46}"/>
              </a:ext>
            </a:extLst>
          </p:cNvPr>
          <p:cNvSpPr>
            <a:spLocks noGrp="1"/>
          </p:cNvSpPr>
          <p:nvPr>
            <p:ph type="body" sz="quarter" idx="10"/>
          </p:nvPr>
        </p:nvSpPr>
        <p:spPr/>
        <p:txBody>
          <a:bodyPr/>
          <a:lstStyle/>
          <a:p>
            <a:r>
              <a:rPr lang="nl-NL"/>
              <a:t>1</a:t>
            </a:r>
          </a:p>
        </p:txBody>
      </p:sp>
      <p:sp>
        <p:nvSpPr>
          <p:cNvPr id="11" name="Text Placeholder 10">
            <a:extLst>
              <a:ext uri="{FF2B5EF4-FFF2-40B4-BE49-F238E27FC236}">
                <a16:creationId xmlns:a16="http://schemas.microsoft.com/office/drawing/2014/main" id="{ECD562A6-7936-42FE-9289-AB7B1E8AF9CD}"/>
              </a:ext>
            </a:extLst>
          </p:cNvPr>
          <p:cNvSpPr>
            <a:spLocks noGrp="1"/>
          </p:cNvSpPr>
          <p:nvPr>
            <p:ph type="body" sz="quarter" idx="11"/>
          </p:nvPr>
        </p:nvSpPr>
        <p:spPr/>
        <p:txBody>
          <a:bodyPr/>
          <a:lstStyle/>
          <a:p>
            <a:r>
              <a:rPr lang="nl-NL"/>
              <a:t>2</a:t>
            </a:r>
          </a:p>
        </p:txBody>
      </p:sp>
      <p:sp>
        <p:nvSpPr>
          <p:cNvPr id="12" name="Text Placeholder 11">
            <a:extLst>
              <a:ext uri="{FF2B5EF4-FFF2-40B4-BE49-F238E27FC236}">
                <a16:creationId xmlns:a16="http://schemas.microsoft.com/office/drawing/2014/main" id="{DC11C6E1-4C0F-4107-9E5E-4CFF9006AA8E}"/>
              </a:ext>
            </a:extLst>
          </p:cNvPr>
          <p:cNvSpPr>
            <a:spLocks noGrp="1"/>
          </p:cNvSpPr>
          <p:nvPr>
            <p:ph type="body" sz="quarter" idx="12"/>
          </p:nvPr>
        </p:nvSpPr>
        <p:spPr/>
        <p:txBody>
          <a:bodyPr/>
          <a:lstStyle/>
          <a:p>
            <a:r>
              <a:rPr lang="nl-NL"/>
              <a:t>3</a:t>
            </a:r>
          </a:p>
        </p:txBody>
      </p:sp>
      <p:sp>
        <p:nvSpPr>
          <p:cNvPr id="13" name="Text Placeholder 12">
            <a:extLst>
              <a:ext uri="{FF2B5EF4-FFF2-40B4-BE49-F238E27FC236}">
                <a16:creationId xmlns:a16="http://schemas.microsoft.com/office/drawing/2014/main" id="{80AE583F-1252-45A1-B239-7526E8313A8D}"/>
              </a:ext>
            </a:extLst>
          </p:cNvPr>
          <p:cNvSpPr>
            <a:spLocks noGrp="1"/>
          </p:cNvSpPr>
          <p:nvPr>
            <p:ph type="body" sz="quarter" idx="13"/>
          </p:nvPr>
        </p:nvSpPr>
        <p:spPr/>
        <p:txBody>
          <a:bodyPr/>
          <a:lstStyle/>
          <a:p>
            <a:r>
              <a:rPr lang="nl-NL"/>
              <a:t>4</a:t>
            </a:r>
          </a:p>
        </p:txBody>
      </p:sp>
      <p:sp>
        <p:nvSpPr>
          <p:cNvPr id="14" name="Text Placeholder 13">
            <a:extLst>
              <a:ext uri="{FF2B5EF4-FFF2-40B4-BE49-F238E27FC236}">
                <a16:creationId xmlns:a16="http://schemas.microsoft.com/office/drawing/2014/main" id="{59E99D39-D8C5-49E6-9FB0-A0DE783BC3BB}"/>
              </a:ext>
            </a:extLst>
          </p:cNvPr>
          <p:cNvSpPr>
            <a:spLocks noGrp="1"/>
          </p:cNvSpPr>
          <p:nvPr>
            <p:ph type="body" sz="quarter" idx="14"/>
          </p:nvPr>
        </p:nvSpPr>
        <p:spPr/>
        <p:txBody>
          <a:bodyPr/>
          <a:lstStyle/>
          <a:p>
            <a:r>
              <a:rPr lang="nl-NL"/>
              <a:t>5</a:t>
            </a:r>
          </a:p>
        </p:txBody>
      </p:sp>
      <p:sp>
        <p:nvSpPr>
          <p:cNvPr id="15" name="Footer Placeholder 14">
            <a:extLst>
              <a:ext uri="{FF2B5EF4-FFF2-40B4-BE49-F238E27FC236}">
                <a16:creationId xmlns:a16="http://schemas.microsoft.com/office/drawing/2014/main" id="{532DE802-CECD-E12C-545A-A54AC08D4B3C}"/>
              </a:ext>
            </a:extLst>
          </p:cNvPr>
          <p:cNvSpPr>
            <a:spLocks noGrp="1"/>
          </p:cNvSpPr>
          <p:nvPr>
            <p:ph type="ftr" sz="quarter" idx="21"/>
          </p:nvPr>
        </p:nvSpPr>
        <p:spPr/>
        <p:txBody>
          <a:bodyPr/>
          <a:lstStyle/>
          <a:p>
            <a:r>
              <a:rPr lang="en-US"/>
              <a:t>SPADE 1-part model daily intakes (Manual, chapter 3)</a:t>
            </a:r>
            <a:endParaRPr lang="nl-NL"/>
          </a:p>
        </p:txBody>
      </p:sp>
      <p:sp>
        <p:nvSpPr>
          <p:cNvPr id="16" name="Date Placeholder 15">
            <a:extLst>
              <a:ext uri="{FF2B5EF4-FFF2-40B4-BE49-F238E27FC236}">
                <a16:creationId xmlns:a16="http://schemas.microsoft.com/office/drawing/2014/main" id="{BCF188DD-7223-2EC0-E38E-42E7EF7D3511}"/>
              </a:ext>
            </a:extLst>
          </p:cNvPr>
          <p:cNvSpPr>
            <a:spLocks noGrp="1"/>
          </p:cNvSpPr>
          <p:nvPr>
            <p:ph type="dt" sz="half" idx="20"/>
          </p:nvPr>
        </p:nvSpPr>
        <p:spPr/>
        <p:txBody>
          <a:bodyPr/>
          <a:lstStyle/>
          <a:p>
            <a:r>
              <a:rPr lang="nl-NL"/>
              <a:t>SPADE course, July 8-9, 2025</a:t>
            </a:r>
          </a:p>
        </p:txBody>
      </p:sp>
    </p:spTree>
    <p:extLst>
      <p:ext uri="{BB962C8B-B14F-4D97-AF65-F5344CB8AC3E}">
        <p14:creationId xmlns:p14="http://schemas.microsoft.com/office/powerpoint/2010/main" val="257876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C3445C-0468-4ACD-85B5-1A52366CA223}"/>
              </a:ext>
            </a:extLst>
          </p:cNvPr>
          <p:cNvSpPr>
            <a:spLocks noGrp="1"/>
          </p:cNvSpPr>
          <p:nvPr>
            <p:ph type="title"/>
          </p:nvPr>
        </p:nvSpPr>
        <p:spPr/>
        <p:txBody>
          <a:bodyPr/>
          <a:lstStyle/>
          <a:p>
            <a:r>
              <a:rPr lang="nl-NL" err="1"/>
              <a:t>What</a:t>
            </a:r>
            <a:r>
              <a:rPr lang="nl-NL"/>
              <a:t> </a:t>
            </a:r>
            <a:r>
              <a:rPr lang="nl-NL" err="1"/>
              <a:t>happens</a:t>
            </a:r>
            <a:r>
              <a:rPr lang="nl-NL"/>
              <a:t> in SPADE</a:t>
            </a:r>
          </a:p>
        </p:txBody>
      </p:sp>
      <p:sp>
        <p:nvSpPr>
          <p:cNvPr id="5" name="Slide Number Placeholder 4">
            <a:extLst>
              <a:ext uri="{FF2B5EF4-FFF2-40B4-BE49-F238E27FC236}">
                <a16:creationId xmlns:a16="http://schemas.microsoft.com/office/drawing/2014/main" id="{F6960006-E1DF-4008-9E10-721D5BCBBC29}"/>
              </a:ext>
            </a:extLst>
          </p:cNvPr>
          <p:cNvSpPr>
            <a:spLocks noGrp="1"/>
          </p:cNvSpPr>
          <p:nvPr>
            <p:ph type="sldNum" sz="quarter" idx="12"/>
          </p:nvPr>
        </p:nvSpPr>
        <p:spPr/>
        <p:txBody>
          <a:bodyPr/>
          <a:lstStyle/>
          <a:p>
            <a:fld id="{08D23ADD-093A-498F-9D10-305EE9E97437}" type="slidenum">
              <a:rPr lang="nl-NL" smtClean="0"/>
              <a:pPr/>
              <a:t>4</a:t>
            </a:fld>
            <a:endParaRPr lang="nl-NL"/>
          </a:p>
        </p:txBody>
      </p:sp>
      <p:pic>
        <p:nvPicPr>
          <p:cNvPr id="1028" name="Picture 4" descr="Pannekoeken, Schaumomelette, Omelet, Eieren, Suiker">
            <a:extLst>
              <a:ext uri="{FF2B5EF4-FFF2-40B4-BE49-F238E27FC236}">
                <a16:creationId xmlns:a16="http://schemas.microsoft.com/office/drawing/2014/main" id="{1316A1A5-E24B-4723-88AA-F0DC04D3EE6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8"/>
          <a:stretch/>
        </p:blipFill>
        <p:spPr bwMode="auto">
          <a:xfrm>
            <a:off x="179512" y="2543420"/>
            <a:ext cx="1722683" cy="116444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raan, Lepel, Melk, Cheerios, Ochtend, Eten, Ontbijt">
            <a:extLst>
              <a:ext uri="{FF2B5EF4-FFF2-40B4-BE49-F238E27FC236}">
                <a16:creationId xmlns:a16="http://schemas.microsoft.com/office/drawing/2014/main" id="{F29B2B7C-D872-43F2-9C67-1295B2A6F0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6233" y="2543420"/>
            <a:ext cx="1749600" cy="1166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amburger, Snack, Fijnproevers, Gerecht, Maaltijd">
            <a:extLst>
              <a:ext uri="{FF2B5EF4-FFF2-40B4-BE49-F238E27FC236}">
                <a16:creationId xmlns:a16="http://schemas.microsoft.com/office/drawing/2014/main" id="{608593F4-00B4-4A1C-9759-76DA2F9ADD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1770" y="5285740"/>
            <a:ext cx="1749600" cy="1166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paghetti, Pasta, Noedels, Italiaans, Eten">
            <a:extLst>
              <a:ext uri="{FF2B5EF4-FFF2-40B4-BE49-F238E27FC236}">
                <a16:creationId xmlns:a16="http://schemas.microsoft.com/office/drawing/2014/main" id="{6013962A-E2AD-42E4-8CC9-E57631F6165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17077"/>
          <a:stretch/>
        </p:blipFill>
        <p:spPr bwMode="auto">
          <a:xfrm>
            <a:off x="179512" y="5285740"/>
            <a:ext cx="1722683" cy="11664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ntbijt, Geroosterd Brood, Eten, Gebakken Eieren">
            <a:extLst>
              <a:ext uri="{FF2B5EF4-FFF2-40B4-BE49-F238E27FC236}">
                <a16:creationId xmlns:a16="http://schemas.microsoft.com/office/drawing/2014/main" id="{A3B18FD2-F665-4A18-A681-CE3DB22E540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4042" y="3926121"/>
            <a:ext cx="1722683" cy="11664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Ontbijt, Geroosterd Brood, Eten, Gebakken Eieren">
            <a:extLst>
              <a:ext uri="{FF2B5EF4-FFF2-40B4-BE49-F238E27FC236}">
                <a16:creationId xmlns:a16="http://schemas.microsoft.com/office/drawing/2014/main" id="{6E181F7E-50F5-4198-80F1-B039304D32A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46233" y="3926121"/>
            <a:ext cx="1722683" cy="1166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32FDA-EA9C-4D57-AD1D-C1D5F058D369}"/>
              </a:ext>
            </a:extLst>
          </p:cNvPr>
          <p:cNvSpPr txBox="1"/>
          <p:nvPr/>
        </p:nvSpPr>
        <p:spPr>
          <a:xfrm>
            <a:off x="179511" y="2128414"/>
            <a:ext cx="1722683" cy="369332"/>
          </a:xfrm>
          <a:prstGeom prst="rect">
            <a:avLst/>
          </a:prstGeom>
          <a:noFill/>
          <a:ln>
            <a:solidFill>
              <a:schemeClr val="tx2"/>
            </a:solidFill>
          </a:ln>
        </p:spPr>
        <p:txBody>
          <a:bodyPr wrap="square" rtlCol="0">
            <a:spAutoFit/>
          </a:bodyPr>
          <a:lstStyle/>
          <a:p>
            <a:pPr algn="ctr"/>
            <a:r>
              <a:rPr lang="nl-NL"/>
              <a:t>Day 1</a:t>
            </a:r>
          </a:p>
        </p:txBody>
      </p:sp>
      <p:sp>
        <p:nvSpPr>
          <p:cNvPr id="15" name="TextBox 14">
            <a:extLst>
              <a:ext uri="{FF2B5EF4-FFF2-40B4-BE49-F238E27FC236}">
                <a16:creationId xmlns:a16="http://schemas.microsoft.com/office/drawing/2014/main" id="{23838F50-FC09-4274-922E-48EE4E6DE569}"/>
              </a:ext>
            </a:extLst>
          </p:cNvPr>
          <p:cNvSpPr txBox="1"/>
          <p:nvPr/>
        </p:nvSpPr>
        <p:spPr>
          <a:xfrm>
            <a:off x="3141770" y="2128414"/>
            <a:ext cx="1773130" cy="369332"/>
          </a:xfrm>
          <a:prstGeom prst="rect">
            <a:avLst/>
          </a:prstGeom>
          <a:noFill/>
          <a:ln>
            <a:solidFill>
              <a:schemeClr val="tx2"/>
            </a:solidFill>
          </a:ln>
        </p:spPr>
        <p:txBody>
          <a:bodyPr wrap="square" rtlCol="0">
            <a:spAutoFit/>
          </a:bodyPr>
          <a:lstStyle/>
          <a:p>
            <a:pPr algn="ctr"/>
            <a:r>
              <a:rPr lang="nl-NL"/>
              <a:t>Day 2</a:t>
            </a:r>
          </a:p>
        </p:txBody>
      </p:sp>
      <p:sp>
        <p:nvSpPr>
          <p:cNvPr id="8" name="Arrow: Right 7">
            <a:extLst>
              <a:ext uri="{FF2B5EF4-FFF2-40B4-BE49-F238E27FC236}">
                <a16:creationId xmlns:a16="http://schemas.microsoft.com/office/drawing/2014/main" id="{5AB06D0A-F5A6-4D2A-A974-61C0374E2BDF}"/>
              </a:ext>
            </a:extLst>
          </p:cNvPr>
          <p:cNvSpPr/>
          <p:nvPr/>
        </p:nvSpPr>
        <p:spPr>
          <a:xfrm>
            <a:off x="5422193" y="4187245"/>
            <a:ext cx="1002026" cy="322075"/>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extBox 8">
            <a:extLst>
              <a:ext uri="{FF2B5EF4-FFF2-40B4-BE49-F238E27FC236}">
                <a16:creationId xmlns:a16="http://schemas.microsoft.com/office/drawing/2014/main" id="{BE292363-4ECE-4E5D-80A9-4B535EA3CE40}"/>
              </a:ext>
            </a:extLst>
          </p:cNvPr>
          <p:cNvSpPr txBox="1"/>
          <p:nvPr/>
        </p:nvSpPr>
        <p:spPr>
          <a:xfrm>
            <a:off x="6799718" y="3167027"/>
            <a:ext cx="2160240" cy="1938992"/>
          </a:xfrm>
          <a:prstGeom prst="rect">
            <a:avLst/>
          </a:prstGeom>
          <a:solidFill>
            <a:schemeClr val="tx2"/>
          </a:solidFill>
        </p:spPr>
        <p:txBody>
          <a:bodyPr wrap="square" rtlCol="0">
            <a:spAutoFit/>
          </a:bodyPr>
          <a:lstStyle/>
          <a:p>
            <a:pPr algn="ctr"/>
            <a:r>
              <a:rPr lang="nl-NL" sz="2400" err="1">
                <a:solidFill>
                  <a:schemeClr val="bg1"/>
                </a:solidFill>
              </a:rPr>
              <a:t>Habitual</a:t>
            </a:r>
            <a:r>
              <a:rPr lang="nl-NL" sz="2400">
                <a:solidFill>
                  <a:schemeClr val="bg1"/>
                </a:solidFill>
              </a:rPr>
              <a:t> intake </a:t>
            </a:r>
            <a:r>
              <a:rPr lang="nl-NL" sz="2400" err="1">
                <a:solidFill>
                  <a:schemeClr val="bg1"/>
                </a:solidFill>
              </a:rPr>
              <a:t>distribution</a:t>
            </a:r>
            <a:r>
              <a:rPr lang="nl-NL" sz="2400">
                <a:solidFill>
                  <a:schemeClr val="bg1"/>
                </a:solidFill>
              </a:rPr>
              <a:t> of </a:t>
            </a:r>
            <a:r>
              <a:rPr lang="nl-NL" sz="2400" err="1">
                <a:solidFill>
                  <a:schemeClr val="bg1"/>
                </a:solidFill>
              </a:rPr>
              <a:t>the</a:t>
            </a:r>
            <a:r>
              <a:rPr lang="nl-NL" sz="2400">
                <a:solidFill>
                  <a:schemeClr val="bg1"/>
                </a:solidFill>
              </a:rPr>
              <a:t> </a:t>
            </a:r>
            <a:r>
              <a:rPr lang="nl-NL" sz="2400" err="1">
                <a:solidFill>
                  <a:schemeClr val="bg1"/>
                </a:solidFill>
              </a:rPr>
              <a:t>total</a:t>
            </a:r>
            <a:r>
              <a:rPr lang="nl-NL" sz="2400">
                <a:solidFill>
                  <a:schemeClr val="bg1"/>
                </a:solidFill>
              </a:rPr>
              <a:t> </a:t>
            </a:r>
            <a:r>
              <a:rPr lang="nl-NL" sz="2400" err="1">
                <a:solidFill>
                  <a:schemeClr val="bg1"/>
                </a:solidFill>
              </a:rPr>
              <a:t>population</a:t>
            </a:r>
            <a:endParaRPr lang="nl-NL" sz="2400">
              <a:solidFill>
                <a:schemeClr val="bg1"/>
              </a:solidFill>
            </a:endParaRPr>
          </a:p>
        </p:txBody>
      </p:sp>
      <p:sp>
        <p:nvSpPr>
          <p:cNvPr id="2" name="TextBox 1">
            <a:extLst>
              <a:ext uri="{FF2B5EF4-FFF2-40B4-BE49-F238E27FC236}">
                <a16:creationId xmlns:a16="http://schemas.microsoft.com/office/drawing/2014/main" id="{6B3C5902-C24B-4CC2-B8A4-93DE2C5C7972}"/>
              </a:ext>
            </a:extLst>
          </p:cNvPr>
          <p:cNvSpPr txBox="1"/>
          <p:nvPr/>
        </p:nvSpPr>
        <p:spPr>
          <a:xfrm>
            <a:off x="2068911" y="3955322"/>
            <a:ext cx="504056" cy="1107996"/>
          </a:xfrm>
          <a:prstGeom prst="rect">
            <a:avLst/>
          </a:prstGeom>
          <a:noFill/>
        </p:spPr>
        <p:txBody>
          <a:bodyPr wrap="square" rtlCol="0">
            <a:spAutoFit/>
          </a:bodyPr>
          <a:lstStyle/>
          <a:p>
            <a:r>
              <a:rPr lang="nl-NL" sz="6600">
                <a:solidFill>
                  <a:schemeClr val="tx2"/>
                </a:solidFill>
              </a:rPr>
              <a:t>&amp;</a:t>
            </a:r>
          </a:p>
        </p:txBody>
      </p:sp>
      <p:sp>
        <p:nvSpPr>
          <p:cNvPr id="6" name="Oval 5">
            <a:extLst>
              <a:ext uri="{FF2B5EF4-FFF2-40B4-BE49-F238E27FC236}">
                <a16:creationId xmlns:a16="http://schemas.microsoft.com/office/drawing/2014/main" id="{97B45057-0A2C-475E-850A-3AC07AF5827C}"/>
              </a:ext>
            </a:extLst>
          </p:cNvPr>
          <p:cNvSpPr/>
          <p:nvPr/>
        </p:nvSpPr>
        <p:spPr>
          <a:xfrm>
            <a:off x="5580112" y="836712"/>
            <a:ext cx="3087638" cy="1661034"/>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err="1"/>
              <a:t>Not</a:t>
            </a:r>
            <a:r>
              <a:rPr lang="nl-NL"/>
              <a:t> </a:t>
            </a:r>
            <a:r>
              <a:rPr lang="nl-NL" err="1"/>
              <a:t>the</a:t>
            </a:r>
            <a:r>
              <a:rPr lang="nl-NL"/>
              <a:t> </a:t>
            </a:r>
            <a:r>
              <a:rPr lang="nl-NL" err="1"/>
              <a:t>same</a:t>
            </a:r>
            <a:r>
              <a:rPr lang="nl-NL"/>
              <a:t> </a:t>
            </a:r>
            <a:r>
              <a:rPr lang="nl-NL" err="1"/>
              <a:t>everyday</a:t>
            </a:r>
            <a:r>
              <a:rPr lang="nl-NL"/>
              <a:t> = </a:t>
            </a:r>
            <a:r>
              <a:rPr lang="nl-NL" b="1" err="1"/>
              <a:t>within</a:t>
            </a:r>
            <a:r>
              <a:rPr lang="nl-NL" b="1"/>
              <a:t> person </a:t>
            </a:r>
            <a:r>
              <a:rPr lang="nl-NL" b="1" err="1"/>
              <a:t>variation</a:t>
            </a:r>
            <a:endParaRPr lang="nl-NL" b="1"/>
          </a:p>
        </p:txBody>
      </p:sp>
      <p:sp>
        <p:nvSpPr>
          <p:cNvPr id="17" name="Oval 16">
            <a:extLst>
              <a:ext uri="{FF2B5EF4-FFF2-40B4-BE49-F238E27FC236}">
                <a16:creationId xmlns:a16="http://schemas.microsoft.com/office/drawing/2014/main" id="{91B29594-4F25-4519-8338-3B3FABC592D3}"/>
              </a:ext>
            </a:extLst>
          </p:cNvPr>
          <p:cNvSpPr/>
          <p:nvPr/>
        </p:nvSpPr>
        <p:spPr>
          <a:xfrm>
            <a:off x="5076056" y="5146726"/>
            <a:ext cx="3312368" cy="1661034"/>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err="1"/>
              <a:t>Not</a:t>
            </a:r>
            <a:r>
              <a:rPr lang="nl-NL"/>
              <a:t> </a:t>
            </a:r>
            <a:r>
              <a:rPr lang="nl-NL" err="1"/>
              <a:t>the</a:t>
            </a:r>
            <a:r>
              <a:rPr lang="nl-NL"/>
              <a:t> </a:t>
            </a:r>
            <a:r>
              <a:rPr lang="nl-NL" err="1"/>
              <a:t>same</a:t>
            </a:r>
            <a:r>
              <a:rPr lang="nl-NL"/>
              <a:t> </a:t>
            </a:r>
            <a:r>
              <a:rPr lang="nl-NL" err="1"/>
              <a:t>for</a:t>
            </a:r>
            <a:r>
              <a:rPr lang="nl-NL"/>
              <a:t> </a:t>
            </a:r>
            <a:r>
              <a:rPr lang="nl-NL" err="1"/>
              <a:t>every</a:t>
            </a:r>
            <a:r>
              <a:rPr lang="nl-NL"/>
              <a:t> person = </a:t>
            </a:r>
            <a:r>
              <a:rPr lang="nl-NL" b="1" err="1"/>
              <a:t>between</a:t>
            </a:r>
            <a:r>
              <a:rPr lang="nl-NL" b="1"/>
              <a:t> person </a:t>
            </a:r>
            <a:r>
              <a:rPr lang="nl-NL" b="1" err="1"/>
              <a:t>variation</a:t>
            </a:r>
            <a:endParaRPr lang="nl-NL" b="1"/>
          </a:p>
        </p:txBody>
      </p:sp>
      <p:pic>
        <p:nvPicPr>
          <p:cNvPr id="18" name="Picture 17">
            <a:extLst>
              <a:ext uri="{FF2B5EF4-FFF2-40B4-BE49-F238E27FC236}">
                <a16:creationId xmlns:a16="http://schemas.microsoft.com/office/drawing/2014/main" id="{2A5A7E8B-93A2-40D4-AB9B-EC688CE4B93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12050" y="656963"/>
            <a:ext cx="2588054" cy="2233976"/>
          </a:xfrm>
          <a:prstGeom prst="rect">
            <a:avLst/>
          </a:prstGeom>
        </p:spPr>
      </p:pic>
      <p:sp>
        <p:nvSpPr>
          <p:cNvPr id="10" name="Footer Placeholder 9">
            <a:extLst>
              <a:ext uri="{FF2B5EF4-FFF2-40B4-BE49-F238E27FC236}">
                <a16:creationId xmlns:a16="http://schemas.microsoft.com/office/drawing/2014/main" id="{11286679-3564-7810-AE96-E3F63000B8EC}"/>
              </a:ext>
            </a:extLst>
          </p:cNvPr>
          <p:cNvSpPr>
            <a:spLocks noGrp="1"/>
          </p:cNvSpPr>
          <p:nvPr>
            <p:ph type="ftr" sz="quarter" idx="11"/>
          </p:nvPr>
        </p:nvSpPr>
        <p:spPr/>
        <p:txBody>
          <a:bodyPr/>
          <a:lstStyle/>
          <a:p>
            <a:r>
              <a:rPr lang="en-US"/>
              <a:t>SPADE 1-part model daily intakes (Manual, chapter 3)</a:t>
            </a:r>
            <a:endParaRPr lang="nl-NL"/>
          </a:p>
        </p:txBody>
      </p:sp>
      <p:sp>
        <p:nvSpPr>
          <p:cNvPr id="11" name="Date Placeholder 10">
            <a:extLst>
              <a:ext uri="{FF2B5EF4-FFF2-40B4-BE49-F238E27FC236}">
                <a16:creationId xmlns:a16="http://schemas.microsoft.com/office/drawing/2014/main" id="{2DFE1584-FE61-A582-7E05-762A47ADB192}"/>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207849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r>
              <a:rPr lang="en-GB"/>
              <a:t>habitual intakes: main steps 1-part modelling</a:t>
            </a:r>
          </a:p>
        </p:txBody>
      </p:sp>
      <p:sp>
        <p:nvSpPr>
          <p:cNvPr id="9" name="Slide Number Placeholder 8"/>
          <p:cNvSpPr>
            <a:spLocks noGrp="1"/>
          </p:cNvSpPr>
          <p:nvPr>
            <p:ph type="sldNum" sz="quarter" idx="12"/>
          </p:nvPr>
        </p:nvSpPr>
        <p:spPr/>
        <p:txBody>
          <a:bodyPr/>
          <a:lstStyle/>
          <a:p>
            <a:fld id="{8FC21E99-CB6E-4E1C-8709-25BF64FEA530}" type="slidenum">
              <a:rPr lang="nl-NL" smtClean="0"/>
              <a:pPr/>
              <a:t>5</a:t>
            </a:fld>
            <a:endParaRPr lang="nl-NL"/>
          </a:p>
        </p:txBody>
      </p:sp>
      <p:pic>
        <p:nvPicPr>
          <p:cNvPr id="10" name="Picture 4" descr="proces_f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43" y="1184601"/>
            <a:ext cx="5694132" cy="512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Text Box 5"/>
              <p:cNvSpPr txBox="1">
                <a:spLocks noChangeArrowheads="1"/>
              </p:cNvSpPr>
              <p:nvPr/>
            </p:nvSpPr>
            <p:spPr bwMode="auto">
              <a:xfrm>
                <a:off x="5933367" y="1723771"/>
                <a:ext cx="3315565" cy="3949543"/>
              </a:xfrm>
              <a:prstGeom prst="rect">
                <a:avLst/>
              </a:prstGeom>
              <a:solidFill>
                <a:schemeClr val="bg1">
                  <a:alpha val="0"/>
                </a:schemeClr>
              </a:solidFill>
              <a:ln>
                <a:noFill/>
              </a:ln>
              <a:effectLst/>
            </p:spPr>
            <p:txBody>
              <a:bodyPr wrap="square">
                <a:spAutoFit/>
              </a:bodyPr>
              <a:lstStyle>
                <a:lvl1pPr marL="342900" indent="-342900">
                  <a:defRPr>
                    <a:solidFill>
                      <a:schemeClr val="tx1"/>
                    </a:solidFill>
                    <a:latin typeface="Verdana" pitchFamily="34" charset="0"/>
                    <a:cs typeface="Arial" pitchFamily="34" charset="0"/>
                  </a:defRPr>
                </a:lvl1pPr>
                <a:lvl2pPr marL="800100" indent="-342900">
                  <a:defRPr>
                    <a:solidFill>
                      <a:schemeClr val="tx1"/>
                    </a:solidFill>
                    <a:latin typeface="Verdana" pitchFamily="34" charset="0"/>
                    <a:cs typeface="Arial" pitchFamily="34" charset="0"/>
                  </a:defRPr>
                </a:lvl2pPr>
                <a:lvl3pPr marL="1257300" indent="-342900">
                  <a:defRPr>
                    <a:solidFill>
                      <a:schemeClr val="tx1"/>
                    </a:solidFill>
                    <a:latin typeface="Verdana" pitchFamily="34" charset="0"/>
                    <a:cs typeface="Arial" pitchFamily="34" charset="0"/>
                  </a:defRPr>
                </a:lvl3pPr>
                <a:lvl4pPr marL="1714500" indent="-342900">
                  <a:defRPr>
                    <a:solidFill>
                      <a:schemeClr val="tx1"/>
                    </a:solidFill>
                    <a:latin typeface="Verdana" pitchFamily="34" charset="0"/>
                    <a:cs typeface="Arial" pitchFamily="34" charset="0"/>
                  </a:defRPr>
                </a:lvl4pPr>
                <a:lvl5pPr marL="2171700" indent="-342900">
                  <a:defRPr>
                    <a:solidFill>
                      <a:schemeClr val="tx1"/>
                    </a:solidFill>
                    <a:latin typeface="Verdana" pitchFamily="34" charset="0"/>
                    <a:cs typeface="Arial" pitchFamily="34" charset="0"/>
                  </a:defRPr>
                </a:lvl5pPr>
                <a:lvl6pPr marL="2628900" indent="-342900" fontAlgn="base">
                  <a:spcBef>
                    <a:spcPct val="0"/>
                  </a:spcBef>
                  <a:spcAft>
                    <a:spcPct val="0"/>
                  </a:spcAft>
                  <a:defRPr>
                    <a:solidFill>
                      <a:schemeClr val="tx1"/>
                    </a:solidFill>
                    <a:latin typeface="Verdana" pitchFamily="34" charset="0"/>
                    <a:cs typeface="Arial" pitchFamily="34" charset="0"/>
                  </a:defRPr>
                </a:lvl6pPr>
                <a:lvl7pPr marL="3086100" indent="-342900" fontAlgn="base">
                  <a:spcBef>
                    <a:spcPct val="0"/>
                  </a:spcBef>
                  <a:spcAft>
                    <a:spcPct val="0"/>
                  </a:spcAft>
                  <a:defRPr>
                    <a:solidFill>
                      <a:schemeClr val="tx1"/>
                    </a:solidFill>
                    <a:latin typeface="Verdana" pitchFamily="34" charset="0"/>
                    <a:cs typeface="Arial" pitchFamily="34" charset="0"/>
                  </a:defRPr>
                </a:lvl7pPr>
                <a:lvl8pPr marL="3543300" indent="-342900" fontAlgn="base">
                  <a:spcBef>
                    <a:spcPct val="0"/>
                  </a:spcBef>
                  <a:spcAft>
                    <a:spcPct val="0"/>
                  </a:spcAft>
                  <a:defRPr>
                    <a:solidFill>
                      <a:schemeClr val="tx1"/>
                    </a:solidFill>
                    <a:latin typeface="Verdana" pitchFamily="34" charset="0"/>
                    <a:cs typeface="Arial" pitchFamily="34" charset="0"/>
                  </a:defRPr>
                </a:lvl8pPr>
                <a:lvl9pPr marL="4000500" indent="-342900" fontAlgn="base">
                  <a:spcBef>
                    <a:spcPct val="0"/>
                  </a:spcBef>
                  <a:spcAft>
                    <a:spcPct val="0"/>
                  </a:spcAft>
                  <a:defRPr>
                    <a:solidFill>
                      <a:schemeClr val="tx1"/>
                    </a:solidFill>
                    <a:latin typeface="Verdana" pitchFamily="34" charset="0"/>
                    <a:cs typeface="Arial" pitchFamily="34" charset="0"/>
                  </a:defRPr>
                </a:lvl9pPr>
              </a:lstStyle>
              <a:p>
                <a:pPr>
                  <a:spcBef>
                    <a:spcPct val="50000"/>
                  </a:spcBef>
                  <a:buFontTx/>
                  <a:buAutoNum type="arabicPeriod"/>
                </a:pPr>
                <a:r>
                  <a:rPr lang="en-GB" b="1">
                    <a:solidFill>
                      <a:schemeClr val="tx2"/>
                    </a:solidFill>
                  </a:rPr>
                  <a:t>Transformation</a:t>
                </a:r>
                <a:br>
                  <a:rPr lang="en-GB">
                    <a:solidFill>
                      <a:schemeClr val="tx2"/>
                    </a:solidFill>
                  </a:rPr>
                </a:br>
                <a:r>
                  <a:rPr lang="en-GB">
                    <a:solidFill>
                      <a:schemeClr val="tx2"/>
                    </a:solidFill>
                  </a:rPr>
                  <a:t>of intakes to obtain a symmetric distribution</a:t>
                </a:r>
                <a:br>
                  <a:rPr lang="en-GB">
                    <a:solidFill>
                      <a:schemeClr val="tx2"/>
                    </a:solidFill>
                  </a:rPr>
                </a:br>
                <a:endParaRPr lang="en-GB">
                  <a:solidFill>
                    <a:schemeClr val="tx2"/>
                  </a:solidFill>
                </a:endParaRPr>
              </a:p>
              <a:p>
                <a:pPr>
                  <a:spcBef>
                    <a:spcPct val="50000"/>
                  </a:spcBef>
                  <a:buFontTx/>
                  <a:buAutoNum type="arabicPeriod"/>
                </a:pPr>
                <a:endParaRPr lang="en-GB">
                  <a:solidFill>
                    <a:schemeClr val="tx2"/>
                  </a:solidFill>
                </a:endParaRPr>
              </a:p>
              <a:p>
                <a:pPr>
                  <a:lnSpc>
                    <a:spcPct val="120000"/>
                  </a:lnSpc>
                  <a:spcBef>
                    <a:spcPct val="55000"/>
                  </a:spcBef>
                  <a:spcAft>
                    <a:spcPct val="10000"/>
                  </a:spcAft>
                  <a:buFontTx/>
                  <a:buAutoNum type="arabicPeriod"/>
                </a:pPr>
                <a:r>
                  <a:rPr lang="en-GB" b="1">
                    <a:solidFill>
                      <a:schemeClr val="tx2"/>
                    </a:solidFill>
                  </a:rPr>
                  <a:t>Modelling</a:t>
                </a:r>
                <a:r>
                  <a:rPr lang="en-GB">
                    <a:solidFill>
                      <a:schemeClr val="tx2"/>
                    </a:solidFill>
                  </a:rPr>
                  <a:t> </a:t>
                </a:r>
                <a:br>
                  <a:rPr lang="en-GB">
                    <a:solidFill>
                      <a:schemeClr val="tx2"/>
                    </a:solidFill>
                  </a:rPr>
                </a:br>
                <a:r>
                  <a:rPr lang="en-GB" sz="2000">
                    <a:solidFill>
                      <a:schemeClr val="tx2"/>
                    </a:solidFill>
                    <a:sym typeface="Symbol" pitchFamily="18" charset="2"/>
                  </a:rPr>
                  <a:t></a:t>
                </a:r>
                <a:r>
                  <a:rPr lang="en-GB" baseline="30000">
                    <a:solidFill>
                      <a:schemeClr val="tx2"/>
                    </a:solidFill>
                    <a:sym typeface="Symbol" pitchFamily="18" charset="2"/>
                  </a:rPr>
                  <a:t>2 </a:t>
                </a:r>
                <a:r>
                  <a:rPr lang="en-GB" baseline="30000">
                    <a:solidFill>
                      <a:schemeClr val="tx2"/>
                    </a:solidFill>
                    <a:sym typeface="Wingdings" pitchFamily="2" charset="2"/>
                  </a:rPr>
                  <a:t></a:t>
                </a:r>
                <a:r>
                  <a:rPr lang="en-GB" baseline="30000">
                    <a:solidFill>
                      <a:schemeClr val="tx2"/>
                    </a:solidFill>
                    <a:sym typeface="Symbol" pitchFamily="18" charset="2"/>
                  </a:rPr>
                  <a:t> </a:t>
                </a:r>
                <a14:m>
                  <m:oMath xmlns:m="http://schemas.openxmlformats.org/officeDocument/2006/math">
                    <m:sSubSup>
                      <m:sSubSupPr>
                        <m:ctrlPr>
                          <a:rPr lang="en-GB" sz="2000" i="1" smtClean="0">
                            <a:solidFill>
                              <a:schemeClr val="tx2"/>
                            </a:solidFill>
                            <a:latin typeface="Cambria Math" panose="02040503050406030204" pitchFamily="18" charset="0"/>
                          </a:rPr>
                        </m:ctrlPr>
                      </m:sSubSupPr>
                      <m:e>
                        <m:r>
                          <a:rPr lang="en-GB" sz="2000" i="1">
                            <a:solidFill>
                              <a:schemeClr val="tx2"/>
                            </a:solidFill>
                            <a:latin typeface="Cambria Math"/>
                          </a:rPr>
                          <m:t>𝜎</m:t>
                        </m:r>
                      </m:e>
                      <m:sub>
                        <m:r>
                          <a:rPr lang="nl-NL" sz="2000" b="0" i="1" smtClean="0">
                            <a:solidFill>
                              <a:schemeClr val="tx2"/>
                            </a:solidFill>
                            <a:latin typeface="Cambria Math"/>
                          </a:rPr>
                          <m:t>𝑏</m:t>
                        </m:r>
                      </m:sub>
                      <m:sup>
                        <m:r>
                          <a:rPr lang="en-GB" sz="2000" i="1">
                            <a:solidFill>
                              <a:schemeClr val="tx2"/>
                            </a:solidFill>
                            <a:latin typeface="Cambria Math"/>
                          </a:rPr>
                          <m:t>2</m:t>
                        </m:r>
                      </m:sup>
                    </m:sSubSup>
                    <m:r>
                      <a:rPr lang="en-GB" sz="2000" i="1">
                        <a:solidFill>
                          <a:schemeClr val="tx2"/>
                        </a:solidFill>
                        <a:latin typeface="Cambria Math"/>
                      </a:rPr>
                      <m:t> </m:t>
                    </m:r>
                  </m:oMath>
                </a14:m>
                <a:r>
                  <a:rPr lang="en-GB" sz="2000">
                    <a:solidFill>
                      <a:schemeClr val="tx2"/>
                    </a:solidFill>
                    <a:sym typeface="Symbol" pitchFamily="18" charset="2"/>
                  </a:rPr>
                  <a:t>+ </a:t>
                </a:r>
                <a14:m>
                  <m:oMath xmlns:m="http://schemas.openxmlformats.org/officeDocument/2006/math">
                    <m:sSubSup>
                      <m:sSubSupPr>
                        <m:ctrlPr>
                          <a:rPr lang="en-GB" sz="2000" i="1">
                            <a:solidFill>
                              <a:schemeClr val="tx2"/>
                            </a:solidFill>
                            <a:latin typeface="Cambria Math" panose="02040503050406030204" pitchFamily="18" charset="0"/>
                          </a:rPr>
                        </m:ctrlPr>
                      </m:sSubSupPr>
                      <m:e>
                        <m:r>
                          <a:rPr lang="en-GB" sz="2000" i="1">
                            <a:solidFill>
                              <a:schemeClr val="tx2"/>
                            </a:solidFill>
                            <a:latin typeface="Cambria Math"/>
                          </a:rPr>
                          <m:t>𝜎</m:t>
                        </m:r>
                      </m:e>
                      <m:sub>
                        <m:r>
                          <a:rPr lang="en-GB" sz="2000" i="1">
                            <a:solidFill>
                              <a:schemeClr val="tx2"/>
                            </a:solidFill>
                            <a:latin typeface="Cambria Math"/>
                          </a:rPr>
                          <m:t>𝑤</m:t>
                        </m:r>
                      </m:sub>
                      <m:sup>
                        <m:r>
                          <a:rPr lang="en-GB" sz="2000" i="1">
                            <a:solidFill>
                              <a:schemeClr val="tx2"/>
                            </a:solidFill>
                            <a:latin typeface="Cambria Math"/>
                          </a:rPr>
                          <m:t>2</m:t>
                        </m:r>
                      </m:sup>
                    </m:sSubSup>
                  </m:oMath>
                </a14:m>
                <a:br>
                  <a:rPr lang="en-GB" baseline="-25000">
                    <a:solidFill>
                      <a:schemeClr val="tx2"/>
                    </a:solidFill>
                    <a:sym typeface="Symbol" pitchFamily="18" charset="2"/>
                  </a:rPr>
                </a:br>
                <a:br>
                  <a:rPr lang="en-GB" baseline="-25000">
                    <a:solidFill>
                      <a:schemeClr val="tx2"/>
                    </a:solidFill>
                    <a:sym typeface="Symbol" pitchFamily="18" charset="2"/>
                  </a:rPr>
                </a:br>
                <a:endParaRPr lang="en-GB" baseline="-25000">
                  <a:solidFill>
                    <a:schemeClr val="tx2"/>
                  </a:solidFill>
                  <a:sym typeface="Symbol" pitchFamily="18" charset="2"/>
                </a:endParaRPr>
              </a:p>
              <a:p>
                <a:pPr>
                  <a:lnSpc>
                    <a:spcPct val="120000"/>
                  </a:lnSpc>
                  <a:spcBef>
                    <a:spcPct val="55000"/>
                  </a:spcBef>
                  <a:spcAft>
                    <a:spcPct val="10000"/>
                  </a:spcAft>
                  <a:buFontTx/>
                  <a:buAutoNum type="arabicPeriod"/>
                </a:pPr>
                <a:endParaRPr lang="en-GB" baseline="-25000">
                  <a:solidFill>
                    <a:schemeClr val="tx2"/>
                  </a:solidFill>
                  <a:sym typeface="Symbol" pitchFamily="18" charset="2"/>
                </a:endParaRPr>
              </a:p>
              <a:p>
                <a:pPr>
                  <a:spcBef>
                    <a:spcPct val="50000"/>
                  </a:spcBef>
                  <a:spcAft>
                    <a:spcPct val="5000"/>
                  </a:spcAft>
                  <a:buFontTx/>
                  <a:buAutoNum type="arabicPeriod"/>
                </a:pPr>
                <a:r>
                  <a:rPr lang="en-GB" b="1">
                    <a:solidFill>
                      <a:schemeClr val="tx2"/>
                    </a:solidFill>
                    <a:sym typeface="Symbol" pitchFamily="18" charset="2"/>
                  </a:rPr>
                  <a:t>Back-transformation</a:t>
                </a:r>
                <a:br>
                  <a:rPr lang="en-GB">
                    <a:solidFill>
                      <a:schemeClr val="tx2"/>
                    </a:solidFill>
                    <a:sym typeface="Symbol" pitchFamily="18" charset="2"/>
                  </a:rPr>
                </a:br>
                <a:endParaRPr lang="en-GB" sz="1600" i="1">
                  <a:solidFill>
                    <a:schemeClr val="tx2"/>
                  </a:solidFill>
                  <a:sym typeface="Symbol" pitchFamily="18" charset="2"/>
                </a:endParaRPr>
              </a:p>
            </p:txBody>
          </p:sp>
        </mc:Choice>
        <mc:Fallback xmlns="">
          <p:sp>
            <p:nvSpPr>
              <p:cNvPr id="11" name="Text Box 5"/>
              <p:cNvSpPr txBox="1">
                <a:spLocks noRot="1" noChangeAspect="1" noMove="1" noResize="1" noEditPoints="1" noAdjustHandles="1" noChangeArrowheads="1" noChangeShapeType="1" noTextEdit="1"/>
              </p:cNvSpPr>
              <p:nvPr/>
            </p:nvSpPr>
            <p:spPr bwMode="auto">
              <a:xfrm>
                <a:off x="5933367" y="1723771"/>
                <a:ext cx="3315565" cy="3949543"/>
              </a:xfrm>
              <a:prstGeom prst="rect">
                <a:avLst/>
              </a:prstGeom>
              <a:blipFill>
                <a:blip r:embed="rId4"/>
                <a:stretch>
                  <a:fillRect l="-1471" t="-926"/>
                </a:stretch>
              </a:blipFill>
              <a:ln>
                <a:noFill/>
              </a:ln>
              <a:effectLst/>
            </p:spPr>
            <p:txBody>
              <a:bodyPr/>
              <a:lstStyle/>
              <a:p>
                <a:r>
                  <a:rPr lang="en-US">
                    <a:noFill/>
                  </a:rPr>
                  <a:t> </a:t>
                </a:r>
              </a:p>
            </p:txBody>
          </p:sp>
        </mc:Fallback>
      </mc:AlternateContent>
      <p:sp>
        <p:nvSpPr>
          <p:cNvPr id="12" name="Right Arrow 11"/>
          <p:cNvSpPr/>
          <p:nvPr/>
        </p:nvSpPr>
        <p:spPr>
          <a:xfrm>
            <a:off x="2941382" y="2636912"/>
            <a:ext cx="389297" cy="50405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 name="Right Arrow 12"/>
          <p:cNvSpPr/>
          <p:nvPr/>
        </p:nvSpPr>
        <p:spPr>
          <a:xfrm rot="10800000">
            <a:off x="2941383" y="5164588"/>
            <a:ext cx="389296" cy="50872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 name="TextBox 2"/>
          <p:cNvSpPr txBox="1"/>
          <p:nvPr/>
        </p:nvSpPr>
        <p:spPr>
          <a:xfrm>
            <a:off x="2949097" y="2704274"/>
            <a:ext cx="324036" cy="369332"/>
          </a:xfrm>
          <a:prstGeom prst="rect">
            <a:avLst/>
          </a:prstGeom>
          <a:noFill/>
        </p:spPr>
        <p:txBody>
          <a:bodyPr wrap="square" rtlCol="0">
            <a:spAutoFit/>
          </a:bodyPr>
          <a:lstStyle/>
          <a:p>
            <a:r>
              <a:rPr lang="en-US"/>
              <a:t>1</a:t>
            </a:r>
            <a:endParaRPr lang="nl-NL"/>
          </a:p>
        </p:txBody>
      </p:sp>
      <p:sp>
        <p:nvSpPr>
          <p:cNvPr id="16" name="TextBox 15"/>
          <p:cNvSpPr txBox="1"/>
          <p:nvPr/>
        </p:nvSpPr>
        <p:spPr>
          <a:xfrm>
            <a:off x="3006643" y="5234285"/>
            <a:ext cx="324036" cy="369332"/>
          </a:xfrm>
          <a:prstGeom prst="rect">
            <a:avLst/>
          </a:prstGeom>
          <a:noFill/>
        </p:spPr>
        <p:txBody>
          <a:bodyPr wrap="square" rtlCol="0">
            <a:spAutoFit/>
          </a:bodyPr>
          <a:lstStyle/>
          <a:p>
            <a:r>
              <a:rPr lang="en-US"/>
              <a:t>3</a:t>
            </a:r>
            <a:endParaRPr lang="nl-NL"/>
          </a:p>
        </p:txBody>
      </p:sp>
      <p:sp>
        <p:nvSpPr>
          <p:cNvPr id="5" name="Rectangle 4"/>
          <p:cNvSpPr/>
          <p:nvPr/>
        </p:nvSpPr>
        <p:spPr>
          <a:xfrm>
            <a:off x="259503" y="4185495"/>
            <a:ext cx="5703224" cy="24357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5801715" y="3276434"/>
            <a:ext cx="3219725" cy="24357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Footer Placeholder 5">
            <a:extLst>
              <a:ext uri="{FF2B5EF4-FFF2-40B4-BE49-F238E27FC236}">
                <a16:creationId xmlns:a16="http://schemas.microsoft.com/office/drawing/2014/main" id="{D7C6C040-7411-941F-ED4B-0F69E98327CF}"/>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59F3FA2E-B71A-3CF6-686C-3D4AE6A6CCB9}"/>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0439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r>
              <a:rPr lang="en-GB"/>
              <a:t>habitual intakes: main steps 1-part modelling</a:t>
            </a:r>
          </a:p>
        </p:txBody>
      </p:sp>
      <p:sp>
        <p:nvSpPr>
          <p:cNvPr id="9" name="Slide Number Placeholder 8"/>
          <p:cNvSpPr>
            <a:spLocks noGrp="1"/>
          </p:cNvSpPr>
          <p:nvPr>
            <p:ph type="sldNum" sz="quarter" idx="12"/>
          </p:nvPr>
        </p:nvSpPr>
        <p:spPr/>
        <p:txBody>
          <a:bodyPr/>
          <a:lstStyle/>
          <a:p>
            <a:fld id="{8FC21E99-CB6E-4E1C-8709-25BF64FEA530}" type="slidenum">
              <a:rPr lang="nl-NL" smtClean="0"/>
              <a:pPr/>
              <a:t>6</a:t>
            </a:fld>
            <a:endParaRPr lang="nl-NL"/>
          </a:p>
        </p:txBody>
      </p:sp>
      <p:pic>
        <p:nvPicPr>
          <p:cNvPr id="10" name="Picture 4" descr="proces_f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43" y="1121671"/>
            <a:ext cx="5694132" cy="512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Text Box 5"/>
              <p:cNvSpPr txBox="1">
                <a:spLocks noChangeArrowheads="1"/>
              </p:cNvSpPr>
              <p:nvPr/>
            </p:nvSpPr>
            <p:spPr bwMode="auto">
              <a:xfrm>
                <a:off x="5933367" y="1723771"/>
                <a:ext cx="3315565" cy="4304705"/>
              </a:xfrm>
              <a:prstGeom prst="rect">
                <a:avLst/>
              </a:prstGeom>
              <a:solidFill>
                <a:schemeClr val="bg1">
                  <a:alpha val="0"/>
                </a:schemeClr>
              </a:solidFill>
              <a:ln>
                <a:noFill/>
              </a:ln>
              <a:effectLst/>
            </p:spPr>
            <p:txBody>
              <a:bodyPr wrap="square">
                <a:spAutoFit/>
              </a:bodyPr>
              <a:lstStyle>
                <a:lvl1pPr marL="342900" indent="-342900">
                  <a:defRPr>
                    <a:solidFill>
                      <a:schemeClr val="tx1"/>
                    </a:solidFill>
                    <a:latin typeface="Verdana" pitchFamily="34" charset="0"/>
                    <a:cs typeface="Arial" pitchFamily="34" charset="0"/>
                  </a:defRPr>
                </a:lvl1pPr>
                <a:lvl2pPr marL="800100" indent="-342900">
                  <a:defRPr>
                    <a:solidFill>
                      <a:schemeClr val="tx1"/>
                    </a:solidFill>
                    <a:latin typeface="Verdana" pitchFamily="34" charset="0"/>
                    <a:cs typeface="Arial" pitchFamily="34" charset="0"/>
                  </a:defRPr>
                </a:lvl2pPr>
                <a:lvl3pPr marL="1257300" indent="-342900">
                  <a:defRPr>
                    <a:solidFill>
                      <a:schemeClr val="tx1"/>
                    </a:solidFill>
                    <a:latin typeface="Verdana" pitchFamily="34" charset="0"/>
                    <a:cs typeface="Arial" pitchFamily="34" charset="0"/>
                  </a:defRPr>
                </a:lvl3pPr>
                <a:lvl4pPr marL="1714500" indent="-342900">
                  <a:defRPr>
                    <a:solidFill>
                      <a:schemeClr val="tx1"/>
                    </a:solidFill>
                    <a:latin typeface="Verdana" pitchFamily="34" charset="0"/>
                    <a:cs typeface="Arial" pitchFamily="34" charset="0"/>
                  </a:defRPr>
                </a:lvl4pPr>
                <a:lvl5pPr marL="2171700" indent="-342900">
                  <a:defRPr>
                    <a:solidFill>
                      <a:schemeClr val="tx1"/>
                    </a:solidFill>
                    <a:latin typeface="Verdana" pitchFamily="34" charset="0"/>
                    <a:cs typeface="Arial" pitchFamily="34" charset="0"/>
                  </a:defRPr>
                </a:lvl5pPr>
                <a:lvl6pPr marL="2628900" indent="-342900" fontAlgn="base">
                  <a:spcBef>
                    <a:spcPct val="0"/>
                  </a:spcBef>
                  <a:spcAft>
                    <a:spcPct val="0"/>
                  </a:spcAft>
                  <a:defRPr>
                    <a:solidFill>
                      <a:schemeClr val="tx1"/>
                    </a:solidFill>
                    <a:latin typeface="Verdana" pitchFamily="34" charset="0"/>
                    <a:cs typeface="Arial" pitchFamily="34" charset="0"/>
                  </a:defRPr>
                </a:lvl6pPr>
                <a:lvl7pPr marL="3086100" indent="-342900" fontAlgn="base">
                  <a:spcBef>
                    <a:spcPct val="0"/>
                  </a:spcBef>
                  <a:spcAft>
                    <a:spcPct val="0"/>
                  </a:spcAft>
                  <a:defRPr>
                    <a:solidFill>
                      <a:schemeClr val="tx1"/>
                    </a:solidFill>
                    <a:latin typeface="Verdana" pitchFamily="34" charset="0"/>
                    <a:cs typeface="Arial" pitchFamily="34" charset="0"/>
                  </a:defRPr>
                </a:lvl7pPr>
                <a:lvl8pPr marL="3543300" indent="-342900" fontAlgn="base">
                  <a:spcBef>
                    <a:spcPct val="0"/>
                  </a:spcBef>
                  <a:spcAft>
                    <a:spcPct val="0"/>
                  </a:spcAft>
                  <a:defRPr>
                    <a:solidFill>
                      <a:schemeClr val="tx1"/>
                    </a:solidFill>
                    <a:latin typeface="Verdana" pitchFamily="34" charset="0"/>
                    <a:cs typeface="Arial" pitchFamily="34" charset="0"/>
                  </a:defRPr>
                </a:lvl8pPr>
                <a:lvl9pPr marL="4000500" indent="-342900" fontAlgn="base">
                  <a:spcBef>
                    <a:spcPct val="0"/>
                  </a:spcBef>
                  <a:spcAft>
                    <a:spcPct val="0"/>
                  </a:spcAft>
                  <a:defRPr>
                    <a:solidFill>
                      <a:schemeClr val="tx1"/>
                    </a:solidFill>
                    <a:latin typeface="Verdana" pitchFamily="34" charset="0"/>
                    <a:cs typeface="Arial" pitchFamily="34" charset="0"/>
                  </a:defRPr>
                </a:lvl9pPr>
              </a:lstStyle>
              <a:p>
                <a:pPr>
                  <a:spcBef>
                    <a:spcPct val="50000"/>
                  </a:spcBef>
                  <a:buFontTx/>
                  <a:buAutoNum type="arabicPeriod"/>
                </a:pPr>
                <a:r>
                  <a:rPr lang="en-GB" b="1">
                    <a:solidFill>
                      <a:schemeClr val="tx2"/>
                    </a:solidFill>
                  </a:rPr>
                  <a:t>Transformation</a:t>
                </a:r>
                <a:br>
                  <a:rPr lang="en-GB">
                    <a:solidFill>
                      <a:schemeClr val="tx2"/>
                    </a:solidFill>
                  </a:rPr>
                </a:br>
                <a:r>
                  <a:rPr lang="en-GB">
                    <a:solidFill>
                      <a:schemeClr val="tx2"/>
                    </a:solidFill>
                  </a:rPr>
                  <a:t>of intakes to obtain a symmetric distribution</a:t>
                </a:r>
                <a:br>
                  <a:rPr lang="en-GB">
                    <a:solidFill>
                      <a:schemeClr val="tx2"/>
                    </a:solidFill>
                  </a:rPr>
                </a:br>
                <a:endParaRPr lang="en-GB">
                  <a:solidFill>
                    <a:schemeClr val="tx2"/>
                  </a:solidFill>
                </a:endParaRPr>
              </a:p>
              <a:p>
                <a:pPr>
                  <a:spcBef>
                    <a:spcPct val="50000"/>
                  </a:spcBef>
                  <a:buFontTx/>
                  <a:buAutoNum type="arabicPeriod"/>
                </a:pPr>
                <a:endParaRPr lang="en-GB">
                  <a:solidFill>
                    <a:schemeClr val="tx2"/>
                  </a:solidFill>
                </a:endParaRPr>
              </a:p>
              <a:p>
                <a:pPr>
                  <a:lnSpc>
                    <a:spcPct val="120000"/>
                  </a:lnSpc>
                  <a:spcBef>
                    <a:spcPct val="55000"/>
                  </a:spcBef>
                  <a:spcAft>
                    <a:spcPct val="10000"/>
                  </a:spcAft>
                  <a:buFontTx/>
                  <a:buAutoNum type="arabicPeriod"/>
                </a:pPr>
                <a:r>
                  <a:rPr lang="en-GB" b="1">
                    <a:solidFill>
                      <a:schemeClr val="tx2"/>
                    </a:solidFill>
                  </a:rPr>
                  <a:t>Modelling</a:t>
                </a:r>
                <a:r>
                  <a:rPr lang="en-GB">
                    <a:solidFill>
                      <a:schemeClr val="tx2"/>
                    </a:solidFill>
                  </a:rPr>
                  <a:t> </a:t>
                </a:r>
                <a:br>
                  <a:rPr lang="en-GB">
                    <a:solidFill>
                      <a:schemeClr val="tx2"/>
                    </a:solidFill>
                  </a:rPr>
                </a:br>
                <a:r>
                  <a:rPr lang="en-GB" sz="2000">
                    <a:solidFill>
                      <a:schemeClr val="accent1"/>
                    </a:solidFill>
                    <a:sym typeface="Symbol" pitchFamily="18" charset="2"/>
                  </a:rPr>
                  <a:t></a:t>
                </a:r>
                <a:r>
                  <a:rPr lang="en-GB" baseline="30000">
                    <a:solidFill>
                      <a:schemeClr val="accent1"/>
                    </a:solidFill>
                    <a:sym typeface="Symbol" pitchFamily="18" charset="2"/>
                  </a:rPr>
                  <a:t>2 </a:t>
                </a:r>
                <a:r>
                  <a:rPr lang="en-GB" baseline="30000">
                    <a:solidFill>
                      <a:schemeClr val="accent1"/>
                    </a:solidFill>
                    <a:sym typeface="Wingdings" pitchFamily="2" charset="2"/>
                  </a:rPr>
                  <a:t></a:t>
                </a:r>
                <a:r>
                  <a:rPr lang="en-GB" baseline="30000">
                    <a:solidFill>
                      <a:schemeClr val="accent1"/>
                    </a:solidFill>
                    <a:sym typeface="Symbol" pitchFamily="18" charset="2"/>
                  </a:rPr>
                  <a:t> </a:t>
                </a:r>
                <a14:m>
                  <m:oMath xmlns:m="http://schemas.openxmlformats.org/officeDocument/2006/math">
                    <m:sSubSup>
                      <m:sSubSupPr>
                        <m:ctrlPr>
                          <a:rPr lang="en-GB" sz="2000" i="1" smtClean="0">
                            <a:solidFill>
                              <a:schemeClr val="accent1"/>
                            </a:solidFill>
                            <a:latin typeface="Cambria Math" panose="02040503050406030204" pitchFamily="18" charset="0"/>
                          </a:rPr>
                        </m:ctrlPr>
                      </m:sSubSupPr>
                      <m:e>
                        <m:r>
                          <a:rPr lang="en-GB" sz="2000" i="1">
                            <a:solidFill>
                              <a:schemeClr val="accent1"/>
                            </a:solidFill>
                            <a:latin typeface="Cambria Math"/>
                          </a:rPr>
                          <m:t>𝜎</m:t>
                        </m:r>
                      </m:e>
                      <m:sub>
                        <m:r>
                          <a:rPr lang="nl-NL" sz="2000" b="0" i="1" smtClean="0">
                            <a:solidFill>
                              <a:schemeClr val="accent1"/>
                            </a:solidFill>
                            <a:latin typeface="Cambria Math"/>
                          </a:rPr>
                          <m:t>𝑏</m:t>
                        </m:r>
                      </m:sub>
                      <m:sup>
                        <m:r>
                          <a:rPr lang="en-GB" sz="2000" i="1">
                            <a:solidFill>
                              <a:schemeClr val="accent1"/>
                            </a:solidFill>
                            <a:latin typeface="Cambria Math"/>
                          </a:rPr>
                          <m:t>2</m:t>
                        </m:r>
                      </m:sup>
                    </m:sSubSup>
                    <m:r>
                      <a:rPr lang="en-GB" sz="2000" i="1">
                        <a:solidFill>
                          <a:schemeClr val="accent1"/>
                        </a:solidFill>
                        <a:latin typeface="Cambria Math"/>
                      </a:rPr>
                      <m:t> </m:t>
                    </m:r>
                  </m:oMath>
                </a14:m>
                <a:r>
                  <a:rPr lang="en-GB" sz="2000">
                    <a:solidFill>
                      <a:schemeClr val="accent1"/>
                    </a:solidFill>
                    <a:sym typeface="Symbol" pitchFamily="18" charset="2"/>
                  </a:rPr>
                  <a:t>+ </a:t>
                </a:r>
                <a14:m>
                  <m:oMath xmlns:m="http://schemas.openxmlformats.org/officeDocument/2006/math">
                    <m:sSubSup>
                      <m:sSubSupPr>
                        <m:ctrlPr>
                          <a:rPr lang="en-GB" sz="2000" i="1">
                            <a:solidFill>
                              <a:schemeClr val="accent1"/>
                            </a:solidFill>
                            <a:latin typeface="Cambria Math" panose="02040503050406030204" pitchFamily="18" charset="0"/>
                          </a:rPr>
                        </m:ctrlPr>
                      </m:sSubSupPr>
                      <m:e>
                        <m:r>
                          <a:rPr lang="en-GB" sz="2000" i="1">
                            <a:solidFill>
                              <a:schemeClr val="accent1"/>
                            </a:solidFill>
                            <a:latin typeface="Cambria Math"/>
                          </a:rPr>
                          <m:t>𝜎</m:t>
                        </m:r>
                      </m:e>
                      <m:sub>
                        <m:r>
                          <a:rPr lang="en-GB" sz="2000" i="1">
                            <a:solidFill>
                              <a:schemeClr val="accent1"/>
                            </a:solidFill>
                            <a:latin typeface="Cambria Math"/>
                          </a:rPr>
                          <m:t>𝑤</m:t>
                        </m:r>
                      </m:sub>
                      <m:sup>
                        <m:r>
                          <a:rPr lang="en-GB" sz="2000" i="1">
                            <a:solidFill>
                              <a:schemeClr val="accent1"/>
                            </a:solidFill>
                            <a:latin typeface="Cambria Math"/>
                          </a:rPr>
                          <m:t>2</m:t>
                        </m:r>
                      </m:sup>
                    </m:sSubSup>
                  </m:oMath>
                </a14:m>
                <a:endParaRPr lang="en-GB" baseline="-25000">
                  <a:solidFill>
                    <a:schemeClr val="tx2"/>
                  </a:solidFill>
                  <a:sym typeface="Symbol" pitchFamily="18" charset="2"/>
                </a:endParaRPr>
              </a:p>
              <a:p>
                <a:pPr marL="355600" indent="-355600">
                  <a:lnSpc>
                    <a:spcPct val="120000"/>
                  </a:lnSpc>
                  <a:spcBef>
                    <a:spcPct val="55000"/>
                  </a:spcBef>
                  <a:spcAft>
                    <a:spcPct val="10000"/>
                  </a:spcAft>
                </a:pPr>
                <a:r>
                  <a:rPr lang="en-GB" sz="1200">
                    <a:solidFill>
                      <a:schemeClr val="tx2"/>
                    </a:solidFill>
                    <a:sym typeface="Symbol" pitchFamily="18" charset="2"/>
                  </a:rPr>
                  <a:t>	within &amp; between person variance</a:t>
                </a:r>
                <a:br>
                  <a:rPr lang="en-GB" sz="1200">
                    <a:solidFill>
                      <a:schemeClr val="tx2"/>
                    </a:solidFill>
                    <a:sym typeface="Symbol" pitchFamily="18" charset="2"/>
                  </a:rPr>
                </a:br>
                <a:br>
                  <a:rPr lang="en-GB" baseline="-25000">
                    <a:solidFill>
                      <a:schemeClr val="tx2"/>
                    </a:solidFill>
                    <a:sym typeface="Symbol" pitchFamily="18" charset="2"/>
                  </a:rPr>
                </a:br>
                <a:endParaRPr lang="en-GB" baseline="-25000">
                  <a:solidFill>
                    <a:schemeClr val="tx2"/>
                  </a:solidFill>
                  <a:sym typeface="Symbol" pitchFamily="18" charset="2"/>
                </a:endParaRPr>
              </a:p>
              <a:p>
                <a:pPr>
                  <a:lnSpc>
                    <a:spcPct val="120000"/>
                  </a:lnSpc>
                  <a:spcBef>
                    <a:spcPct val="55000"/>
                  </a:spcBef>
                  <a:spcAft>
                    <a:spcPct val="10000"/>
                  </a:spcAft>
                  <a:buFontTx/>
                  <a:buAutoNum type="arabicPeriod"/>
                </a:pPr>
                <a:endParaRPr lang="en-GB" baseline="-25000">
                  <a:solidFill>
                    <a:schemeClr val="tx2"/>
                  </a:solidFill>
                  <a:sym typeface="Symbol" pitchFamily="18" charset="2"/>
                </a:endParaRPr>
              </a:p>
              <a:p>
                <a:pPr>
                  <a:spcBef>
                    <a:spcPct val="50000"/>
                  </a:spcBef>
                  <a:spcAft>
                    <a:spcPct val="5000"/>
                  </a:spcAft>
                  <a:buFontTx/>
                  <a:buAutoNum type="arabicPeriod"/>
                </a:pPr>
                <a:r>
                  <a:rPr lang="en-GB" b="1">
                    <a:solidFill>
                      <a:schemeClr val="tx2"/>
                    </a:solidFill>
                    <a:sym typeface="Symbol" pitchFamily="18" charset="2"/>
                  </a:rPr>
                  <a:t>Back-transformation</a:t>
                </a:r>
                <a:br>
                  <a:rPr lang="en-GB">
                    <a:solidFill>
                      <a:schemeClr val="tx2"/>
                    </a:solidFill>
                    <a:sym typeface="Symbol" pitchFamily="18" charset="2"/>
                  </a:rPr>
                </a:br>
                <a:endParaRPr lang="en-GB" sz="1600" i="1">
                  <a:solidFill>
                    <a:schemeClr val="tx2"/>
                  </a:solidFill>
                  <a:sym typeface="Symbol" pitchFamily="18" charset="2"/>
                </a:endParaRPr>
              </a:p>
            </p:txBody>
          </p:sp>
        </mc:Choice>
        <mc:Fallback xmlns="">
          <p:sp>
            <p:nvSpPr>
              <p:cNvPr id="11" name="Text Box 5"/>
              <p:cNvSpPr txBox="1">
                <a:spLocks noRot="1" noChangeAspect="1" noMove="1" noResize="1" noEditPoints="1" noAdjustHandles="1" noChangeArrowheads="1" noChangeShapeType="1" noTextEdit="1"/>
              </p:cNvSpPr>
              <p:nvPr/>
            </p:nvSpPr>
            <p:spPr bwMode="auto">
              <a:xfrm>
                <a:off x="5933367" y="1723771"/>
                <a:ext cx="3315565" cy="4304705"/>
              </a:xfrm>
              <a:prstGeom prst="rect">
                <a:avLst/>
              </a:prstGeom>
              <a:blipFill>
                <a:blip r:embed="rId4"/>
                <a:stretch>
                  <a:fillRect l="-1471" t="-850"/>
                </a:stretch>
              </a:blipFill>
              <a:ln>
                <a:noFill/>
              </a:ln>
              <a:effectLst/>
            </p:spPr>
            <p:txBody>
              <a:bodyPr/>
              <a:lstStyle/>
              <a:p>
                <a:r>
                  <a:rPr lang="en-US">
                    <a:noFill/>
                  </a:rPr>
                  <a:t> </a:t>
                </a:r>
              </a:p>
            </p:txBody>
          </p:sp>
        </mc:Fallback>
      </mc:AlternateContent>
      <p:sp>
        <p:nvSpPr>
          <p:cNvPr id="12" name="Right Arrow 11"/>
          <p:cNvSpPr/>
          <p:nvPr/>
        </p:nvSpPr>
        <p:spPr>
          <a:xfrm>
            <a:off x="2941382" y="2636912"/>
            <a:ext cx="389297" cy="50405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Right Arrow 13"/>
          <p:cNvSpPr/>
          <p:nvPr/>
        </p:nvSpPr>
        <p:spPr>
          <a:xfrm rot="5400000">
            <a:off x="5283007" y="3448461"/>
            <a:ext cx="485473" cy="471137"/>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 name="TextBox 2"/>
          <p:cNvSpPr txBox="1"/>
          <p:nvPr/>
        </p:nvSpPr>
        <p:spPr>
          <a:xfrm>
            <a:off x="2949097" y="2704274"/>
            <a:ext cx="324036" cy="369332"/>
          </a:xfrm>
          <a:prstGeom prst="rect">
            <a:avLst/>
          </a:prstGeom>
          <a:noFill/>
        </p:spPr>
        <p:txBody>
          <a:bodyPr wrap="square" rtlCol="0">
            <a:spAutoFit/>
          </a:bodyPr>
          <a:lstStyle/>
          <a:p>
            <a:r>
              <a:rPr lang="en-US"/>
              <a:t>1</a:t>
            </a:r>
            <a:endParaRPr lang="nl-NL"/>
          </a:p>
        </p:txBody>
      </p:sp>
      <p:sp>
        <p:nvSpPr>
          <p:cNvPr id="15" name="TextBox 14"/>
          <p:cNvSpPr txBox="1"/>
          <p:nvPr/>
        </p:nvSpPr>
        <p:spPr>
          <a:xfrm>
            <a:off x="5363725" y="3441293"/>
            <a:ext cx="324036" cy="369332"/>
          </a:xfrm>
          <a:prstGeom prst="rect">
            <a:avLst/>
          </a:prstGeom>
          <a:noFill/>
        </p:spPr>
        <p:txBody>
          <a:bodyPr wrap="square" rtlCol="0">
            <a:spAutoFit/>
          </a:bodyPr>
          <a:lstStyle/>
          <a:p>
            <a:r>
              <a:rPr lang="en-US"/>
              <a:t>2</a:t>
            </a:r>
            <a:endParaRPr lang="nl-NL"/>
          </a:p>
        </p:txBody>
      </p:sp>
      <p:sp>
        <p:nvSpPr>
          <p:cNvPr id="5" name="Rectangle 4"/>
          <p:cNvSpPr/>
          <p:nvPr/>
        </p:nvSpPr>
        <p:spPr>
          <a:xfrm>
            <a:off x="230144" y="3810625"/>
            <a:ext cx="2718954" cy="24357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5924274" y="4581128"/>
            <a:ext cx="3219725" cy="13058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Footer Placeholder 5">
            <a:extLst>
              <a:ext uri="{FF2B5EF4-FFF2-40B4-BE49-F238E27FC236}">
                <a16:creationId xmlns:a16="http://schemas.microsoft.com/office/drawing/2014/main" id="{85933B8E-A761-3F74-B4FD-07763C148F55}"/>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4E9EE6CF-A496-2F1E-01C6-1FD93F583F2D}"/>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187278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r>
              <a:rPr lang="en-GB"/>
              <a:t>habitual intakes: main steps 1-part modelling</a:t>
            </a:r>
          </a:p>
        </p:txBody>
      </p:sp>
      <p:sp>
        <p:nvSpPr>
          <p:cNvPr id="8" name="Slide Number Placeholder 7"/>
          <p:cNvSpPr>
            <a:spLocks noGrp="1"/>
          </p:cNvSpPr>
          <p:nvPr>
            <p:ph type="sldNum" sz="quarter" idx="12"/>
          </p:nvPr>
        </p:nvSpPr>
        <p:spPr/>
        <p:txBody>
          <a:bodyPr/>
          <a:lstStyle/>
          <a:p>
            <a:fld id="{8FC21E99-CB6E-4E1C-8709-25BF64FEA530}" type="slidenum">
              <a:rPr lang="nl-NL" smtClean="0"/>
              <a:pPr/>
              <a:t>7</a:t>
            </a:fld>
            <a:endParaRPr lang="nl-NL"/>
          </a:p>
        </p:txBody>
      </p:sp>
      <p:pic>
        <p:nvPicPr>
          <p:cNvPr id="10" name="Picture 4" descr="proces_f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43" y="1121671"/>
            <a:ext cx="5694132" cy="512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Text Box 5"/>
              <p:cNvSpPr txBox="1">
                <a:spLocks noChangeArrowheads="1"/>
              </p:cNvSpPr>
              <p:nvPr/>
            </p:nvSpPr>
            <p:spPr bwMode="auto">
              <a:xfrm>
                <a:off x="5933367" y="1723771"/>
                <a:ext cx="3315565" cy="4622035"/>
              </a:xfrm>
              <a:prstGeom prst="rect">
                <a:avLst/>
              </a:prstGeom>
              <a:solidFill>
                <a:schemeClr val="bg1">
                  <a:alpha val="0"/>
                </a:schemeClr>
              </a:solidFill>
              <a:ln>
                <a:noFill/>
              </a:ln>
              <a:effectLst/>
            </p:spPr>
            <p:txBody>
              <a:bodyPr wrap="square">
                <a:spAutoFit/>
              </a:bodyPr>
              <a:lstStyle>
                <a:lvl1pPr marL="342900" indent="-342900">
                  <a:defRPr>
                    <a:solidFill>
                      <a:schemeClr val="tx1"/>
                    </a:solidFill>
                    <a:latin typeface="Verdana" pitchFamily="34" charset="0"/>
                    <a:cs typeface="Arial" pitchFamily="34" charset="0"/>
                  </a:defRPr>
                </a:lvl1pPr>
                <a:lvl2pPr marL="800100" indent="-342900">
                  <a:defRPr>
                    <a:solidFill>
                      <a:schemeClr val="tx1"/>
                    </a:solidFill>
                    <a:latin typeface="Verdana" pitchFamily="34" charset="0"/>
                    <a:cs typeface="Arial" pitchFamily="34" charset="0"/>
                  </a:defRPr>
                </a:lvl2pPr>
                <a:lvl3pPr marL="1257300" indent="-342900">
                  <a:defRPr>
                    <a:solidFill>
                      <a:schemeClr val="tx1"/>
                    </a:solidFill>
                    <a:latin typeface="Verdana" pitchFamily="34" charset="0"/>
                    <a:cs typeface="Arial" pitchFamily="34" charset="0"/>
                  </a:defRPr>
                </a:lvl3pPr>
                <a:lvl4pPr marL="1714500" indent="-342900">
                  <a:defRPr>
                    <a:solidFill>
                      <a:schemeClr val="tx1"/>
                    </a:solidFill>
                    <a:latin typeface="Verdana" pitchFamily="34" charset="0"/>
                    <a:cs typeface="Arial" pitchFamily="34" charset="0"/>
                  </a:defRPr>
                </a:lvl4pPr>
                <a:lvl5pPr marL="2171700" indent="-342900">
                  <a:defRPr>
                    <a:solidFill>
                      <a:schemeClr val="tx1"/>
                    </a:solidFill>
                    <a:latin typeface="Verdana" pitchFamily="34" charset="0"/>
                    <a:cs typeface="Arial" pitchFamily="34" charset="0"/>
                  </a:defRPr>
                </a:lvl5pPr>
                <a:lvl6pPr marL="2628900" indent="-342900" fontAlgn="base">
                  <a:spcBef>
                    <a:spcPct val="0"/>
                  </a:spcBef>
                  <a:spcAft>
                    <a:spcPct val="0"/>
                  </a:spcAft>
                  <a:defRPr>
                    <a:solidFill>
                      <a:schemeClr val="tx1"/>
                    </a:solidFill>
                    <a:latin typeface="Verdana" pitchFamily="34" charset="0"/>
                    <a:cs typeface="Arial" pitchFamily="34" charset="0"/>
                  </a:defRPr>
                </a:lvl6pPr>
                <a:lvl7pPr marL="3086100" indent="-342900" fontAlgn="base">
                  <a:spcBef>
                    <a:spcPct val="0"/>
                  </a:spcBef>
                  <a:spcAft>
                    <a:spcPct val="0"/>
                  </a:spcAft>
                  <a:defRPr>
                    <a:solidFill>
                      <a:schemeClr val="tx1"/>
                    </a:solidFill>
                    <a:latin typeface="Verdana" pitchFamily="34" charset="0"/>
                    <a:cs typeface="Arial" pitchFamily="34" charset="0"/>
                  </a:defRPr>
                </a:lvl7pPr>
                <a:lvl8pPr marL="3543300" indent="-342900" fontAlgn="base">
                  <a:spcBef>
                    <a:spcPct val="0"/>
                  </a:spcBef>
                  <a:spcAft>
                    <a:spcPct val="0"/>
                  </a:spcAft>
                  <a:defRPr>
                    <a:solidFill>
                      <a:schemeClr val="tx1"/>
                    </a:solidFill>
                    <a:latin typeface="Verdana" pitchFamily="34" charset="0"/>
                    <a:cs typeface="Arial" pitchFamily="34" charset="0"/>
                  </a:defRPr>
                </a:lvl8pPr>
                <a:lvl9pPr marL="4000500" indent="-342900" fontAlgn="base">
                  <a:spcBef>
                    <a:spcPct val="0"/>
                  </a:spcBef>
                  <a:spcAft>
                    <a:spcPct val="0"/>
                  </a:spcAft>
                  <a:defRPr>
                    <a:solidFill>
                      <a:schemeClr val="tx1"/>
                    </a:solidFill>
                    <a:latin typeface="Verdana" pitchFamily="34" charset="0"/>
                    <a:cs typeface="Arial" pitchFamily="34" charset="0"/>
                  </a:defRPr>
                </a:lvl9pPr>
              </a:lstStyle>
              <a:p>
                <a:pPr>
                  <a:spcBef>
                    <a:spcPct val="50000"/>
                  </a:spcBef>
                  <a:buFontTx/>
                  <a:buAutoNum type="arabicPeriod"/>
                </a:pPr>
                <a:r>
                  <a:rPr lang="en-GB" b="1">
                    <a:solidFill>
                      <a:schemeClr val="tx2"/>
                    </a:solidFill>
                  </a:rPr>
                  <a:t>Transformation</a:t>
                </a:r>
                <a:br>
                  <a:rPr lang="en-GB">
                    <a:solidFill>
                      <a:schemeClr val="tx2"/>
                    </a:solidFill>
                  </a:rPr>
                </a:br>
                <a:r>
                  <a:rPr lang="en-GB">
                    <a:solidFill>
                      <a:schemeClr val="tx2"/>
                    </a:solidFill>
                  </a:rPr>
                  <a:t>of intakes to obtain a symmetric distribution</a:t>
                </a:r>
                <a:br>
                  <a:rPr lang="en-GB">
                    <a:solidFill>
                      <a:schemeClr val="tx2"/>
                    </a:solidFill>
                  </a:rPr>
                </a:br>
                <a:endParaRPr lang="en-GB">
                  <a:solidFill>
                    <a:schemeClr val="tx2"/>
                  </a:solidFill>
                </a:endParaRPr>
              </a:p>
              <a:p>
                <a:pPr>
                  <a:lnSpc>
                    <a:spcPct val="120000"/>
                  </a:lnSpc>
                  <a:spcBef>
                    <a:spcPct val="55000"/>
                  </a:spcBef>
                  <a:spcAft>
                    <a:spcPct val="10000"/>
                  </a:spcAft>
                  <a:buFontTx/>
                  <a:buAutoNum type="arabicPeriod"/>
                </a:pPr>
                <a:r>
                  <a:rPr lang="en-GB" b="1">
                    <a:solidFill>
                      <a:schemeClr val="tx2"/>
                    </a:solidFill>
                  </a:rPr>
                  <a:t>Modelling</a:t>
                </a:r>
                <a:r>
                  <a:rPr lang="en-GB">
                    <a:solidFill>
                      <a:schemeClr val="tx2"/>
                    </a:solidFill>
                  </a:rPr>
                  <a:t> </a:t>
                </a:r>
                <a:br>
                  <a:rPr lang="en-GB">
                    <a:solidFill>
                      <a:schemeClr val="tx2"/>
                    </a:solidFill>
                  </a:rPr>
                </a:br>
                <a:r>
                  <a:rPr lang="en-GB" sz="2000">
                    <a:solidFill>
                      <a:schemeClr val="accent1"/>
                    </a:solidFill>
                    <a:sym typeface="Symbol" pitchFamily="18" charset="2"/>
                  </a:rPr>
                  <a:t></a:t>
                </a:r>
                <a:r>
                  <a:rPr lang="en-GB" baseline="30000">
                    <a:solidFill>
                      <a:schemeClr val="accent1"/>
                    </a:solidFill>
                    <a:sym typeface="Symbol" pitchFamily="18" charset="2"/>
                  </a:rPr>
                  <a:t>2 </a:t>
                </a:r>
                <a:r>
                  <a:rPr lang="en-GB" baseline="30000">
                    <a:solidFill>
                      <a:schemeClr val="accent1"/>
                    </a:solidFill>
                    <a:sym typeface="Wingdings" pitchFamily="2" charset="2"/>
                  </a:rPr>
                  <a:t></a:t>
                </a:r>
                <a:r>
                  <a:rPr lang="en-GB" baseline="30000">
                    <a:solidFill>
                      <a:schemeClr val="accent1"/>
                    </a:solidFill>
                    <a:sym typeface="Symbol" pitchFamily="18" charset="2"/>
                  </a:rPr>
                  <a:t> </a:t>
                </a:r>
                <a14:m>
                  <m:oMath xmlns:m="http://schemas.openxmlformats.org/officeDocument/2006/math">
                    <m:sSubSup>
                      <m:sSubSupPr>
                        <m:ctrlPr>
                          <a:rPr lang="en-GB" sz="2000" i="1" smtClean="0">
                            <a:solidFill>
                              <a:schemeClr val="accent1"/>
                            </a:solidFill>
                            <a:latin typeface="Cambria Math" panose="02040503050406030204" pitchFamily="18" charset="0"/>
                          </a:rPr>
                        </m:ctrlPr>
                      </m:sSubSupPr>
                      <m:e>
                        <m:r>
                          <a:rPr lang="en-GB" sz="2000" i="1">
                            <a:solidFill>
                              <a:schemeClr val="accent1"/>
                            </a:solidFill>
                            <a:latin typeface="Cambria Math"/>
                          </a:rPr>
                          <m:t>𝜎</m:t>
                        </m:r>
                      </m:e>
                      <m:sub>
                        <m:r>
                          <a:rPr lang="nl-NL" sz="2000" b="0" i="1" smtClean="0">
                            <a:solidFill>
                              <a:schemeClr val="accent1"/>
                            </a:solidFill>
                            <a:latin typeface="Cambria Math"/>
                          </a:rPr>
                          <m:t>𝑏</m:t>
                        </m:r>
                      </m:sub>
                      <m:sup>
                        <m:r>
                          <a:rPr lang="en-GB" sz="2000" i="1">
                            <a:solidFill>
                              <a:schemeClr val="accent1"/>
                            </a:solidFill>
                            <a:latin typeface="Cambria Math"/>
                          </a:rPr>
                          <m:t>2</m:t>
                        </m:r>
                      </m:sup>
                    </m:sSubSup>
                    <m:r>
                      <a:rPr lang="en-GB" sz="2000" i="1">
                        <a:solidFill>
                          <a:schemeClr val="accent1"/>
                        </a:solidFill>
                        <a:latin typeface="Cambria Math"/>
                      </a:rPr>
                      <m:t> </m:t>
                    </m:r>
                  </m:oMath>
                </a14:m>
                <a:r>
                  <a:rPr lang="en-GB" sz="2000">
                    <a:solidFill>
                      <a:schemeClr val="accent1"/>
                    </a:solidFill>
                    <a:sym typeface="Symbol" pitchFamily="18" charset="2"/>
                  </a:rPr>
                  <a:t>+ </a:t>
                </a:r>
                <a14:m>
                  <m:oMath xmlns:m="http://schemas.openxmlformats.org/officeDocument/2006/math">
                    <m:sSubSup>
                      <m:sSubSupPr>
                        <m:ctrlPr>
                          <a:rPr lang="en-GB" sz="2000" i="1">
                            <a:solidFill>
                              <a:schemeClr val="accent1"/>
                            </a:solidFill>
                            <a:latin typeface="Cambria Math" panose="02040503050406030204" pitchFamily="18" charset="0"/>
                          </a:rPr>
                        </m:ctrlPr>
                      </m:sSubSupPr>
                      <m:e>
                        <m:r>
                          <a:rPr lang="en-GB" sz="2000" i="1">
                            <a:solidFill>
                              <a:schemeClr val="accent1"/>
                            </a:solidFill>
                            <a:latin typeface="Cambria Math"/>
                          </a:rPr>
                          <m:t>𝜎</m:t>
                        </m:r>
                      </m:e>
                      <m:sub>
                        <m:r>
                          <a:rPr lang="en-GB" sz="2000" i="1">
                            <a:solidFill>
                              <a:schemeClr val="accent1"/>
                            </a:solidFill>
                            <a:latin typeface="Cambria Math"/>
                          </a:rPr>
                          <m:t>𝑤</m:t>
                        </m:r>
                      </m:sub>
                      <m:sup>
                        <m:r>
                          <a:rPr lang="en-GB" sz="2000" i="1">
                            <a:solidFill>
                              <a:schemeClr val="accent1"/>
                            </a:solidFill>
                            <a:latin typeface="Cambria Math"/>
                          </a:rPr>
                          <m:t>2</m:t>
                        </m:r>
                      </m:sup>
                    </m:sSubSup>
                  </m:oMath>
                </a14:m>
                <a:br>
                  <a:rPr lang="en-GB" baseline="-25000">
                    <a:solidFill>
                      <a:schemeClr val="tx2"/>
                    </a:solidFill>
                    <a:sym typeface="Symbol" pitchFamily="18" charset="2"/>
                  </a:rPr>
                </a:br>
                <a:r>
                  <a:rPr lang="en-GB" sz="1200">
                    <a:solidFill>
                      <a:schemeClr val="tx2"/>
                    </a:solidFill>
                    <a:sym typeface="Symbol" pitchFamily="18" charset="2"/>
                  </a:rPr>
                  <a:t>within &amp; between person variance</a:t>
                </a:r>
              </a:p>
              <a:p>
                <a:pPr>
                  <a:lnSpc>
                    <a:spcPct val="120000"/>
                  </a:lnSpc>
                  <a:spcBef>
                    <a:spcPct val="55000"/>
                  </a:spcBef>
                  <a:spcAft>
                    <a:spcPct val="10000"/>
                  </a:spcAft>
                  <a:buFontTx/>
                  <a:buAutoNum type="arabicPeriod"/>
                </a:pPr>
                <a:endParaRPr lang="en-GB" sz="1200" baseline="-25000">
                  <a:solidFill>
                    <a:schemeClr val="tx2"/>
                  </a:solidFill>
                  <a:sym typeface="Symbol" pitchFamily="18" charset="2"/>
                </a:endParaRPr>
              </a:p>
              <a:p>
                <a:pPr>
                  <a:spcBef>
                    <a:spcPct val="50000"/>
                  </a:spcBef>
                  <a:spcAft>
                    <a:spcPct val="5000"/>
                  </a:spcAft>
                  <a:buFontTx/>
                  <a:buAutoNum type="arabicPeriod"/>
                </a:pPr>
                <a:r>
                  <a:rPr lang="en-GB" b="1">
                    <a:solidFill>
                      <a:schemeClr val="tx2"/>
                    </a:solidFill>
                    <a:sym typeface="Symbol" pitchFamily="18" charset="2"/>
                  </a:rPr>
                  <a:t>Back-transformation </a:t>
                </a:r>
                <a:r>
                  <a:rPr lang="en-GB">
                    <a:solidFill>
                      <a:schemeClr val="tx2"/>
                    </a:solidFill>
                    <a:sym typeface="Symbol" pitchFamily="18" charset="2"/>
                  </a:rPr>
                  <a:t>to original scale</a:t>
                </a:r>
              </a:p>
              <a:p>
                <a:pPr>
                  <a:spcBef>
                    <a:spcPct val="50000"/>
                  </a:spcBef>
                  <a:spcAft>
                    <a:spcPct val="5000"/>
                  </a:spcAft>
                  <a:buFontTx/>
                  <a:buAutoNum type="arabicPeriod"/>
                </a:pPr>
                <a:endParaRPr lang="en-GB" sz="1600" i="1">
                  <a:solidFill>
                    <a:schemeClr val="tx2"/>
                  </a:solidFill>
                  <a:sym typeface="Symbol" pitchFamily="18" charset="2"/>
                </a:endParaRPr>
              </a:p>
              <a:p>
                <a:pPr marL="0" indent="0">
                  <a:spcBef>
                    <a:spcPct val="50000"/>
                  </a:spcBef>
                  <a:spcAft>
                    <a:spcPct val="5000"/>
                  </a:spcAft>
                </a:pPr>
                <a:r>
                  <a:rPr lang="en-GB" sz="1600">
                    <a:solidFill>
                      <a:schemeClr val="tx2"/>
                    </a:solidFill>
                  </a:rPr>
                  <a:t>This will be shown later on with an example!</a:t>
                </a:r>
              </a:p>
              <a:p>
                <a:pPr marL="0" indent="0">
                  <a:spcBef>
                    <a:spcPct val="50000"/>
                  </a:spcBef>
                  <a:spcAft>
                    <a:spcPct val="5000"/>
                  </a:spcAft>
                </a:pPr>
                <a:endParaRPr lang="en-GB" sz="1600" i="1">
                  <a:solidFill>
                    <a:schemeClr val="tx2"/>
                  </a:solidFill>
                  <a:sym typeface="Symbol" pitchFamily="18" charset="2"/>
                </a:endParaRPr>
              </a:p>
            </p:txBody>
          </p:sp>
        </mc:Choice>
        <mc:Fallback xmlns="">
          <p:sp>
            <p:nvSpPr>
              <p:cNvPr id="11" name="Text Box 5"/>
              <p:cNvSpPr txBox="1">
                <a:spLocks noRot="1" noChangeAspect="1" noMove="1" noResize="1" noEditPoints="1" noAdjustHandles="1" noChangeArrowheads="1" noChangeShapeType="1" noTextEdit="1"/>
              </p:cNvSpPr>
              <p:nvPr/>
            </p:nvSpPr>
            <p:spPr bwMode="auto">
              <a:xfrm>
                <a:off x="5933367" y="1723771"/>
                <a:ext cx="3315565" cy="4622035"/>
              </a:xfrm>
              <a:prstGeom prst="rect">
                <a:avLst/>
              </a:prstGeom>
              <a:blipFill>
                <a:blip r:embed="rId4"/>
                <a:stretch>
                  <a:fillRect l="-1471" t="-792"/>
                </a:stretch>
              </a:blipFill>
              <a:ln>
                <a:noFill/>
              </a:ln>
              <a:effectLst/>
            </p:spPr>
            <p:txBody>
              <a:bodyPr/>
              <a:lstStyle/>
              <a:p>
                <a:r>
                  <a:rPr lang="en-US">
                    <a:noFill/>
                  </a:rPr>
                  <a:t> </a:t>
                </a:r>
              </a:p>
            </p:txBody>
          </p:sp>
        </mc:Fallback>
      </mc:AlternateContent>
      <p:sp>
        <p:nvSpPr>
          <p:cNvPr id="12" name="Right Arrow 11"/>
          <p:cNvSpPr/>
          <p:nvPr/>
        </p:nvSpPr>
        <p:spPr>
          <a:xfrm>
            <a:off x="2941382" y="2636912"/>
            <a:ext cx="389297" cy="50405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Right Arrow 13"/>
          <p:cNvSpPr/>
          <p:nvPr/>
        </p:nvSpPr>
        <p:spPr>
          <a:xfrm rot="5400000">
            <a:off x="5283007" y="3448461"/>
            <a:ext cx="485473" cy="471137"/>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 name="Right Arrow 12"/>
          <p:cNvSpPr/>
          <p:nvPr/>
        </p:nvSpPr>
        <p:spPr>
          <a:xfrm rot="10800000">
            <a:off x="2941383" y="5164588"/>
            <a:ext cx="389296" cy="50872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 name="TextBox 2"/>
          <p:cNvSpPr txBox="1"/>
          <p:nvPr/>
        </p:nvSpPr>
        <p:spPr>
          <a:xfrm>
            <a:off x="2949097" y="2704274"/>
            <a:ext cx="324036" cy="369332"/>
          </a:xfrm>
          <a:prstGeom prst="rect">
            <a:avLst/>
          </a:prstGeom>
          <a:noFill/>
        </p:spPr>
        <p:txBody>
          <a:bodyPr wrap="square" rtlCol="0">
            <a:spAutoFit/>
          </a:bodyPr>
          <a:lstStyle/>
          <a:p>
            <a:r>
              <a:rPr lang="en-US"/>
              <a:t>1</a:t>
            </a:r>
            <a:endParaRPr lang="nl-NL"/>
          </a:p>
        </p:txBody>
      </p:sp>
      <p:sp>
        <p:nvSpPr>
          <p:cNvPr id="15" name="TextBox 14"/>
          <p:cNvSpPr txBox="1"/>
          <p:nvPr/>
        </p:nvSpPr>
        <p:spPr>
          <a:xfrm>
            <a:off x="5363725" y="3441293"/>
            <a:ext cx="324036" cy="369332"/>
          </a:xfrm>
          <a:prstGeom prst="rect">
            <a:avLst/>
          </a:prstGeom>
          <a:noFill/>
        </p:spPr>
        <p:txBody>
          <a:bodyPr wrap="square" rtlCol="0">
            <a:spAutoFit/>
          </a:bodyPr>
          <a:lstStyle/>
          <a:p>
            <a:r>
              <a:rPr lang="en-US"/>
              <a:t>2</a:t>
            </a:r>
            <a:endParaRPr lang="nl-NL"/>
          </a:p>
        </p:txBody>
      </p:sp>
      <p:sp>
        <p:nvSpPr>
          <p:cNvPr id="16" name="TextBox 15"/>
          <p:cNvSpPr txBox="1"/>
          <p:nvPr/>
        </p:nvSpPr>
        <p:spPr>
          <a:xfrm>
            <a:off x="3006643" y="5234285"/>
            <a:ext cx="324036" cy="369332"/>
          </a:xfrm>
          <a:prstGeom prst="rect">
            <a:avLst/>
          </a:prstGeom>
          <a:noFill/>
        </p:spPr>
        <p:txBody>
          <a:bodyPr wrap="square" rtlCol="0">
            <a:spAutoFit/>
          </a:bodyPr>
          <a:lstStyle/>
          <a:p>
            <a:r>
              <a:rPr lang="en-US"/>
              <a:t>3</a:t>
            </a:r>
            <a:endParaRPr lang="nl-NL"/>
          </a:p>
        </p:txBody>
      </p:sp>
      <p:sp>
        <p:nvSpPr>
          <p:cNvPr id="5" name="Footer Placeholder 4">
            <a:extLst>
              <a:ext uri="{FF2B5EF4-FFF2-40B4-BE49-F238E27FC236}">
                <a16:creationId xmlns:a16="http://schemas.microsoft.com/office/drawing/2014/main" id="{513A567F-E333-0D29-4F40-9B0F2B219F49}"/>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25F12DD7-E3A8-1917-52F1-E344D7DFB31E}"/>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63095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8</a:t>
            </a:fld>
            <a:endParaRPr lang="nl-NL"/>
          </a:p>
        </p:txBody>
      </p:sp>
      <p:sp>
        <p:nvSpPr>
          <p:cNvPr id="3" name="TextBox 2"/>
          <p:cNvSpPr txBox="1"/>
          <p:nvPr/>
        </p:nvSpPr>
        <p:spPr>
          <a:xfrm>
            <a:off x="179512" y="2420888"/>
            <a:ext cx="8640960" cy="1292662"/>
          </a:xfrm>
          <a:prstGeom prst="rect">
            <a:avLst/>
          </a:prstGeom>
          <a:noFill/>
        </p:spPr>
        <p:txBody>
          <a:bodyPr wrap="square" rtlCol="0">
            <a:spAutoFit/>
          </a:bodyPr>
          <a:lstStyle/>
          <a:p>
            <a:pPr algn="ctr"/>
            <a:r>
              <a:rPr lang="en-US" sz="3600">
                <a:solidFill>
                  <a:schemeClr val="tx2"/>
                </a:solidFill>
              </a:rPr>
              <a:t>Data</a:t>
            </a:r>
            <a:r>
              <a:rPr lang="en-US" sz="3600">
                <a:solidFill>
                  <a:srgbClr val="0070C0"/>
                </a:solidFill>
              </a:rPr>
              <a:t> </a:t>
            </a:r>
            <a:r>
              <a:rPr lang="en-US" sz="3600">
                <a:solidFill>
                  <a:schemeClr val="tx2"/>
                </a:solidFill>
              </a:rPr>
              <a:t>requirements</a:t>
            </a:r>
          </a:p>
          <a:p>
            <a:pPr algn="ctr"/>
            <a:r>
              <a:rPr lang="en-US" sz="2400"/>
              <a:t>To use SPADE and calculate habitual intakes</a:t>
            </a:r>
            <a:endParaRPr lang="en-US" sz="3600"/>
          </a:p>
          <a:p>
            <a:endParaRPr lang="nl-NL"/>
          </a:p>
        </p:txBody>
      </p:sp>
      <p:sp>
        <p:nvSpPr>
          <p:cNvPr id="6" name="Footer Placeholder 5">
            <a:extLst>
              <a:ext uri="{FF2B5EF4-FFF2-40B4-BE49-F238E27FC236}">
                <a16:creationId xmlns:a16="http://schemas.microsoft.com/office/drawing/2014/main" id="{3B1D5B6B-899B-4A7F-4652-0ACB19230735}"/>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B03969B8-E900-BB25-D08E-40133CEC6538}"/>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298745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62002"/>
            <a:ext cx="8172450" cy="444500"/>
          </a:xfrm>
        </p:spPr>
        <p:txBody>
          <a:bodyPr>
            <a:normAutofit fontScale="90000"/>
          </a:bodyPr>
          <a:lstStyle/>
          <a:p>
            <a:pPr marL="0" indent="0"/>
            <a:r>
              <a:rPr lang="nl-NL">
                <a:cs typeface="Courier New" panose="02070309020205020404" pitchFamily="49" charset="0"/>
              </a:rPr>
              <a:t>Food </a:t>
            </a:r>
            <a:r>
              <a:rPr lang="nl-NL" err="1">
                <a:cs typeface="Courier New" panose="02070309020205020404" pitchFamily="49" charset="0"/>
              </a:rPr>
              <a:t>consumption</a:t>
            </a:r>
            <a:r>
              <a:rPr lang="nl-NL">
                <a:cs typeface="Courier New" panose="02070309020205020404" pitchFamily="49" charset="0"/>
              </a:rPr>
              <a:t> dataset</a:t>
            </a:r>
          </a:p>
        </p:txBody>
      </p:sp>
      <p:sp>
        <p:nvSpPr>
          <p:cNvPr id="5" name="Slide Number Placeholder 4"/>
          <p:cNvSpPr>
            <a:spLocks noGrp="1"/>
          </p:cNvSpPr>
          <p:nvPr>
            <p:ph type="sldNum" sz="quarter" idx="12"/>
          </p:nvPr>
        </p:nvSpPr>
        <p:spPr/>
        <p:txBody>
          <a:bodyPr/>
          <a:lstStyle/>
          <a:p>
            <a:fld id="{8FC21E99-CB6E-4E1C-8709-25BF64FEA530}" type="slidenum">
              <a:rPr lang="nl-NL" smtClean="0"/>
              <a:pPr/>
              <a:t>9</a:t>
            </a:fld>
            <a:endParaRPr lang="nl-NL"/>
          </a:p>
        </p:txBody>
      </p:sp>
      <p:pic>
        <p:nvPicPr>
          <p:cNvPr id="7" name="Picture 6"/>
          <p:cNvPicPr/>
          <p:nvPr/>
        </p:nvPicPr>
        <p:blipFill>
          <a:blip r:embed="rId3"/>
          <a:stretch>
            <a:fillRect/>
          </a:stretch>
        </p:blipFill>
        <p:spPr>
          <a:xfrm>
            <a:off x="655498" y="2882223"/>
            <a:ext cx="7147203" cy="3035419"/>
          </a:xfrm>
          <a:prstGeom prst="rect">
            <a:avLst/>
          </a:prstGeom>
        </p:spPr>
      </p:pic>
      <p:sp>
        <p:nvSpPr>
          <p:cNvPr id="8" name="TextBox 7"/>
          <p:cNvSpPr txBox="1"/>
          <p:nvPr/>
        </p:nvSpPr>
        <p:spPr>
          <a:xfrm>
            <a:off x="269293" y="1135227"/>
            <a:ext cx="8424936" cy="1754326"/>
          </a:xfrm>
          <a:prstGeom prst="rect">
            <a:avLst/>
          </a:prstGeom>
          <a:noFill/>
        </p:spPr>
        <p:txBody>
          <a:bodyPr wrap="square" rtlCol="0">
            <a:spAutoFit/>
          </a:bodyPr>
          <a:lstStyle/>
          <a:p>
            <a:pPr marL="285750" indent="-285750">
              <a:buFont typeface="Arial" panose="020B0604020202020204" pitchFamily="34" charset="0"/>
              <a:buChar char="•"/>
            </a:pPr>
            <a:r>
              <a:rPr lang="en-US"/>
              <a:t>Enough people with </a:t>
            </a:r>
            <a:r>
              <a:rPr lang="en-US">
                <a:solidFill>
                  <a:schemeClr val="tx2"/>
                </a:solidFill>
              </a:rPr>
              <a:t>at least 2 positive intakes </a:t>
            </a:r>
            <a:r>
              <a:rPr lang="en-US"/>
              <a:t>to estimate the between and within person variance</a:t>
            </a:r>
          </a:p>
          <a:p>
            <a:pPr marL="742950" lvl="1" indent="-285750">
              <a:buFont typeface="Arial" panose="020B0604020202020204" pitchFamily="34" charset="0"/>
              <a:buChar char="•"/>
            </a:pPr>
            <a:r>
              <a:rPr lang="en-US" i="1">
                <a:solidFill>
                  <a:schemeClr val="tx2"/>
                </a:solidFill>
              </a:rPr>
              <a:t>Rule of thumb: at least 50 persons</a:t>
            </a:r>
          </a:p>
          <a:p>
            <a:pPr marL="285750" indent="-285750">
              <a:buFont typeface="Arial" panose="020B0604020202020204" pitchFamily="34" charset="0"/>
              <a:buChar char="•"/>
            </a:pPr>
            <a:r>
              <a:rPr lang="en-US"/>
              <a:t>For each subject at least 1 observation, 1 amount for each compound per day. Subjects with </a:t>
            </a:r>
            <a:r>
              <a:rPr lang="en-US" i="1">
                <a:solidFill>
                  <a:schemeClr val="tx2"/>
                </a:solidFill>
              </a:rPr>
              <a:t>m</a:t>
            </a:r>
            <a:r>
              <a:rPr lang="en-US">
                <a:solidFill>
                  <a:schemeClr val="tx2"/>
                </a:solidFill>
              </a:rPr>
              <a:t> observation days </a:t>
            </a:r>
            <a:r>
              <a:rPr lang="en-US"/>
              <a:t>have </a:t>
            </a:r>
            <a:r>
              <a:rPr lang="en-US" i="1">
                <a:solidFill>
                  <a:schemeClr val="tx2"/>
                </a:solidFill>
              </a:rPr>
              <a:t>m</a:t>
            </a:r>
            <a:r>
              <a:rPr lang="en-US">
                <a:solidFill>
                  <a:schemeClr val="tx2"/>
                </a:solidFill>
              </a:rPr>
              <a:t> rows </a:t>
            </a:r>
            <a:r>
              <a:rPr lang="en-US"/>
              <a:t>in the data set</a:t>
            </a:r>
          </a:p>
        </p:txBody>
      </p:sp>
      <p:sp>
        <p:nvSpPr>
          <p:cNvPr id="9" name="Donut 8"/>
          <p:cNvSpPr/>
          <p:nvPr/>
        </p:nvSpPr>
        <p:spPr>
          <a:xfrm>
            <a:off x="1184251" y="3640684"/>
            <a:ext cx="450460" cy="2332729"/>
          </a:xfrm>
          <a:prstGeom prst="donut">
            <a:avLst>
              <a:gd name="adj" fmla="val 5115"/>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10" name="Donut 9"/>
          <p:cNvSpPr/>
          <p:nvPr/>
        </p:nvSpPr>
        <p:spPr>
          <a:xfrm>
            <a:off x="2416418" y="3582744"/>
            <a:ext cx="450460" cy="2407384"/>
          </a:xfrm>
          <a:prstGeom prst="donut">
            <a:avLst>
              <a:gd name="adj" fmla="val 3454"/>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11" name="Donut 10"/>
          <p:cNvSpPr/>
          <p:nvPr/>
        </p:nvSpPr>
        <p:spPr>
          <a:xfrm>
            <a:off x="2945171" y="3503903"/>
            <a:ext cx="450460" cy="2509350"/>
          </a:xfrm>
          <a:prstGeom prst="donut">
            <a:avLst>
              <a:gd name="adj" fmla="val 3454"/>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13" name="TextBox 12"/>
          <p:cNvSpPr txBox="1"/>
          <p:nvPr/>
        </p:nvSpPr>
        <p:spPr>
          <a:xfrm>
            <a:off x="269293" y="6029185"/>
            <a:ext cx="8138576" cy="369332"/>
          </a:xfrm>
          <a:prstGeom prst="rect">
            <a:avLst/>
          </a:prstGeom>
          <a:noFill/>
        </p:spPr>
        <p:txBody>
          <a:bodyPr wrap="square" rtlCol="0">
            <a:spAutoFit/>
          </a:bodyPr>
          <a:lstStyle/>
          <a:p>
            <a:r>
              <a:rPr lang="nl-NL" err="1"/>
              <a:t>Compulsory</a:t>
            </a:r>
            <a:r>
              <a:rPr lang="nl-NL"/>
              <a:t> variables: </a:t>
            </a:r>
            <a:r>
              <a:rPr lang="nl-NL" err="1">
                <a:solidFill>
                  <a:schemeClr val="tx2"/>
                </a:solidFill>
              </a:rPr>
              <a:t>id</a:t>
            </a:r>
            <a:r>
              <a:rPr lang="nl-NL"/>
              <a:t> / </a:t>
            </a:r>
            <a:r>
              <a:rPr lang="nl-NL" err="1">
                <a:solidFill>
                  <a:schemeClr val="tx2"/>
                </a:solidFill>
              </a:rPr>
              <a:t>age</a:t>
            </a:r>
            <a:r>
              <a:rPr lang="nl-NL"/>
              <a:t> / </a:t>
            </a:r>
            <a:r>
              <a:rPr lang="nl-NL" err="1">
                <a:solidFill>
                  <a:schemeClr val="tx2"/>
                </a:solidFill>
              </a:rPr>
              <a:t>sex</a:t>
            </a:r>
            <a:r>
              <a:rPr lang="nl-NL"/>
              <a:t> (</a:t>
            </a:r>
            <a:r>
              <a:rPr lang="nl-NL" err="1"/>
              <a:t>sex</a:t>
            </a:r>
            <a:r>
              <a:rPr lang="nl-NL"/>
              <a:t>=1 male; </a:t>
            </a:r>
            <a:r>
              <a:rPr lang="nl-NL" err="1"/>
              <a:t>sex</a:t>
            </a:r>
            <a:r>
              <a:rPr lang="nl-NL"/>
              <a:t>=2 </a:t>
            </a:r>
            <a:r>
              <a:rPr lang="nl-NL" err="1"/>
              <a:t>female</a:t>
            </a:r>
            <a:r>
              <a:rPr lang="nl-NL"/>
              <a:t>)</a:t>
            </a:r>
          </a:p>
        </p:txBody>
      </p:sp>
      <p:sp>
        <p:nvSpPr>
          <p:cNvPr id="4" name="Footer Placeholder 3">
            <a:extLst>
              <a:ext uri="{FF2B5EF4-FFF2-40B4-BE49-F238E27FC236}">
                <a16:creationId xmlns:a16="http://schemas.microsoft.com/office/drawing/2014/main" id="{7E637071-69F3-46D2-7E78-4A0C0D5F89B0}"/>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6F22DA82-D58D-45A4-AB5E-91518A4B94C2}"/>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66980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10</a:t>
            </a:fld>
            <a:endParaRPr lang="nl-NL"/>
          </a:p>
        </p:txBody>
      </p:sp>
      <p:sp>
        <p:nvSpPr>
          <p:cNvPr id="3" name="TextBox 2"/>
          <p:cNvSpPr txBox="1"/>
          <p:nvPr/>
        </p:nvSpPr>
        <p:spPr>
          <a:xfrm>
            <a:off x="179512" y="2420888"/>
            <a:ext cx="8640960" cy="923330"/>
          </a:xfrm>
          <a:prstGeom prst="rect">
            <a:avLst/>
          </a:prstGeom>
          <a:noFill/>
        </p:spPr>
        <p:txBody>
          <a:bodyPr wrap="square" rtlCol="0">
            <a:spAutoFit/>
          </a:bodyPr>
          <a:lstStyle/>
          <a:p>
            <a:pPr algn="ctr"/>
            <a:r>
              <a:rPr lang="en-US" sz="3600">
                <a:solidFill>
                  <a:schemeClr val="tx2"/>
                </a:solidFill>
              </a:rPr>
              <a:t>Getting started with SPADE</a:t>
            </a:r>
          </a:p>
          <a:p>
            <a:endParaRPr lang="nl-NL">
              <a:solidFill>
                <a:schemeClr val="tx2"/>
              </a:solidFill>
            </a:endParaRPr>
          </a:p>
        </p:txBody>
      </p:sp>
      <p:sp>
        <p:nvSpPr>
          <p:cNvPr id="6" name="Footer Placeholder 5">
            <a:extLst>
              <a:ext uri="{FF2B5EF4-FFF2-40B4-BE49-F238E27FC236}">
                <a16:creationId xmlns:a16="http://schemas.microsoft.com/office/drawing/2014/main" id="{24988195-4286-4A7A-1477-8A66CE191CF2}"/>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5CE53617-4D6F-2E71-1CA1-9EC28981AA8F}"/>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32248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C2FE0-BAF0-4BDA-ADA0-D93F0D3F0119}"/>
              </a:ext>
            </a:extLst>
          </p:cNvPr>
          <p:cNvSpPr>
            <a:spLocks noGrp="1"/>
          </p:cNvSpPr>
          <p:nvPr>
            <p:ph type="title"/>
          </p:nvPr>
        </p:nvSpPr>
        <p:spPr/>
        <p:txBody>
          <a:bodyPr/>
          <a:lstStyle/>
          <a:p>
            <a:r>
              <a:rPr lang="en-GB"/>
              <a:t>Assumed knowledge </a:t>
            </a:r>
          </a:p>
        </p:txBody>
      </p:sp>
      <p:sp>
        <p:nvSpPr>
          <p:cNvPr id="5" name="Slide Number Placeholder 4">
            <a:extLst>
              <a:ext uri="{FF2B5EF4-FFF2-40B4-BE49-F238E27FC236}">
                <a16:creationId xmlns:a16="http://schemas.microsoft.com/office/drawing/2014/main" id="{5CC5514E-9D15-424F-8D1D-1D7F5DB33F51}"/>
              </a:ext>
            </a:extLst>
          </p:cNvPr>
          <p:cNvSpPr>
            <a:spLocks noGrp="1"/>
          </p:cNvSpPr>
          <p:nvPr>
            <p:ph type="sldNum" sz="quarter" idx="12"/>
          </p:nvPr>
        </p:nvSpPr>
        <p:spPr/>
        <p:txBody>
          <a:bodyPr/>
          <a:lstStyle/>
          <a:p>
            <a:fld id="{8FC21E99-CB6E-4E1C-8709-25BF64FEA530}" type="slidenum">
              <a:rPr lang="nl-NL" smtClean="0"/>
              <a:pPr/>
              <a:t>11</a:t>
            </a:fld>
            <a:endParaRPr lang="nl-NL"/>
          </a:p>
        </p:txBody>
      </p:sp>
      <p:sp>
        <p:nvSpPr>
          <p:cNvPr id="6" name="Content Placeholder 5">
            <a:extLst>
              <a:ext uri="{FF2B5EF4-FFF2-40B4-BE49-F238E27FC236}">
                <a16:creationId xmlns:a16="http://schemas.microsoft.com/office/drawing/2014/main" id="{FCD20F11-4F2F-4CBD-B256-F4757DE3BDFC}"/>
              </a:ext>
            </a:extLst>
          </p:cNvPr>
          <p:cNvSpPr>
            <a:spLocks noGrp="1"/>
          </p:cNvSpPr>
          <p:nvPr>
            <p:ph idx="1"/>
          </p:nvPr>
        </p:nvSpPr>
        <p:spPr/>
        <p:txBody>
          <a:bodyPr/>
          <a:lstStyle/>
          <a:p>
            <a:r>
              <a:rPr lang="nl-NL"/>
              <a:t>Open packages</a:t>
            </a:r>
          </a:p>
          <a:p>
            <a:r>
              <a:rPr lang="nl-NL"/>
              <a:t>Import datasets</a:t>
            </a:r>
          </a:p>
        </p:txBody>
      </p:sp>
      <p:sp>
        <p:nvSpPr>
          <p:cNvPr id="3" name="Footer Placeholder 2">
            <a:extLst>
              <a:ext uri="{FF2B5EF4-FFF2-40B4-BE49-F238E27FC236}">
                <a16:creationId xmlns:a16="http://schemas.microsoft.com/office/drawing/2014/main" id="{B94B593C-289C-D694-2A12-75BC479167F8}"/>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5BF48845-FB4F-0E32-7149-9205465D5189}"/>
              </a:ext>
            </a:extLst>
          </p:cNvPr>
          <p:cNvSpPr>
            <a:spLocks noGrp="1"/>
          </p:cNvSpPr>
          <p:nvPr>
            <p:ph type="dt" sz="half" idx="10"/>
          </p:nvPr>
        </p:nvSpPr>
        <p:spPr/>
        <p:txBody>
          <a:bodyPr/>
          <a:lstStyle/>
          <a:p>
            <a:pPr algn="l"/>
            <a:r>
              <a:rPr lang="nl-NL"/>
              <a:t>SPADE course, July 8-9, 2025</a:t>
            </a:r>
          </a:p>
        </p:txBody>
      </p:sp>
      <p:pic>
        <p:nvPicPr>
          <p:cNvPr id="8" name="Picture 7">
            <a:extLst>
              <a:ext uri="{FF2B5EF4-FFF2-40B4-BE49-F238E27FC236}">
                <a16:creationId xmlns:a16="http://schemas.microsoft.com/office/drawing/2014/main" id="{064D8DCD-CBA8-10AC-4E85-2C6D5F83576B}"/>
              </a:ext>
            </a:extLst>
          </p:cNvPr>
          <p:cNvPicPr>
            <a:picLocks noChangeAspect="1"/>
          </p:cNvPicPr>
          <p:nvPr/>
        </p:nvPicPr>
        <p:blipFill>
          <a:blip r:embed="rId3"/>
          <a:stretch>
            <a:fillRect/>
          </a:stretch>
        </p:blipFill>
        <p:spPr>
          <a:xfrm>
            <a:off x="3491880" y="2319563"/>
            <a:ext cx="4913709" cy="3535791"/>
          </a:xfrm>
          <a:prstGeom prst="rect">
            <a:avLst/>
          </a:prstGeom>
        </p:spPr>
      </p:pic>
    </p:spTree>
    <p:extLst>
      <p:ext uri="{BB962C8B-B14F-4D97-AF65-F5344CB8AC3E}">
        <p14:creationId xmlns:p14="http://schemas.microsoft.com/office/powerpoint/2010/main" val="3318999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nl-NL"/>
              <a:t>1-part model – </a:t>
            </a:r>
            <a:r>
              <a:rPr lang="nl-NL" sz="1800" i="1"/>
              <a:t>most basic model</a:t>
            </a:r>
          </a:p>
        </p:txBody>
      </p:sp>
      <p:sp>
        <p:nvSpPr>
          <p:cNvPr id="5" name="Slide Number Placeholder 4"/>
          <p:cNvSpPr>
            <a:spLocks noGrp="1"/>
          </p:cNvSpPr>
          <p:nvPr>
            <p:ph type="sldNum" sz="quarter" idx="12"/>
          </p:nvPr>
        </p:nvSpPr>
        <p:spPr/>
        <p:txBody>
          <a:bodyPr/>
          <a:lstStyle/>
          <a:p>
            <a:fld id="{8FC21E99-CB6E-4E1C-8709-25BF64FEA530}" type="slidenum">
              <a:rPr lang="nl-NL" smtClean="0"/>
              <a:pPr/>
              <a:t>12</a:t>
            </a:fld>
            <a:endParaRPr lang="nl-NL"/>
          </a:p>
        </p:txBody>
      </p:sp>
      <p:sp>
        <p:nvSpPr>
          <p:cNvPr id="7" name="TextBox 6"/>
          <p:cNvSpPr txBox="1"/>
          <p:nvPr/>
        </p:nvSpPr>
        <p:spPr>
          <a:xfrm>
            <a:off x="683568" y="2106655"/>
            <a:ext cx="8136904" cy="2862322"/>
          </a:xfrm>
          <a:prstGeom prst="rect">
            <a:avLst/>
          </a:prstGeom>
          <a:noFill/>
        </p:spPr>
        <p:txBody>
          <a:bodyPr wrap="square" rtlCol="0">
            <a:spAutoFit/>
          </a:bodyPr>
          <a:lstStyle/>
          <a:p>
            <a:r>
              <a:rPr lang="nl-NL" err="1"/>
              <a:t>f.spade</a:t>
            </a:r>
            <a:r>
              <a:rPr lang="nl-NL"/>
              <a:t>(</a:t>
            </a:r>
            <a:r>
              <a:rPr lang="nl-NL" err="1">
                <a:solidFill>
                  <a:schemeClr val="tx2"/>
                </a:solidFill>
              </a:rPr>
              <a:t>frml.ia</a:t>
            </a:r>
            <a:r>
              <a:rPr lang="nl-NL"/>
              <a:t>=ca ~ </a:t>
            </a:r>
            <a:r>
              <a:rPr lang="nl-NL" err="1"/>
              <a:t>fp</a:t>
            </a:r>
            <a:r>
              <a:rPr lang="nl-NL"/>
              <a:t>(</a:t>
            </a:r>
            <a:r>
              <a:rPr lang="nl-NL" err="1"/>
              <a:t>age</a:t>
            </a:r>
            <a:r>
              <a:rPr lang="nl-NL"/>
              <a:t>), </a:t>
            </a:r>
          </a:p>
          <a:p>
            <a:r>
              <a:rPr lang="nl-NL"/>
              <a:t>            </a:t>
            </a:r>
            <a:r>
              <a:rPr lang="nl-NL" err="1">
                <a:solidFill>
                  <a:schemeClr val="tx2"/>
                </a:solidFill>
              </a:rPr>
              <a:t>frml.if</a:t>
            </a:r>
            <a:r>
              <a:rPr lang="nl-NL"/>
              <a:t>="</a:t>
            </a:r>
            <a:r>
              <a:rPr lang="nl-NL" err="1"/>
              <a:t>no.if</a:t>
            </a:r>
            <a:r>
              <a:rPr lang="nl-NL"/>
              <a:t>", </a:t>
            </a:r>
          </a:p>
          <a:p>
            <a:r>
              <a:rPr lang="nl-NL"/>
              <a:t>            </a:t>
            </a:r>
            <a:r>
              <a:rPr lang="nl-NL">
                <a:solidFill>
                  <a:schemeClr val="tx2"/>
                </a:solidFill>
              </a:rPr>
              <a:t>data</a:t>
            </a:r>
            <a:r>
              <a:rPr lang="nl-NL"/>
              <a:t>=</a:t>
            </a:r>
            <a:r>
              <a:rPr lang="nl-NL" err="1"/>
              <a:t>DNFCSmanual</a:t>
            </a:r>
            <a:r>
              <a:rPr lang="nl-NL"/>
              <a:t>, </a:t>
            </a:r>
          </a:p>
          <a:p>
            <a:r>
              <a:rPr lang="nl-NL"/>
              <a:t>            </a:t>
            </a:r>
            <a:r>
              <a:rPr lang="nl-NL" err="1">
                <a:solidFill>
                  <a:schemeClr val="tx2"/>
                </a:solidFill>
              </a:rPr>
              <a:t>min.age</a:t>
            </a:r>
            <a:r>
              <a:rPr lang="nl-NL"/>
              <a:t>=1, </a:t>
            </a:r>
          </a:p>
          <a:p>
            <a:r>
              <a:rPr lang="nl-NL"/>
              <a:t>            </a:t>
            </a:r>
            <a:r>
              <a:rPr lang="nl-NL" err="1">
                <a:solidFill>
                  <a:schemeClr val="tx2"/>
                </a:solidFill>
              </a:rPr>
              <a:t>max.age</a:t>
            </a:r>
            <a:r>
              <a:rPr lang="nl-NL"/>
              <a:t>=79, </a:t>
            </a:r>
          </a:p>
          <a:p>
            <a:r>
              <a:rPr lang="nl-NL"/>
              <a:t>            </a:t>
            </a:r>
            <a:r>
              <a:rPr lang="nl-NL" err="1">
                <a:solidFill>
                  <a:schemeClr val="tx2"/>
                </a:solidFill>
              </a:rPr>
              <a:t>sex.label</a:t>
            </a:r>
            <a:r>
              <a:rPr lang="nl-NL"/>
              <a:t>="</a:t>
            </a:r>
            <a:r>
              <a:rPr lang="nl-NL" err="1"/>
              <a:t>female</a:t>
            </a:r>
            <a:r>
              <a:rPr lang="nl-NL"/>
              <a:t>",</a:t>
            </a:r>
          </a:p>
          <a:p>
            <a:r>
              <a:rPr lang="nl-NL"/>
              <a:t>	 </a:t>
            </a:r>
            <a:r>
              <a:rPr lang="nl-NL" err="1">
                <a:solidFill>
                  <a:schemeClr val="tx2"/>
                </a:solidFill>
              </a:rPr>
              <a:t>seed</a:t>
            </a:r>
            <a:r>
              <a:rPr lang="nl-NL"/>
              <a:t>=29062025,</a:t>
            </a:r>
          </a:p>
          <a:p>
            <a:r>
              <a:rPr lang="nl-NL"/>
              <a:t>	</a:t>
            </a:r>
            <a:r>
              <a:rPr lang="nl-NL" err="1"/>
              <a:t>spade.output.path</a:t>
            </a:r>
            <a:r>
              <a:rPr lang="nl-NL"/>
              <a:t> = “0_SPADE_output”</a:t>
            </a:r>
          </a:p>
          <a:p>
            <a:r>
              <a:rPr lang="nl-NL"/>
              <a:t>	)</a:t>
            </a:r>
          </a:p>
          <a:p>
            <a:endParaRPr lang="nl-NL"/>
          </a:p>
        </p:txBody>
      </p:sp>
      <p:sp>
        <p:nvSpPr>
          <p:cNvPr id="3" name="TextBox 2"/>
          <p:cNvSpPr txBox="1"/>
          <p:nvPr/>
        </p:nvSpPr>
        <p:spPr>
          <a:xfrm>
            <a:off x="5478960" y="2160177"/>
            <a:ext cx="3725006" cy="2308324"/>
          </a:xfrm>
          <a:prstGeom prst="rect">
            <a:avLst/>
          </a:prstGeom>
          <a:noFill/>
        </p:spPr>
        <p:txBody>
          <a:bodyPr wrap="square" rtlCol="0">
            <a:spAutoFit/>
          </a:bodyPr>
          <a:lstStyle/>
          <a:p>
            <a:pPr marL="742950" lvl="1" indent="-285750">
              <a:buFont typeface="Wingdings"/>
              <a:buChar char="ß"/>
            </a:pPr>
            <a:r>
              <a:rPr lang="nl-NL" err="1">
                <a:solidFill>
                  <a:schemeClr val="accent6"/>
                </a:solidFill>
                <a:sym typeface="Wingdings" panose="05000000000000000000" pitchFamily="2" charset="2"/>
              </a:rPr>
              <a:t>Nutrient</a:t>
            </a:r>
            <a:r>
              <a:rPr lang="nl-NL">
                <a:solidFill>
                  <a:schemeClr val="accent6"/>
                </a:solidFill>
                <a:sym typeface="Wingdings" panose="05000000000000000000" pitchFamily="2" charset="2"/>
              </a:rPr>
              <a:t> of interest</a:t>
            </a:r>
          </a:p>
          <a:p>
            <a:pPr marL="742950" lvl="1" indent="-285750">
              <a:buFont typeface="Wingdings"/>
              <a:buChar char="ß"/>
            </a:pPr>
            <a:r>
              <a:rPr lang="nl-NL">
                <a:solidFill>
                  <a:schemeClr val="accent6"/>
                </a:solidFill>
                <a:sym typeface="Wingdings" panose="05000000000000000000" pitchFamily="2" charset="2"/>
              </a:rPr>
              <a:t>No ‘intake </a:t>
            </a:r>
            <a:r>
              <a:rPr lang="nl-NL" err="1">
                <a:solidFill>
                  <a:schemeClr val="accent6"/>
                </a:solidFill>
                <a:sym typeface="Wingdings" panose="05000000000000000000" pitchFamily="2" charset="2"/>
              </a:rPr>
              <a:t>frequency</a:t>
            </a:r>
            <a:r>
              <a:rPr lang="nl-NL">
                <a:solidFill>
                  <a:schemeClr val="accent6"/>
                </a:solidFill>
                <a:sym typeface="Wingdings" panose="05000000000000000000" pitchFamily="2" charset="2"/>
              </a:rPr>
              <a:t>’</a:t>
            </a:r>
          </a:p>
          <a:p>
            <a:pPr marL="742950" lvl="1" indent="-285750">
              <a:buFont typeface="Wingdings"/>
              <a:buChar char="ß"/>
            </a:pPr>
            <a:r>
              <a:rPr lang="nl-NL">
                <a:solidFill>
                  <a:schemeClr val="accent6"/>
                </a:solidFill>
                <a:sym typeface="Wingdings" panose="05000000000000000000" pitchFamily="2" charset="2"/>
              </a:rPr>
              <a:t>Food </a:t>
            </a:r>
            <a:r>
              <a:rPr lang="nl-NL" err="1">
                <a:solidFill>
                  <a:schemeClr val="accent6"/>
                </a:solidFill>
                <a:sym typeface="Wingdings" panose="05000000000000000000" pitchFamily="2" charset="2"/>
              </a:rPr>
              <a:t>consumption</a:t>
            </a:r>
            <a:r>
              <a:rPr lang="nl-NL">
                <a:solidFill>
                  <a:schemeClr val="accent6"/>
                </a:solidFill>
                <a:sym typeface="Wingdings" panose="05000000000000000000" pitchFamily="2" charset="2"/>
              </a:rPr>
              <a:t> data</a:t>
            </a:r>
          </a:p>
          <a:p>
            <a:pPr marL="742950" lvl="1" indent="-285750">
              <a:buFont typeface="Wingdings"/>
              <a:buChar char="ß"/>
            </a:pPr>
            <a:r>
              <a:rPr lang="nl-NL">
                <a:solidFill>
                  <a:schemeClr val="accent6"/>
                </a:solidFill>
                <a:sym typeface="Wingdings" panose="05000000000000000000" pitchFamily="2" charset="2"/>
              </a:rPr>
              <a:t>Min </a:t>
            </a:r>
            <a:r>
              <a:rPr lang="nl-NL" err="1">
                <a:solidFill>
                  <a:schemeClr val="accent6"/>
                </a:solidFill>
                <a:sym typeface="Wingdings" panose="05000000000000000000" pitchFamily="2" charset="2"/>
              </a:rPr>
              <a:t>age</a:t>
            </a:r>
            <a:r>
              <a:rPr lang="nl-NL">
                <a:solidFill>
                  <a:schemeClr val="accent6"/>
                </a:solidFill>
                <a:sym typeface="Wingdings" panose="05000000000000000000" pitchFamily="2" charset="2"/>
              </a:rPr>
              <a:t> in model</a:t>
            </a:r>
          </a:p>
          <a:p>
            <a:pPr marL="742950" lvl="1" indent="-285750">
              <a:buFont typeface="Wingdings"/>
              <a:buChar char="ß"/>
            </a:pPr>
            <a:r>
              <a:rPr lang="nl-NL">
                <a:solidFill>
                  <a:schemeClr val="accent6"/>
                </a:solidFill>
                <a:sym typeface="Wingdings" panose="05000000000000000000" pitchFamily="2" charset="2"/>
              </a:rPr>
              <a:t>Max </a:t>
            </a:r>
            <a:r>
              <a:rPr lang="nl-NL" err="1">
                <a:solidFill>
                  <a:schemeClr val="accent6"/>
                </a:solidFill>
                <a:sym typeface="Wingdings" panose="05000000000000000000" pitchFamily="2" charset="2"/>
              </a:rPr>
              <a:t>age</a:t>
            </a:r>
            <a:r>
              <a:rPr lang="nl-NL">
                <a:solidFill>
                  <a:schemeClr val="accent6"/>
                </a:solidFill>
                <a:sym typeface="Wingdings" panose="05000000000000000000" pitchFamily="2" charset="2"/>
              </a:rPr>
              <a:t> in model</a:t>
            </a:r>
          </a:p>
          <a:p>
            <a:pPr marL="742950" lvl="1" indent="-285750">
              <a:buFont typeface="Wingdings"/>
              <a:buChar char="ß"/>
            </a:pPr>
            <a:r>
              <a:rPr lang="nl-NL">
                <a:solidFill>
                  <a:schemeClr val="accent6"/>
                </a:solidFill>
                <a:sym typeface="Wingdings" panose="05000000000000000000" pitchFamily="2" charset="2"/>
              </a:rPr>
              <a:t>Gender </a:t>
            </a:r>
            <a:r>
              <a:rPr lang="nl-NL" err="1">
                <a:solidFill>
                  <a:schemeClr val="accent6"/>
                </a:solidFill>
                <a:sym typeface="Wingdings" panose="05000000000000000000" pitchFamily="2" charset="2"/>
              </a:rPr>
              <a:t>for</a:t>
            </a:r>
            <a:r>
              <a:rPr lang="nl-NL">
                <a:solidFill>
                  <a:schemeClr val="accent6"/>
                </a:solidFill>
                <a:sym typeface="Wingdings" panose="05000000000000000000" pitchFamily="2" charset="2"/>
              </a:rPr>
              <a:t> </a:t>
            </a:r>
            <a:r>
              <a:rPr lang="nl-NL" err="1">
                <a:solidFill>
                  <a:schemeClr val="accent6"/>
                </a:solidFill>
                <a:sym typeface="Wingdings" panose="05000000000000000000" pitchFamily="2" charset="2"/>
              </a:rPr>
              <a:t>which</a:t>
            </a:r>
            <a:r>
              <a:rPr lang="nl-NL">
                <a:solidFill>
                  <a:schemeClr val="accent6"/>
                </a:solidFill>
                <a:sym typeface="Wingdings" panose="05000000000000000000" pitchFamily="2" charset="2"/>
              </a:rPr>
              <a:t> </a:t>
            </a:r>
            <a:r>
              <a:rPr lang="nl-NL" err="1">
                <a:solidFill>
                  <a:schemeClr val="accent6"/>
                </a:solidFill>
                <a:sym typeface="Wingdings" panose="05000000000000000000" pitchFamily="2" charset="2"/>
              </a:rPr>
              <a:t>habitual</a:t>
            </a:r>
            <a:r>
              <a:rPr lang="nl-NL">
                <a:solidFill>
                  <a:schemeClr val="accent6"/>
                </a:solidFill>
                <a:sym typeface="Wingdings" panose="05000000000000000000" pitchFamily="2" charset="2"/>
              </a:rPr>
              <a:t> intake </a:t>
            </a:r>
            <a:r>
              <a:rPr lang="nl-NL" err="1">
                <a:solidFill>
                  <a:schemeClr val="accent6"/>
                </a:solidFill>
                <a:sym typeface="Wingdings" panose="05000000000000000000" pitchFamily="2" charset="2"/>
              </a:rPr>
              <a:t>will</a:t>
            </a:r>
            <a:r>
              <a:rPr lang="nl-NL">
                <a:solidFill>
                  <a:schemeClr val="accent6"/>
                </a:solidFill>
                <a:sym typeface="Wingdings" panose="05000000000000000000" pitchFamily="2" charset="2"/>
              </a:rPr>
              <a:t> </a:t>
            </a:r>
            <a:r>
              <a:rPr lang="nl-NL" err="1">
                <a:solidFill>
                  <a:schemeClr val="accent6"/>
                </a:solidFill>
                <a:sym typeface="Wingdings" panose="05000000000000000000" pitchFamily="2" charset="2"/>
              </a:rPr>
              <a:t>be</a:t>
            </a:r>
            <a:r>
              <a:rPr lang="nl-NL">
                <a:solidFill>
                  <a:schemeClr val="accent6"/>
                </a:solidFill>
                <a:sym typeface="Wingdings" panose="05000000000000000000" pitchFamily="2" charset="2"/>
              </a:rPr>
              <a:t> </a:t>
            </a:r>
            <a:r>
              <a:rPr lang="nl-NL" err="1">
                <a:solidFill>
                  <a:schemeClr val="accent6"/>
                </a:solidFill>
                <a:sym typeface="Wingdings" panose="05000000000000000000" pitchFamily="2" charset="2"/>
              </a:rPr>
              <a:t>estimated</a:t>
            </a:r>
            <a:endParaRPr lang="en-US">
              <a:solidFill>
                <a:schemeClr val="accent6"/>
              </a:solidFill>
            </a:endParaRPr>
          </a:p>
        </p:txBody>
      </p:sp>
      <p:sp>
        <p:nvSpPr>
          <p:cNvPr id="6" name="Donut 5"/>
          <p:cNvSpPr/>
          <p:nvPr/>
        </p:nvSpPr>
        <p:spPr>
          <a:xfrm>
            <a:off x="3148980" y="1957923"/>
            <a:ext cx="1080120" cy="652140"/>
          </a:xfrm>
          <a:prstGeom prst="donut">
            <a:avLst>
              <a:gd name="adj" fmla="val 2775"/>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cxnSp>
        <p:nvCxnSpPr>
          <p:cNvPr id="10" name="Straight Arrow Connector 9"/>
          <p:cNvCxnSpPr/>
          <p:nvPr/>
        </p:nvCxnSpPr>
        <p:spPr>
          <a:xfrm>
            <a:off x="4036752" y="2610063"/>
            <a:ext cx="2412268" cy="2876252"/>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435382" y="5455287"/>
            <a:ext cx="2376264" cy="523220"/>
          </a:xfrm>
          <a:prstGeom prst="rect">
            <a:avLst/>
          </a:prstGeom>
          <a:noFill/>
        </p:spPr>
        <p:txBody>
          <a:bodyPr wrap="square" rtlCol="0">
            <a:spAutoFit/>
          </a:bodyPr>
          <a:lstStyle/>
          <a:p>
            <a:r>
              <a:rPr lang="en-US" sz="1400" i="1"/>
              <a:t>fractional polynomial as function of age</a:t>
            </a:r>
            <a:endParaRPr lang="nl-NL" sz="1400" i="1"/>
          </a:p>
        </p:txBody>
      </p:sp>
      <p:sp>
        <p:nvSpPr>
          <p:cNvPr id="13" name="Donut 5">
            <a:extLst>
              <a:ext uri="{FF2B5EF4-FFF2-40B4-BE49-F238E27FC236}">
                <a16:creationId xmlns:a16="http://schemas.microsoft.com/office/drawing/2014/main" id="{1A80B70C-2903-4903-A8D6-105265719000}"/>
              </a:ext>
            </a:extLst>
          </p:cNvPr>
          <p:cNvSpPr/>
          <p:nvPr/>
        </p:nvSpPr>
        <p:spPr>
          <a:xfrm>
            <a:off x="1608624" y="3663344"/>
            <a:ext cx="828092" cy="563185"/>
          </a:xfrm>
          <a:prstGeom prst="donut">
            <a:avLst>
              <a:gd name="adj" fmla="val 2775"/>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2"/>
              </a:solidFill>
            </a:endParaRPr>
          </a:p>
        </p:txBody>
      </p:sp>
      <p:cxnSp>
        <p:nvCxnSpPr>
          <p:cNvPr id="14" name="Straight Arrow Connector 13">
            <a:extLst>
              <a:ext uri="{FF2B5EF4-FFF2-40B4-BE49-F238E27FC236}">
                <a16:creationId xmlns:a16="http://schemas.microsoft.com/office/drawing/2014/main" id="{4CA1EEF9-392D-4365-A392-C03DE6F0AA3E}"/>
              </a:ext>
            </a:extLst>
          </p:cNvPr>
          <p:cNvCxnSpPr>
            <a:cxnSpLocks/>
          </p:cNvCxnSpPr>
          <p:nvPr/>
        </p:nvCxnSpPr>
        <p:spPr>
          <a:xfrm>
            <a:off x="2310558" y="4132233"/>
            <a:ext cx="893146" cy="111424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E5C3D7D-CB30-4018-868F-D4E9170F394C}"/>
              </a:ext>
            </a:extLst>
          </p:cNvPr>
          <p:cNvSpPr txBox="1"/>
          <p:nvPr/>
        </p:nvSpPr>
        <p:spPr>
          <a:xfrm>
            <a:off x="2673778" y="5239844"/>
            <a:ext cx="2376264" cy="954107"/>
          </a:xfrm>
          <a:prstGeom prst="rect">
            <a:avLst/>
          </a:prstGeom>
          <a:noFill/>
        </p:spPr>
        <p:txBody>
          <a:bodyPr wrap="square" rtlCol="0">
            <a:spAutoFit/>
          </a:bodyPr>
          <a:lstStyle/>
          <a:p>
            <a:r>
              <a:rPr lang="en-US" sz="1400" i="1"/>
              <a:t>Guarantees the reproducibility of the results, with the same settings and data</a:t>
            </a:r>
            <a:endParaRPr lang="nl-NL" sz="1400" i="1"/>
          </a:p>
        </p:txBody>
      </p:sp>
      <p:sp>
        <p:nvSpPr>
          <p:cNvPr id="8" name="Footer Placeholder 7">
            <a:extLst>
              <a:ext uri="{FF2B5EF4-FFF2-40B4-BE49-F238E27FC236}">
                <a16:creationId xmlns:a16="http://schemas.microsoft.com/office/drawing/2014/main" id="{D296ACF1-980B-9537-BC11-BC259B78F0D7}"/>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00690A3E-F2A6-B248-621E-F5A63604BECE}"/>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54982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11" grpId="0"/>
      <p:bldP spid="13" grpId="0" animBg="1"/>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E1D64-6F3A-4C15-8219-85FB5F1490DE}"/>
              </a:ext>
            </a:extLst>
          </p:cNvPr>
          <p:cNvSpPr>
            <a:spLocks noGrp="1"/>
          </p:cNvSpPr>
          <p:nvPr>
            <p:ph type="title"/>
          </p:nvPr>
        </p:nvSpPr>
        <p:spPr/>
        <p:txBody>
          <a:bodyPr/>
          <a:lstStyle/>
          <a:p>
            <a:r>
              <a:rPr lang="en-GB"/>
              <a:t>Fractional polynomial - intermezzo</a:t>
            </a:r>
          </a:p>
        </p:txBody>
      </p:sp>
      <p:sp>
        <p:nvSpPr>
          <p:cNvPr id="3" name="Content Placeholder 2">
            <a:extLst>
              <a:ext uri="{FF2B5EF4-FFF2-40B4-BE49-F238E27FC236}">
                <a16:creationId xmlns:a16="http://schemas.microsoft.com/office/drawing/2014/main" id="{A6420FA3-6873-42E1-BE36-017C3179E03D}"/>
              </a:ext>
            </a:extLst>
          </p:cNvPr>
          <p:cNvSpPr>
            <a:spLocks noGrp="1"/>
          </p:cNvSpPr>
          <p:nvPr>
            <p:ph idx="1"/>
          </p:nvPr>
        </p:nvSpPr>
        <p:spPr/>
        <p:txBody>
          <a:bodyPr/>
          <a:lstStyle/>
          <a:p>
            <a:r>
              <a:rPr lang="en-US"/>
              <a:t>Mean intake is depending on age. </a:t>
            </a:r>
          </a:p>
          <a:p>
            <a:r>
              <a:rPr lang="en-US"/>
              <a:t>So putting in a function of age for the mean will improve the model. </a:t>
            </a:r>
          </a:p>
          <a:p>
            <a:r>
              <a:rPr lang="en-US" err="1"/>
              <a:t>fp</a:t>
            </a:r>
            <a:r>
              <a:rPr lang="en-US"/>
              <a:t> flexible and smooth, easy to fit and no intervention of user needed</a:t>
            </a:r>
          </a:p>
        </p:txBody>
      </p:sp>
      <p:sp>
        <p:nvSpPr>
          <p:cNvPr id="5" name="Slide Number Placeholder 4">
            <a:extLst>
              <a:ext uri="{FF2B5EF4-FFF2-40B4-BE49-F238E27FC236}">
                <a16:creationId xmlns:a16="http://schemas.microsoft.com/office/drawing/2014/main" id="{18E1E35F-5D77-415C-8FFE-ECB319B77CFF}"/>
              </a:ext>
            </a:extLst>
          </p:cNvPr>
          <p:cNvSpPr>
            <a:spLocks noGrp="1"/>
          </p:cNvSpPr>
          <p:nvPr>
            <p:ph type="sldNum" sz="quarter" idx="12"/>
          </p:nvPr>
        </p:nvSpPr>
        <p:spPr/>
        <p:txBody>
          <a:bodyPr/>
          <a:lstStyle/>
          <a:p>
            <a:fld id="{8FC21E99-CB6E-4E1C-8709-25BF64FEA530}" type="slidenum">
              <a:rPr lang="nl-NL" smtClean="0"/>
              <a:pPr/>
              <a:t>13</a:t>
            </a:fld>
            <a:endParaRPr lang="nl-NL"/>
          </a:p>
        </p:txBody>
      </p:sp>
      <p:pic>
        <p:nvPicPr>
          <p:cNvPr id="11" name="Picture 10">
            <a:extLst>
              <a:ext uri="{FF2B5EF4-FFF2-40B4-BE49-F238E27FC236}">
                <a16:creationId xmlns:a16="http://schemas.microsoft.com/office/drawing/2014/main" id="{D0DA1DF1-1A58-498C-870A-96D8C369F2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429" y="3764764"/>
            <a:ext cx="4092699" cy="2765337"/>
          </a:xfrm>
          <a:prstGeom prst="rect">
            <a:avLst/>
          </a:prstGeom>
        </p:spPr>
      </p:pic>
      <p:pic>
        <p:nvPicPr>
          <p:cNvPr id="13" name="Picture 12">
            <a:extLst>
              <a:ext uri="{FF2B5EF4-FFF2-40B4-BE49-F238E27FC236}">
                <a16:creationId xmlns:a16="http://schemas.microsoft.com/office/drawing/2014/main" id="{83652EE1-4615-47CC-B598-9DBDA8094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6650" y="3756382"/>
            <a:ext cx="3876675" cy="2619375"/>
          </a:xfrm>
          <a:prstGeom prst="rect">
            <a:avLst/>
          </a:prstGeom>
        </p:spPr>
      </p:pic>
      <p:pic>
        <p:nvPicPr>
          <p:cNvPr id="14" name="Picture 13">
            <a:extLst>
              <a:ext uri="{FF2B5EF4-FFF2-40B4-BE49-F238E27FC236}">
                <a16:creationId xmlns:a16="http://schemas.microsoft.com/office/drawing/2014/main" id="{1067DCC5-29CF-415C-B8EC-1A961BFF2554}"/>
              </a:ext>
            </a:extLst>
          </p:cNvPr>
          <p:cNvPicPr>
            <a:picLocks noChangeAspect="1"/>
          </p:cNvPicPr>
          <p:nvPr/>
        </p:nvPicPr>
        <p:blipFill>
          <a:blip r:embed="rId5"/>
          <a:stretch>
            <a:fillRect/>
          </a:stretch>
        </p:blipFill>
        <p:spPr>
          <a:xfrm>
            <a:off x="6358827" y="1574014"/>
            <a:ext cx="2476500" cy="4381500"/>
          </a:xfrm>
          <a:prstGeom prst="rect">
            <a:avLst/>
          </a:prstGeom>
          <a:ln w="38100">
            <a:solidFill>
              <a:srgbClr val="FF0000"/>
            </a:solidFill>
          </a:ln>
        </p:spPr>
      </p:pic>
      <p:sp>
        <p:nvSpPr>
          <p:cNvPr id="6" name="Footer Placeholder 5">
            <a:extLst>
              <a:ext uri="{FF2B5EF4-FFF2-40B4-BE49-F238E27FC236}">
                <a16:creationId xmlns:a16="http://schemas.microsoft.com/office/drawing/2014/main" id="{0672E0F0-D99C-0680-975E-D1E860447358}"/>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D3A57E6F-8476-DB43-B84A-5FEEAE26507C}"/>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61830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590416"/>
            <a:ext cx="8172450" cy="444500"/>
          </a:xfrm>
        </p:spPr>
        <p:txBody>
          <a:bodyPr>
            <a:normAutofit fontScale="90000"/>
          </a:bodyPr>
          <a:lstStyle/>
          <a:p>
            <a:pPr marL="0" indent="0"/>
            <a:r>
              <a:rPr lang="nl-NL" err="1"/>
              <a:t>Arguments</a:t>
            </a:r>
            <a:r>
              <a:rPr lang="nl-NL">
                <a:sym typeface="Wingdings" panose="05000000000000000000" pitchFamily="2" charset="2"/>
              </a:rPr>
              <a:t> </a:t>
            </a:r>
            <a:r>
              <a:rPr lang="nl-NL" sz="2000">
                <a:sym typeface="Wingdings" panose="05000000000000000000" pitchFamily="2" charset="2"/>
              </a:rPr>
              <a:t>((</a:t>
            </a:r>
            <a:r>
              <a:rPr lang="nl-NL" sz="2000" err="1">
                <a:sym typeface="Wingdings" panose="05000000000000000000" pitchFamily="2" charset="2"/>
              </a:rPr>
              <a:t>required</a:t>
            </a:r>
            <a:r>
              <a:rPr lang="nl-NL" sz="2000">
                <a:sym typeface="Wingdings" panose="05000000000000000000" pitchFamily="2" charset="2"/>
              </a:rPr>
              <a:t>) </a:t>
            </a:r>
            <a:r>
              <a:rPr lang="nl-NL" sz="2000" err="1">
                <a:sym typeface="Wingdings" panose="05000000000000000000" pitchFamily="2" charset="2"/>
              </a:rPr>
              <a:t>to</a:t>
            </a:r>
            <a:r>
              <a:rPr lang="nl-NL" sz="2000">
                <a:sym typeface="Wingdings" panose="05000000000000000000" pitchFamily="2" charset="2"/>
              </a:rPr>
              <a:t> </a:t>
            </a:r>
            <a:r>
              <a:rPr lang="nl-NL" sz="2000" err="1">
                <a:sym typeface="Wingdings" panose="05000000000000000000" pitchFamily="2" charset="2"/>
              </a:rPr>
              <a:t>be</a:t>
            </a:r>
            <a:r>
              <a:rPr lang="nl-NL" sz="2000">
                <a:sym typeface="Wingdings" panose="05000000000000000000" pitchFamily="2" charset="2"/>
              </a:rPr>
              <a:t> </a:t>
            </a:r>
            <a:r>
              <a:rPr lang="nl-NL" sz="2000" err="1">
                <a:sym typeface="Wingdings" panose="05000000000000000000" pitchFamily="2" charset="2"/>
              </a:rPr>
              <a:t>defined</a:t>
            </a:r>
            <a:r>
              <a:rPr lang="nl-NL" sz="2000">
                <a:sym typeface="Wingdings" panose="05000000000000000000" pitchFamily="2" charset="2"/>
              </a:rPr>
              <a:t> </a:t>
            </a:r>
            <a:r>
              <a:rPr lang="nl-NL" sz="2000" err="1">
                <a:sym typeface="Wingdings" panose="05000000000000000000" pitchFamily="2" charset="2"/>
              </a:rPr>
              <a:t>by</a:t>
            </a:r>
            <a:r>
              <a:rPr lang="nl-NL" sz="2000">
                <a:sym typeface="Wingdings" panose="05000000000000000000" pitchFamily="2" charset="2"/>
              </a:rPr>
              <a:t> user) </a:t>
            </a:r>
            <a:endParaRPr lang="nl-NL" sz="2000"/>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14</a:t>
            </a:fld>
            <a:endParaRPr lang="nl-NL"/>
          </a:p>
        </p:txBody>
      </p:sp>
      <p:graphicFrame>
        <p:nvGraphicFramePr>
          <p:cNvPr id="6" name="Table 5"/>
          <p:cNvGraphicFramePr>
            <a:graphicFrameLocks noGrp="1"/>
          </p:cNvGraphicFramePr>
          <p:nvPr>
            <p:extLst>
              <p:ext uri="{D42A27DB-BD31-4B8C-83A1-F6EECF244321}">
                <p14:modId xmlns:p14="http://schemas.microsoft.com/office/powerpoint/2010/main" val="2776380887"/>
              </p:ext>
            </p:extLst>
          </p:nvPr>
        </p:nvGraphicFramePr>
        <p:xfrm>
          <a:off x="251520" y="1009155"/>
          <a:ext cx="8640960" cy="6077994"/>
        </p:xfrm>
        <a:graphic>
          <a:graphicData uri="http://schemas.openxmlformats.org/drawingml/2006/table">
            <a:tbl>
              <a:tblPr firstRow="1" bandRow="1">
                <a:tableStyleId>{F5AB1C69-6EDB-4FF4-983F-18BD219EF322}</a:tableStyleId>
              </a:tblPr>
              <a:tblGrid>
                <a:gridCol w="1368152">
                  <a:extLst>
                    <a:ext uri="{9D8B030D-6E8A-4147-A177-3AD203B41FA5}">
                      <a16:colId xmlns:a16="http://schemas.microsoft.com/office/drawing/2014/main" val="20000"/>
                    </a:ext>
                  </a:extLst>
                </a:gridCol>
                <a:gridCol w="905785">
                  <a:extLst>
                    <a:ext uri="{9D8B030D-6E8A-4147-A177-3AD203B41FA5}">
                      <a16:colId xmlns:a16="http://schemas.microsoft.com/office/drawing/2014/main" val="20001"/>
                    </a:ext>
                  </a:extLst>
                </a:gridCol>
                <a:gridCol w="6367023">
                  <a:extLst>
                    <a:ext uri="{9D8B030D-6E8A-4147-A177-3AD203B41FA5}">
                      <a16:colId xmlns:a16="http://schemas.microsoft.com/office/drawing/2014/main" val="20002"/>
                    </a:ext>
                  </a:extLst>
                </a:gridCol>
              </a:tblGrid>
              <a:tr h="132720">
                <a:tc>
                  <a:txBody>
                    <a:bodyPr/>
                    <a:lstStyle/>
                    <a:p>
                      <a:r>
                        <a:rPr lang="nl-NL" sz="1400"/>
                        <a:t>Argument</a:t>
                      </a:r>
                      <a:endParaRPr lang="nl-NL" sz="1400">
                        <a:solidFill>
                          <a:schemeClr val="bg1"/>
                        </a:solidFill>
                      </a:endParaRPr>
                    </a:p>
                  </a:txBody>
                  <a:tcPr/>
                </a:tc>
                <a:tc>
                  <a:txBody>
                    <a:bodyPr/>
                    <a:lstStyle/>
                    <a:p>
                      <a:r>
                        <a:rPr lang="nl-NL" sz="1400"/>
                        <a:t>Type</a:t>
                      </a:r>
                    </a:p>
                  </a:txBody>
                  <a:tcPr/>
                </a:tc>
                <a:tc>
                  <a:txBody>
                    <a:bodyPr/>
                    <a:lstStyle/>
                    <a:p>
                      <a:r>
                        <a:rPr lang="nl-NL" sz="1400" err="1"/>
                        <a:t>Description</a:t>
                      </a:r>
                      <a:endParaRPr lang="nl-NL" sz="1400"/>
                    </a:p>
                  </a:txBody>
                  <a:tcPr/>
                </a:tc>
                <a:extLst>
                  <a:ext uri="{0D108BD9-81ED-4DB2-BD59-A6C34878D82A}">
                    <a16:rowId xmlns:a16="http://schemas.microsoft.com/office/drawing/2014/main" val="10000"/>
                  </a:ext>
                </a:extLst>
              </a:tr>
              <a:tr h="378067">
                <a:tc>
                  <a:txBody>
                    <a:bodyPr/>
                    <a:lstStyle/>
                    <a:p>
                      <a:r>
                        <a:rPr lang="en-US" sz="1400" err="1"/>
                        <a:t>frml.ia</a:t>
                      </a:r>
                      <a:endParaRPr lang="nl-NL" sz="1400" b="1">
                        <a:solidFill>
                          <a:schemeClr val="accent4">
                            <a:lumMod val="50000"/>
                          </a:schemeClr>
                        </a:solidFill>
                      </a:endParaRPr>
                    </a:p>
                  </a:txBody>
                  <a:tcPr/>
                </a:tc>
                <a:tc>
                  <a:txBody>
                    <a:bodyPr/>
                    <a:lstStyle/>
                    <a:p>
                      <a:r>
                        <a:rPr lang="nl-NL" sz="1400" err="1"/>
                        <a:t>formula</a:t>
                      </a:r>
                      <a:endParaRPr lang="nl-NL" sz="1400"/>
                    </a:p>
                  </a:txBody>
                  <a:tcPr/>
                </a:tc>
                <a:tc>
                  <a:txBody>
                    <a:bodyPr/>
                    <a:lstStyle/>
                    <a:p>
                      <a:r>
                        <a:rPr lang="nl-NL" sz="1400" err="1"/>
                        <a:t>Define</a:t>
                      </a:r>
                      <a:r>
                        <a:rPr lang="nl-NL" sz="1400"/>
                        <a:t> </a:t>
                      </a:r>
                      <a:r>
                        <a:rPr lang="nl-NL" sz="1400" err="1"/>
                        <a:t>variable</a:t>
                      </a:r>
                      <a:r>
                        <a:rPr lang="nl-NL" sz="1400"/>
                        <a:t> </a:t>
                      </a:r>
                      <a:r>
                        <a:rPr lang="nl-NL" sz="1400" err="1"/>
                        <a:t>to</a:t>
                      </a:r>
                      <a:r>
                        <a:rPr lang="nl-NL" sz="1400"/>
                        <a:t> model</a:t>
                      </a:r>
                      <a:r>
                        <a:rPr lang="nl-NL" sz="1400" baseline="0"/>
                        <a:t> </a:t>
                      </a:r>
                      <a:r>
                        <a:rPr lang="nl-NL" sz="1400" baseline="0" err="1"/>
                        <a:t>habitual</a:t>
                      </a:r>
                      <a:r>
                        <a:rPr lang="nl-NL" sz="1400" baseline="0"/>
                        <a:t> intake (e.g. response)</a:t>
                      </a:r>
                    </a:p>
                    <a:p>
                      <a:r>
                        <a:rPr lang="nl-NL" sz="1400" baseline="0"/>
                        <a:t>Age-</a:t>
                      </a:r>
                      <a:r>
                        <a:rPr lang="nl-NL" sz="1400" baseline="0" err="1"/>
                        <a:t>dependent</a:t>
                      </a:r>
                      <a:r>
                        <a:rPr lang="nl-NL" sz="1400" baseline="0"/>
                        <a:t> </a:t>
                      </a:r>
                      <a:r>
                        <a:rPr lang="nl-NL" sz="1400" baseline="0" err="1"/>
                        <a:t>modeling</a:t>
                      </a:r>
                      <a:r>
                        <a:rPr lang="nl-NL" sz="1400" baseline="0"/>
                        <a:t>:     </a:t>
                      </a:r>
                      <a:r>
                        <a:rPr lang="nl-NL" sz="1400" baseline="0" err="1"/>
                        <a:t>frml.ia</a:t>
                      </a:r>
                      <a:r>
                        <a:rPr lang="nl-NL" sz="1400" baseline="0"/>
                        <a:t>=response ~</a:t>
                      </a:r>
                      <a:r>
                        <a:rPr lang="nl-NL" sz="1400" baseline="0" err="1"/>
                        <a:t>fp</a:t>
                      </a:r>
                      <a:r>
                        <a:rPr lang="nl-NL" sz="1400" baseline="0"/>
                        <a:t>(</a:t>
                      </a:r>
                      <a:r>
                        <a:rPr lang="nl-NL" sz="1400" baseline="0" err="1"/>
                        <a:t>age</a:t>
                      </a:r>
                      <a:r>
                        <a:rPr lang="nl-NL" sz="1400" baseline="0"/>
                        <a:t>)</a:t>
                      </a:r>
                    </a:p>
                    <a:p>
                      <a:r>
                        <a:rPr lang="nl-NL" sz="1400" baseline="0"/>
                        <a:t>Age-independent </a:t>
                      </a:r>
                      <a:r>
                        <a:rPr lang="nl-NL" sz="1400" baseline="0" err="1"/>
                        <a:t>modeling</a:t>
                      </a:r>
                      <a:r>
                        <a:rPr lang="nl-NL" sz="1400" baseline="0"/>
                        <a:t>:  </a:t>
                      </a:r>
                      <a:r>
                        <a:rPr lang="nl-NL" sz="1400" baseline="0" err="1"/>
                        <a:t>frml.ia</a:t>
                      </a:r>
                      <a:r>
                        <a:rPr lang="nl-NL" sz="1400" baseline="0"/>
                        <a:t>=response ~1</a:t>
                      </a:r>
                      <a:endParaRPr lang="nl-NL" sz="140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1"/>
                  </a:ext>
                </a:extLst>
              </a:tr>
              <a:tr h="494021">
                <a:tc>
                  <a:txBody>
                    <a:bodyPr/>
                    <a:lstStyle/>
                    <a:p>
                      <a:r>
                        <a:rPr lang="en-US" sz="1400" err="1"/>
                        <a:t>frml.if</a:t>
                      </a:r>
                      <a:r>
                        <a:rPr lang="en-US" sz="1400"/>
                        <a:t> </a:t>
                      </a:r>
                      <a:endParaRPr lang="nl-NL" sz="1400" b="1">
                        <a:solidFill>
                          <a:schemeClr val="accent4">
                            <a:lumMod val="50000"/>
                          </a:schemeClr>
                        </a:solidFill>
                      </a:endParaRPr>
                    </a:p>
                  </a:txBody>
                  <a:tcPr/>
                </a:tc>
                <a:tc>
                  <a:txBody>
                    <a:bodyPr/>
                    <a:lstStyle/>
                    <a:p>
                      <a:r>
                        <a:rPr lang="nl-NL" sz="1400"/>
                        <a:t>string</a:t>
                      </a:r>
                    </a:p>
                  </a:txBody>
                  <a:tcPr/>
                </a:tc>
                <a:tc>
                  <a:txBody>
                    <a:bodyPr/>
                    <a:lstStyle/>
                    <a:p>
                      <a:r>
                        <a:rPr lang="nl-NL" sz="1400"/>
                        <a:t>For </a:t>
                      </a:r>
                      <a:r>
                        <a:rPr lang="nl-NL" sz="1400" err="1"/>
                        <a:t>daily</a:t>
                      </a:r>
                      <a:r>
                        <a:rPr lang="nl-NL" sz="1400"/>
                        <a:t> intakes:</a:t>
                      </a:r>
                    </a:p>
                    <a:p>
                      <a:r>
                        <a:rPr lang="nl-NL" sz="1400" err="1"/>
                        <a:t>frml.if</a:t>
                      </a:r>
                      <a:r>
                        <a:rPr lang="nl-NL" sz="1400"/>
                        <a:t>=“</a:t>
                      </a:r>
                      <a:r>
                        <a:rPr lang="nl-NL" sz="1400" err="1"/>
                        <a:t>no.if</a:t>
                      </a:r>
                      <a:r>
                        <a:rPr lang="nl-NL" sz="1400"/>
                        <a:t>”</a:t>
                      </a:r>
                      <a:endParaRPr lang="nl-NL" sz="140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2"/>
                  </a:ext>
                </a:extLst>
              </a:tr>
              <a:tr h="378067">
                <a:tc>
                  <a:txBody>
                    <a:bodyPr/>
                    <a:lstStyle/>
                    <a:p>
                      <a:r>
                        <a:rPr lang="en-US" sz="1400"/>
                        <a:t>data</a:t>
                      </a:r>
                      <a:endParaRPr lang="nl-NL" sz="1400" b="1">
                        <a:solidFill>
                          <a:schemeClr val="accent4">
                            <a:lumMod val="50000"/>
                          </a:schemeClr>
                        </a:solidFill>
                      </a:endParaRPr>
                    </a:p>
                  </a:txBody>
                  <a:tcPr/>
                </a:tc>
                <a:tc>
                  <a:txBody>
                    <a:bodyPr/>
                    <a:lstStyle/>
                    <a:p>
                      <a:r>
                        <a:rPr lang="nl-NL" sz="1400"/>
                        <a:t>data frame</a:t>
                      </a:r>
                    </a:p>
                  </a:txBody>
                  <a:tcPr/>
                </a:tc>
                <a:tc>
                  <a:txBody>
                    <a:bodyPr/>
                    <a:lstStyle/>
                    <a:p>
                      <a:r>
                        <a:rPr lang="nl-NL" sz="1400" err="1"/>
                        <a:t>Define</a:t>
                      </a:r>
                      <a:r>
                        <a:rPr lang="nl-NL" sz="1400"/>
                        <a:t> name of dataset in R</a:t>
                      </a:r>
                      <a:r>
                        <a:rPr lang="nl-NL" sz="1400" baseline="0"/>
                        <a:t> </a:t>
                      </a:r>
                      <a:r>
                        <a:rPr lang="nl-NL" sz="1400" baseline="0" err="1"/>
                        <a:t>used</a:t>
                      </a:r>
                      <a:r>
                        <a:rPr lang="nl-NL" sz="1400" baseline="0"/>
                        <a:t> in analysis (e.g. DNFCS)</a:t>
                      </a:r>
                    </a:p>
                    <a:p>
                      <a:r>
                        <a:rPr lang="nl-NL" sz="1400" baseline="0"/>
                        <a:t>Data=</a:t>
                      </a:r>
                      <a:r>
                        <a:rPr lang="nl-NL" sz="1400" baseline="0" err="1"/>
                        <a:t>DNFCSmanual</a:t>
                      </a:r>
                      <a:endParaRPr lang="nl-NL" sz="140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3"/>
                  </a:ext>
                </a:extLst>
              </a:tr>
              <a:tr h="652554">
                <a:tc>
                  <a:txBody>
                    <a:bodyPr/>
                    <a:lstStyle/>
                    <a:p>
                      <a:r>
                        <a:rPr lang="en-US" sz="1400" err="1"/>
                        <a:t>min.age</a:t>
                      </a:r>
                      <a:r>
                        <a:rPr lang="en-US" sz="1400"/>
                        <a:t> </a:t>
                      </a:r>
                      <a:endParaRPr lang="nl-NL" sz="1400" b="1">
                        <a:solidFill>
                          <a:schemeClr val="accent4">
                            <a:lumMod val="50000"/>
                          </a:schemeClr>
                        </a:solidFill>
                      </a:endParaRPr>
                    </a:p>
                  </a:txBody>
                  <a:tcPr/>
                </a:tc>
                <a:tc>
                  <a:txBody>
                    <a:bodyPr/>
                    <a:lstStyle/>
                    <a:p>
                      <a:r>
                        <a:rPr lang="nl-NL" sz="1400" err="1"/>
                        <a:t>number</a:t>
                      </a:r>
                      <a:endParaRPr lang="nl-NL" sz="1400"/>
                    </a:p>
                  </a:txBody>
                  <a:tcPr/>
                </a:tc>
                <a:tc>
                  <a:txBody>
                    <a:bodyPr/>
                    <a:lstStyle/>
                    <a:p>
                      <a:r>
                        <a:rPr lang="nl-NL" sz="1400" err="1"/>
                        <a:t>Define</a:t>
                      </a:r>
                      <a:r>
                        <a:rPr lang="nl-NL" sz="1400"/>
                        <a:t> minimum </a:t>
                      </a:r>
                      <a:r>
                        <a:rPr lang="nl-NL" sz="1400" err="1"/>
                        <a:t>age</a:t>
                      </a:r>
                      <a:r>
                        <a:rPr lang="nl-NL" sz="1400"/>
                        <a:t> </a:t>
                      </a:r>
                      <a:r>
                        <a:rPr lang="nl-NL" sz="1400" err="1"/>
                        <a:t>to</a:t>
                      </a:r>
                      <a:r>
                        <a:rPr lang="nl-NL" sz="1400"/>
                        <a:t> </a:t>
                      </a:r>
                      <a:r>
                        <a:rPr lang="nl-NL" sz="1400" err="1"/>
                        <a:t>be</a:t>
                      </a:r>
                      <a:r>
                        <a:rPr lang="nl-NL" sz="1400"/>
                        <a:t> </a:t>
                      </a:r>
                      <a:r>
                        <a:rPr lang="nl-NL" sz="1400" err="1"/>
                        <a:t>used</a:t>
                      </a:r>
                      <a:r>
                        <a:rPr lang="nl-NL" sz="1400" baseline="0"/>
                        <a:t> in analysis (e.g. 1; </a:t>
                      </a:r>
                      <a:r>
                        <a:rPr lang="nl-NL" sz="1400" baseline="0" err="1"/>
                        <a:t>not</a:t>
                      </a:r>
                      <a:r>
                        <a:rPr lang="nl-NL" sz="1400" baseline="0"/>
                        <a:t> </a:t>
                      </a:r>
                      <a:r>
                        <a:rPr lang="nl-NL" sz="1400" baseline="0" err="1"/>
                        <a:t>necessarily</a:t>
                      </a:r>
                      <a:r>
                        <a:rPr lang="nl-NL" sz="1400" baseline="0"/>
                        <a:t> minimum </a:t>
                      </a:r>
                      <a:r>
                        <a:rPr lang="nl-NL" sz="1400" baseline="0" err="1"/>
                        <a:t>age</a:t>
                      </a:r>
                      <a:r>
                        <a:rPr lang="nl-NL" sz="1400" baseline="0"/>
                        <a:t> in dataset)</a:t>
                      </a:r>
                    </a:p>
                    <a:p>
                      <a:r>
                        <a:rPr lang="nl-NL" sz="1400" baseline="0" err="1"/>
                        <a:t>min.age</a:t>
                      </a:r>
                      <a:r>
                        <a:rPr lang="nl-NL" sz="1400" baseline="0"/>
                        <a:t>=1</a:t>
                      </a:r>
                      <a:endParaRPr lang="nl-NL" sz="1400"/>
                    </a:p>
                  </a:txBody>
                  <a:tcPr/>
                </a:tc>
                <a:extLst>
                  <a:ext uri="{0D108BD9-81ED-4DB2-BD59-A6C34878D82A}">
                    <a16:rowId xmlns:a16="http://schemas.microsoft.com/office/drawing/2014/main" val="10004"/>
                  </a:ext>
                </a:extLst>
              </a:tr>
              <a:tr h="618438">
                <a:tc>
                  <a:txBody>
                    <a:bodyPr/>
                    <a:lstStyle/>
                    <a:p>
                      <a:r>
                        <a:rPr lang="en-US" sz="1400" err="1"/>
                        <a:t>max.age</a:t>
                      </a:r>
                      <a:r>
                        <a:rPr lang="en-US" sz="1400"/>
                        <a:t> </a:t>
                      </a:r>
                      <a:endParaRPr lang="nl-NL" sz="1400" b="1">
                        <a:solidFill>
                          <a:schemeClr val="accent4">
                            <a:lumMod val="50000"/>
                          </a:schemeClr>
                        </a:solidFill>
                      </a:endParaRPr>
                    </a:p>
                  </a:txBody>
                  <a:tcPr/>
                </a:tc>
                <a:tc>
                  <a:txBody>
                    <a:bodyPr/>
                    <a:lstStyle/>
                    <a:p>
                      <a:r>
                        <a:rPr lang="nl-NL" sz="1400" err="1"/>
                        <a:t>number</a:t>
                      </a:r>
                      <a:endParaRPr lang="nl-NL" sz="1400"/>
                    </a:p>
                  </a:txBody>
                  <a:tcPr/>
                </a:tc>
                <a:tc>
                  <a:txBody>
                    <a:bodyPr/>
                    <a:lstStyle/>
                    <a:p>
                      <a:r>
                        <a:rPr lang="nl-NL" sz="1400" err="1"/>
                        <a:t>Define</a:t>
                      </a:r>
                      <a:r>
                        <a:rPr lang="nl-NL" sz="1400"/>
                        <a:t> minimum </a:t>
                      </a:r>
                      <a:r>
                        <a:rPr lang="nl-NL" sz="1400" err="1"/>
                        <a:t>age</a:t>
                      </a:r>
                      <a:r>
                        <a:rPr lang="nl-NL" sz="1400"/>
                        <a:t> </a:t>
                      </a:r>
                      <a:r>
                        <a:rPr lang="nl-NL" sz="1400" err="1"/>
                        <a:t>to</a:t>
                      </a:r>
                      <a:r>
                        <a:rPr lang="nl-NL" sz="1400"/>
                        <a:t> </a:t>
                      </a:r>
                      <a:r>
                        <a:rPr lang="nl-NL" sz="1400" err="1"/>
                        <a:t>be</a:t>
                      </a:r>
                      <a:r>
                        <a:rPr lang="nl-NL" sz="1400"/>
                        <a:t> </a:t>
                      </a:r>
                      <a:r>
                        <a:rPr lang="nl-NL" sz="1400" err="1"/>
                        <a:t>used</a:t>
                      </a:r>
                      <a:r>
                        <a:rPr lang="nl-NL" sz="1400" baseline="0"/>
                        <a:t> in analysis (e.g. 79; </a:t>
                      </a:r>
                      <a:r>
                        <a:rPr lang="nl-NL" sz="1400" baseline="0" err="1"/>
                        <a:t>not</a:t>
                      </a:r>
                      <a:r>
                        <a:rPr lang="nl-NL" sz="1400" baseline="0"/>
                        <a:t> </a:t>
                      </a:r>
                      <a:r>
                        <a:rPr lang="nl-NL" sz="1400" baseline="0" err="1"/>
                        <a:t>necessarily</a:t>
                      </a:r>
                      <a:r>
                        <a:rPr lang="nl-NL" sz="1400" baseline="0"/>
                        <a:t> minimum </a:t>
                      </a:r>
                      <a:r>
                        <a:rPr lang="nl-NL" sz="1400" baseline="0" err="1"/>
                        <a:t>age</a:t>
                      </a:r>
                      <a:r>
                        <a:rPr lang="nl-NL" sz="1400" baseline="0"/>
                        <a:t> in dataset)</a:t>
                      </a:r>
                    </a:p>
                    <a:p>
                      <a:r>
                        <a:rPr lang="nl-NL" sz="1400" baseline="0" err="1"/>
                        <a:t>max.age</a:t>
                      </a:r>
                      <a:r>
                        <a:rPr lang="nl-NL" sz="1400" baseline="0"/>
                        <a:t>=79</a:t>
                      </a:r>
                      <a:endParaRPr lang="nl-NL" sz="1400"/>
                    </a:p>
                  </a:txBody>
                  <a:tcPr/>
                </a:tc>
                <a:extLst>
                  <a:ext uri="{0D108BD9-81ED-4DB2-BD59-A6C34878D82A}">
                    <a16:rowId xmlns:a16="http://schemas.microsoft.com/office/drawing/2014/main" val="10005"/>
                  </a:ext>
                </a:extLst>
              </a:tr>
              <a:tr h="652554">
                <a:tc>
                  <a:txBody>
                    <a:bodyPr/>
                    <a:lstStyle/>
                    <a:p>
                      <a:r>
                        <a:rPr lang="en-US" sz="1400" err="1"/>
                        <a:t>sex.label</a:t>
                      </a:r>
                      <a:r>
                        <a:rPr lang="en-US" sz="1400"/>
                        <a:t> </a:t>
                      </a:r>
                      <a:endParaRPr lang="nl-NL" sz="1400" b="1">
                        <a:solidFill>
                          <a:schemeClr val="accent4">
                            <a:lumMod val="50000"/>
                          </a:schemeClr>
                        </a:solidFill>
                      </a:endParaRPr>
                    </a:p>
                  </a:txBody>
                  <a:tcPr/>
                </a:tc>
                <a:tc>
                  <a:txBody>
                    <a:bodyPr/>
                    <a:lstStyle/>
                    <a:p>
                      <a:r>
                        <a:rPr lang="nl-NL" sz="1400"/>
                        <a:t>string</a:t>
                      </a:r>
                    </a:p>
                  </a:txBody>
                  <a:tcPr/>
                </a:tc>
                <a:tc>
                  <a:txBody>
                    <a:bodyPr/>
                    <a:lstStyle/>
                    <a:p>
                      <a:r>
                        <a:rPr lang="nl-NL" sz="1400" err="1"/>
                        <a:t>Define</a:t>
                      </a:r>
                      <a:r>
                        <a:rPr lang="nl-NL" sz="1400"/>
                        <a:t> gender </a:t>
                      </a:r>
                      <a:r>
                        <a:rPr lang="nl-NL" sz="1400" err="1"/>
                        <a:t>to</a:t>
                      </a:r>
                      <a:r>
                        <a:rPr lang="nl-NL" sz="1400"/>
                        <a:t> </a:t>
                      </a:r>
                      <a:r>
                        <a:rPr lang="nl-NL" sz="1400" err="1"/>
                        <a:t>be</a:t>
                      </a:r>
                      <a:r>
                        <a:rPr lang="nl-NL" sz="1400"/>
                        <a:t> </a:t>
                      </a:r>
                      <a:r>
                        <a:rPr lang="nl-NL" sz="1400" err="1"/>
                        <a:t>used</a:t>
                      </a:r>
                      <a:r>
                        <a:rPr lang="nl-NL" sz="1400" baseline="0"/>
                        <a:t> in analysis, 3 options:</a:t>
                      </a:r>
                    </a:p>
                    <a:p>
                      <a:r>
                        <a:rPr lang="nl-NL" sz="1400" baseline="0" err="1"/>
                        <a:t>sex.label</a:t>
                      </a:r>
                      <a:r>
                        <a:rPr lang="nl-NL" sz="1400" baseline="0"/>
                        <a:t>=“male” or </a:t>
                      </a:r>
                      <a:r>
                        <a:rPr lang="nl-NL" sz="1400" baseline="0" err="1"/>
                        <a:t>sex.label</a:t>
                      </a:r>
                      <a:r>
                        <a:rPr lang="nl-NL" sz="1400" baseline="0"/>
                        <a:t>=“men”</a:t>
                      </a:r>
                    </a:p>
                    <a:p>
                      <a:r>
                        <a:rPr lang="nl-NL" sz="1400" baseline="0" err="1"/>
                        <a:t>sex.label</a:t>
                      </a:r>
                      <a:r>
                        <a:rPr lang="nl-NL" sz="1400" baseline="0"/>
                        <a:t>=“</a:t>
                      </a:r>
                      <a:r>
                        <a:rPr lang="nl-NL" sz="1400" baseline="0" err="1"/>
                        <a:t>female</a:t>
                      </a:r>
                      <a:r>
                        <a:rPr lang="nl-NL" sz="1400" baseline="0"/>
                        <a:t>” or </a:t>
                      </a:r>
                      <a:r>
                        <a:rPr lang="nl-NL" sz="1400" baseline="0" err="1"/>
                        <a:t>sex.label</a:t>
                      </a:r>
                      <a:r>
                        <a:rPr lang="nl-NL" sz="1400" baseline="0"/>
                        <a:t>=“</a:t>
                      </a:r>
                      <a:r>
                        <a:rPr lang="nl-NL" sz="1400" baseline="0" err="1"/>
                        <a:t>women</a:t>
                      </a:r>
                      <a:r>
                        <a:rPr lang="nl-NL" sz="1400" baseline="0"/>
                        <a:t>”</a:t>
                      </a:r>
                    </a:p>
                    <a:p>
                      <a:r>
                        <a:rPr lang="nl-NL" sz="1400" baseline="0" err="1"/>
                        <a:t>sex.label</a:t>
                      </a:r>
                      <a:r>
                        <a:rPr lang="nl-NL" sz="1400" baseline="0"/>
                        <a:t>=“</a:t>
                      </a:r>
                      <a:r>
                        <a:rPr lang="nl-NL" sz="1400" baseline="0" err="1"/>
                        <a:t>both</a:t>
                      </a:r>
                      <a:r>
                        <a:rPr lang="nl-NL" sz="1400" baseline="0"/>
                        <a:t>”</a:t>
                      </a:r>
                    </a:p>
                    <a:p>
                      <a:r>
                        <a:rPr lang="nl-NL" sz="1400"/>
                        <a:t>(</a:t>
                      </a:r>
                      <a:r>
                        <a:rPr lang="nl-NL" sz="1400" err="1"/>
                        <a:t>be</a:t>
                      </a:r>
                      <a:r>
                        <a:rPr lang="nl-NL" sz="1400"/>
                        <a:t> </a:t>
                      </a:r>
                      <a:r>
                        <a:rPr lang="nl-NL" sz="1400" err="1"/>
                        <a:t>aware</a:t>
                      </a:r>
                      <a:r>
                        <a:rPr lang="nl-NL" sz="1400"/>
                        <a:t> in dataset: </a:t>
                      </a:r>
                      <a:r>
                        <a:rPr lang="nl-NL" sz="1400" err="1"/>
                        <a:t>sex</a:t>
                      </a:r>
                      <a:r>
                        <a:rPr lang="nl-NL" sz="1400"/>
                        <a:t>=1</a:t>
                      </a:r>
                      <a:r>
                        <a:rPr lang="nl-NL" sz="1400" baseline="0"/>
                        <a:t> male; </a:t>
                      </a:r>
                      <a:r>
                        <a:rPr lang="nl-NL" sz="1400" baseline="0" err="1"/>
                        <a:t>sex</a:t>
                      </a:r>
                      <a:r>
                        <a:rPr lang="nl-NL" sz="1400" baseline="0"/>
                        <a:t>=2 </a:t>
                      </a:r>
                      <a:r>
                        <a:rPr lang="nl-NL" sz="1400" baseline="0" err="1"/>
                        <a:t>female</a:t>
                      </a:r>
                      <a:r>
                        <a:rPr lang="nl-NL" sz="1400" baseline="0"/>
                        <a:t>)</a:t>
                      </a:r>
                      <a:endParaRPr lang="nl-NL" sz="1400"/>
                    </a:p>
                  </a:txBody>
                  <a:tcPr/>
                </a:tc>
                <a:extLst>
                  <a:ext uri="{0D108BD9-81ED-4DB2-BD59-A6C34878D82A}">
                    <a16:rowId xmlns:a16="http://schemas.microsoft.com/office/drawing/2014/main" val="10006"/>
                  </a:ext>
                </a:extLst>
              </a:tr>
              <a:tr h="652554">
                <a:tc>
                  <a:txBody>
                    <a:bodyPr/>
                    <a:lstStyle/>
                    <a:p>
                      <a:r>
                        <a:rPr lang="en-US" sz="1400"/>
                        <a:t>seed</a:t>
                      </a:r>
                      <a:endParaRPr lang="nl-NL" sz="1400" b="1">
                        <a:solidFill>
                          <a:schemeClr val="accent4">
                            <a:lumMod val="50000"/>
                          </a:schemeClr>
                        </a:solidFill>
                      </a:endParaRPr>
                    </a:p>
                  </a:txBody>
                  <a:tcPr/>
                </a:tc>
                <a:tc>
                  <a:txBody>
                    <a:bodyPr/>
                    <a:lstStyle/>
                    <a:p>
                      <a:r>
                        <a:rPr lang="nl-NL" sz="1400" err="1"/>
                        <a:t>number</a:t>
                      </a:r>
                      <a:endParaRPr lang="nl-NL" sz="1400"/>
                    </a:p>
                  </a:txBody>
                  <a:tcPr/>
                </a:tc>
                <a:tc>
                  <a:txBody>
                    <a:bodyPr/>
                    <a:lstStyle/>
                    <a:p>
                      <a:r>
                        <a:rPr lang="en-US" sz="1400"/>
                        <a:t>A number to set the seed of the random generator. This variable guarantees the reproducibility of the results, with the same settings and data.</a:t>
                      </a:r>
                      <a:endParaRPr lang="nl-NL" sz="1400"/>
                    </a:p>
                  </a:txBody>
                  <a:tcPr/>
                </a:tc>
                <a:extLst>
                  <a:ext uri="{0D108BD9-81ED-4DB2-BD59-A6C34878D82A}">
                    <a16:rowId xmlns:a16="http://schemas.microsoft.com/office/drawing/2014/main" val="3115284822"/>
                  </a:ext>
                </a:extLst>
              </a:tr>
              <a:tr h="652554">
                <a:tc>
                  <a:txBody>
                    <a:bodyPr/>
                    <a:lstStyle/>
                    <a:p>
                      <a:r>
                        <a:rPr lang="nl-NL" sz="1400" err="1"/>
                        <a:t>spade.output.path</a:t>
                      </a:r>
                      <a:endParaRPr lang="nl-NL" sz="1400" b="1">
                        <a:solidFill>
                          <a:schemeClr val="accent4">
                            <a:lumMod val="50000"/>
                          </a:schemeClr>
                        </a:solidFill>
                        <a:latin typeface="Lucida Console" panose="020B0609040504020204" pitchFamily="49" charset="0"/>
                      </a:endParaRPr>
                    </a:p>
                  </a:txBody>
                  <a:tcPr/>
                </a:tc>
                <a:tc>
                  <a:txBody>
                    <a:bodyPr/>
                    <a:lstStyle/>
                    <a:p>
                      <a:r>
                        <a:rPr lang="nl-NL" sz="1400"/>
                        <a:t>string</a:t>
                      </a:r>
                    </a:p>
                  </a:txBody>
                  <a:tcPr/>
                </a:tc>
                <a:tc>
                  <a:txBody>
                    <a:bodyPr/>
                    <a:lstStyle/>
                    <a:p>
                      <a:r>
                        <a:rPr lang="nl-NL" sz="1400" err="1"/>
                        <a:t>Path</a:t>
                      </a:r>
                      <a:r>
                        <a:rPr lang="nl-NL" sz="1400"/>
                        <a:t> </a:t>
                      </a:r>
                      <a:r>
                        <a:rPr lang="nl-NL" sz="1400" err="1"/>
                        <a:t>to</a:t>
                      </a:r>
                      <a:r>
                        <a:rPr lang="nl-NL" sz="1400"/>
                        <a:t> </a:t>
                      </a:r>
                      <a:r>
                        <a:rPr lang="nl-NL" sz="1400" err="1"/>
                        <a:t>the</a:t>
                      </a:r>
                      <a:r>
                        <a:rPr lang="nl-NL" sz="1400"/>
                        <a:t> folder </a:t>
                      </a:r>
                      <a:r>
                        <a:rPr lang="nl-NL" sz="1400" err="1"/>
                        <a:t>where</a:t>
                      </a:r>
                      <a:r>
                        <a:rPr lang="nl-NL" sz="1400"/>
                        <a:t> SPADE </a:t>
                      </a:r>
                      <a:r>
                        <a:rPr lang="nl-NL" sz="1400" err="1"/>
                        <a:t>creates</a:t>
                      </a:r>
                      <a:r>
                        <a:rPr lang="nl-NL" sz="1400"/>
                        <a:t> output folders</a:t>
                      </a:r>
                    </a:p>
                  </a:txBody>
                  <a:tcPr/>
                </a:tc>
                <a:extLst>
                  <a:ext uri="{0D108BD9-81ED-4DB2-BD59-A6C34878D82A}">
                    <a16:rowId xmlns:a16="http://schemas.microsoft.com/office/drawing/2014/main" val="2860639970"/>
                  </a:ext>
                </a:extLst>
              </a:tr>
            </a:tbl>
          </a:graphicData>
        </a:graphic>
      </p:graphicFrame>
      <p:sp>
        <p:nvSpPr>
          <p:cNvPr id="7" name="Footer Placeholder 6">
            <a:extLst>
              <a:ext uri="{FF2B5EF4-FFF2-40B4-BE49-F238E27FC236}">
                <a16:creationId xmlns:a16="http://schemas.microsoft.com/office/drawing/2014/main" id="{CEBC0911-50EA-C4DB-9301-8C5281860306}"/>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B3456919-E31B-639D-89A3-A5568303D5B6}"/>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2576683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FDB157E-60B9-490E-97CB-00BABE8CC783}"/>
              </a:ext>
            </a:extLst>
          </p:cNvPr>
          <p:cNvSpPr>
            <a:spLocks noGrp="1"/>
          </p:cNvSpPr>
          <p:nvPr>
            <p:ph idx="1"/>
          </p:nvPr>
        </p:nvSpPr>
        <p:spPr/>
        <p:txBody>
          <a:bodyPr/>
          <a:lstStyle/>
          <a:p>
            <a:endParaRPr lang="nl-NL"/>
          </a:p>
        </p:txBody>
      </p:sp>
      <p:sp>
        <p:nvSpPr>
          <p:cNvPr id="2" name="Title 1">
            <a:extLst>
              <a:ext uri="{FF2B5EF4-FFF2-40B4-BE49-F238E27FC236}">
                <a16:creationId xmlns:a16="http://schemas.microsoft.com/office/drawing/2014/main" id="{6983C6B5-5973-4413-B188-BD8B0FB1E038}"/>
              </a:ext>
            </a:extLst>
          </p:cNvPr>
          <p:cNvSpPr>
            <a:spLocks noGrp="1"/>
          </p:cNvSpPr>
          <p:nvPr>
            <p:ph type="title"/>
          </p:nvPr>
        </p:nvSpPr>
        <p:spPr>
          <a:xfrm>
            <a:off x="458373" y="719415"/>
            <a:ext cx="8192691" cy="948047"/>
          </a:xfrm>
        </p:spPr>
        <p:txBody>
          <a:bodyPr>
            <a:normAutofit/>
          </a:bodyPr>
          <a:lstStyle/>
          <a:p>
            <a:r>
              <a:rPr lang="en-GB"/>
              <a:t>In R script</a:t>
            </a:r>
          </a:p>
        </p:txBody>
      </p:sp>
      <p:sp>
        <p:nvSpPr>
          <p:cNvPr id="5" name="Slide Number Placeholder 4">
            <a:extLst>
              <a:ext uri="{FF2B5EF4-FFF2-40B4-BE49-F238E27FC236}">
                <a16:creationId xmlns:a16="http://schemas.microsoft.com/office/drawing/2014/main" id="{8DFE1415-7CC1-4A26-B72E-0FA5B06C45BA}"/>
              </a:ext>
            </a:extLst>
          </p:cNvPr>
          <p:cNvSpPr>
            <a:spLocks noGrp="1"/>
          </p:cNvSpPr>
          <p:nvPr>
            <p:ph type="sldNum" sz="quarter" idx="12"/>
          </p:nvPr>
        </p:nvSpPr>
        <p:spPr/>
        <p:txBody>
          <a:bodyPr/>
          <a:lstStyle/>
          <a:p>
            <a:fld id="{8FC21E99-CB6E-4E1C-8709-25BF64FEA530}" type="slidenum">
              <a:rPr lang="nl-NL" smtClean="0"/>
              <a:pPr/>
              <a:t>15</a:t>
            </a:fld>
            <a:endParaRPr lang="nl-NL"/>
          </a:p>
        </p:txBody>
      </p:sp>
      <p:pic>
        <p:nvPicPr>
          <p:cNvPr id="7" name="Picture 6">
            <a:extLst>
              <a:ext uri="{FF2B5EF4-FFF2-40B4-BE49-F238E27FC236}">
                <a16:creationId xmlns:a16="http://schemas.microsoft.com/office/drawing/2014/main" id="{E6BE05D9-CB93-473F-9752-67255ECED78F}"/>
              </a:ext>
            </a:extLst>
          </p:cNvPr>
          <p:cNvPicPr>
            <a:picLocks noChangeAspect="1"/>
          </p:cNvPicPr>
          <p:nvPr/>
        </p:nvPicPr>
        <p:blipFill>
          <a:blip r:embed="rId3"/>
          <a:stretch>
            <a:fillRect/>
          </a:stretch>
        </p:blipFill>
        <p:spPr>
          <a:xfrm>
            <a:off x="6790840" y="5977124"/>
            <a:ext cx="2310297" cy="871810"/>
          </a:xfrm>
          <a:prstGeom prst="rect">
            <a:avLst/>
          </a:prstGeom>
        </p:spPr>
      </p:pic>
      <p:sp>
        <p:nvSpPr>
          <p:cNvPr id="3" name="Footer Placeholder 2">
            <a:extLst>
              <a:ext uri="{FF2B5EF4-FFF2-40B4-BE49-F238E27FC236}">
                <a16:creationId xmlns:a16="http://schemas.microsoft.com/office/drawing/2014/main" id="{F2EE3DD8-C197-7983-B206-7FB9AF0A9D82}"/>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E125B07F-6C5E-716B-ADBB-1BA1129ADA3E}"/>
              </a:ext>
            </a:extLst>
          </p:cNvPr>
          <p:cNvSpPr>
            <a:spLocks noGrp="1"/>
          </p:cNvSpPr>
          <p:nvPr>
            <p:ph type="dt" sz="half" idx="10"/>
          </p:nvPr>
        </p:nvSpPr>
        <p:spPr/>
        <p:txBody>
          <a:bodyPr/>
          <a:lstStyle/>
          <a:p>
            <a:r>
              <a:rPr lang="nl-NL"/>
              <a:t>SPADE course, July 8-9, 2025</a:t>
            </a:r>
          </a:p>
        </p:txBody>
      </p:sp>
      <p:pic>
        <p:nvPicPr>
          <p:cNvPr id="11" name="Picture 10">
            <a:extLst>
              <a:ext uri="{FF2B5EF4-FFF2-40B4-BE49-F238E27FC236}">
                <a16:creationId xmlns:a16="http://schemas.microsoft.com/office/drawing/2014/main" id="{4F2CF382-4BEC-3B46-58CB-D9306BAD682C}"/>
              </a:ext>
            </a:extLst>
          </p:cNvPr>
          <p:cNvPicPr>
            <a:picLocks noChangeAspect="1"/>
          </p:cNvPicPr>
          <p:nvPr/>
        </p:nvPicPr>
        <p:blipFill>
          <a:blip r:embed="rId4"/>
          <a:stretch>
            <a:fillRect/>
          </a:stretch>
        </p:blipFill>
        <p:spPr>
          <a:xfrm>
            <a:off x="-192224" y="1985759"/>
            <a:ext cx="10535583" cy="3669289"/>
          </a:xfrm>
          <a:prstGeom prst="rect">
            <a:avLst/>
          </a:prstGeom>
        </p:spPr>
      </p:pic>
    </p:spTree>
    <p:extLst>
      <p:ext uri="{BB962C8B-B14F-4D97-AF65-F5344CB8AC3E}">
        <p14:creationId xmlns:p14="http://schemas.microsoft.com/office/powerpoint/2010/main" val="233320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D2B95-B498-4D92-AA10-29686F54AFAE}"/>
              </a:ext>
            </a:extLst>
          </p:cNvPr>
          <p:cNvSpPr>
            <a:spLocks noGrp="1"/>
          </p:cNvSpPr>
          <p:nvPr>
            <p:ph sz="half" idx="1"/>
          </p:nvPr>
        </p:nvSpPr>
        <p:spPr/>
        <p:txBody>
          <a:bodyPr>
            <a:normAutofit/>
          </a:bodyPr>
          <a:lstStyle/>
          <a:p>
            <a:pPr marL="342900" indent="-342900">
              <a:buFont typeface="+mj-lt"/>
              <a:buAutoNum type="alphaLcParenR"/>
            </a:pPr>
            <a:r>
              <a:rPr lang="en-GB"/>
              <a:t>Load the </a:t>
            </a:r>
            <a:r>
              <a:rPr lang="en-GB" err="1"/>
              <a:t>DNFCSmanual</a:t>
            </a:r>
            <a:r>
              <a:rPr lang="en-GB"/>
              <a:t> dataset in R Studio. </a:t>
            </a:r>
          </a:p>
          <a:p>
            <a:pPr marL="342900" indent="-342900">
              <a:buFont typeface="+mj-lt"/>
              <a:buAutoNum type="alphaLcParenR"/>
            </a:pPr>
            <a:r>
              <a:rPr lang="en-GB"/>
              <a:t>Follow the previous script, so:</a:t>
            </a:r>
          </a:p>
          <a:p>
            <a:pPr marL="617537" lvl="1" indent="-342900">
              <a:buFont typeface="Arial" panose="020B0604020202020204" pitchFamily="34" charset="0"/>
              <a:buChar char="•"/>
            </a:pPr>
            <a:r>
              <a:rPr lang="en-GB" sz="1800"/>
              <a:t>Check the variables in </a:t>
            </a:r>
            <a:r>
              <a:rPr lang="en-GB" sz="1800" err="1"/>
              <a:t>DNFCSmanual</a:t>
            </a:r>
            <a:endParaRPr lang="en-GB" sz="1800"/>
          </a:p>
          <a:p>
            <a:pPr marL="617537" lvl="1" indent="-342900">
              <a:buFont typeface="Arial" panose="020B0604020202020204" pitchFamily="34" charset="0"/>
              <a:buChar char="•"/>
            </a:pPr>
            <a:r>
              <a:rPr lang="en-GB" sz="1800"/>
              <a:t>Run the 1-part model to obtain habitual calcium intakes for women aged </a:t>
            </a:r>
            <a:br>
              <a:rPr lang="en-GB" sz="1800"/>
            </a:br>
            <a:r>
              <a:rPr lang="en-GB" sz="1800"/>
              <a:t>1-79 years old </a:t>
            </a:r>
          </a:p>
          <a:p>
            <a:pPr marL="617537" lvl="1" indent="-342900">
              <a:buFont typeface="Arial" panose="020B0604020202020204" pitchFamily="34" charset="0"/>
              <a:buChar char="•"/>
            </a:pPr>
            <a:r>
              <a:rPr lang="en-GB" sz="1800"/>
              <a:t>Remember to define the output path!</a:t>
            </a:r>
          </a:p>
        </p:txBody>
      </p:sp>
      <p:sp>
        <p:nvSpPr>
          <p:cNvPr id="2" name="Title 1">
            <a:extLst>
              <a:ext uri="{FF2B5EF4-FFF2-40B4-BE49-F238E27FC236}">
                <a16:creationId xmlns:a16="http://schemas.microsoft.com/office/drawing/2014/main" id="{EDA3EA7B-3B11-4732-95EC-848B76D73581}"/>
              </a:ext>
            </a:extLst>
          </p:cNvPr>
          <p:cNvSpPr>
            <a:spLocks noGrp="1"/>
          </p:cNvSpPr>
          <p:nvPr>
            <p:ph type="title"/>
          </p:nvPr>
        </p:nvSpPr>
        <p:spPr/>
        <p:txBody>
          <a:bodyPr anchor="b">
            <a:normAutofit/>
          </a:bodyPr>
          <a:lstStyle/>
          <a:p>
            <a:r>
              <a:rPr lang="en-GB"/>
              <a:t>Exercise 1</a:t>
            </a:r>
          </a:p>
        </p:txBody>
      </p:sp>
      <p:sp>
        <p:nvSpPr>
          <p:cNvPr id="5" name="Slide Number Placeholder 4">
            <a:extLst>
              <a:ext uri="{FF2B5EF4-FFF2-40B4-BE49-F238E27FC236}">
                <a16:creationId xmlns:a16="http://schemas.microsoft.com/office/drawing/2014/main" id="{98AEFB15-BDCE-4DA7-9AAE-72BDCA52BA9B}"/>
              </a:ext>
            </a:extLst>
          </p:cNvPr>
          <p:cNvSpPr>
            <a:spLocks noGrp="1"/>
          </p:cNvSpPr>
          <p:nvPr>
            <p:ph type="sldNum" sz="quarter" idx="12"/>
          </p:nvPr>
        </p:nvSpPr>
        <p:spPr/>
        <p:txBody>
          <a:bodyPr anchor="b">
            <a:normAutofit/>
          </a:bodyPr>
          <a:lstStyle/>
          <a:p>
            <a:pPr>
              <a:spcAft>
                <a:spcPts val="600"/>
              </a:spcAft>
            </a:pPr>
            <a:fld id="{8FC21E99-CB6E-4E1C-8709-25BF64FEA530}" type="slidenum">
              <a:rPr lang="nl-NL" smtClean="0"/>
              <a:pPr>
                <a:spcAft>
                  <a:spcPts val="600"/>
                </a:spcAft>
              </a:pPr>
              <a:t>16</a:t>
            </a:fld>
            <a:endParaRPr lang="nl-NL"/>
          </a:p>
        </p:txBody>
      </p:sp>
      <p:sp>
        <p:nvSpPr>
          <p:cNvPr id="6" name="Footer Placeholder 5">
            <a:extLst>
              <a:ext uri="{FF2B5EF4-FFF2-40B4-BE49-F238E27FC236}">
                <a16:creationId xmlns:a16="http://schemas.microsoft.com/office/drawing/2014/main" id="{33A168C2-274D-8413-76D5-00D7E85C1805}"/>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17BE9F39-007F-7384-8B4E-A565D55445C9}"/>
              </a:ext>
            </a:extLst>
          </p:cNvPr>
          <p:cNvSpPr>
            <a:spLocks noGrp="1"/>
          </p:cNvSpPr>
          <p:nvPr>
            <p:ph type="dt" sz="half" idx="10"/>
          </p:nvPr>
        </p:nvSpPr>
        <p:spPr/>
        <p:txBody>
          <a:bodyPr/>
          <a:lstStyle/>
          <a:p>
            <a:r>
              <a:rPr lang="nl-NL"/>
              <a:t>SPADE course, July 8-9, 2025</a:t>
            </a:r>
          </a:p>
        </p:txBody>
      </p:sp>
      <p:pic>
        <p:nvPicPr>
          <p:cNvPr id="9" name="Picture 8">
            <a:extLst>
              <a:ext uri="{FF2B5EF4-FFF2-40B4-BE49-F238E27FC236}">
                <a16:creationId xmlns:a16="http://schemas.microsoft.com/office/drawing/2014/main" id="{9C1B6D34-2B9F-DDBA-A5AC-93A27DA97B67}"/>
              </a:ext>
            </a:extLst>
          </p:cNvPr>
          <p:cNvPicPr>
            <a:picLocks noChangeAspect="1"/>
          </p:cNvPicPr>
          <p:nvPr/>
        </p:nvPicPr>
        <p:blipFill>
          <a:blip r:embed="rId3"/>
          <a:stretch>
            <a:fillRect/>
          </a:stretch>
        </p:blipFill>
        <p:spPr>
          <a:xfrm>
            <a:off x="4395788" y="2000561"/>
            <a:ext cx="6033938" cy="3185802"/>
          </a:xfrm>
          <a:prstGeom prst="rect">
            <a:avLst/>
          </a:prstGeom>
        </p:spPr>
      </p:pic>
    </p:spTree>
    <p:extLst>
      <p:ext uri="{BB962C8B-B14F-4D97-AF65-F5344CB8AC3E}">
        <p14:creationId xmlns:p14="http://schemas.microsoft.com/office/powerpoint/2010/main" val="3367014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17</a:t>
            </a:fld>
            <a:endParaRPr lang="nl-NL"/>
          </a:p>
        </p:txBody>
      </p:sp>
      <p:sp>
        <p:nvSpPr>
          <p:cNvPr id="3" name="TextBox 2"/>
          <p:cNvSpPr txBox="1"/>
          <p:nvPr/>
        </p:nvSpPr>
        <p:spPr>
          <a:xfrm>
            <a:off x="161281" y="1346729"/>
            <a:ext cx="8640960" cy="1231106"/>
          </a:xfrm>
          <a:prstGeom prst="rect">
            <a:avLst/>
          </a:prstGeom>
          <a:noFill/>
        </p:spPr>
        <p:txBody>
          <a:bodyPr wrap="square" rtlCol="0">
            <a:spAutoFit/>
          </a:bodyPr>
          <a:lstStyle/>
          <a:p>
            <a:pPr algn="ctr"/>
            <a:r>
              <a:rPr lang="en-US" sz="3600">
                <a:solidFill>
                  <a:srgbClr val="0070C0"/>
                </a:solidFill>
              </a:rPr>
              <a:t>Output in console</a:t>
            </a:r>
          </a:p>
          <a:p>
            <a:pPr algn="ctr"/>
            <a:r>
              <a:rPr lang="en-US" sz="2000">
                <a:solidFill>
                  <a:srgbClr val="0070C0"/>
                </a:solidFill>
              </a:rPr>
              <a:t>Check your analysis!</a:t>
            </a:r>
          </a:p>
          <a:p>
            <a:endParaRPr lang="nl-NL"/>
          </a:p>
        </p:txBody>
      </p:sp>
      <p:grpSp>
        <p:nvGrpSpPr>
          <p:cNvPr id="9" name="Group 8">
            <a:extLst>
              <a:ext uri="{FF2B5EF4-FFF2-40B4-BE49-F238E27FC236}">
                <a16:creationId xmlns:a16="http://schemas.microsoft.com/office/drawing/2014/main" id="{006EFC75-CE92-4FE3-8292-D33E0F1BD312}"/>
              </a:ext>
            </a:extLst>
          </p:cNvPr>
          <p:cNvGrpSpPr/>
          <p:nvPr/>
        </p:nvGrpSpPr>
        <p:grpSpPr>
          <a:xfrm>
            <a:off x="2192986" y="2696769"/>
            <a:ext cx="4758028" cy="3540543"/>
            <a:chOff x="230143" y="1121671"/>
            <a:chExt cx="5694132" cy="5124719"/>
          </a:xfrm>
        </p:grpSpPr>
        <p:pic>
          <p:nvPicPr>
            <p:cNvPr id="10" name="Picture 4" descr="proces_fig">
              <a:extLst>
                <a:ext uri="{FF2B5EF4-FFF2-40B4-BE49-F238E27FC236}">
                  <a16:creationId xmlns:a16="http://schemas.microsoft.com/office/drawing/2014/main" id="{B5755CC2-1D51-4972-9B92-703DD561F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43" y="1121671"/>
              <a:ext cx="5694132" cy="512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ight Arrow 11">
              <a:extLst>
                <a:ext uri="{FF2B5EF4-FFF2-40B4-BE49-F238E27FC236}">
                  <a16:creationId xmlns:a16="http://schemas.microsoft.com/office/drawing/2014/main" id="{20125FD2-A5A1-4FF0-88A5-D43A45A747B5}"/>
                </a:ext>
              </a:extLst>
            </p:cNvPr>
            <p:cNvSpPr/>
            <p:nvPr/>
          </p:nvSpPr>
          <p:spPr>
            <a:xfrm>
              <a:off x="2941382" y="2636912"/>
              <a:ext cx="389297" cy="50405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 name="Right Arrow 13">
              <a:extLst>
                <a:ext uri="{FF2B5EF4-FFF2-40B4-BE49-F238E27FC236}">
                  <a16:creationId xmlns:a16="http://schemas.microsoft.com/office/drawing/2014/main" id="{E52DA5A1-1C14-4BD4-A999-35D8E451E0DE}"/>
                </a:ext>
              </a:extLst>
            </p:cNvPr>
            <p:cNvSpPr/>
            <p:nvPr/>
          </p:nvSpPr>
          <p:spPr>
            <a:xfrm rot="5400000">
              <a:off x="5258507" y="3432163"/>
              <a:ext cx="485472" cy="503737"/>
            </a:xfrm>
            <a:prstGeom prst="rightArrow">
              <a:avLst>
                <a:gd name="adj1" fmla="val 50000"/>
                <a:gd name="adj2" fmla="val 52200"/>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 name="Right Arrow 12">
              <a:extLst>
                <a:ext uri="{FF2B5EF4-FFF2-40B4-BE49-F238E27FC236}">
                  <a16:creationId xmlns:a16="http://schemas.microsoft.com/office/drawing/2014/main" id="{AD4E31D1-6EBB-4100-95EF-E173C83FE106}"/>
                </a:ext>
              </a:extLst>
            </p:cNvPr>
            <p:cNvSpPr/>
            <p:nvPr/>
          </p:nvSpPr>
          <p:spPr>
            <a:xfrm rot="10800000">
              <a:off x="2941383" y="5164588"/>
              <a:ext cx="389296" cy="508726"/>
            </a:xfrm>
            <a:prstGeom prst="rightArrow">
              <a:avLst/>
            </a:prstGeom>
            <a:solidFill>
              <a:schemeClr val="accent1">
                <a:lumMod val="60000"/>
                <a:lumOff val="4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TextBox 13">
              <a:extLst>
                <a:ext uri="{FF2B5EF4-FFF2-40B4-BE49-F238E27FC236}">
                  <a16:creationId xmlns:a16="http://schemas.microsoft.com/office/drawing/2014/main" id="{CDEB9CE6-AFFF-438B-8040-2180EE869A90}"/>
                </a:ext>
              </a:extLst>
            </p:cNvPr>
            <p:cNvSpPr txBox="1"/>
            <p:nvPr/>
          </p:nvSpPr>
          <p:spPr>
            <a:xfrm>
              <a:off x="2941382" y="2636912"/>
              <a:ext cx="324036" cy="369331"/>
            </a:xfrm>
            <a:prstGeom prst="rect">
              <a:avLst/>
            </a:prstGeom>
            <a:noFill/>
          </p:spPr>
          <p:txBody>
            <a:bodyPr wrap="square" rtlCol="0">
              <a:spAutoFit/>
            </a:bodyPr>
            <a:lstStyle/>
            <a:p>
              <a:r>
                <a:rPr lang="en-US"/>
                <a:t>1</a:t>
              </a:r>
              <a:endParaRPr lang="nl-NL"/>
            </a:p>
          </p:txBody>
        </p:sp>
        <p:sp>
          <p:nvSpPr>
            <p:cNvPr id="15" name="TextBox 14">
              <a:extLst>
                <a:ext uri="{FF2B5EF4-FFF2-40B4-BE49-F238E27FC236}">
                  <a16:creationId xmlns:a16="http://schemas.microsoft.com/office/drawing/2014/main" id="{60639C3A-A541-4FE0-8951-B9FBD37829CE}"/>
                </a:ext>
              </a:extLst>
            </p:cNvPr>
            <p:cNvSpPr txBox="1"/>
            <p:nvPr/>
          </p:nvSpPr>
          <p:spPr>
            <a:xfrm>
              <a:off x="5322929" y="3437450"/>
              <a:ext cx="324036" cy="369331"/>
            </a:xfrm>
            <a:prstGeom prst="rect">
              <a:avLst/>
            </a:prstGeom>
            <a:noFill/>
          </p:spPr>
          <p:txBody>
            <a:bodyPr wrap="square" rtlCol="0">
              <a:spAutoFit/>
            </a:bodyPr>
            <a:lstStyle/>
            <a:p>
              <a:r>
                <a:rPr lang="en-US"/>
                <a:t>2</a:t>
              </a:r>
              <a:endParaRPr lang="nl-NL"/>
            </a:p>
          </p:txBody>
        </p:sp>
        <p:sp>
          <p:nvSpPr>
            <p:cNvPr id="16" name="TextBox 15">
              <a:extLst>
                <a:ext uri="{FF2B5EF4-FFF2-40B4-BE49-F238E27FC236}">
                  <a16:creationId xmlns:a16="http://schemas.microsoft.com/office/drawing/2014/main" id="{AD73EBD2-1304-4831-90EA-5461E3C1DDF0}"/>
                </a:ext>
              </a:extLst>
            </p:cNvPr>
            <p:cNvSpPr txBox="1"/>
            <p:nvPr/>
          </p:nvSpPr>
          <p:spPr>
            <a:xfrm>
              <a:off x="3006942" y="5141530"/>
              <a:ext cx="324036" cy="369331"/>
            </a:xfrm>
            <a:prstGeom prst="rect">
              <a:avLst/>
            </a:prstGeom>
            <a:noFill/>
          </p:spPr>
          <p:txBody>
            <a:bodyPr wrap="square" rtlCol="0">
              <a:spAutoFit/>
            </a:bodyPr>
            <a:lstStyle/>
            <a:p>
              <a:r>
                <a:rPr lang="en-US"/>
                <a:t>3</a:t>
              </a:r>
              <a:endParaRPr lang="nl-NL"/>
            </a:p>
          </p:txBody>
        </p:sp>
      </p:grpSp>
      <p:sp>
        <p:nvSpPr>
          <p:cNvPr id="6" name="Footer Placeholder 5">
            <a:extLst>
              <a:ext uri="{FF2B5EF4-FFF2-40B4-BE49-F238E27FC236}">
                <a16:creationId xmlns:a16="http://schemas.microsoft.com/office/drawing/2014/main" id="{1CCEECE1-5BB3-0B34-5D98-2CC406080D29}"/>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1F7E9C9E-2B52-8763-5EA0-45E5464AEDDF}"/>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68699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76" y="620688"/>
            <a:ext cx="8172450" cy="444500"/>
          </a:xfrm>
        </p:spPr>
        <p:txBody>
          <a:bodyPr>
            <a:normAutofit fontScale="90000"/>
          </a:bodyPr>
          <a:lstStyle/>
          <a:p>
            <a:pPr marL="0" indent="0"/>
            <a:r>
              <a:rPr lang="nl-NL">
                <a:solidFill>
                  <a:schemeClr val="bg1"/>
                </a:solidFill>
              </a:rPr>
              <a:t>1-part model – output in console - 1</a:t>
            </a:r>
            <a:endParaRPr lang="nl-NL" sz="2000">
              <a:solidFill>
                <a:schemeClr val="bg1"/>
              </a:solidFill>
            </a:endParaRPr>
          </a:p>
        </p:txBody>
      </p:sp>
      <p:sp>
        <p:nvSpPr>
          <p:cNvPr id="5" name="Slide Number Placeholder 4"/>
          <p:cNvSpPr>
            <a:spLocks noGrp="1"/>
          </p:cNvSpPr>
          <p:nvPr>
            <p:ph type="sldNum" sz="quarter" idx="12"/>
          </p:nvPr>
        </p:nvSpPr>
        <p:spPr>
          <a:xfrm>
            <a:off x="8181106" y="6382451"/>
            <a:ext cx="351334" cy="264272"/>
          </a:xfrm>
        </p:spPr>
        <p:txBody>
          <a:bodyPr/>
          <a:lstStyle/>
          <a:p>
            <a:pPr algn="ctr"/>
            <a:fld id="{8FC21E99-CB6E-4E1C-8709-25BF64FEA530}" type="slidenum">
              <a:rPr lang="nl-NL" smtClean="0"/>
              <a:pPr algn="ctr"/>
              <a:t>18</a:t>
            </a:fld>
            <a:endParaRPr lang="nl-NL"/>
          </a:p>
        </p:txBody>
      </p:sp>
      <p:sp>
        <p:nvSpPr>
          <p:cNvPr id="7" name="TextBox 6"/>
          <p:cNvSpPr txBox="1"/>
          <p:nvPr/>
        </p:nvSpPr>
        <p:spPr>
          <a:xfrm>
            <a:off x="287066" y="1655027"/>
            <a:ext cx="8640960" cy="3970318"/>
          </a:xfrm>
          <a:prstGeom prst="rect">
            <a:avLst/>
          </a:prstGeom>
          <a:noFill/>
        </p:spPr>
        <p:txBody>
          <a:bodyPr wrap="square" rtlCol="0">
            <a:spAutoFit/>
          </a:bodyPr>
          <a:lstStyle/>
          <a:p>
            <a:pPr marL="0" marR="0">
              <a:spcBef>
                <a:spcPts val="0"/>
              </a:spcBef>
              <a:spcAft>
                <a:spcPts val="0"/>
              </a:spcAft>
            </a:pPr>
            <a:r>
              <a:rPr lang="en-US" sz="1400">
                <a:solidFill>
                  <a:srgbClr val="000000"/>
                </a:solidFill>
                <a:effectLst/>
                <a:latin typeface="Consolas" panose="020B0609020204030204" pitchFamily="49" charset="0"/>
              </a:rPr>
              <a:t>SPADE.RIVM version : 4.1.52 (packaged on 2024-10-12)</a:t>
            </a:r>
          </a:p>
          <a:p>
            <a:pPr marL="0" marR="0">
              <a:spcBef>
                <a:spcPts val="0"/>
              </a:spcBef>
              <a:spcAft>
                <a:spcPts val="0"/>
              </a:spcAft>
            </a:pPr>
            <a:r>
              <a:rPr lang="en-US" sz="1400">
                <a:solidFill>
                  <a:srgbClr val="000000"/>
                </a:solidFill>
                <a:effectLst/>
                <a:latin typeface="Consolas" panose="020B0609020204030204" pitchFamily="49" charset="0"/>
              </a:rPr>
              <a:t>Data used : </a:t>
            </a:r>
            <a:r>
              <a:rPr lang="en-US" sz="1400" err="1">
                <a:solidFill>
                  <a:srgbClr val="000000"/>
                </a:solidFill>
                <a:effectLst/>
                <a:latin typeface="Consolas" panose="020B0609020204030204" pitchFamily="49" charset="0"/>
              </a:rPr>
              <a:t>DNFCSmanual</a:t>
            </a:r>
            <a:r>
              <a:rPr lang="en-US" sz="1400">
                <a:solidFill>
                  <a:srgbClr val="000000"/>
                </a:solidFill>
                <a:effectLst/>
                <a:latin typeface="Consolas" panose="020B0609020204030204" pitchFamily="49" charset="0"/>
              </a:rPr>
              <a:t> (version )</a:t>
            </a:r>
          </a:p>
          <a:p>
            <a:endParaRPr lang="en-US" sz="1400">
              <a:latin typeface="Courier New" panose="02070309020205020404" pitchFamily="49" charset="0"/>
              <a:cs typeface="Courier New" panose="02070309020205020404" pitchFamily="49" charset="0"/>
            </a:endParaRPr>
          </a:p>
          <a:p>
            <a:r>
              <a:rPr lang="en-US" sz="1400" err="1">
                <a:solidFill>
                  <a:srgbClr val="000000"/>
                </a:solidFill>
                <a:latin typeface="Consolas" panose="020B0609020204030204" pitchFamily="49" charset="0"/>
              </a:rPr>
              <a:t>f.spade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Making a model for  ca  from  </a:t>
            </a:r>
            <a:r>
              <a:rPr lang="en-US" sz="1400" err="1">
                <a:solidFill>
                  <a:srgbClr val="000000"/>
                </a:solidFill>
                <a:latin typeface="Consolas" panose="020B0609020204030204" pitchFamily="49" charset="0"/>
              </a:rPr>
              <a:t>DNFCSmanual</a:t>
            </a:r>
            <a:r>
              <a:rPr lang="en-US" sz="1400">
                <a:solidFill>
                  <a:srgbClr val="000000"/>
                </a:solidFill>
                <a:latin typeface="Consolas" panose="020B0609020204030204" pitchFamily="49" charset="0"/>
              </a:rPr>
              <a:t> women 1 - 79 ...</a:t>
            </a:r>
          </a:p>
          <a:p>
            <a:r>
              <a:rPr lang="en-US" sz="1400">
                <a:solidFill>
                  <a:srgbClr val="000000"/>
                </a:solidFill>
                <a:latin typeface="Consolas" panose="020B0609020204030204" pitchFamily="49" charset="0"/>
              </a:rPr>
              <a:t>    - only intake amount modelling</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Number of observations per person</a:t>
            </a:r>
          </a:p>
          <a:p>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nr_obs</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nr_persons</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1      1         79</a:t>
            </a:r>
          </a:p>
          <a:p>
            <a:r>
              <a:rPr lang="en-US" sz="1400">
                <a:solidFill>
                  <a:srgbClr val="000000"/>
                </a:solidFill>
                <a:latin typeface="Consolas" panose="020B0609020204030204" pitchFamily="49" charset="0"/>
              </a:rPr>
              <a:t>2      2       1990</a:t>
            </a:r>
          </a:p>
          <a:p>
            <a:r>
              <a:rPr lang="en-US" sz="1400">
                <a:solidFill>
                  <a:srgbClr val="000000"/>
                </a:solidFill>
                <a:latin typeface="Consolas" panose="020B0609020204030204" pitchFamily="49" charset="0"/>
              </a:rPr>
              <a:t>3      3         56</a:t>
            </a:r>
          </a:p>
          <a:p>
            <a:r>
              <a:rPr lang="en-US" sz="1400">
                <a:solidFill>
                  <a:srgbClr val="000000"/>
                </a:solidFill>
                <a:latin typeface="Consolas" panose="020B0609020204030204" pitchFamily="49" charset="0"/>
              </a:rPr>
              <a:t>4      4         23</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There are no zeros in the sample</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Number of persons available for estimation of</a:t>
            </a:r>
          </a:p>
          <a:p>
            <a:r>
              <a:rPr lang="en-US" sz="1400">
                <a:solidFill>
                  <a:srgbClr val="000000"/>
                </a:solidFill>
                <a:latin typeface="Consolas" panose="020B0609020204030204" pitchFamily="49" charset="0"/>
              </a:rPr>
              <a:t> the between and within person variances seems to be O.K. : 2069</a:t>
            </a:r>
            <a:endParaRPr lang="nl-NL" sz="1400">
              <a:solidFill>
                <a:srgbClr val="000000"/>
              </a:solidFill>
              <a:latin typeface="Consolas" panose="020B0609020204030204" pitchFamily="49" charset="0"/>
            </a:endParaRPr>
          </a:p>
        </p:txBody>
      </p:sp>
      <p:sp>
        <p:nvSpPr>
          <p:cNvPr id="8" name="TextBox 7"/>
          <p:cNvSpPr txBox="1"/>
          <p:nvPr/>
        </p:nvSpPr>
        <p:spPr>
          <a:xfrm>
            <a:off x="287066" y="1285695"/>
            <a:ext cx="8928992" cy="369332"/>
          </a:xfrm>
          <a:prstGeom prst="rect">
            <a:avLst/>
          </a:prstGeom>
          <a:noFill/>
        </p:spPr>
        <p:txBody>
          <a:bodyPr wrap="square" rtlCol="0">
            <a:spAutoFit/>
          </a:bodyPr>
          <a:lstStyle/>
          <a:p>
            <a:r>
              <a:rPr lang="en-US" b="1">
                <a:solidFill>
                  <a:srgbClr val="0070C0"/>
                </a:solidFill>
              </a:rPr>
              <a:t>Information about the data</a:t>
            </a:r>
            <a:endParaRPr lang="nl-NL" b="1">
              <a:solidFill>
                <a:srgbClr val="0070C0"/>
              </a:solidFill>
            </a:endParaRPr>
          </a:p>
        </p:txBody>
      </p:sp>
      <p:sp>
        <p:nvSpPr>
          <p:cNvPr id="4" name="Footer Placeholder 3">
            <a:extLst>
              <a:ext uri="{FF2B5EF4-FFF2-40B4-BE49-F238E27FC236}">
                <a16:creationId xmlns:a16="http://schemas.microsoft.com/office/drawing/2014/main" id="{F252252C-5D36-E7BB-7697-6309EB645AE0}"/>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5C49B82B-A259-1B85-D685-B49FBAC43B1F}"/>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438079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76" y="620688"/>
            <a:ext cx="8172450" cy="444500"/>
          </a:xfrm>
        </p:spPr>
        <p:txBody>
          <a:bodyPr>
            <a:normAutofit fontScale="90000"/>
          </a:bodyPr>
          <a:lstStyle/>
          <a:p>
            <a:pPr marL="0" indent="0"/>
            <a:r>
              <a:rPr lang="nl-NL">
                <a:solidFill>
                  <a:schemeClr val="bg1"/>
                </a:solidFill>
              </a:rPr>
              <a:t>1-part model – output in console - 2</a:t>
            </a:r>
            <a:endParaRPr lang="nl-NL" sz="2000">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19</a:t>
            </a:fld>
            <a:endParaRPr lang="nl-NL"/>
          </a:p>
        </p:txBody>
      </p:sp>
      <p:sp>
        <p:nvSpPr>
          <p:cNvPr id="7" name="TextBox 6"/>
          <p:cNvSpPr txBox="1"/>
          <p:nvPr/>
        </p:nvSpPr>
        <p:spPr>
          <a:xfrm>
            <a:off x="215008" y="1857163"/>
            <a:ext cx="5221088" cy="1092607"/>
          </a:xfrm>
          <a:prstGeom prst="rect">
            <a:avLst/>
          </a:prstGeom>
          <a:noFill/>
        </p:spPr>
        <p:txBody>
          <a:bodyPr wrap="square" rtlCol="0">
            <a:spAutoFit/>
          </a:bodyPr>
          <a:lstStyle/>
          <a:p>
            <a:pPr marL="5472113" indent="-5472113"/>
            <a:r>
              <a:rPr lang="en-US" sz="1300">
                <a:latin typeface="Courier New" panose="02070309020205020404" pitchFamily="49" charset="0"/>
                <a:cs typeface="Courier New" panose="02070309020205020404" pitchFamily="49" charset="0"/>
              </a:rPr>
              <a:t>======== Results modelling intake amounts ========</a:t>
            </a:r>
          </a:p>
          <a:p>
            <a:pPr marL="5472113" indent="-5472113"/>
            <a:endParaRPr lang="en-US" sz="1300">
              <a:latin typeface="Courier New" panose="02070309020205020404" pitchFamily="49" charset="0"/>
              <a:cs typeface="Courier New" panose="02070309020205020404" pitchFamily="49" charset="0"/>
            </a:endParaRPr>
          </a:p>
          <a:p>
            <a:pPr marL="5472113" indent="-5472113"/>
            <a:r>
              <a:rPr lang="en-US" sz="1300">
                <a:latin typeface="Courier New" panose="02070309020205020404" pitchFamily="49" charset="0"/>
                <a:cs typeface="Courier New" panose="02070309020205020404" pitchFamily="49" charset="0"/>
              </a:rPr>
              <a:t>Fit of Box-Cox transformation parameter lambda</a:t>
            </a:r>
          </a:p>
          <a:p>
            <a:pPr marL="5472113" indent="-5472113"/>
            <a:r>
              <a:rPr lang="en-US" sz="1300">
                <a:latin typeface="Courier New" panose="02070309020205020404" pitchFamily="49" charset="0"/>
                <a:cs typeface="Courier New" panose="02070309020205020404" pitchFamily="49" charset="0"/>
              </a:rPr>
              <a:t>  </a:t>
            </a:r>
            <a:r>
              <a:rPr lang="en-US" sz="1300" err="1">
                <a:latin typeface="Courier New" panose="02070309020205020404" pitchFamily="49" charset="0"/>
                <a:cs typeface="Courier New" panose="02070309020205020404" pitchFamily="49" charset="0"/>
              </a:rPr>
              <a:t>log.lik</a:t>
            </a:r>
            <a:r>
              <a:rPr lang="en-US" sz="1300">
                <a:latin typeface="Courier New" panose="02070309020205020404" pitchFamily="49" charset="0"/>
                <a:cs typeface="Courier New" panose="02070309020205020404" pitchFamily="49" charset="0"/>
              </a:rPr>
              <a:t> lambda   LB  UB</a:t>
            </a:r>
          </a:p>
          <a:p>
            <a:r>
              <a:rPr lang="en-US" sz="1300">
                <a:latin typeface="Courier New" panose="02070309020205020404" pitchFamily="49" charset="0"/>
                <a:cs typeface="Courier New" panose="02070309020205020404" pitchFamily="49" charset="0"/>
              </a:rPr>
              <a:t>1 -15072  0.362 0.32 0.4</a:t>
            </a:r>
            <a:r>
              <a:rPr lang="nl-NL" sz="1300">
                <a:latin typeface="Courier New" panose="02070309020205020404" pitchFamily="49" charset="0"/>
                <a:cs typeface="Courier New" panose="02070309020205020404" pitchFamily="49" charset="0"/>
              </a:rPr>
              <a:t>		</a:t>
            </a:r>
            <a:endParaRPr lang="nl-NL" sz="1200">
              <a:solidFill>
                <a:srgbClr val="0070C0"/>
              </a:solidFill>
            </a:endParaRPr>
          </a:p>
        </p:txBody>
      </p:sp>
      <p:sp>
        <p:nvSpPr>
          <p:cNvPr id="8" name="TextBox 7"/>
          <p:cNvSpPr txBox="1"/>
          <p:nvPr/>
        </p:nvSpPr>
        <p:spPr>
          <a:xfrm>
            <a:off x="215008" y="1340768"/>
            <a:ext cx="8928992" cy="369332"/>
          </a:xfrm>
          <a:prstGeom prst="rect">
            <a:avLst/>
          </a:prstGeom>
          <a:noFill/>
        </p:spPr>
        <p:txBody>
          <a:bodyPr wrap="square" rtlCol="0">
            <a:spAutoFit/>
          </a:bodyPr>
          <a:lstStyle/>
          <a:p>
            <a:r>
              <a:rPr lang="en-US" b="1">
                <a:solidFill>
                  <a:schemeClr val="tx2"/>
                </a:solidFill>
              </a:rPr>
              <a:t>Lambda</a:t>
            </a:r>
            <a:endParaRPr lang="nl-NL" b="1">
              <a:solidFill>
                <a:schemeClr val="tx2"/>
              </a:solidFill>
            </a:endParaRPr>
          </a:p>
        </p:txBody>
      </p:sp>
      <p:pic>
        <p:nvPicPr>
          <p:cNvPr id="4" name="Picture 3">
            <a:extLst>
              <a:ext uri="{FF2B5EF4-FFF2-40B4-BE49-F238E27FC236}">
                <a16:creationId xmlns:a16="http://schemas.microsoft.com/office/drawing/2014/main" id="{B7CCC048-07CC-48D2-B151-91AEDA5C318C}"/>
              </a:ext>
            </a:extLst>
          </p:cNvPr>
          <p:cNvPicPr>
            <a:picLocks noChangeAspect="1"/>
          </p:cNvPicPr>
          <p:nvPr/>
        </p:nvPicPr>
        <p:blipFill>
          <a:blip r:embed="rId3"/>
          <a:stretch>
            <a:fillRect/>
          </a:stretch>
        </p:blipFill>
        <p:spPr>
          <a:xfrm>
            <a:off x="323528" y="3754937"/>
            <a:ext cx="4810125" cy="1771650"/>
          </a:xfrm>
          <a:prstGeom prst="rect">
            <a:avLst/>
          </a:prstGeom>
          <a:ln w="28575">
            <a:solidFill>
              <a:schemeClr val="tx2"/>
            </a:solidFill>
          </a:ln>
        </p:spPr>
      </p:pic>
      <p:sp>
        <p:nvSpPr>
          <p:cNvPr id="3" name="TextBox 2">
            <a:extLst>
              <a:ext uri="{FF2B5EF4-FFF2-40B4-BE49-F238E27FC236}">
                <a16:creationId xmlns:a16="http://schemas.microsoft.com/office/drawing/2014/main" id="{BD1F70AC-093B-4FA1-A39F-917595E9BC23}"/>
              </a:ext>
            </a:extLst>
          </p:cNvPr>
          <p:cNvSpPr txBox="1"/>
          <p:nvPr/>
        </p:nvSpPr>
        <p:spPr>
          <a:xfrm>
            <a:off x="5580112" y="1889805"/>
            <a:ext cx="3145235" cy="1692771"/>
          </a:xfrm>
          <a:prstGeom prst="rect">
            <a:avLst/>
          </a:prstGeom>
          <a:noFill/>
        </p:spPr>
        <p:txBody>
          <a:bodyPr wrap="square" rtlCol="0">
            <a:spAutoFit/>
          </a:bodyPr>
          <a:lstStyle/>
          <a:p>
            <a:r>
              <a:rPr lang="nl-NL" sz="1300" b="1">
                <a:solidFill>
                  <a:srgbClr val="0070C0"/>
                </a:solidFill>
                <a:latin typeface="Courier New" panose="02070309020205020404" pitchFamily="49" charset="0"/>
                <a:cs typeface="Courier New" panose="02070309020205020404" pitchFamily="49" charset="0"/>
              </a:rPr>
              <a:t>Box-Cox </a:t>
            </a:r>
            <a:r>
              <a:rPr lang="nl-NL" sz="1300" b="1" err="1">
                <a:solidFill>
                  <a:srgbClr val="0070C0"/>
                </a:solidFill>
                <a:latin typeface="Courier New" panose="02070309020205020404" pitchFamily="49" charset="0"/>
                <a:cs typeface="Courier New" panose="02070309020205020404" pitchFamily="49" charset="0"/>
              </a:rPr>
              <a:t>transformation</a:t>
            </a:r>
            <a:r>
              <a:rPr lang="nl-NL" sz="1300" b="1">
                <a:solidFill>
                  <a:srgbClr val="0070C0"/>
                </a:solidFill>
                <a:latin typeface="Courier New" panose="02070309020205020404" pitchFamily="49" charset="0"/>
                <a:cs typeface="Courier New" panose="02070309020205020404" pitchFamily="49" charset="0"/>
              </a:rPr>
              <a:t>:</a:t>
            </a:r>
          </a:p>
          <a:p>
            <a:r>
              <a:rPr lang="nl-NL" sz="1300" err="1">
                <a:solidFill>
                  <a:srgbClr val="0070C0"/>
                </a:solidFill>
                <a:latin typeface="Courier New" panose="02070309020205020404" pitchFamily="49" charset="0"/>
                <a:cs typeface="Courier New" panose="02070309020205020404" pitchFamily="49" charset="0"/>
              </a:rPr>
              <a:t>optimal</a:t>
            </a:r>
            <a:r>
              <a:rPr lang="nl-NL" sz="1300">
                <a:solidFill>
                  <a:srgbClr val="0070C0"/>
                </a:solidFill>
                <a:latin typeface="Courier New" panose="02070309020205020404" pitchFamily="49" charset="0"/>
                <a:cs typeface="Courier New" panose="02070309020205020404" pitchFamily="49" charset="0"/>
              </a:rPr>
              <a:t> </a:t>
            </a:r>
            <a:r>
              <a:rPr lang="nl-NL" sz="1300" err="1">
                <a:solidFill>
                  <a:srgbClr val="0070C0"/>
                </a:solidFill>
                <a:latin typeface="Courier New" panose="02070309020205020404" pitchFamily="49" charset="0"/>
                <a:cs typeface="Courier New" panose="02070309020205020404" pitchFamily="49" charset="0"/>
              </a:rPr>
              <a:t>lambda</a:t>
            </a:r>
            <a:r>
              <a:rPr lang="nl-NL" sz="1300">
                <a:solidFill>
                  <a:srgbClr val="0070C0"/>
                </a:solidFill>
                <a:latin typeface="Courier New" panose="02070309020205020404" pitchFamily="49" charset="0"/>
                <a:cs typeface="Courier New" panose="02070309020205020404" pitchFamily="49" charset="0"/>
              </a:rPr>
              <a:t> </a:t>
            </a:r>
            <a:r>
              <a:rPr lang="nl-NL" sz="1300" err="1">
                <a:solidFill>
                  <a:srgbClr val="0070C0"/>
                </a:solidFill>
                <a:latin typeface="Courier New" panose="02070309020205020404" pitchFamily="49" charset="0"/>
                <a:cs typeface="Courier New" panose="02070309020205020404" pitchFamily="49" charset="0"/>
              </a:rPr>
              <a:t>between</a:t>
            </a:r>
            <a:r>
              <a:rPr lang="nl-NL" sz="1300">
                <a:solidFill>
                  <a:srgbClr val="0070C0"/>
                </a:solidFill>
                <a:latin typeface="Courier New" panose="02070309020205020404" pitchFamily="49" charset="0"/>
                <a:cs typeface="Courier New" panose="02070309020205020404" pitchFamily="49" charset="0"/>
              </a:rPr>
              <a:t> 0 </a:t>
            </a:r>
            <a:r>
              <a:rPr lang="nl-NL" sz="1300" err="1">
                <a:solidFill>
                  <a:srgbClr val="0070C0"/>
                </a:solidFill>
                <a:latin typeface="Courier New" panose="02070309020205020404" pitchFamily="49" charset="0"/>
                <a:cs typeface="Courier New" panose="02070309020205020404" pitchFamily="49" charset="0"/>
              </a:rPr>
              <a:t>and</a:t>
            </a:r>
            <a:r>
              <a:rPr lang="nl-NL" sz="1300">
                <a:solidFill>
                  <a:srgbClr val="0070C0"/>
                </a:solidFill>
                <a:latin typeface="Courier New" panose="02070309020205020404" pitchFamily="49" charset="0"/>
                <a:cs typeface="Courier New" panose="02070309020205020404" pitchFamily="49" charset="0"/>
              </a:rPr>
              <a:t> 1</a:t>
            </a:r>
          </a:p>
          <a:p>
            <a:r>
              <a:rPr lang="el-GR" sz="1300">
                <a:solidFill>
                  <a:srgbClr val="0070C0"/>
                </a:solidFill>
                <a:latin typeface="Courier New" panose="02070309020205020404" pitchFamily="49" charset="0"/>
                <a:cs typeface="Courier New" panose="02070309020205020404" pitchFamily="49" charset="0"/>
              </a:rPr>
              <a:t>λ</a:t>
            </a:r>
            <a:r>
              <a:rPr lang="nl-NL" sz="1300">
                <a:solidFill>
                  <a:srgbClr val="0070C0"/>
                </a:solidFill>
                <a:latin typeface="Courier New" panose="02070309020205020404" pitchFamily="49" charset="0"/>
                <a:cs typeface="Courier New" panose="02070309020205020404" pitchFamily="49" charset="0"/>
              </a:rPr>
              <a:t>=0 log </a:t>
            </a:r>
            <a:r>
              <a:rPr lang="nl-NL" sz="1300" err="1">
                <a:solidFill>
                  <a:srgbClr val="0070C0"/>
                </a:solidFill>
                <a:latin typeface="Courier New" panose="02070309020205020404" pitchFamily="49" charset="0"/>
                <a:cs typeface="Courier New" panose="02070309020205020404" pitchFamily="49" charset="0"/>
              </a:rPr>
              <a:t>transformation</a:t>
            </a:r>
            <a:r>
              <a:rPr lang="nl-NL" sz="1300">
                <a:solidFill>
                  <a:srgbClr val="0070C0"/>
                </a:solidFill>
                <a:latin typeface="Courier New" panose="02070309020205020404" pitchFamily="49" charset="0"/>
                <a:cs typeface="Courier New" panose="02070309020205020404" pitchFamily="49" charset="0"/>
              </a:rPr>
              <a:t>; </a:t>
            </a:r>
          </a:p>
          <a:p>
            <a:r>
              <a:rPr lang="el-GR" sz="1300">
                <a:solidFill>
                  <a:srgbClr val="0070C0"/>
                </a:solidFill>
                <a:latin typeface="Courier New" panose="02070309020205020404" pitchFamily="49" charset="0"/>
                <a:cs typeface="Courier New" panose="02070309020205020404" pitchFamily="49" charset="0"/>
              </a:rPr>
              <a:t>λ</a:t>
            </a:r>
            <a:r>
              <a:rPr lang="nl-NL" sz="1300">
                <a:solidFill>
                  <a:srgbClr val="0070C0"/>
                </a:solidFill>
                <a:latin typeface="Courier New" panose="02070309020205020404" pitchFamily="49" charset="0"/>
                <a:cs typeface="Courier New" panose="02070309020205020404" pitchFamily="49" charset="0"/>
              </a:rPr>
              <a:t>=1 no </a:t>
            </a:r>
            <a:r>
              <a:rPr lang="nl-NL" sz="1300" err="1">
                <a:solidFill>
                  <a:srgbClr val="0070C0"/>
                </a:solidFill>
                <a:latin typeface="Courier New" panose="02070309020205020404" pitchFamily="49" charset="0"/>
                <a:cs typeface="Courier New" panose="02070309020205020404" pitchFamily="49" charset="0"/>
              </a:rPr>
              <a:t>transformation</a:t>
            </a:r>
            <a:endParaRPr lang="nl-NL" sz="1300">
              <a:solidFill>
                <a:srgbClr val="0070C0"/>
              </a:solidFill>
              <a:latin typeface="Courier New" panose="02070309020205020404" pitchFamily="49" charset="0"/>
              <a:cs typeface="Courier New" panose="02070309020205020404" pitchFamily="49" charset="0"/>
            </a:endParaRPr>
          </a:p>
          <a:p>
            <a:endParaRPr lang="nl-NL" sz="1300">
              <a:solidFill>
                <a:srgbClr val="0070C0"/>
              </a:solidFill>
              <a:latin typeface="Courier New" panose="02070309020205020404" pitchFamily="49" charset="0"/>
              <a:cs typeface="Courier New" panose="02070309020205020404" pitchFamily="49" charset="0"/>
            </a:endParaRPr>
          </a:p>
          <a:p>
            <a:r>
              <a:rPr lang="nl-NL" sz="1300">
                <a:solidFill>
                  <a:srgbClr val="0070C0"/>
                </a:solidFill>
                <a:latin typeface="Courier New" panose="02070309020205020404" pitchFamily="49" charset="0"/>
                <a:cs typeface="Courier New" panose="02070309020205020404" pitchFamily="49" charset="0"/>
              </a:rPr>
              <a:t>LB=95% CI </a:t>
            </a:r>
            <a:r>
              <a:rPr lang="nl-NL" sz="1300" err="1">
                <a:solidFill>
                  <a:srgbClr val="0070C0"/>
                </a:solidFill>
                <a:latin typeface="Courier New" panose="02070309020205020404" pitchFamily="49" charset="0"/>
                <a:cs typeface="Courier New" panose="02070309020205020404" pitchFamily="49" charset="0"/>
              </a:rPr>
              <a:t>lowerbound</a:t>
            </a:r>
            <a:endParaRPr lang="nl-NL" sz="1300">
              <a:solidFill>
                <a:srgbClr val="0070C0"/>
              </a:solidFill>
              <a:latin typeface="Courier New" panose="02070309020205020404" pitchFamily="49" charset="0"/>
              <a:cs typeface="Courier New" panose="02070309020205020404" pitchFamily="49" charset="0"/>
            </a:endParaRPr>
          </a:p>
          <a:p>
            <a:r>
              <a:rPr lang="nl-NL" sz="1300">
                <a:solidFill>
                  <a:srgbClr val="0070C0"/>
                </a:solidFill>
                <a:latin typeface="Courier New" panose="02070309020205020404" pitchFamily="49" charset="0"/>
                <a:cs typeface="Courier New" panose="02070309020205020404" pitchFamily="49" charset="0"/>
              </a:rPr>
              <a:t>UB=95% CI </a:t>
            </a:r>
            <a:r>
              <a:rPr lang="nl-NL" sz="1300" err="1">
                <a:solidFill>
                  <a:srgbClr val="0070C0"/>
                </a:solidFill>
                <a:latin typeface="Courier New" panose="02070309020205020404" pitchFamily="49" charset="0"/>
                <a:cs typeface="Courier New" panose="02070309020205020404" pitchFamily="49" charset="0"/>
              </a:rPr>
              <a:t>upperbound</a:t>
            </a:r>
            <a:endParaRPr lang="nl-NL" sz="1300">
              <a:solidFill>
                <a:srgbClr val="0070C0"/>
              </a:solidFill>
              <a:latin typeface="Courier New" panose="02070309020205020404" pitchFamily="49" charset="0"/>
              <a:cs typeface="Courier New" panose="02070309020205020404" pitchFamily="49" charset="0"/>
            </a:endParaRPr>
          </a:p>
          <a:p>
            <a:r>
              <a:rPr lang="nl-NL" sz="1300">
                <a:solidFill>
                  <a:srgbClr val="0070C0"/>
                </a:solidFill>
                <a:latin typeface="Courier New" panose="02070309020205020404" pitchFamily="49" charset="0"/>
                <a:cs typeface="Courier New" panose="02070309020205020404" pitchFamily="49" charset="0"/>
              </a:rPr>
              <a:t>  </a:t>
            </a:r>
            <a:endParaRPr lang="nl-NL"/>
          </a:p>
        </p:txBody>
      </p:sp>
      <p:sp>
        <p:nvSpPr>
          <p:cNvPr id="9" name="Footer Placeholder 8">
            <a:extLst>
              <a:ext uri="{FF2B5EF4-FFF2-40B4-BE49-F238E27FC236}">
                <a16:creationId xmlns:a16="http://schemas.microsoft.com/office/drawing/2014/main" id="{258DE944-066F-24FB-B7BA-0BEC3D266339}"/>
              </a:ext>
            </a:extLst>
          </p:cNvPr>
          <p:cNvSpPr>
            <a:spLocks noGrp="1"/>
          </p:cNvSpPr>
          <p:nvPr>
            <p:ph type="ftr" sz="quarter" idx="11"/>
          </p:nvPr>
        </p:nvSpPr>
        <p:spPr/>
        <p:txBody>
          <a:bodyPr/>
          <a:lstStyle/>
          <a:p>
            <a:r>
              <a:rPr lang="en-US"/>
              <a:t>SPADE 1-part model daily intakes (Manual, chapter 3)</a:t>
            </a:r>
            <a:endParaRPr lang="nl-NL"/>
          </a:p>
        </p:txBody>
      </p:sp>
      <p:sp>
        <p:nvSpPr>
          <p:cNvPr id="10" name="Date Placeholder 9">
            <a:extLst>
              <a:ext uri="{FF2B5EF4-FFF2-40B4-BE49-F238E27FC236}">
                <a16:creationId xmlns:a16="http://schemas.microsoft.com/office/drawing/2014/main" id="{6C136C2A-3D56-B722-426A-A7B234877ABF}"/>
              </a:ext>
            </a:extLst>
          </p:cNvPr>
          <p:cNvSpPr>
            <a:spLocks noGrp="1"/>
          </p:cNvSpPr>
          <p:nvPr>
            <p:ph type="dt" sz="half" idx="10"/>
          </p:nvPr>
        </p:nvSpPr>
        <p:spPr/>
        <p:txBody>
          <a:bodyPr/>
          <a:lstStyle/>
          <a:p>
            <a:pPr algn="l"/>
            <a:r>
              <a:rPr lang="nl-NL"/>
              <a:t>SPADE course, July 8-9, 2025</a:t>
            </a:r>
          </a:p>
        </p:txBody>
      </p:sp>
      <p:sp>
        <p:nvSpPr>
          <p:cNvPr id="6" name="TextBox 5">
            <a:extLst>
              <a:ext uri="{FF2B5EF4-FFF2-40B4-BE49-F238E27FC236}">
                <a16:creationId xmlns:a16="http://schemas.microsoft.com/office/drawing/2014/main" id="{42D31550-EE27-CE38-0555-DF8C11A71915}"/>
              </a:ext>
            </a:extLst>
          </p:cNvPr>
          <p:cNvSpPr txBox="1"/>
          <p:nvPr/>
        </p:nvSpPr>
        <p:spPr>
          <a:xfrm>
            <a:off x="5436096" y="3582576"/>
            <a:ext cx="3512594" cy="2031325"/>
          </a:xfrm>
          <a:prstGeom prst="rect">
            <a:avLst/>
          </a:prstGeom>
          <a:noFill/>
          <a:ln>
            <a:solidFill>
              <a:schemeClr val="tx2"/>
            </a:solidFill>
          </a:ln>
        </p:spPr>
        <p:txBody>
          <a:bodyPr wrap="square" rtlCol="0">
            <a:spAutoFit/>
          </a:bodyPr>
          <a:lstStyle/>
          <a:p>
            <a:r>
              <a:rPr lang="nl-NL" err="1"/>
              <a:t>Lambda</a:t>
            </a:r>
            <a:r>
              <a:rPr lang="nl-NL"/>
              <a:t> </a:t>
            </a:r>
            <a:r>
              <a:rPr lang="nl-NL" err="1"/>
              <a:t>should</a:t>
            </a:r>
            <a:r>
              <a:rPr lang="nl-NL"/>
              <a:t> </a:t>
            </a:r>
            <a:r>
              <a:rPr lang="nl-NL" err="1"/>
              <a:t>not</a:t>
            </a:r>
            <a:r>
              <a:rPr lang="nl-NL"/>
              <a:t> </a:t>
            </a:r>
            <a:r>
              <a:rPr lang="nl-NL" err="1"/>
              <a:t>be</a:t>
            </a:r>
            <a:r>
              <a:rPr lang="nl-NL"/>
              <a:t> </a:t>
            </a:r>
            <a:r>
              <a:rPr lang="nl-NL" err="1"/>
              <a:t>negative</a:t>
            </a:r>
            <a:r>
              <a:rPr lang="nl-NL"/>
              <a:t>!</a:t>
            </a:r>
          </a:p>
          <a:p>
            <a:endParaRPr lang="nl-NL"/>
          </a:p>
          <a:p>
            <a:r>
              <a:rPr lang="nl-NL" err="1"/>
              <a:t>Rule</a:t>
            </a:r>
            <a:r>
              <a:rPr lang="nl-NL"/>
              <a:t> of </a:t>
            </a:r>
            <a:r>
              <a:rPr lang="nl-NL" err="1"/>
              <a:t>thumb</a:t>
            </a:r>
            <a:r>
              <a:rPr lang="nl-NL"/>
              <a:t>: </a:t>
            </a:r>
          </a:p>
          <a:p>
            <a:r>
              <a:rPr lang="nl-NL" err="1"/>
              <a:t>lambda</a:t>
            </a:r>
            <a:r>
              <a:rPr lang="nl-NL"/>
              <a:t> &lt; -0.10, intake </a:t>
            </a:r>
            <a:r>
              <a:rPr lang="nl-NL" err="1"/>
              <a:t>distribution</a:t>
            </a:r>
            <a:r>
              <a:rPr lang="nl-NL"/>
              <a:t> </a:t>
            </a:r>
            <a:r>
              <a:rPr lang="nl-NL" err="1"/>
              <a:t>very</a:t>
            </a:r>
            <a:r>
              <a:rPr lang="nl-NL"/>
              <a:t> </a:t>
            </a:r>
            <a:r>
              <a:rPr lang="nl-NL" err="1"/>
              <a:t>skewed</a:t>
            </a:r>
            <a:r>
              <a:rPr lang="nl-NL"/>
              <a:t>, check data!</a:t>
            </a:r>
          </a:p>
        </p:txBody>
      </p:sp>
    </p:spTree>
    <p:extLst>
      <p:ext uri="{BB962C8B-B14F-4D97-AF65-F5344CB8AC3E}">
        <p14:creationId xmlns:p14="http://schemas.microsoft.com/office/powerpoint/2010/main" val="417016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76" y="620688"/>
            <a:ext cx="8172450" cy="444500"/>
          </a:xfrm>
        </p:spPr>
        <p:txBody>
          <a:bodyPr>
            <a:normAutofit fontScale="90000"/>
          </a:bodyPr>
          <a:lstStyle/>
          <a:p>
            <a:pPr marL="0" indent="0"/>
            <a:r>
              <a:rPr lang="nl-NL">
                <a:solidFill>
                  <a:schemeClr val="bg1"/>
                </a:solidFill>
              </a:rPr>
              <a:t>1-part model – output in console - 3</a:t>
            </a:r>
            <a:endParaRPr lang="nl-NL" sz="2000">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20</a:t>
            </a:fld>
            <a:endParaRPr lang="nl-NL"/>
          </a:p>
        </p:txBody>
      </p:sp>
      <p:sp>
        <p:nvSpPr>
          <p:cNvPr id="3" name="TextBox 2"/>
          <p:cNvSpPr txBox="1"/>
          <p:nvPr/>
        </p:nvSpPr>
        <p:spPr>
          <a:xfrm>
            <a:off x="107504" y="1700808"/>
            <a:ext cx="8928992" cy="2139047"/>
          </a:xfrm>
          <a:prstGeom prst="rect">
            <a:avLst/>
          </a:prstGeom>
          <a:noFill/>
        </p:spPr>
        <p:txBody>
          <a:bodyPr wrap="square" rtlCol="0">
            <a:spAutoFit/>
          </a:bodyPr>
          <a:lstStyle/>
          <a:p>
            <a:r>
              <a:rPr lang="en-US" sz="1300">
                <a:latin typeface="Courier New" panose="02070309020205020404" pitchFamily="49" charset="0"/>
                <a:cs typeface="Courier New" panose="02070309020205020404" pitchFamily="49" charset="0"/>
              </a:rPr>
              <a:t>Random effects:</a:t>
            </a:r>
          </a:p>
          <a:p>
            <a:r>
              <a:rPr lang="en-US" sz="1300">
                <a:latin typeface="Courier New" panose="02070309020205020404" pitchFamily="49" charset="0"/>
                <a:cs typeface="Courier New" panose="02070309020205020404" pitchFamily="49" charset="0"/>
              </a:rPr>
              <a:t> Groups   Name        Variance </a:t>
            </a:r>
            <a:r>
              <a:rPr lang="en-US" sz="1300" err="1">
                <a:latin typeface="Courier New" panose="02070309020205020404" pitchFamily="49" charset="0"/>
                <a:cs typeface="Courier New" panose="02070309020205020404" pitchFamily="49" charset="0"/>
              </a:rPr>
              <a:t>Std.Dev</a:t>
            </a:r>
            <a:r>
              <a:rPr lang="en-US" sz="1300">
                <a:latin typeface="Courier New" panose="02070309020205020404" pitchFamily="49" charset="0"/>
                <a:cs typeface="Courier New" panose="02070309020205020404" pitchFamily="49" charset="0"/>
              </a:rPr>
              <a:t>.</a:t>
            </a:r>
          </a:p>
          <a:p>
            <a:r>
              <a:rPr lang="en-US" sz="1300">
                <a:latin typeface="Courier New" panose="02070309020205020404" pitchFamily="49" charset="0"/>
                <a:cs typeface="Courier New" panose="02070309020205020404" pitchFamily="49" charset="0"/>
              </a:rPr>
              <a:t> id       (Intercept) 11.69492 3.419783	</a:t>
            </a:r>
            <a:r>
              <a:rPr lang="en-US" sz="1300">
                <a:solidFill>
                  <a:schemeClr val="accent6"/>
                </a:solidFill>
                <a:latin typeface="Courier New" panose="02070309020205020404" pitchFamily="49" charset="0"/>
                <a:cs typeface="Courier New" panose="02070309020205020404" pitchFamily="49" charset="0"/>
              </a:rPr>
              <a:t>Between-person variance </a:t>
            </a:r>
          </a:p>
          <a:p>
            <a:r>
              <a:rPr lang="en-US" sz="1300">
                <a:latin typeface="Courier New" panose="02070309020205020404" pitchFamily="49" charset="0"/>
                <a:cs typeface="Courier New" panose="02070309020205020404" pitchFamily="49" charset="0"/>
              </a:rPr>
              <a:t> Residual             15.05978 3.880694	</a:t>
            </a:r>
            <a:r>
              <a:rPr lang="en-US" sz="1300">
                <a:solidFill>
                  <a:schemeClr val="accent6"/>
                </a:solidFill>
                <a:latin typeface="Courier New" panose="02070309020205020404" pitchFamily="49" charset="0"/>
                <a:cs typeface="Courier New" panose="02070309020205020404" pitchFamily="49" charset="0"/>
              </a:rPr>
              <a:t>Within-person variance</a:t>
            </a:r>
            <a:r>
              <a:rPr lang="en-US" sz="1300">
                <a:latin typeface="Courier New" panose="02070309020205020404" pitchFamily="49" charset="0"/>
                <a:cs typeface="Courier New" panose="02070309020205020404" pitchFamily="49" charset="0"/>
              </a:rPr>
              <a:t>	</a:t>
            </a:r>
          </a:p>
          <a:p>
            <a:r>
              <a:rPr lang="en-US" sz="1300">
                <a:latin typeface="Courier New" panose="02070309020205020404" pitchFamily="49" charset="0"/>
                <a:cs typeface="Courier New" panose="02070309020205020404" pitchFamily="49" charset="0"/>
              </a:rPr>
              <a:t>Number of </a:t>
            </a:r>
            <a:r>
              <a:rPr lang="en-US" sz="1300" err="1">
                <a:latin typeface="Courier New" panose="02070309020205020404" pitchFamily="49" charset="0"/>
                <a:cs typeface="Courier New" panose="02070309020205020404" pitchFamily="49" charset="0"/>
              </a:rPr>
              <a:t>obs</a:t>
            </a:r>
            <a:r>
              <a:rPr lang="en-US" sz="1300">
                <a:latin typeface="Courier New" panose="02070309020205020404" pitchFamily="49" charset="0"/>
                <a:cs typeface="Courier New" panose="02070309020205020404" pitchFamily="49" charset="0"/>
              </a:rPr>
              <a:t>: 4319, groups:  id, 2148	</a:t>
            </a:r>
            <a:r>
              <a:rPr lang="en-US" sz="1300">
                <a:solidFill>
                  <a:schemeClr val="accent6"/>
                </a:solidFill>
                <a:latin typeface="Courier New" panose="02070309020205020404" pitchFamily="49" charset="0"/>
                <a:cs typeface="Courier New" panose="02070309020205020404" pitchFamily="49" charset="0"/>
              </a:rPr>
              <a:t>11.7+15.1 = 26.8 (variance error)</a:t>
            </a:r>
          </a:p>
          <a:p>
            <a:pPr marL="5472113" indent="-5472113"/>
            <a:endParaRPr lang="en-US" sz="1300">
              <a:solidFill>
                <a:srgbClr val="0070C0"/>
              </a:solidFill>
              <a:latin typeface="Courier New" panose="02070309020205020404" pitchFamily="49" charset="0"/>
              <a:cs typeface="Courier New" panose="02070309020205020404" pitchFamily="49" charset="0"/>
            </a:endParaRPr>
          </a:p>
          <a:p>
            <a:pPr marL="5472113" indent="-5472113"/>
            <a:endParaRPr lang="en-US" sz="1300">
              <a:solidFill>
                <a:srgbClr val="0070C0"/>
              </a:solidFill>
              <a:latin typeface="Courier New" panose="02070309020205020404" pitchFamily="49" charset="0"/>
              <a:cs typeface="Courier New" panose="02070309020205020404" pitchFamily="49" charset="0"/>
            </a:endParaRPr>
          </a:p>
          <a:p>
            <a:pPr marL="5472113" indent="-5472113"/>
            <a:r>
              <a:rPr lang="en-US" sz="1400">
                <a:latin typeface="Courier New" panose="02070309020205020404" pitchFamily="49" charset="0"/>
                <a:cs typeface="Courier New" panose="02070309020205020404" pitchFamily="49" charset="0"/>
              </a:rPr>
              <a:t>   within-individual variance  = 15.1 </a:t>
            </a:r>
          </a:p>
          <a:p>
            <a:pPr marL="5472113" indent="-5472113"/>
            <a:r>
              <a:rPr lang="en-US" sz="1400">
                <a:latin typeface="Courier New" panose="02070309020205020404" pitchFamily="49" charset="0"/>
                <a:cs typeface="Courier New" panose="02070309020205020404" pitchFamily="49" charset="0"/>
              </a:rPr>
              <a:t>   between-individual variance = 11.7 </a:t>
            </a:r>
          </a:p>
          <a:p>
            <a:pPr marL="5472113" indent="-5472113"/>
            <a:r>
              <a:rPr lang="en-US" sz="1400">
                <a:latin typeface="Courier New" panose="02070309020205020404" pitchFamily="49" charset="0"/>
                <a:cs typeface="Courier New" panose="02070309020205020404" pitchFamily="49" charset="0"/>
              </a:rPr>
              <a:t>   ratio </a:t>
            </a:r>
            <a:r>
              <a:rPr lang="en-US" sz="1400" err="1">
                <a:latin typeface="Courier New" panose="02070309020205020404" pitchFamily="49" charset="0"/>
                <a:cs typeface="Courier New" panose="02070309020205020404" pitchFamily="49" charset="0"/>
              </a:rPr>
              <a:t>var.inner</a:t>
            </a:r>
            <a:r>
              <a:rPr lang="en-US" sz="1400">
                <a:latin typeface="Courier New" panose="02070309020205020404" pitchFamily="49" charset="0"/>
                <a:cs typeface="Courier New" panose="02070309020205020404" pitchFamily="49" charset="0"/>
              </a:rPr>
              <a:t>/</a:t>
            </a:r>
            <a:r>
              <a:rPr lang="en-US" sz="1400" err="1">
                <a:latin typeface="Courier New" panose="02070309020205020404" pitchFamily="49" charset="0"/>
                <a:cs typeface="Courier New" panose="02070309020205020404" pitchFamily="49" charset="0"/>
              </a:rPr>
              <a:t>var.between</a:t>
            </a:r>
            <a:r>
              <a:rPr lang="en-US" sz="1400">
                <a:latin typeface="Courier New" panose="02070309020205020404" pitchFamily="49" charset="0"/>
                <a:cs typeface="Courier New" panose="02070309020205020404" pitchFamily="49" charset="0"/>
              </a:rPr>
              <a:t> for intake amounts = 1.29</a:t>
            </a:r>
            <a:endParaRPr lang="nl-NL" sz="1300">
              <a:solidFill>
                <a:srgbClr val="0070C0"/>
              </a:solidFill>
              <a:latin typeface="Courier New" panose="02070309020205020404" pitchFamily="49" charset="0"/>
              <a:cs typeface="Courier New" panose="02070309020205020404" pitchFamily="49" charset="0"/>
            </a:endParaRPr>
          </a:p>
        </p:txBody>
      </p:sp>
      <p:sp>
        <p:nvSpPr>
          <p:cNvPr id="6" name="TextBox 5"/>
          <p:cNvSpPr txBox="1"/>
          <p:nvPr/>
        </p:nvSpPr>
        <p:spPr>
          <a:xfrm>
            <a:off x="107504" y="1268760"/>
            <a:ext cx="8928992" cy="369332"/>
          </a:xfrm>
          <a:prstGeom prst="rect">
            <a:avLst/>
          </a:prstGeom>
          <a:noFill/>
        </p:spPr>
        <p:txBody>
          <a:bodyPr wrap="square" rtlCol="0">
            <a:spAutoFit/>
          </a:bodyPr>
          <a:lstStyle/>
          <a:p>
            <a:r>
              <a:rPr lang="en-US" b="1">
                <a:solidFill>
                  <a:srgbClr val="0070C0"/>
                </a:solidFill>
              </a:rPr>
              <a:t>Within and between-person variance</a:t>
            </a:r>
            <a:endParaRPr lang="nl-NL" b="1">
              <a:solidFill>
                <a:srgbClr val="0070C0"/>
              </a:solidFill>
            </a:endParaRPr>
          </a:p>
        </p:txBody>
      </p:sp>
      <p:pic>
        <p:nvPicPr>
          <p:cNvPr id="4" name="Picture 3">
            <a:extLst>
              <a:ext uri="{FF2B5EF4-FFF2-40B4-BE49-F238E27FC236}">
                <a16:creationId xmlns:a16="http://schemas.microsoft.com/office/drawing/2014/main" id="{6F179CA7-D6E6-4BF3-9A62-C799D4FB20E9}"/>
              </a:ext>
            </a:extLst>
          </p:cNvPr>
          <p:cNvPicPr>
            <a:picLocks noChangeAspect="1"/>
          </p:cNvPicPr>
          <p:nvPr/>
        </p:nvPicPr>
        <p:blipFill>
          <a:blip r:embed="rId3"/>
          <a:stretch>
            <a:fillRect/>
          </a:stretch>
        </p:blipFill>
        <p:spPr>
          <a:xfrm>
            <a:off x="6444208" y="1237060"/>
            <a:ext cx="2476500" cy="4381500"/>
          </a:xfrm>
          <a:prstGeom prst="rect">
            <a:avLst/>
          </a:prstGeom>
          <a:solidFill>
            <a:schemeClr val="tx2"/>
          </a:solidFill>
          <a:ln w="38100">
            <a:solidFill>
              <a:schemeClr val="tx2"/>
            </a:solidFill>
          </a:ln>
        </p:spPr>
      </p:pic>
      <p:sp>
        <p:nvSpPr>
          <p:cNvPr id="7" name="TextBox 6">
            <a:extLst>
              <a:ext uri="{FF2B5EF4-FFF2-40B4-BE49-F238E27FC236}">
                <a16:creationId xmlns:a16="http://schemas.microsoft.com/office/drawing/2014/main" id="{6B1473C6-3938-4E88-BCE1-2A2B8D0D2D9C}"/>
              </a:ext>
            </a:extLst>
          </p:cNvPr>
          <p:cNvSpPr txBox="1"/>
          <p:nvPr/>
        </p:nvSpPr>
        <p:spPr>
          <a:xfrm>
            <a:off x="107504" y="3998556"/>
            <a:ext cx="6220916" cy="2308324"/>
          </a:xfrm>
          <a:prstGeom prst="rect">
            <a:avLst/>
          </a:prstGeom>
          <a:noFill/>
          <a:ln>
            <a:solidFill>
              <a:schemeClr val="tx2"/>
            </a:solidFill>
          </a:ln>
        </p:spPr>
        <p:txBody>
          <a:bodyPr wrap="square" rtlCol="0">
            <a:spAutoFit/>
          </a:bodyPr>
          <a:lstStyle/>
          <a:p>
            <a:r>
              <a:rPr lang="nl-NL" b="1"/>
              <a:t>Ratio </a:t>
            </a:r>
            <a:r>
              <a:rPr lang="nl-NL" b="1" err="1"/>
              <a:t>should</a:t>
            </a:r>
            <a:r>
              <a:rPr lang="nl-NL" b="1"/>
              <a:t> </a:t>
            </a:r>
            <a:r>
              <a:rPr lang="nl-NL" b="1" err="1"/>
              <a:t>be</a:t>
            </a:r>
            <a:r>
              <a:rPr lang="nl-NL" b="1"/>
              <a:t> </a:t>
            </a:r>
            <a:r>
              <a:rPr lang="nl-NL" b="1" err="1"/>
              <a:t>not</a:t>
            </a:r>
            <a:r>
              <a:rPr lang="nl-NL" b="1"/>
              <a:t> </a:t>
            </a:r>
            <a:r>
              <a:rPr lang="nl-NL" b="1" err="1"/>
              <a:t>too</a:t>
            </a:r>
            <a:r>
              <a:rPr lang="nl-NL" b="1"/>
              <a:t> small, and </a:t>
            </a:r>
            <a:r>
              <a:rPr lang="nl-NL" b="1" err="1"/>
              <a:t>not</a:t>
            </a:r>
            <a:r>
              <a:rPr lang="nl-NL" b="1"/>
              <a:t> </a:t>
            </a:r>
            <a:r>
              <a:rPr lang="nl-NL" b="1" err="1"/>
              <a:t>too</a:t>
            </a:r>
            <a:r>
              <a:rPr lang="nl-NL" b="1"/>
              <a:t> large</a:t>
            </a:r>
          </a:p>
          <a:p>
            <a:pPr marL="285750" indent="-285750">
              <a:buFont typeface="Arial" panose="020B0604020202020204" pitchFamily="34" charset="0"/>
              <a:buChar char="•"/>
            </a:pPr>
            <a:r>
              <a:rPr lang="nl-NL"/>
              <a:t>Small: small </a:t>
            </a:r>
            <a:r>
              <a:rPr lang="nl-NL" err="1"/>
              <a:t>day-to-day</a:t>
            </a:r>
            <a:r>
              <a:rPr lang="nl-NL"/>
              <a:t> </a:t>
            </a:r>
            <a:r>
              <a:rPr lang="nl-NL" err="1"/>
              <a:t>variation</a:t>
            </a:r>
            <a:r>
              <a:rPr lang="nl-NL"/>
              <a:t> in </a:t>
            </a:r>
            <a:r>
              <a:rPr lang="nl-NL" err="1"/>
              <a:t>their</a:t>
            </a:r>
            <a:r>
              <a:rPr lang="nl-NL"/>
              <a:t> intakes </a:t>
            </a:r>
          </a:p>
          <a:p>
            <a:pPr marL="285750" indent="-285750">
              <a:buFont typeface="Arial" panose="020B0604020202020204" pitchFamily="34" charset="0"/>
              <a:buChar char="•"/>
            </a:pPr>
            <a:r>
              <a:rPr lang="nl-NL"/>
              <a:t>Large: </a:t>
            </a:r>
            <a:r>
              <a:rPr lang="nl-NL" err="1"/>
              <a:t>maybe</a:t>
            </a:r>
            <a:r>
              <a:rPr lang="nl-NL"/>
              <a:t> </a:t>
            </a:r>
            <a:r>
              <a:rPr lang="nl-NL" err="1"/>
              <a:t>some</a:t>
            </a:r>
            <a:r>
              <a:rPr lang="nl-NL"/>
              <a:t> persons have </a:t>
            </a:r>
            <a:r>
              <a:rPr lang="nl-NL" err="1"/>
              <a:t>very</a:t>
            </a:r>
            <a:r>
              <a:rPr lang="nl-NL"/>
              <a:t> high </a:t>
            </a:r>
            <a:r>
              <a:rPr lang="nl-NL" err="1"/>
              <a:t>variance</a:t>
            </a:r>
            <a:r>
              <a:rPr lang="nl-NL"/>
              <a:t> over </a:t>
            </a:r>
            <a:r>
              <a:rPr lang="nl-NL" err="1"/>
              <a:t>their</a:t>
            </a:r>
            <a:r>
              <a:rPr lang="nl-NL"/>
              <a:t> survey </a:t>
            </a:r>
            <a:r>
              <a:rPr lang="nl-NL" err="1"/>
              <a:t>days</a:t>
            </a:r>
            <a:r>
              <a:rPr lang="nl-NL"/>
              <a:t>. </a:t>
            </a:r>
            <a:r>
              <a:rPr lang="nl-NL" err="1"/>
              <a:t>Between</a:t>
            </a:r>
            <a:r>
              <a:rPr lang="nl-NL"/>
              <a:t> person </a:t>
            </a:r>
            <a:r>
              <a:rPr lang="nl-NL" err="1"/>
              <a:t>variance</a:t>
            </a:r>
            <a:r>
              <a:rPr lang="nl-NL"/>
              <a:t> is </a:t>
            </a:r>
            <a:r>
              <a:rPr lang="nl-NL" err="1"/>
              <a:t>almost</a:t>
            </a:r>
            <a:r>
              <a:rPr lang="nl-NL"/>
              <a:t> zero, </a:t>
            </a:r>
            <a:r>
              <a:rPr lang="nl-NL" err="1"/>
              <a:t>could</a:t>
            </a:r>
            <a:r>
              <a:rPr lang="nl-NL"/>
              <a:t> </a:t>
            </a:r>
            <a:r>
              <a:rPr lang="nl-NL" err="1"/>
              <a:t>be</a:t>
            </a:r>
            <a:r>
              <a:rPr lang="nl-NL"/>
              <a:t> </a:t>
            </a:r>
            <a:r>
              <a:rPr lang="nl-NL" err="1"/>
              <a:t>false</a:t>
            </a:r>
            <a:endParaRPr lang="nl-NL"/>
          </a:p>
          <a:p>
            <a:r>
              <a:rPr lang="nl-NL" b="1" err="1"/>
              <a:t>Rule</a:t>
            </a:r>
            <a:r>
              <a:rPr lang="nl-NL" b="1"/>
              <a:t> of </a:t>
            </a:r>
            <a:r>
              <a:rPr lang="nl-NL" b="1" err="1"/>
              <a:t>thumb</a:t>
            </a:r>
            <a:r>
              <a:rPr lang="nl-NL" b="1"/>
              <a:t>: ratio within/</a:t>
            </a:r>
            <a:r>
              <a:rPr lang="nl-NL" b="1" err="1"/>
              <a:t>between</a:t>
            </a:r>
            <a:r>
              <a:rPr lang="nl-NL" b="1"/>
              <a:t> </a:t>
            </a:r>
            <a:r>
              <a:rPr lang="nl-NL" b="1" err="1"/>
              <a:t>variance</a:t>
            </a:r>
            <a:r>
              <a:rPr lang="nl-NL" b="1"/>
              <a:t> </a:t>
            </a:r>
            <a:r>
              <a:rPr lang="nl-NL" b="1" err="1"/>
              <a:t>between</a:t>
            </a:r>
            <a:r>
              <a:rPr lang="nl-NL" b="1"/>
              <a:t> 0.25 and 4</a:t>
            </a:r>
          </a:p>
        </p:txBody>
      </p:sp>
      <p:sp>
        <p:nvSpPr>
          <p:cNvPr id="9" name="Footer Placeholder 8">
            <a:extLst>
              <a:ext uri="{FF2B5EF4-FFF2-40B4-BE49-F238E27FC236}">
                <a16:creationId xmlns:a16="http://schemas.microsoft.com/office/drawing/2014/main" id="{610A0B48-0966-3BD7-3A89-39322FAC5600}"/>
              </a:ext>
            </a:extLst>
          </p:cNvPr>
          <p:cNvSpPr>
            <a:spLocks noGrp="1"/>
          </p:cNvSpPr>
          <p:nvPr>
            <p:ph type="ftr" sz="quarter" idx="11"/>
          </p:nvPr>
        </p:nvSpPr>
        <p:spPr/>
        <p:txBody>
          <a:bodyPr/>
          <a:lstStyle/>
          <a:p>
            <a:r>
              <a:rPr lang="en-US"/>
              <a:t>SPADE 1-part model daily intakes (Manual, chapter 3)</a:t>
            </a:r>
            <a:endParaRPr lang="nl-NL"/>
          </a:p>
        </p:txBody>
      </p:sp>
      <p:sp>
        <p:nvSpPr>
          <p:cNvPr id="10" name="Date Placeholder 9">
            <a:extLst>
              <a:ext uri="{FF2B5EF4-FFF2-40B4-BE49-F238E27FC236}">
                <a16:creationId xmlns:a16="http://schemas.microsoft.com/office/drawing/2014/main" id="{001403F3-0372-C337-8DB5-480A0460C46D}"/>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31608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ACFAA-0DF3-45FF-BA88-25377B28A2DC}"/>
              </a:ext>
            </a:extLst>
          </p:cNvPr>
          <p:cNvSpPr>
            <a:spLocks noGrp="1"/>
          </p:cNvSpPr>
          <p:nvPr>
            <p:ph type="title"/>
          </p:nvPr>
        </p:nvSpPr>
        <p:spPr/>
        <p:txBody>
          <a:bodyPr/>
          <a:lstStyle/>
          <a:p>
            <a:r>
              <a:rPr lang="en-US" b="1"/>
              <a:t>Habitual mean vs. observed mean</a:t>
            </a:r>
            <a:endParaRPr lang="en-GB"/>
          </a:p>
        </p:txBody>
      </p:sp>
      <p:sp>
        <p:nvSpPr>
          <p:cNvPr id="5" name="Slide Number Placeholder 4">
            <a:extLst>
              <a:ext uri="{FF2B5EF4-FFF2-40B4-BE49-F238E27FC236}">
                <a16:creationId xmlns:a16="http://schemas.microsoft.com/office/drawing/2014/main" id="{8DFBFD22-6FD4-4670-843E-6C9D16854884}"/>
              </a:ext>
            </a:extLst>
          </p:cNvPr>
          <p:cNvSpPr>
            <a:spLocks noGrp="1"/>
          </p:cNvSpPr>
          <p:nvPr>
            <p:ph type="sldNum" sz="quarter" idx="12"/>
          </p:nvPr>
        </p:nvSpPr>
        <p:spPr/>
        <p:txBody>
          <a:bodyPr/>
          <a:lstStyle/>
          <a:p>
            <a:fld id="{8FC21E99-CB6E-4E1C-8709-25BF64FEA530}" type="slidenum">
              <a:rPr lang="nl-NL" smtClean="0"/>
              <a:pPr/>
              <a:t>21</a:t>
            </a:fld>
            <a:endParaRPr lang="nl-NL"/>
          </a:p>
        </p:txBody>
      </p:sp>
      <p:sp>
        <p:nvSpPr>
          <p:cNvPr id="8" name="TextBox 7">
            <a:extLst>
              <a:ext uri="{FF2B5EF4-FFF2-40B4-BE49-F238E27FC236}">
                <a16:creationId xmlns:a16="http://schemas.microsoft.com/office/drawing/2014/main" id="{B3C9C846-A4C8-4208-A8D6-D8E684048510}"/>
              </a:ext>
            </a:extLst>
          </p:cNvPr>
          <p:cNvSpPr txBox="1"/>
          <p:nvPr/>
        </p:nvSpPr>
        <p:spPr>
          <a:xfrm>
            <a:off x="469345" y="2287588"/>
            <a:ext cx="8569022" cy="1292662"/>
          </a:xfrm>
          <a:prstGeom prst="rect">
            <a:avLst/>
          </a:prstGeom>
          <a:noFill/>
        </p:spPr>
        <p:txBody>
          <a:bodyPr wrap="square" rtlCol="0">
            <a:spAutoFit/>
          </a:bodyPr>
          <a:lstStyle/>
          <a:p>
            <a:r>
              <a:rPr lang="en-US" sz="1300">
                <a:latin typeface="Courier New" panose="02070309020205020404" pitchFamily="49" charset="0"/>
                <a:cs typeface="Courier New" panose="02070309020205020404" pitchFamily="49" charset="0"/>
              </a:rPr>
              <a:t>* * *  Statistics of observed and habitual intakes  * * * </a:t>
            </a:r>
          </a:p>
          <a:p>
            <a:r>
              <a:rPr lang="en-US" sz="1300">
                <a:latin typeface="Courier New" panose="02070309020205020404" pitchFamily="49" charset="0"/>
                <a:cs typeface="Courier New" panose="02070309020205020404" pitchFamily="49" charset="0"/>
              </a:rPr>
              <a:t>                             (weighted) sample mean intake = 821.367 </a:t>
            </a:r>
          </a:p>
          <a:p>
            <a:r>
              <a:rPr lang="en-US" sz="1300">
                <a:latin typeface="Courier New" panose="02070309020205020404" pitchFamily="49" charset="0"/>
                <a:cs typeface="Courier New" panose="02070309020205020404" pitchFamily="49" charset="0"/>
              </a:rPr>
              <a:t>                          overall mean of habitual intakes = 820.326 </a:t>
            </a:r>
          </a:p>
          <a:p>
            <a:r>
              <a:rPr lang="en-US" sz="1300">
                <a:latin typeface="Courier New" panose="02070309020205020404" pitchFamily="49" charset="0"/>
                <a:cs typeface="Courier New" panose="02070309020205020404" pitchFamily="49" charset="0"/>
              </a:rPr>
              <a:t>    difference of mean HI mean from (weighted) sample mean = -0.127 %</a:t>
            </a:r>
            <a:endParaRPr lang="en-US" sz="1300">
              <a:solidFill>
                <a:srgbClr val="0070C0"/>
              </a:solidFill>
              <a:latin typeface="Courier New" panose="02070309020205020404" pitchFamily="49" charset="0"/>
              <a:cs typeface="Courier New" panose="02070309020205020404" pitchFamily="49" charset="0"/>
            </a:endParaRPr>
          </a:p>
          <a:p>
            <a:r>
              <a:rPr lang="en-US" sz="1300">
                <a:solidFill>
                  <a:srgbClr val="0070C0"/>
                </a:solidFill>
                <a:latin typeface="Courier New" panose="02070309020205020404" pitchFamily="49" charset="0"/>
                <a:cs typeface="Courier New" panose="02070309020205020404" pitchFamily="49" charset="0"/>
              </a:rPr>
              <a:t>Mean observed &amp; mean habitual are identical</a:t>
            </a:r>
          </a:p>
          <a:p>
            <a:endParaRPr lang="en-US" sz="1300">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26B33BF8-D414-42A1-A650-E842070E9770}"/>
              </a:ext>
            </a:extLst>
          </p:cNvPr>
          <p:cNvSpPr txBox="1"/>
          <p:nvPr/>
        </p:nvSpPr>
        <p:spPr>
          <a:xfrm>
            <a:off x="1134536" y="3867277"/>
            <a:ext cx="6874928" cy="646331"/>
          </a:xfrm>
          <a:prstGeom prst="rect">
            <a:avLst/>
          </a:prstGeom>
          <a:noFill/>
          <a:ln>
            <a:solidFill>
              <a:schemeClr val="tx2"/>
            </a:solidFill>
          </a:ln>
        </p:spPr>
        <p:txBody>
          <a:bodyPr wrap="square" rtlCol="0">
            <a:spAutoFit/>
          </a:bodyPr>
          <a:lstStyle/>
          <a:p>
            <a:r>
              <a:rPr lang="nl-NL" err="1"/>
              <a:t>Rule</a:t>
            </a:r>
            <a:r>
              <a:rPr lang="nl-NL"/>
              <a:t> of </a:t>
            </a:r>
            <a:r>
              <a:rPr lang="nl-NL" err="1"/>
              <a:t>thumb</a:t>
            </a:r>
            <a:r>
              <a:rPr lang="nl-NL"/>
              <a:t> </a:t>
            </a:r>
            <a:r>
              <a:rPr lang="nl-NL" err="1"/>
              <a:t>for</a:t>
            </a:r>
            <a:r>
              <a:rPr lang="nl-NL"/>
              <a:t> 1-part model: </a:t>
            </a:r>
            <a:r>
              <a:rPr lang="nl-NL" err="1"/>
              <a:t>difference</a:t>
            </a:r>
            <a:r>
              <a:rPr lang="nl-NL"/>
              <a:t> of </a:t>
            </a:r>
            <a:r>
              <a:rPr lang="nl-NL" err="1"/>
              <a:t>mean</a:t>
            </a:r>
            <a:r>
              <a:rPr lang="nl-NL"/>
              <a:t> </a:t>
            </a:r>
            <a:r>
              <a:rPr lang="nl-NL" err="1"/>
              <a:t>between</a:t>
            </a:r>
            <a:r>
              <a:rPr lang="nl-NL"/>
              <a:t> -5% </a:t>
            </a:r>
            <a:r>
              <a:rPr lang="nl-NL" err="1"/>
              <a:t>and</a:t>
            </a:r>
            <a:r>
              <a:rPr lang="nl-NL"/>
              <a:t> 5% </a:t>
            </a:r>
          </a:p>
        </p:txBody>
      </p:sp>
      <p:sp>
        <p:nvSpPr>
          <p:cNvPr id="3" name="Footer Placeholder 2">
            <a:extLst>
              <a:ext uri="{FF2B5EF4-FFF2-40B4-BE49-F238E27FC236}">
                <a16:creationId xmlns:a16="http://schemas.microsoft.com/office/drawing/2014/main" id="{E027BBC7-5ABA-DCD3-88C3-A5F16A104A12}"/>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4C13E981-3217-8FF9-DDEA-38A4EE44AABC}"/>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559434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76" y="620688"/>
            <a:ext cx="8172450" cy="444500"/>
          </a:xfrm>
        </p:spPr>
        <p:txBody>
          <a:bodyPr>
            <a:normAutofit fontScale="90000"/>
          </a:bodyPr>
          <a:lstStyle/>
          <a:p>
            <a:pPr marL="0" indent="0"/>
            <a:r>
              <a:rPr lang="nl-NL">
                <a:solidFill>
                  <a:schemeClr val="bg1"/>
                </a:solidFill>
              </a:rPr>
              <a:t>1-part model – output in console - 1</a:t>
            </a:r>
            <a:endParaRPr lang="nl-NL" sz="2000">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22</a:t>
            </a:fld>
            <a:endParaRPr lang="nl-NL"/>
          </a:p>
        </p:txBody>
      </p:sp>
      <p:sp>
        <p:nvSpPr>
          <p:cNvPr id="3" name="TextBox 2"/>
          <p:cNvSpPr txBox="1"/>
          <p:nvPr/>
        </p:nvSpPr>
        <p:spPr>
          <a:xfrm>
            <a:off x="281292" y="1301730"/>
            <a:ext cx="8784976" cy="5001369"/>
          </a:xfrm>
          <a:prstGeom prst="rect">
            <a:avLst/>
          </a:prstGeom>
          <a:noFill/>
        </p:spPr>
        <p:txBody>
          <a:bodyPr wrap="square" rtlCol="0">
            <a:spAutoFit/>
          </a:bodyPr>
          <a:lstStyle/>
          <a:p>
            <a:r>
              <a:rPr lang="en-US" sz="1300">
                <a:latin typeface="Courier New" panose="02070309020205020404" pitchFamily="49" charset="0"/>
                <a:cs typeface="Courier New" panose="02070309020205020404" pitchFamily="49" charset="0"/>
              </a:rPr>
              <a:t>spade output table for  ca</a:t>
            </a:r>
          </a:p>
          <a:p>
            <a:r>
              <a:rPr lang="en-US" sz="1300">
                <a:latin typeface="Courier New" panose="02070309020205020404" pitchFamily="49" charset="0"/>
                <a:cs typeface="Courier New" panose="02070309020205020404" pitchFamily="49" charset="0"/>
              </a:rPr>
              <a:t>         AM  P5 P10 P25 P50  P75  P90  P95</a:t>
            </a:r>
          </a:p>
          <a:p>
            <a:r>
              <a:rPr lang="en-US" sz="1300">
                <a:latin typeface="Courier New" panose="02070309020205020404" pitchFamily="49" charset="0"/>
                <a:cs typeface="Courier New" panose="02070309020205020404" pitchFamily="49" charset="0"/>
              </a:rPr>
              <a:t>(0,79]  820 434 500 626 792  983 1179 1306</a:t>
            </a:r>
          </a:p>
          <a:p>
            <a:r>
              <a:rPr lang="en-US" sz="1300">
                <a:latin typeface="Courier New" panose="02070309020205020404" pitchFamily="49" charset="0"/>
                <a:cs typeface="Courier New" panose="02070309020205020404" pitchFamily="49" charset="0"/>
              </a:rPr>
              <a:t>(0,1]   670 358 414 517 647  800  953 1053</a:t>
            </a:r>
          </a:p>
          <a:p>
            <a:r>
              <a:rPr lang="en-US" sz="1300">
                <a:latin typeface="Courier New" panose="02070309020205020404" pitchFamily="49" charset="0"/>
                <a:cs typeface="Courier New" panose="02070309020205020404" pitchFamily="49" charset="0"/>
              </a:rPr>
              <a:t>(1,2]   676 364 419 519 651  804  967 1071</a:t>
            </a:r>
          </a:p>
          <a:p>
            <a:r>
              <a:rPr lang="en-US" sz="1300">
                <a:latin typeface="Courier New" panose="02070309020205020404" pitchFamily="49" charset="0"/>
                <a:cs typeface="Courier New" panose="02070309020205020404" pitchFamily="49" charset="0"/>
              </a:rPr>
              <a:t>(2,3]   682 371 424 528 658  815  965 1066</a:t>
            </a:r>
          </a:p>
          <a:p>
            <a:r>
              <a:rPr lang="en-US" sz="1300">
                <a:latin typeface="Courier New" panose="02070309020205020404" pitchFamily="49" charset="0"/>
                <a:cs typeface="Courier New" panose="02070309020205020404" pitchFamily="49" charset="0"/>
              </a:rPr>
              <a:t>(3,4]   687 374 429 528 664  818  970 1083</a:t>
            </a:r>
          </a:p>
          <a:p>
            <a:r>
              <a:rPr lang="en-US" sz="1300">
                <a:latin typeface="Courier New" panose="02070309020205020404" pitchFamily="49" charset="0"/>
                <a:cs typeface="Courier New" panose="02070309020205020404" pitchFamily="49" charset="0"/>
              </a:rPr>
              <a:t>(4,5]   704 388 445 545 683  835  986 1107</a:t>
            </a:r>
          </a:p>
          <a:p>
            <a:r>
              <a:rPr lang="en-US" sz="1300">
                <a:latin typeface="Courier New" panose="02070309020205020404" pitchFamily="49" charset="0"/>
                <a:cs typeface="Courier New" panose="02070309020205020404" pitchFamily="49" charset="0"/>
              </a:rPr>
              <a:t>(5,6]   702 384 440 543 680  838  996 1093		 </a:t>
            </a:r>
            <a:r>
              <a:rPr lang="en-US" sz="1300">
                <a:solidFill>
                  <a:schemeClr val="tx2"/>
                </a:solidFill>
                <a:latin typeface="Courier New" panose="02070309020205020404" pitchFamily="49" charset="0"/>
                <a:cs typeface="Courier New" panose="02070309020205020404" pitchFamily="49" charset="0"/>
              </a:rPr>
              <a:t>(0,79] = age-group 1-79 </a:t>
            </a:r>
            <a:r>
              <a:rPr lang="en-US" sz="1300" err="1">
                <a:solidFill>
                  <a:schemeClr val="tx2"/>
                </a:solidFill>
                <a:latin typeface="Courier New" panose="02070309020205020404" pitchFamily="49" charset="0"/>
                <a:cs typeface="Courier New" panose="02070309020205020404" pitchFamily="49" charset="0"/>
              </a:rPr>
              <a:t>yr</a:t>
            </a:r>
            <a:endParaRPr lang="en-US" sz="1300">
              <a:solidFill>
                <a:schemeClr val="tx2"/>
              </a:solidFill>
              <a:latin typeface="Courier New" panose="02070309020205020404" pitchFamily="49" charset="0"/>
              <a:cs typeface="Courier New" panose="02070309020205020404" pitchFamily="49" charset="0"/>
            </a:endParaRPr>
          </a:p>
          <a:p>
            <a:r>
              <a:rPr lang="en-US" sz="1300">
                <a:solidFill>
                  <a:srgbClr val="0070C0"/>
                </a:solidFill>
                <a:latin typeface="Courier New" panose="02070309020205020404" pitchFamily="49" charset="0"/>
                <a:cs typeface="Courier New" panose="02070309020205020404" pitchFamily="49" charset="0"/>
              </a:rPr>
              <a:t>…..</a:t>
            </a:r>
            <a:r>
              <a:rPr lang="en-US" sz="1300">
                <a:latin typeface="Courier New" panose="02070309020205020404" pitchFamily="49" charset="0"/>
                <a:cs typeface="Courier New" panose="02070309020205020404" pitchFamily="49" charset="0"/>
              </a:rPr>
              <a:t>						  </a:t>
            </a:r>
            <a:r>
              <a:rPr lang="en-US" sz="1300">
                <a:solidFill>
                  <a:schemeClr val="tx2"/>
                </a:solidFill>
                <a:latin typeface="Courier New" panose="02070309020205020404" pitchFamily="49" charset="0"/>
                <a:cs typeface="Courier New" panose="02070309020205020404" pitchFamily="49" charset="0"/>
              </a:rPr>
              <a:t>(0,1] = age 1 </a:t>
            </a:r>
            <a:r>
              <a:rPr lang="en-US" sz="1300" err="1">
                <a:solidFill>
                  <a:schemeClr val="tx2"/>
                </a:solidFill>
                <a:latin typeface="Courier New" panose="02070309020205020404" pitchFamily="49" charset="0"/>
                <a:cs typeface="Courier New" panose="02070309020205020404" pitchFamily="49" charset="0"/>
              </a:rPr>
              <a:t>yr</a:t>
            </a:r>
            <a:endParaRPr lang="en-US" sz="1300">
              <a:solidFill>
                <a:schemeClr val="tx2"/>
              </a:solidFill>
              <a:latin typeface="Courier New" panose="02070309020205020404" pitchFamily="49" charset="0"/>
              <a:cs typeface="Courier New" panose="02070309020205020404" pitchFamily="49" charset="0"/>
            </a:endParaRPr>
          </a:p>
          <a:p>
            <a:r>
              <a:rPr lang="en-US" sz="1300">
                <a:latin typeface="Courier New" panose="02070309020205020404" pitchFamily="49" charset="0"/>
                <a:cs typeface="Courier New" panose="02070309020205020404" pitchFamily="49" charset="0"/>
              </a:rPr>
              <a:t>(78,79] 900 525 590 716 874 1056 1232 1365		</a:t>
            </a:r>
            <a:r>
              <a:rPr lang="en-US" sz="1300">
                <a:solidFill>
                  <a:schemeClr val="tx2"/>
                </a:solidFill>
                <a:latin typeface="Courier New" panose="02070309020205020404" pitchFamily="49" charset="0"/>
                <a:cs typeface="Courier New" panose="02070309020205020404" pitchFamily="49" charset="0"/>
              </a:rPr>
              <a:t>(78,79] = age 79 </a:t>
            </a:r>
            <a:r>
              <a:rPr lang="en-US" sz="1300" err="1">
                <a:solidFill>
                  <a:schemeClr val="tx2"/>
                </a:solidFill>
                <a:latin typeface="Courier New" panose="02070309020205020404" pitchFamily="49" charset="0"/>
                <a:cs typeface="Courier New" panose="02070309020205020404" pitchFamily="49" charset="0"/>
              </a:rPr>
              <a:t>yr</a:t>
            </a:r>
            <a:endParaRPr lang="en-US" sz="1300">
              <a:solidFill>
                <a:schemeClr val="tx2"/>
              </a:solidFill>
              <a:latin typeface="Courier New" panose="02070309020205020404" pitchFamily="49" charset="0"/>
              <a:cs typeface="Courier New" panose="02070309020205020404" pitchFamily="49" charset="0"/>
            </a:endParaRP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Confidence intervals: check first the plots and logbooks, </a:t>
            </a:r>
          </a:p>
          <a:p>
            <a:r>
              <a:rPr lang="en-US" sz="1100">
                <a:latin typeface="Courier New" panose="02070309020205020404" pitchFamily="49" charset="0"/>
                <a:cs typeface="Courier New" panose="02070309020205020404" pitchFamily="49" charset="0"/>
              </a:rPr>
              <a:t>                      next use </a:t>
            </a:r>
            <a:r>
              <a:rPr lang="en-US" sz="1100" err="1">
                <a:latin typeface="Courier New" panose="02070309020205020404" pitchFamily="49" charset="0"/>
                <a:cs typeface="Courier New" panose="02070309020205020404" pitchFamily="49" charset="0"/>
              </a:rPr>
              <a:t>f.spade.bootstrap</a:t>
            </a:r>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   The SPADE output is saved in </a:t>
            </a:r>
          </a:p>
          <a:p>
            <a:r>
              <a:rPr lang="en-US" sz="1100">
                <a:latin typeface="Courier New" panose="02070309020205020404" pitchFamily="49" charset="0"/>
                <a:cs typeface="Courier New" panose="02070309020205020404" pitchFamily="49" charset="0"/>
              </a:rPr>
              <a:t>  …/0_SPADE_OUTPUT		</a:t>
            </a:r>
            <a:r>
              <a:rPr lang="en-US" sz="1100">
                <a:solidFill>
                  <a:schemeClr val="tx2"/>
                </a:solidFill>
                <a:latin typeface="Courier New" panose="02070309020205020404" pitchFamily="49" charset="0"/>
                <a:cs typeface="Courier New" panose="02070309020205020404" pitchFamily="49" charset="0"/>
              </a:rPr>
              <a:t>Output path like we assigned in the script</a:t>
            </a: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   -  Diagnostic plots       can be found in    1_plots </a:t>
            </a:r>
          </a:p>
          <a:p>
            <a:r>
              <a:rPr lang="en-US" sz="1100">
                <a:latin typeface="Courier New" panose="02070309020205020404" pitchFamily="49" charset="0"/>
                <a:cs typeface="Courier New" panose="02070309020205020404" pitchFamily="49" charset="0"/>
              </a:rPr>
              <a:t>   -  Log files              can be found in    2_logbooks </a:t>
            </a:r>
          </a:p>
          <a:p>
            <a:r>
              <a:rPr lang="en-US" sz="1100">
                <a:latin typeface="Courier New" panose="02070309020205020404" pitchFamily="49" charset="0"/>
                <a:cs typeface="Courier New" panose="02070309020205020404" pitchFamily="49" charset="0"/>
              </a:rPr>
              <a:t>   -  Excel output tables    can be found in    3_excel_tables </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  The model and table R-binaries in   4_r_binaries </a:t>
            </a:r>
          </a:p>
          <a:p>
            <a:r>
              <a:rPr lang="en-US" sz="1100">
                <a:latin typeface="Courier New" panose="02070309020205020404" pitchFamily="49" charset="0"/>
                <a:cs typeface="Courier New" panose="02070309020205020404" pitchFamily="49" charset="0"/>
              </a:rPr>
              <a:t>      are saved for experts in R </a:t>
            </a:r>
          </a:p>
          <a:p>
            <a:r>
              <a:rPr lang="en-US" sz="1100">
                <a:latin typeface="Courier New" panose="02070309020205020404" pitchFamily="49" charset="0"/>
                <a:cs typeface="Courier New" panose="02070309020205020404" pitchFamily="49" charset="0"/>
              </a:rPr>
              <a:t>=====================================================================</a:t>
            </a:r>
          </a:p>
        </p:txBody>
      </p:sp>
      <p:sp>
        <p:nvSpPr>
          <p:cNvPr id="6" name="Footer Placeholder 5">
            <a:extLst>
              <a:ext uri="{FF2B5EF4-FFF2-40B4-BE49-F238E27FC236}">
                <a16:creationId xmlns:a16="http://schemas.microsoft.com/office/drawing/2014/main" id="{C1C12043-FCD4-1F52-981E-20FB49E578F6}"/>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E687A439-BF19-B4CB-B85C-99F0417792A4}"/>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998351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68CF7-F559-434E-8C60-715C92905415}"/>
              </a:ext>
            </a:extLst>
          </p:cNvPr>
          <p:cNvSpPr>
            <a:spLocks noGrp="1"/>
          </p:cNvSpPr>
          <p:nvPr>
            <p:ph type="title"/>
          </p:nvPr>
        </p:nvSpPr>
        <p:spPr/>
        <p:txBody>
          <a:bodyPr/>
          <a:lstStyle/>
          <a:p>
            <a:r>
              <a:rPr lang="en-GB"/>
              <a:t>Exercise 2</a:t>
            </a:r>
          </a:p>
        </p:txBody>
      </p:sp>
      <p:sp>
        <p:nvSpPr>
          <p:cNvPr id="3" name="Content Placeholder 2">
            <a:extLst>
              <a:ext uri="{FF2B5EF4-FFF2-40B4-BE49-F238E27FC236}">
                <a16:creationId xmlns:a16="http://schemas.microsoft.com/office/drawing/2014/main" id="{F2D7774A-8A67-4FD8-B2C5-343C367C2CB0}"/>
              </a:ext>
            </a:extLst>
          </p:cNvPr>
          <p:cNvSpPr>
            <a:spLocks noGrp="1"/>
          </p:cNvSpPr>
          <p:nvPr>
            <p:ph idx="1"/>
          </p:nvPr>
        </p:nvSpPr>
        <p:spPr/>
        <p:txBody>
          <a:bodyPr/>
          <a:lstStyle/>
          <a:p>
            <a:pPr marL="342900" indent="-342900">
              <a:buFont typeface="+mj-lt"/>
              <a:buAutoNum type="alphaLcParenR"/>
            </a:pPr>
            <a:r>
              <a:rPr lang="en-GB"/>
              <a:t>Try to find the lambda, within- and between-person variance and habitual mean vs. observed mean in your output.  </a:t>
            </a:r>
          </a:p>
          <a:p>
            <a:pPr marL="342900" indent="-342900">
              <a:buFont typeface="+mj-lt"/>
              <a:buAutoNum type="alphaLcParenR"/>
            </a:pPr>
            <a:r>
              <a:rPr lang="en-GB"/>
              <a:t>What is the habitual mean calcium intake of 51 year old women? </a:t>
            </a:r>
          </a:p>
          <a:p>
            <a:pPr marL="342900" indent="-342900">
              <a:buFont typeface="+mj-lt"/>
              <a:buAutoNum type="alphaLcParenR"/>
            </a:pPr>
            <a:r>
              <a:rPr lang="en-GB"/>
              <a:t>See if you can find the folders with the plots, logbooks, excel tables and binaries. </a:t>
            </a:r>
          </a:p>
          <a:p>
            <a:pPr marL="342900" indent="-342900">
              <a:buFont typeface="+mj-lt"/>
              <a:buAutoNum type="alphaLcParenR"/>
            </a:pPr>
            <a:endParaRPr lang="en-GB"/>
          </a:p>
        </p:txBody>
      </p:sp>
      <p:sp>
        <p:nvSpPr>
          <p:cNvPr id="5" name="Slide Number Placeholder 4">
            <a:extLst>
              <a:ext uri="{FF2B5EF4-FFF2-40B4-BE49-F238E27FC236}">
                <a16:creationId xmlns:a16="http://schemas.microsoft.com/office/drawing/2014/main" id="{384459F4-8657-423D-AE88-40EC0DD174CE}"/>
              </a:ext>
            </a:extLst>
          </p:cNvPr>
          <p:cNvSpPr>
            <a:spLocks noGrp="1"/>
          </p:cNvSpPr>
          <p:nvPr>
            <p:ph type="sldNum" sz="quarter" idx="12"/>
          </p:nvPr>
        </p:nvSpPr>
        <p:spPr/>
        <p:txBody>
          <a:bodyPr/>
          <a:lstStyle/>
          <a:p>
            <a:fld id="{8FC21E99-CB6E-4E1C-8709-25BF64FEA530}" type="slidenum">
              <a:rPr lang="nl-NL" smtClean="0"/>
              <a:pPr/>
              <a:t>23</a:t>
            </a:fld>
            <a:endParaRPr lang="nl-NL"/>
          </a:p>
        </p:txBody>
      </p:sp>
      <p:sp>
        <p:nvSpPr>
          <p:cNvPr id="6" name="Footer Placeholder 5">
            <a:extLst>
              <a:ext uri="{FF2B5EF4-FFF2-40B4-BE49-F238E27FC236}">
                <a16:creationId xmlns:a16="http://schemas.microsoft.com/office/drawing/2014/main" id="{62E470F7-69EE-A6DC-5280-220C5F1CEBD3}"/>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840EF99A-0CDF-3328-3F5D-5A9FFE90A34E}"/>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4033057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8FE0-7AD4-441F-90EA-814C3DC57C8E}"/>
              </a:ext>
            </a:extLst>
          </p:cNvPr>
          <p:cNvSpPr>
            <a:spLocks noGrp="1"/>
          </p:cNvSpPr>
          <p:nvPr>
            <p:ph type="title"/>
          </p:nvPr>
        </p:nvSpPr>
        <p:spPr/>
        <p:txBody>
          <a:bodyPr/>
          <a:lstStyle/>
          <a:p>
            <a:r>
              <a:rPr lang="nl-NL" err="1"/>
              <a:t>Answer</a:t>
            </a:r>
            <a:r>
              <a:rPr lang="nl-NL"/>
              <a:t> </a:t>
            </a:r>
            <a:r>
              <a:rPr lang="nl-NL" err="1"/>
              <a:t>exercise</a:t>
            </a:r>
            <a:r>
              <a:rPr lang="nl-NL"/>
              <a:t> 2</a:t>
            </a:r>
          </a:p>
        </p:txBody>
      </p:sp>
      <p:sp>
        <p:nvSpPr>
          <p:cNvPr id="3" name="Content Placeholder 2">
            <a:extLst>
              <a:ext uri="{FF2B5EF4-FFF2-40B4-BE49-F238E27FC236}">
                <a16:creationId xmlns:a16="http://schemas.microsoft.com/office/drawing/2014/main" id="{83B7DDD7-C9E0-443C-B618-E926B5C5FE6D}"/>
              </a:ext>
            </a:extLst>
          </p:cNvPr>
          <p:cNvSpPr>
            <a:spLocks noGrp="1"/>
          </p:cNvSpPr>
          <p:nvPr>
            <p:ph idx="1"/>
          </p:nvPr>
        </p:nvSpPr>
        <p:spPr/>
        <p:txBody>
          <a:bodyPr/>
          <a:lstStyle/>
          <a:p>
            <a:pPr marL="0" indent="0">
              <a:buNone/>
            </a:pPr>
            <a:r>
              <a:rPr lang="en-US">
                <a:latin typeface="Lucida Console" panose="020B0609040504020204" pitchFamily="49" charset="0"/>
              </a:rPr>
              <a:t>spade output table for  ca</a:t>
            </a:r>
          </a:p>
          <a:p>
            <a:pPr marL="0" indent="0">
              <a:buNone/>
            </a:pPr>
            <a:r>
              <a:rPr lang="en-US">
                <a:latin typeface="Lucida Console" panose="020B0609040504020204" pitchFamily="49" charset="0"/>
              </a:rPr>
              <a:t>          </a:t>
            </a:r>
            <a:r>
              <a:rPr lang="en-US">
                <a:highlight>
                  <a:srgbClr val="FFFF00"/>
                </a:highlight>
                <a:latin typeface="Lucida Console" panose="020B0609040504020204" pitchFamily="49" charset="0"/>
              </a:rPr>
              <a:t>AM</a:t>
            </a:r>
            <a:r>
              <a:rPr lang="en-US">
                <a:latin typeface="Lucida Console" panose="020B0609040504020204" pitchFamily="49" charset="0"/>
              </a:rPr>
              <a:t>  P5 P10 P25 P50  P75  P90  P95</a:t>
            </a:r>
          </a:p>
          <a:p>
            <a:pPr marL="0" indent="0">
              <a:buNone/>
            </a:pPr>
            <a:r>
              <a:rPr lang="en-US">
                <a:latin typeface="Lucida Console" panose="020B0609040504020204" pitchFamily="49" charset="0"/>
              </a:rPr>
              <a:t>(0,79]  820 434 500 626 792  983 1179 1306</a:t>
            </a:r>
          </a:p>
          <a:p>
            <a:pPr marL="0" indent="0">
              <a:buNone/>
            </a:pPr>
            <a:r>
              <a:rPr lang="en-US">
                <a:latin typeface="Lucida Console" panose="020B0609040504020204" pitchFamily="49" charset="0"/>
              </a:rPr>
              <a:t>(0,1]   670 358 414 517 647  800  953 1053</a:t>
            </a:r>
          </a:p>
          <a:p>
            <a:pPr marL="0" indent="0">
              <a:buNone/>
            </a:pPr>
            <a:r>
              <a:rPr lang="en-US">
                <a:latin typeface="Lucida Console" panose="020B0609040504020204" pitchFamily="49" charset="0"/>
              </a:rPr>
              <a:t>(1,2]   676 364 419 519 651  804  967 1071</a:t>
            </a:r>
          </a:p>
          <a:p>
            <a:pPr marL="0" indent="0">
              <a:buNone/>
            </a:pPr>
            <a:r>
              <a:rPr lang="en-US">
                <a:latin typeface="Lucida Console" panose="020B0609040504020204" pitchFamily="49" charset="0"/>
              </a:rPr>
              <a:t>…</a:t>
            </a:r>
          </a:p>
          <a:p>
            <a:pPr marL="0" indent="0">
              <a:buNone/>
            </a:pPr>
            <a:r>
              <a:rPr lang="nl-NL">
                <a:latin typeface="Lucida Console" panose="020B0609040504020204" pitchFamily="49" charset="0"/>
              </a:rPr>
              <a:t>(49,50] 974 566 640 780 945 1143 1344 1471</a:t>
            </a:r>
          </a:p>
          <a:p>
            <a:pPr marL="0" indent="0">
              <a:buNone/>
            </a:pPr>
            <a:r>
              <a:rPr lang="nl-NL">
                <a:solidFill>
                  <a:srgbClr val="0070C0"/>
                </a:solidFill>
                <a:highlight>
                  <a:srgbClr val="FFFF00"/>
                </a:highlight>
                <a:latin typeface="Lucida Console" panose="020B0609040504020204" pitchFamily="49" charset="0"/>
              </a:rPr>
              <a:t>(50,51] 977 </a:t>
            </a:r>
            <a:r>
              <a:rPr lang="nl-NL">
                <a:solidFill>
                  <a:srgbClr val="0070C0"/>
                </a:solidFill>
                <a:latin typeface="Lucida Console" panose="020B0609040504020204" pitchFamily="49" charset="0"/>
              </a:rPr>
              <a:t>591 652 793 939 1151 1339 1441</a:t>
            </a:r>
          </a:p>
          <a:p>
            <a:pPr marL="0" indent="0">
              <a:buNone/>
            </a:pPr>
            <a:r>
              <a:rPr lang="nl-NL">
                <a:latin typeface="Lucida Console" panose="020B0609040504020204" pitchFamily="49" charset="0"/>
              </a:rPr>
              <a:t>(51,52] 983 604 671 802 968 1150 1311 1418</a:t>
            </a:r>
          </a:p>
          <a:p>
            <a:pPr marL="0" indent="0">
              <a:buNone/>
            </a:pPr>
            <a:r>
              <a:rPr lang="nl-NL">
                <a:latin typeface="Lucida Console" panose="020B0609040504020204" pitchFamily="49" charset="0"/>
              </a:rPr>
              <a:t>(52,53] 995 598 666 790 971 1167 1366 1471</a:t>
            </a:r>
          </a:p>
        </p:txBody>
      </p:sp>
      <p:sp>
        <p:nvSpPr>
          <p:cNvPr id="5" name="Slide Number Placeholder 4">
            <a:extLst>
              <a:ext uri="{FF2B5EF4-FFF2-40B4-BE49-F238E27FC236}">
                <a16:creationId xmlns:a16="http://schemas.microsoft.com/office/drawing/2014/main" id="{0A3CA562-6EC7-464C-BB65-43081E5D8232}"/>
              </a:ext>
            </a:extLst>
          </p:cNvPr>
          <p:cNvSpPr>
            <a:spLocks noGrp="1"/>
          </p:cNvSpPr>
          <p:nvPr>
            <p:ph type="sldNum" sz="quarter" idx="12"/>
          </p:nvPr>
        </p:nvSpPr>
        <p:spPr/>
        <p:txBody>
          <a:bodyPr/>
          <a:lstStyle/>
          <a:p>
            <a:fld id="{8FC21E99-CB6E-4E1C-8709-25BF64FEA530}" type="slidenum">
              <a:rPr lang="nl-NL" smtClean="0"/>
              <a:pPr/>
              <a:t>24</a:t>
            </a:fld>
            <a:endParaRPr lang="nl-NL"/>
          </a:p>
        </p:txBody>
      </p:sp>
      <p:sp>
        <p:nvSpPr>
          <p:cNvPr id="6" name="Footer Placeholder 5">
            <a:extLst>
              <a:ext uri="{FF2B5EF4-FFF2-40B4-BE49-F238E27FC236}">
                <a16:creationId xmlns:a16="http://schemas.microsoft.com/office/drawing/2014/main" id="{ABB1B6FF-E6AB-1CF8-04E7-5EEDEFF15675}"/>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CEC2A437-9A06-5F1F-B127-4D0CBA1BBAEB}"/>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1112385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25</a:t>
            </a:fld>
            <a:endParaRPr lang="nl-NL"/>
          </a:p>
        </p:txBody>
      </p:sp>
      <p:sp>
        <p:nvSpPr>
          <p:cNvPr id="3" name="TextBox 2"/>
          <p:cNvSpPr txBox="1"/>
          <p:nvPr/>
        </p:nvSpPr>
        <p:spPr>
          <a:xfrm>
            <a:off x="179512" y="2420888"/>
            <a:ext cx="8640960" cy="1015663"/>
          </a:xfrm>
          <a:prstGeom prst="rect">
            <a:avLst/>
          </a:prstGeom>
          <a:noFill/>
        </p:spPr>
        <p:txBody>
          <a:bodyPr wrap="square" rtlCol="0">
            <a:spAutoFit/>
          </a:bodyPr>
          <a:lstStyle/>
          <a:p>
            <a:pPr algn="ctr"/>
            <a:r>
              <a:rPr lang="en-US" sz="3600">
                <a:solidFill>
                  <a:schemeClr val="tx2"/>
                </a:solidFill>
              </a:rPr>
              <a:t>Where to find the output</a:t>
            </a:r>
          </a:p>
          <a:p>
            <a:pPr algn="ctr"/>
            <a:r>
              <a:rPr lang="en-US" sz="2400">
                <a:solidFill>
                  <a:schemeClr val="tx2"/>
                </a:solidFill>
              </a:rPr>
              <a:t>Plots, logbooks, Excel/CSV tables and binaries</a:t>
            </a:r>
            <a:endParaRPr lang="nl-NL">
              <a:solidFill>
                <a:schemeClr val="tx2"/>
              </a:solidFill>
            </a:endParaRPr>
          </a:p>
        </p:txBody>
      </p:sp>
      <p:pic>
        <p:nvPicPr>
          <p:cNvPr id="4" name="Picture 3">
            <a:extLst>
              <a:ext uri="{FF2B5EF4-FFF2-40B4-BE49-F238E27FC236}">
                <a16:creationId xmlns:a16="http://schemas.microsoft.com/office/drawing/2014/main" id="{A151F658-544A-4272-B32A-B76F5CFB19EB}"/>
              </a:ext>
            </a:extLst>
          </p:cNvPr>
          <p:cNvPicPr>
            <a:picLocks noChangeAspect="1"/>
          </p:cNvPicPr>
          <p:nvPr/>
        </p:nvPicPr>
        <p:blipFill>
          <a:blip r:embed="rId3"/>
          <a:stretch>
            <a:fillRect/>
          </a:stretch>
        </p:blipFill>
        <p:spPr>
          <a:xfrm>
            <a:off x="3121732" y="3850051"/>
            <a:ext cx="2900536" cy="2406126"/>
          </a:xfrm>
          <a:prstGeom prst="rect">
            <a:avLst/>
          </a:prstGeom>
        </p:spPr>
      </p:pic>
      <p:sp>
        <p:nvSpPr>
          <p:cNvPr id="7" name="Footer Placeholder 6">
            <a:extLst>
              <a:ext uri="{FF2B5EF4-FFF2-40B4-BE49-F238E27FC236}">
                <a16:creationId xmlns:a16="http://schemas.microsoft.com/office/drawing/2014/main" id="{2F11D095-79DC-D682-BD1D-0A82C3816FEB}"/>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988808EC-07AA-AF12-B475-8EA7A10376C1}"/>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271644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6250" y="2276475"/>
            <a:ext cx="7696150" cy="3944938"/>
          </a:xfrm>
        </p:spPr>
        <p:txBody>
          <a:bodyPr>
            <a:normAutofit/>
          </a:bodyPr>
          <a:lstStyle/>
          <a:p>
            <a:pPr marL="0" indent="0">
              <a:buNone/>
            </a:pPr>
            <a:r>
              <a:rPr lang="en-US"/>
              <a:t>Output saved outside R to:</a:t>
            </a:r>
          </a:p>
          <a:p>
            <a:pPr lvl="1"/>
            <a:r>
              <a:rPr lang="pt-BR" sz="1800"/>
              <a:t>save space in memory and SPADE remains fast</a:t>
            </a:r>
          </a:p>
          <a:p>
            <a:pPr lvl="1"/>
            <a:r>
              <a:rPr lang="pt-BR" sz="1800"/>
              <a:t>be able to do many analyses at once </a:t>
            </a:r>
          </a:p>
          <a:p>
            <a:pPr lvl="1"/>
            <a:r>
              <a:rPr lang="pt-BR" sz="1800"/>
              <a:t>be able to study all output afterwards and to check model assumptions.</a:t>
            </a:r>
          </a:p>
          <a:p>
            <a:pPr marL="266700" lvl="1" indent="0">
              <a:buNone/>
            </a:pPr>
            <a:endParaRPr lang="pt-BR" sz="1800"/>
          </a:p>
          <a:p>
            <a:pPr lvl="2"/>
            <a:endParaRPr lang="pt-BR" sz="1800"/>
          </a:p>
          <a:p>
            <a:pPr marL="266700" lvl="1" indent="0">
              <a:buNone/>
            </a:pPr>
            <a:endParaRPr lang="en-US" sz="1800"/>
          </a:p>
          <a:p>
            <a:pPr marL="541338" lvl="2" indent="0">
              <a:buNone/>
            </a:pPr>
            <a:endParaRPr lang="nl-NL" sz="1800"/>
          </a:p>
        </p:txBody>
      </p:sp>
      <p:sp>
        <p:nvSpPr>
          <p:cNvPr id="2" name="Title 1"/>
          <p:cNvSpPr>
            <a:spLocks noGrp="1"/>
          </p:cNvSpPr>
          <p:nvPr>
            <p:ph type="title"/>
          </p:nvPr>
        </p:nvSpPr>
        <p:spPr/>
        <p:txBody>
          <a:bodyPr anchor="b">
            <a:normAutofit/>
          </a:bodyPr>
          <a:lstStyle/>
          <a:p>
            <a:r>
              <a:rPr lang="nl-NL"/>
              <a:t>1-part model – output files</a:t>
            </a:r>
          </a:p>
        </p:txBody>
      </p:sp>
      <p:sp>
        <p:nvSpPr>
          <p:cNvPr id="5" name="Slide Number Placeholder 4"/>
          <p:cNvSpPr>
            <a:spLocks noGrp="1"/>
          </p:cNvSpPr>
          <p:nvPr>
            <p:ph type="sldNum" sz="quarter" idx="12"/>
          </p:nvPr>
        </p:nvSpPr>
        <p:spPr/>
        <p:txBody>
          <a:bodyPr anchor="b">
            <a:normAutofit/>
          </a:bodyPr>
          <a:lstStyle/>
          <a:p>
            <a:pPr>
              <a:spcAft>
                <a:spcPts val="600"/>
              </a:spcAft>
            </a:pPr>
            <a:fld id="{8FC21E99-CB6E-4E1C-8709-25BF64FEA530}" type="slidenum">
              <a:rPr lang="nl-NL" smtClean="0"/>
              <a:pPr>
                <a:spcAft>
                  <a:spcPts val="600"/>
                </a:spcAft>
              </a:pPr>
              <a:t>26</a:t>
            </a:fld>
            <a:endParaRPr lang="nl-NL"/>
          </a:p>
        </p:txBody>
      </p:sp>
      <p:sp>
        <p:nvSpPr>
          <p:cNvPr id="4" name="Footer Placeholder 3">
            <a:extLst>
              <a:ext uri="{FF2B5EF4-FFF2-40B4-BE49-F238E27FC236}">
                <a16:creationId xmlns:a16="http://schemas.microsoft.com/office/drawing/2014/main" id="{8DA1B9A6-4F56-6EB0-9269-04C228EB81CC}"/>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3235739E-13A6-3417-88C2-D3EF7FD09BF9}"/>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3548494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250" y="2289485"/>
            <a:ext cx="8344222" cy="3667658"/>
          </a:xfrm>
        </p:spPr>
        <p:txBody>
          <a:bodyPr numCol="1">
            <a:normAutofit fontScale="92500" lnSpcReduction="10000"/>
          </a:bodyPr>
          <a:lstStyle/>
          <a:p>
            <a:pPr marL="0" indent="0">
              <a:buNone/>
            </a:pPr>
            <a:r>
              <a:rPr lang="pt-BR">
                <a:sym typeface="Wingdings" panose="05000000000000000000" pitchFamily="2" charset="2"/>
              </a:rPr>
              <a:t>You can also define the directories where to save results</a:t>
            </a:r>
          </a:p>
          <a:p>
            <a:pPr marL="0" indent="0">
              <a:buNone/>
            </a:pPr>
            <a:r>
              <a:rPr lang="pt-BR">
                <a:sym typeface="Wingdings" panose="05000000000000000000" pitchFamily="2" charset="2"/>
              </a:rPr>
              <a:t>e.g. 	to organize results logically</a:t>
            </a:r>
          </a:p>
          <a:p>
            <a:pPr marL="0" indent="0">
              <a:buNone/>
            </a:pPr>
            <a:r>
              <a:rPr lang="pt-BR">
                <a:sym typeface="Wingdings" panose="05000000000000000000" pitchFamily="2" charset="2"/>
              </a:rPr>
              <a:t>	to prevent overwriting results previous analyses</a:t>
            </a:r>
          </a:p>
          <a:p>
            <a:pPr marL="0" indent="0">
              <a:buNone/>
            </a:pPr>
            <a:endParaRPr lang="pt-BR"/>
          </a:p>
          <a:p>
            <a:pPr marL="0" indent="0">
              <a:buNone/>
            </a:pPr>
            <a:r>
              <a:rPr lang="pt-BR"/>
              <a:t>SPADE OUTPUT directory can be set by the user</a:t>
            </a:r>
          </a:p>
          <a:p>
            <a:pPr marL="0" indent="0">
              <a:buNone/>
            </a:pPr>
            <a:r>
              <a:rPr lang="pt-BR"/>
              <a:t>	</a:t>
            </a:r>
            <a:r>
              <a:rPr lang="pt-BR">
                <a:solidFill>
                  <a:schemeClr val="tx2"/>
                </a:solidFill>
              </a:rPr>
              <a:t>SPADE.OUTPUT.PATH &lt;-</a:t>
            </a:r>
          </a:p>
          <a:p>
            <a:pPr marL="0" indent="0">
              <a:buNone/>
            </a:pPr>
            <a:r>
              <a:rPr lang="pt-BR">
                <a:solidFill>
                  <a:schemeClr val="tx2"/>
                </a:solidFill>
              </a:rPr>
              <a:t>              “N:/Data/R/2025 SPADE Course/0_SPADE_OUTPUT"</a:t>
            </a:r>
          </a:p>
          <a:p>
            <a:pPr marL="0" indent="0">
              <a:buNone/>
            </a:pPr>
            <a:endParaRPr lang="pt-BR">
              <a:solidFill>
                <a:srgbClr val="0070C0"/>
              </a:solidFill>
            </a:endParaRPr>
          </a:p>
          <a:p>
            <a:pPr marL="0" indent="0">
              <a:buNone/>
            </a:pPr>
            <a:r>
              <a:rPr lang="pt-BR"/>
              <a:t>Other directories than</a:t>
            </a:r>
            <a:r>
              <a:rPr lang="pt-BR">
                <a:solidFill>
                  <a:schemeClr val="tx2"/>
                </a:solidFill>
              </a:rPr>
              <a:t> 0_SPADE_OUTPUT</a:t>
            </a:r>
            <a:r>
              <a:rPr lang="pt-BR"/>
              <a:t> (e.g. R and 2025 SPADE Course)</a:t>
            </a:r>
          </a:p>
          <a:p>
            <a:pPr marL="0" indent="0">
              <a:buNone/>
            </a:pPr>
            <a:r>
              <a:rPr lang="pt-BR"/>
              <a:t>should exist already and cannot be created by SPADE,</a:t>
            </a:r>
          </a:p>
          <a:p>
            <a:pPr marL="0" indent="0">
              <a:buNone/>
            </a:pPr>
            <a:r>
              <a:rPr lang="pt-BR"/>
              <a:t>but can be created in Rstudio pane right down.</a:t>
            </a:r>
          </a:p>
          <a:p>
            <a:pPr marL="0" indent="0">
              <a:buNone/>
            </a:pPr>
            <a:endParaRPr lang="pt-BR">
              <a:solidFill>
                <a:srgbClr val="0070C0"/>
              </a:solidFill>
            </a:endParaRPr>
          </a:p>
          <a:p>
            <a:pPr marL="0" indent="0">
              <a:buNone/>
            </a:pPr>
            <a:endParaRPr lang="pt-BR">
              <a:solidFill>
                <a:srgbClr val="0070C0"/>
              </a:solidFill>
            </a:endParaRPr>
          </a:p>
          <a:p>
            <a:endParaRPr lang="pt-BR"/>
          </a:p>
          <a:p>
            <a:pPr marL="0" indent="0">
              <a:buNone/>
            </a:pPr>
            <a:endParaRPr lang="pt-BR">
              <a:solidFill>
                <a:srgbClr val="0070C0"/>
              </a:solidFill>
            </a:endParaRPr>
          </a:p>
          <a:p>
            <a:pPr marL="0" indent="0">
              <a:buNone/>
            </a:pPr>
            <a:endParaRPr lang="en-US">
              <a:solidFill>
                <a:srgbClr val="0070C0"/>
              </a:solidFill>
            </a:endParaRPr>
          </a:p>
        </p:txBody>
      </p:sp>
      <p:sp>
        <p:nvSpPr>
          <p:cNvPr id="2" name="Title 1"/>
          <p:cNvSpPr>
            <a:spLocks noGrp="1"/>
          </p:cNvSpPr>
          <p:nvPr>
            <p:ph type="title"/>
          </p:nvPr>
        </p:nvSpPr>
        <p:spPr/>
        <p:txBody>
          <a:bodyPr>
            <a:normAutofit/>
          </a:bodyPr>
          <a:lstStyle/>
          <a:p>
            <a:r>
              <a:rPr lang="pt-BR"/>
              <a:t>SPADE output</a:t>
            </a:r>
            <a:endParaRPr lang="en-US"/>
          </a:p>
        </p:txBody>
      </p:sp>
      <p:sp>
        <p:nvSpPr>
          <p:cNvPr id="5" name="Slide Number Placeholder 4"/>
          <p:cNvSpPr>
            <a:spLocks noGrp="1"/>
          </p:cNvSpPr>
          <p:nvPr>
            <p:ph type="sldNum" sz="quarter" idx="12"/>
          </p:nvPr>
        </p:nvSpPr>
        <p:spPr/>
        <p:txBody>
          <a:bodyPr/>
          <a:lstStyle/>
          <a:p>
            <a:fld id="{8FC21E99-CB6E-4E1C-8709-25BF64FEA530}" type="slidenum">
              <a:rPr lang="nl-NL" smtClean="0"/>
              <a:pPr/>
              <a:t>27</a:t>
            </a:fld>
            <a:endParaRPr lang="nl-NL"/>
          </a:p>
        </p:txBody>
      </p:sp>
      <p:cxnSp>
        <p:nvCxnSpPr>
          <p:cNvPr id="7" name="Straight Arrow Connector 6">
            <a:extLst>
              <a:ext uri="{FF2B5EF4-FFF2-40B4-BE49-F238E27FC236}">
                <a16:creationId xmlns:a16="http://schemas.microsoft.com/office/drawing/2014/main" id="{53B3C196-E76A-4A0F-987A-3B1E4569DFE6}"/>
              </a:ext>
            </a:extLst>
          </p:cNvPr>
          <p:cNvCxnSpPr>
            <a:cxnSpLocks/>
          </p:cNvCxnSpPr>
          <p:nvPr/>
        </p:nvCxnSpPr>
        <p:spPr>
          <a:xfrm flipV="1">
            <a:off x="1835696" y="4509120"/>
            <a:ext cx="1872208" cy="34832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AEB098C7-D6F5-B054-CC2A-EED38D3AE5D9}"/>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06F337D6-D34A-2CAB-299D-620FC43969F5}"/>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746327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numCol="1"/>
          <a:lstStyle/>
          <a:p>
            <a:pPr marL="0" indent="0">
              <a:buNone/>
            </a:pPr>
            <a:r>
              <a:rPr lang="en-US">
                <a:solidFill>
                  <a:schemeClr val="tx2"/>
                </a:solidFill>
              </a:rPr>
              <a:t>4 directories: </a:t>
            </a:r>
          </a:p>
          <a:p>
            <a:pPr lvl="1"/>
            <a:r>
              <a:rPr lang="en-US"/>
              <a:t>1_plots</a:t>
            </a:r>
          </a:p>
          <a:p>
            <a:pPr lvl="2"/>
            <a:r>
              <a:rPr lang="en-US"/>
              <a:t>Plots visualizing the data </a:t>
            </a:r>
            <a:r>
              <a:rPr lang="en-US" sz="1400">
                <a:solidFill>
                  <a:schemeClr val="tx2"/>
                </a:solidFill>
              </a:rPr>
              <a:t>(spade_DNFCSmanual_ca_f_1_79.pdf)</a:t>
            </a:r>
          </a:p>
          <a:p>
            <a:pPr lvl="1"/>
            <a:r>
              <a:rPr lang="en-US"/>
              <a:t>2_logbooks</a:t>
            </a:r>
          </a:p>
          <a:p>
            <a:pPr lvl="2">
              <a:buClr>
                <a:srgbClr val="CA005D"/>
              </a:buClr>
            </a:pPr>
            <a:r>
              <a:rPr lang="en-US">
                <a:solidFill>
                  <a:srgbClr val="000000"/>
                </a:solidFill>
              </a:rPr>
              <a:t>Output info </a:t>
            </a:r>
            <a:r>
              <a:rPr lang="en-US" sz="1400">
                <a:solidFill>
                  <a:schemeClr val="tx2"/>
                </a:solidFill>
              </a:rPr>
              <a:t>(spade_DNFCSmanual_ca_f_1_79_logbook.txt</a:t>
            </a:r>
            <a:r>
              <a:rPr lang="nl-NL" sz="1400">
                <a:solidFill>
                  <a:schemeClr val="tx2"/>
                </a:solidFill>
              </a:rPr>
              <a:t>)</a:t>
            </a:r>
            <a:r>
              <a:rPr lang="en-US" sz="1200">
                <a:solidFill>
                  <a:schemeClr val="tx2"/>
                </a:solidFill>
              </a:rPr>
              <a:t> </a:t>
            </a:r>
          </a:p>
          <a:p>
            <a:pPr lvl="2">
              <a:buClr>
                <a:srgbClr val="CA005D"/>
              </a:buClr>
            </a:pPr>
            <a:r>
              <a:rPr lang="en-US">
                <a:solidFill>
                  <a:srgbClr val="000000"/>
                </a:solidFill>
              </a:rPr>
              <a:t>Model info </a:t>
            </a:r>
            <a:r>
              <a:rPr lang="en-US" sz="1400">
                <a:solidFill>
                  <a:schemeClr val="tx2"/>
                </a:solidFill>
              </a:rPr>
              <a:t>(spade_DNFCSmanual_ca_f_1_79_details.txt</a:t>
            </a:r>
            <a:r>
              <a:rPr lang="nl-NL" sz="1400">
                <a:solidFill>
                  <a:schemeClr val="tx2"/>
                </a:solidFill>
              </a:rPr>
              <a:t>)</a:t>
            </a:r>
            <a:r>
              <a:rPr lang="en-US" sz="1400">
                <a:solidFill>
                  <a:schemeClr val="tx2"/>
                </a:solidFill>
              </a:rPr>
              <a:t> </a:t>
            </a:r>
            <a:endParaRPr lang="en-US">
              <a:solidFill>
                <a:schemeClr val="tx2"/>
              </a:solidFill>
            </a:endParaRPr>
          </a:p>
          <a:p>
            <a:pPr lvl="1"/>
            <a:r>
              <a:rPr lang="en-US"/>
              <a:t>3_excel_tables</a:t>
            </a:r>
          </a:p>
          <a:p>
            <a:pPr lvl="2">
              <a:buClr>
                <a:srgbClr val="CA005D"/>
              </a:buClr>
            </a:pPr>
            <a:r>
              <a:rPr lang="en-US">
                <a:solidFill>
                  <a:srgbClr val="000000"/>
                </a:solidFill>
              </a:rPr>
              <a:t>Results in excel format </a:t>
            </a:r>
            <a:r>
              <a:rPr lang="en-US" sz="1400">
                <a:solidFill>
                  <a:schemeClr val="tx2"/>
                </a:solidFill>
              </a:rPr>
              <a:t>(</a:t>
            </a:r>
            <a:r>
              <a:rPr lang="pt-BR" sz="1400">
                <a:solidFill>
                  <a:schemeClr val="tx2"/>
                </a:solidFill>
              </a:rPr>
              <a:t>spade_DNFCSmanual_ca_f_1_79.xlsx</a:t>
            </a:r>
            <a:r>
              <a:rPr lang="nl-NL" sz="1400">
                <a:solidFill>
                  <a:schemeClr val="tx2"/>
                </a:solidFill>
              </a:rPr>
              <a:t>)</a:t>
            </a:r>
            <a:endParaRPr lang="en-US" sz="1400">
              <a:solidFill>
                <a:schemeClr val="tx2"/>
              </a:solidFill>
            </a:endParaRPr>
          </a:p>
          <a:p>
            <a:pPr lvl="1"/>
            <a:r>
              <a:rPr lang="en-US"/>
              <a:t>4_r_binaries</a:t>
            </a:r>
          </a:p>
          <a:p>
            <a:pPr lvl="2"/>
            <a:r>
              <a:rPr lang="en-US"/>
              <a:t>Model and table binary files</a:t>
            </a:r>
          </a:p>
          <a:p>
            <a:pPr lvl="2"/>
            <a:endParaRPr lang="en-US"/>
          </a:p>
          <a:p>
            <a:pPr marL="541338" lvl="2" indent="0">
              <a:buNone/>
            </a:pPr>
            <a:endParaRPr lang="nl-NL">
              <a:solidFill>
                <a:srgbClr val="0070C0"/>
              </a:solidFill>
            </a:endParaRPr>
          </a:p>
        </p:txBody>
      </p:sp>
      <p:sp>
        <p:nvSpPr>
          <p:cNvPr id="2" name="Title 1"/>
          <p:cNvSpPr>
            <a:spLocks noGrp="1"/>
          </p:cNvSpPr>
          <p:nvPr>
            <p:ph type="title"/>
          </p:nvPr>
        </p:nvSpPr>
        <p:spPr/>
        <p:txBody>
          <a:bodyPr>
            <a:normAutofit/>
          </a:bodyPr>
          <a:lstStyle/>
          <a:p>
            <a:r>
              <a:rPr lang="nl-NL"/>
              <a:t>1-part model – output files</a:t>
            </a:r>
          </a:p>
        </p:txBody>
      </p:sp>
      <p:sp>
        <p:nvSpPr>
          <p:cNvPr id="5" name="Slide Number Placeholder 4"/>
          <p:cNvSpPr>
            <a:spLocks noGrp="1"/>
          </p:cNvSpPr>
          <p:nvPr>
            <p:ph type="sldNum" sz="quarter" idx="12"/>
          </p:nvPr>
        </p:nvSpPr>
        <p:spPr/>
        <p:txBody>
          <a:bodyPr/>
          <a:lstStyle/>
          <a:p>
            <a:fld id="{8FC21E99-CB6E-4E1C-8709-25BF64FEA530}" type="slidenum">
              <a:rPr lang="nl-NL" smtClean="0"/>
              <a:pPr/>
              <a:t>28</a:t>
            </a:fld>
            <a:endParaRPr lang="nl-NL"/>
          </a:p>
        </p:txBody>
      </p:sp>
      <p:pic>
        <p:nvPicPr>
          <p:cNvPr id="9" name="Picture 8">
            <a:extLst>
              <a:ext uri="{FF2B5EF4-FFF2-40B4-BE49-F238E27FC236}">
                <a16:creationId xmlns:a16="http://schemas.microsoft.com/office/drawing/2014/main" id="{21DDE32C-08FD-4510-A9DB-7FD6E2FB4353}"/>
              </a:ext>
            </a:extLst>
          </p:cNvPr>
          <p:cNvPicPr>
            <a:picLocks noChangeAspect="1"/>
          </p:cNvPicPr>
          <p:nvPr/>
        </p:nvPicPr>
        <p:blipFill rotWithShape="1">
          <a:blip r:embed="rId3"/>
          <a:srcRect r="23959"/>
          <a:stretch/>
        </p:blipFill>
        <p:spPr>
          <a:xfrm>
            <a:off x="6965454" y="4355936"/>
            <a:ext cx="1879736" cy="2050653"/>
          </a:xfrm>
          <a:prstGeom prst="rect">
            <a:avLst/>
          </a:prstGeom>
        </p:spPr>
      </p:pic>
      <p:sp>
        <p:nvSpPr>
          <p:cNvPr id="6" name="Footer Placeholder 5">
            <a:extLst>
              <a:ext uri="{FF2B5EF4-FFF2-40B4-BE49-F238E27FC236}">
                <a16:creationId xmlns:a16="http://schemas.microsoft.com/office/drawing/2014/main" id="{7958D898-C5B0-B2D4-332C-0D3CC04936FC}"/>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B1DC1ED0-0512-4533-B3F5-2594267CC43D}"/>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4076234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B49C2B6-4432-6CB6-4376-A3EEDD4BC91F}"/>
              </a:ext>
            </a:extLst>
          </p:cNvPr>
          <p:cNvPicPr>
            <a:picLocks noChangeAspect="1"/>
          </p:cNvPicPr>
          <p:nvPr/>
        </p:nvPicPr>
        <p:blipFill>
          <a:blip r:embed="rId3"/>
          <a:stretch>
            <a:fillRect/>
          </a:stretch>
        </p:blipFill>
        <p:spPr>
          <a:xfrm>
            <a:off x="4290434" y="3498106"/>
            <a:ext cx="4656367" cy="1512782"/>
          </a:xfrm>
          <a:prstGeom prst="rect">
            <a:avLst/>
          </a:prstGeom>
        </p:spPr>
      </p:pic>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29</a:t>
            </a:fld>
            <a:endParaRPr lang="nl-NL"/>
          </a:p>
        </p:txBody>
      </p:sp>
      <p:sp>
        <p:nvSpPr>
          <p:cNvPr id="3" name="TextBox 2"/>
          <p:cNvSpPr txBox="1"/>
          <p:nvPr/>
        </p:nvSpPr>
        <p:spPr>
          <a:xfrm>
            <a:off x="179512" y="2420888"/>
            <a:ext cx="8640960" cy="1077218"/>
          </a:xfrm>
          <a:prstGeom prst="rect">
            <a:avLst/>
          </a:prstGeom>
          <a:noFill/>
        </p:spPr>
        <p:txBody>
          <a:bodyPr wrap="square" rtlCol="0">
            <a:spAutoFit/>
          </a:bodyPr>
          <a:lstStyle/>
          <a:p>
            <a:pPr algn="ctr"/>
            <a:r>
              <a:rPr lang="en-US" sz="3600">
                <a:solidFill>
                  <a:srgbClr val="0070C0"/>
                </a:solidFill>
              </a:rPr>
              <a:t>Output in plots</a:t>
            </a:r>
          </a:p>
          <a:p>
            <a:pPr algn="ctr"/>
            <a:r>
              <a:rPr lang="en-US" sz="2800">
                <a:solidFill>
                  <a:srgbClr val="0070C0"/>
                </a:solidFill>
              </a:rPr>
              <a:t>saved as .pdf</a:t>
            </a:r>
            <a:endParaRPr lang="nl-NL"/>
          </a:p>
        </p:txBody>
      </p:sp>
      <p:pic>
        <p:nvPicPr>
          <p:cNvPr id="10" name="Picture 9">
            <a:extLst>
              <a:ext uri="{FF2B5EF4-FFF2-40B4-BE49-F238E27FC236}">
                <a16:creationId xmlns:a16="http://schemas.microsoft.com/office/drawing/2014/main" id="{4119ED63-96CC-4372-8D1C-F856032FC147}"/>
              </a:ext>
            </a:extLst>
          </p:cNvPr>
          <p:cNvPicPr>
            <a:picLocks noChangeAspect="1"/>
          </p:cNvPicPr>
          <p:nvPr/>
        </p:nvPicPr>
        <p:blipFill>
          <a:blip r:embed="rId4"/>
          <a:stretch>
            <a:fillRect/>
          </a:stretch>
        </p:blipFill>
        <p:spPr>
          <a:xfrm>
            <a:off x="1259632" y="3476900"/>
            <a:ext cx="2900536" cy="2406126"/>
          </a:xfrm>
          <a:prstGeom prst="rect">
            <a:avLst/>
          </a:prstGeom>
        </p:spPr>
      </p:pic>
      <p:sp>
        <p:nvSpPr>
          <p:cNvPr id="6" name="Oval 5">
            <a:extLst>
              <a:ext uri="{FF2B5EF4-FFF2-40B4-BE49-F238E27FC236}">
                <a16:creationId xmlns:a16="http://schemas.microsoft.com/office/drawing/2014/main" id="{697ACCD5-053A-492F-A72B-E97A311CD81C}"/>
              </a:ext>
            </a:extLst>
          </p:cNvPr>
          <p:cNvSpPr/>
          <p:nvPr/>
        </p:nvSpPr>
        <p:spPr>
          <a:xfrm>
            <a:off x="1561358" y="4117970"/>
            <a:ext cx="1368152" cy="504056"/>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A1FC050-BE4F-4FAA-A1EB-5C7683EE79C3}"/>
              </a:ext>
            </a:extLst>
          </p:cNvPr>
          <p:cNvSpPr/>
          <p:nvPr/>
        </p:nvSpPr>
        <p:spPr>
          <a:xfrm>
            <a:off x="7668344" y="3904086"/>
            <a:ext cx="702435" cy="468589"/>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BDE71433-2040-0386-1000-30D039B8158F}"/>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1E5F650C-172E-353D-C711-E4AE786D535D}"/>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321724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30" y="620688"/>
            <a:ext cx="8172450" cy="444500"/>
          </a:xfrm>
        </p:spPr>
        <p:txBody>
          <a:bodyPr>
            <a:normAutofit fontScale="90000"/>
          </a:bodyPr>
          <a:lstStyle/>
          <a:p>
            <a:r>
              <a:rPr lang="nl-NL">
                <a:solidFill>
                  <a:schemeClr val="bg1"/>
                </a:solidFill>
              </a:rPr>
              <a:t>1-part model – plots - 3</a:t>
            </a:r>
          </a:p>
        </p:txBody>
      </p:sp>
      <p:pic>
        <p:nvPicPr>
          <p:cNvPr id="6" name="Content Placeholder 5" descr="Chart, scatter chart&#10;&#10;Description automatically generated">
            <a:extLst>
              <a:ext uri="{FF2B5EF4-FFF2-40B4-BE49-F238E27FC236}">
                <a16:creationId xmlns:a16="http://schemas.microsoft.com/office/drawing/2014/main" id="{F27D9878-31CC-43A2-BEBF-8F6D118D5A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6930" y="1205809"/>
            <a:ext cx="4675255" cy="4675255"/>
          </a:xfrm>
        </p:spPr>
      </p:pic>
      <p:sp>
        <p:nvSpPr>
          <p:cNvPr id="5" name="Slide Number Placeholder 4"/>
          <p:cNvSpPr>
            <a:spLocks noGrp="1"/>
          </p:cNvSpPr>
          <p:nvPr>
            <p:ph type="sldNum" sz="quarter" idx="12"/>
          </p:nvPr>
        </p:nvSpPr>
        <p:spPr/>
        <p:txBody>
          <a:bodyPr/>
          <a:lstStyle/>
          <a:p>
            <a:fld id="{8FC21E99-CB6E-4E1C-8709-25BF64FEA530}" type="slidenum">
              <a:rPr lang="nl-NL" smtClean="0"/>
              <a:pPr/>
              <a:t>30</a:t>
            </a:fld>
            <a:endParaRPr lang="nl-NL"/>
          </a:p>
        </p:txBody>
      </p:sp>
      <p:sp>
        <p:nvSpPr>
          <p:cNvPr id="8" name="TextBox 7"/>
          <p:cNvSpPr txBox="1"/>
          <p:nvPr/>
        </p:nvSpPr>
        <p:spPr>
          <a:xfrm>
            <a:off x="5255568" y="1988839"/>
            <a:ext cx="3888432" cy="1754326"/>
          </a:xfrm>
          <a:prstGeom prst="rect">
            <a:avLst/>
          </a:prstGeom>
          <a:noFill/>
        </p:spPr>
        <p:txBody>
          <a:bodyPr wrap="square" rtlCol="0">
            <a:spAutoFit/>
          </a:bodyPr>
          <a:lstStyle/>
          <a:p>
            <a:r>
              <a:rPr lang="nl-NL" sz="1200">
                <a:solidFill>
                  <a:srgbClr val="0070C0"/>
                </a:solidFill>
              </a:rPr>
              <a:t>Original data </a:t>
            </a:r>
            <a:r>
              <a:rPr lang="nl-NL" sz="1200" err="1">
                <a:solidFill>
                  <a:srgbClr val="0070C0"/>
                </a:solidFill>
              </a:rPr>
              <a:t>plotted</a:t>
            </a:r>
            <a:r>
              <a:rPr lang="nl-NL" sz="1200">
                <a:solidFill>
                  <a:srgbClr val="0070C0"/>
                </a:solidFill>
              </a:rPr>
              <a:t> </a:t>
            </a:r>
            <a:r>
              <a:rPr lang="nl-NL" sz="1200" err="1">
                <a:solidFill>
                  <a:srgbClr val="0070C0"/>
                </a:solidFill>
              </a:rPr>
              <a:t>against</a:t>
            </a:r>
            <a:r>
              <a:rPr lang="nl-NL" sz="1200">
                <a:solidFill>
                  <a:srgbClr val="0070C0"/>
                </a:solidFill>
              </a:rPr>
              <a:t> </a:t>
            </a:r>
            <a:r>
              <a:rPr lang="nl-NL" sz="1200" err="1">
                <a:solidFill>
                  <a:srgbClr val="0070C0"/>
                </a:solidFill>
              </a:rPr>
              <a:t>age</a:t>
            </a:r>
            <a:endParaRPr lang="nl-NL" sz="1200">
              <a:solidFill>
                <a:srgbClr val="0070C0"/>
              </a:solidFill>
            </a:endParaRPr>
          </a:p>
          <a:p>
            <a:endParaRPr lang="nl-NL" sz="1200">
              <a:solidFill>
                <a:srgbClr val="0070C0"/>
              </a:solidFill>
            </a:endParaRPr>
          </a:p>
          <a:p>
            <a:endParaRPr lang="nl-NL" sz="1200">
              <a:solidFill>
                <a:srgbClr val="0070C0"/>
              </a:solidFill>
            </a:endParaRPr>
          </a:p>
          <a:p>
            <a:r>
              <a:rPr lang="nl-NL" sz="1200">
                <a:solidFill>
                  <a:srgbClr val="0070C0"/>
                </a:solidFill>
              </a:rPr>
              <a:t>Knots = </a:t>
            </a:r>
            <a:r>
              <a:rPr lang="nl-NL" sz="1200" err="1">
                <a:solidFill>
                  <a:srgbClr val="0070C0"/>
                </a:solidFill>
              </a:rPr>
              <a:t>mean</a:t>
            </a:r>
            <a:r>
              <a:rPr lang="nl-NL" sz="1200">
                <a:solidFill>
                  <a:srgbClr val="0070C0"/>
                </a:solidFill>
              </a:rPr>
              <a:t> intake per </a:t>
            </a:r>
            <a:r>
              <a:rPr lang="nl-NL" sz="1200" err="1">
                <a:solidFill>
                  <a:srgbClr val="0070C0"/>
                </a:solidFill>
              </a:rPr>
              <a:t>age</a:t>
            </a:r>
            <a:endParaRPr lang="nl-NL" sz="1200">
              <a:solidFill>
                <a:srgbClr val="0070C0"/>
              </a:solidFill>
            </a:endParaRPr>
          </a:p>
          <a:p>
            <a:r>
              <a:rPr lang="nl-NL" sz="1200">
                <a:solidFill>
                  <a:srgbClr val="0070C0"/>
                </a:solidFill>
              </a:rPr>
              <a:t>High intakes in </a:t>
            </a:r>
            <a:r>
              <a:rPr lang="nl-NL" sz="1200" err="1">
                <a:solidFill>
                  <a:srgbClr val="0070C0"/>
                </a:solidFill>
              </a:rPr>
              <a:t>some</a:t>
            </a:r>
            <a:r>
              <a:rPr lang="nl-NL" sz="1200">
                <a:solidFill>
                  <a:srgbClr val="0070C0"/>
                </a:solidFill>
              </a:rPr>
              <a:t> </a:t>
            </a:r>
            <a:r>
              <a:rPr lang="nl-NL" sz="1200" err="1">
                <a:solidFill>
                  <a:srgbClr val="0070C0"/>
                </a:solidFill>
              </a:rPr>
              <a:t>ages</a:t>
            </a:r>
            <a:r>
              <a:rPr lang="nl-NL" sz="1200">
                <a:solidFill>
                  <a:srgbClr val="0070C0"/>
                </a:solidFill>
              </a:rPr>
              <a:t> </a:t>
            </a:r>
            <a:r>
              <a:rPr lang="nl-NL" sz="1200" err="1">
                <a:solidFill>
                  <a:srgbClr val="0070C0"/>
                </a:solidFill>
              </a:rPr>
              <a:t>clearly</a:t>
            </a:r>
            <a:r>
              <a:rPr lang="nl-NL" sz="1200">
                <a:solidFill>
                  <a:srgbClr val="0070C0"/>
                </a:solidFill>
              </a:rPr>
              <a:t> </a:t>
            </a:r>
            <a:r>
              <a:rPr lang="nl-NL" sz="1200" err="1">
                <a:solidFill>
                  <a:srgbClr val="0070C0"/>
                </a:solidFill>
              </a:rPr>
              <a:t>visible</a:t>
            </a:r>
            <a:endParaRPr lang="nl-NL" sz="1200">
              <a:solidFill>
                <a:srgbClr val="0070C0"/>
              </a:solidFill>
            </a:endParaRPr>
          </a:p>
          <a:p>
            <a:endParaRPr lang="nl-NL" sz="1200">
              <a:solidFill>
                <a:srgbClr val="0070C0"/>
              </a:solidFill>
            </a:endParaRPr>
          </a:p>
          <a:p>
            <a:endParaRPr lang="nl-NL" sz="1200">
              <a:solidFill>
                <a:srgbClr val="0070C0"/>
              </a:solidFill>
            </a:endParaRPr>
          </a:p>
          <a:p>
            <a:r>
              <a:rPr lang="nl-NL" sz="1200" err="1">
                <a:solidFill>
                  <a:srgbClr val="0070C0"/>
                </a:solidFill>
              </a:rPr>
              <a:t>Mean</a:t>
            </a:r>
            <a:r>
              <a:rPr lang="nl-NL" sz="1200">
                <a:solidFill>
                  <a:srgbClr val="0070C0"/>
                </a:solidFill>
              </a:rPr>
              <a:t> intake </a:t>
            </a:r>
            <a:r>
              <a:rPr lang="nl-NL" sz="1200" err="1">
                <a:solidFill>
                  <a:srgbClr val="0070C0"/>
                </a:solidFill>
              </a:rPr>
              <a:t>increased</a:t>
            </a:r>
            <a:r>
              <a:rPr lang="nl-NL" sz="1200">
                <a:solidFill>
                  <a:srgbClr val="0070C0"/>
                </a:solidFill>
              </a:rPr>
              <a:t> </a:t>
            </a:r>
            <a:r>
              <a:rPr lang="nl-NL" sz="1200" err="1">
                <a:solidFill>
                  <a:srgbClr val="0070C0"/>
                </a:solidFill>
              </a:rPr>
              <a:t>slightly</a:t>
            </a:r>
            <a:r>
              <a:rPr lang="nl-NL" sz="1200">
                <a:solidFill>
                  <a:srgbClr val="0070C0"/>
                </a:solidFill>
              </a:rPr>
              <a:t> </a:t>
            </a:r>
            <a:r>
              <a:rPr lang="nl-NL" sz="1200" err="1">
                <a:solidFill>
                  <a:srgbClr val="0070C0"/>
                </a:solidFill>
              </a:rPr>
              <a:t>with</a:t>
            </a:r>
            <a:r>
              <a:rPr lang="nl-NL" sz="1200">
                <a:solidFill>
                  <a:srgbClr val="0070C0"/>
                </a:solidFill>
              </a:rPr>
              <a:t> </a:t>
            </a:r>
            <a:r>
              <a:rPr lang="nl-NL" sz="1200" err="1">
                <a:solidFill>
                  <a:srgbClr val="0070C0"/>
                </a:solidFill>
              </a:rPr>
              <a:t>age</a:t>
            </a:r>
            <a:r>
              <a:rPr lang="nl-NL" sz="1200">
                <a:solidFill>
                  <a:srgbClr val="0070C0"/>
                </a:solidFill>
              </a:rPr>
              <a:t>, </a:t>
            </a:r>
            <a:r>
              <a:rPr lang="nl-NL" sz="1200" err="1">
                <a:solidFill>
                  <a:srgbClr val="0070C0"/>
                </a:solidFill>
              </a:rPr>
              <a:t>especially</a:t>
            </a:r>
            <a:r>
              <a:rPr lang="nl-NL" sz="1200">
                <a:solidFill>
                  <a:srgbClr val="0070C0"/>
                </a:solidFill>
              </a:rPr>
              <a:t> at </a:t>
            </a:r>
            <a:r>
              <a:rPr lang="nl-NL" sz="1200" err="1">
                <a:solidFill>
                  <a:srgbClr val="0070C0"/>
                </a:solidFill>
              </a:rPr>
              <a:t>younger</a:t>
            </a:r>
            <a:r>
              <a:rPr lang="nl-NL" sz="1200">
                <a:solidFill>
                  <a:srgbClr val="0070C0"/>
                </a:solidFill>
              </a:rPr>
              <a:t> </a:t>
            </a:r>
            <a:r>
              <a:rPr lang="nl-NL" sz="1200" err="1">
                <a:solidFill>
                  <a:srgbClr val="0070C0"/>
                </a:solidFill>
              </a:rPr>
              <a:t>ages</a:t>
            </a:r>
            <a:endParaRPr lang="nl-NL" sz="1200">
              <a:solidFill>
                <a:srgbClr val="0070C0"/>
              </a:solidFill>
            </a:endParaRPr>
          </a:p>
        </p:txBody>
      </p:sp>
      <p:sp>
        <p:nvSpPr>
          <p:cNvPr id="4" name="Footer Placeholder 3">
            <a:extLst>
              <a:ext uri="{FF2B5EF4-FFF2-40B4-BE49-F238E27FC236}">
                <a16:creationId xmlns:a16="http://schemas.microsoft.com/office/drawing/2014/main" id="{B66CDD4E-E8E5-7BBC-B1B9-7A3C9FA85BB0}"/>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C43C46FA-E661-00BB-D048-5D15937E59AC}"/>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414623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r>
              <a:rPr lang="nl-NL">
                <a:solidFill>
                  <a:schemeClr val="bg1"/>
                </a:solidFill>
              </a:rPr>
              <a:t>1-part model – plots - 1</a:t>
            </a:r>
          </a:p>
        </p:txBody>
      </p:sp>
      <p:sp>
        <p:nvSpPr>
          <p:cNvPr id="3" name="Content Placeholder 2"/>
          <p:cNvSpPr>
            <a:spLocks noGrp="1"/>
          </p:cNvSpPr>
          <p:nvPr>
            <p:ph idx="1"/>
          </p:nvPr>
        </p:nvSpPr>
        <p:spPr/>
        <p:txBody>
          <a:bodyPr/>
          <a:lstStyle/>
          <a:p>
            <a:endParaRPr lang="nl-NL"/>
          </a:p>
        </p:txBody>
      </p:sp>
      <p:sp>
        <p:nvSpPr>
          <p:cNvPr id="5" name="Slide Number Placeholder 4"/>
          <p:cNvSpPr>
            <a:spLocks noGrp="1"/>
          </p:cNvSpPr>
          <p:nvPr>
            <p:ph type="sldNum" sz="quarter" idx="12"/>
          </p:nvPr>
        </p:nvSpPr>
        <p:spPr/>
        <p:txBody>
          <a:bodyPr/>
          <a:lstStyle/>
          <a:p>
            <a:fld id="{8FC21E99-CB6E-4E1C-8709-25BF64FEA530}" type="slidenum">
              <a:rPr lang="nl-NL" smtClean="0"/>
              <a:pPr/>
              <a:t>31</a:t>
            </a:fld>
            <a:endParaRPr lang="nl-NL"/>
          </a:p>
        </p:txBody>
      </p:sp>
      <p:sp>
        <p:nvSpPr>
          <p:cNvPr id="6" name="TextBox 5"/>
          <p:cNvSpPr txBox="1"/>
          <p:nvPr/>
        </p:nvSpPr>
        <p:spPr>
          <a:xfrm>
            <a:off x="5255568" y="1220312"/>
            <a:ext cx="3888432" cy="1569660"/>
          </a:xfrm>
          <a:prstGeom prst="rect">
            <a:avLst/>
          </a:prstGeom>
          <a:noFill/>
        </p:spPr>
        <p:txBody>
          <a:bodyPr wrap="square" rtlCol="0">
            <a:spAutoFit/>
          </a:bodyPr>
          <a:lstStyle/>
          <a:p>
            <a:r>
              <a:rPr lang="nl-NL" sz="1600">
                <a:solidFill>
                  <a:srgbClr val="0070C0"/>
                </a:solidFill>
              </a:rPr>
              <a:t>Histogram of </a:t>
            </a:r>
            <a:r>
              <a:rPr lang="nl-NL" sz="1600" u="sng" err="1">
                <a:solidFill>
                  <a:srgbClr val="0070C0"/>
                </a:solidFill>
              </a:rPr>
              <a:t>original</a:t>
            </a:r>
            <a:r>
              <a:rPr lang="nl-NL" sz="1600" u="sng">
                <a:solidFill>
                  <a:srgbClr val="0070C0"/>
                </a:solidFill>
              </a:rPr>
              <a:t> </a:t>
            </a:r>
            <a:r>
              <a:rPr lang="nl-NL" sz="1600" u="sng" err="1">
                <a:solidFill>
                  <a:srgbClr val="0070C0"/>
                </a:solidFill>
              </a:rPr>
              <a:t>observations</a:t>
            </a:r>
            <a:r>
              <a:rPr lang="nl-NL" sz="1600" u="sng">
                <a:solidFill>
                  <a:srgbClr val="0070C0"/>
                </a:solidFill>
              </a:rPr>
              <a:t> </a:t>
            </a:r>
          </a:p>
          <a:p>
            <a:r>
              <a:rPr lang="nl-NL" sz="1600">
                <a:solidFill>
                  <a:srgbClr val="0070C0"/>
                </a:solidFill>
              </a:rPr>
              <a:t>(2 per subject)</a:t>
            </a:r>
          </a:p>
          <a:p>
            <a:endParaRPr lang="nl-NL" sz="1600">
              <a:solidFill>
                <a:srgbClr val="0070C0"/>
              </a:solidFill>
            </a:endParaRPr>
          </a:p>
          <a:p>
            <a:r>
              <a:rPr lang="nl-NL" sz="1600">
                <a:solidFill>
                  <a:srgbClr val="0070C0"/>
                </a:solidFill>
              </a:rPr>
              <a:t>Data is </a:t>
            </a:r>
            <a:r>
              <a:rPr lang="nl-NL" sz="1600" err="1">
                <a:solidFill>
                  <a:srgbClr val="0070C0"/>
                </a:solidFill>
              </a:rPr>
              <a:t>skewed</a:t>
            </a:r>
            <a:r>
              <a:rPr lang="nl-NL" sz="1600">
                <a:solidFill>
                  <a:srgbClr val="0070C0"/>
                </a:solidFill>
              </a:rPr>
              <a:t> </a:t>
            </a:r>
            <a:r>
              <a:rPr lang="nl-NL" sz="1600" err="1">
                <a:solidFill>
                  <a:srgbClr val="0070C0"/>
                </a:solidFill>
              </a:rPr>
              <a:t>to</a:t>
            </a:r>
            <a:r>
              <a:rPr lang="nl-NL" sz="1600">
                <a:solidFill>
                  <a:srgbClr val="0070C0"/>
                </a:solidFill>
              </a:rPr>
              <a:t> the right </a:t>
            </a:r>
          </a:p>
          <a:p>
            <a:r>
              <a:rPr lang="nl-NL" sz="1600">
                <a:solidFill>
                  <a:srgbClr val="0070C0"/>
                </a:solidFill>
              </a:rPr>
              <a:t>(</a:t>
            </a:r>
            <a:r>
              <a:rPr lang="nl-NL" sz="1600" err="1">
                <a:solidFill>
                  <a:srgbClr val="0070C0"/>
                </a:solidFill>
              </a:rPr>
              <a:t>largest</a:t>
            </a:r>
            <a:r>
              <a:rPr lang="nl-NL" sz="1600">
                <a:solidFill>
                  <a:srgbClr val="0070C0"/>
                </a:solidFill>
              </a:rPr>
              <a:t> intake is &gt;3000 microgram)</a:t>
            </a:r>
          </a:p>
        </p:txBody>
      </p:sp>
      <p:pic>
        <p:nvPicPr>
          <p:cNvPr id="4" name="Picture 3">
            <a:extLst>
              <a:ext uri="{FF2B5EF4-FFF2-40B4-BE49-F238E27FC236}">
                <a16:creationId xmlns:a16="http://schemas.microsoft.com/office/drawing/2014/main" id="{BFE2F250-3032-4513-81BD-B4C7E955B1D9}"/>
              </a:ext>
            </a:extLst>
          </p:cNvPr>
          <p:cNvPicPr>
            <a:picLocks noChangeAspect="1"/>
          </p:cNvPicPr>
          <p:nvPr/>
        </p:nvPicPr>
        <p:blipFill>
          <a:blip r:embed="rId3"/>
          <a:stretch>
            <a:fillRect/>
          </a:stretch>
        </p:blipFill>
        <p:spPr>
          <a:xfrm>
            <a:off x="5411136" y="3271800"/>
            <a:ext cx="3143448" cy="2805356"/>
          </a:xfrm>
          <a:prstGeom prst="rect">
            <a:avLst/>
          </a:prstGeom>
          <a:ln w="28575">
            <a:solidFill>
              <a:srgbClr val="FF0000"/>
            </a:solidFill>
          </a:ln>
        </p:spPr>
      </p:pic>
      <p:pic>
        <p:nvPicPr>
          <p:cNvPr id="10" name="Picture">
            <a:extLst>
              <a:ext uri="{FF2B5EF4-FFF2-40B4-BE49-F238E27FC236}">
                <a16:creationId xmlns:a16="http://schemas.microsoft.com/office/drawing/2014/main" id="{2EEB0680-8949-4680-8C5E-E3DE7CCCA8D7}"/>
              </a:ext>
              <a:ext uri="{C183D7F6-B498-43B3-948B-1728B52AA6E4}">
                <adec:decorative xmlns:adec="http://schemas.microsoft.com/office/drawing/2017/decorative" val="1"/>
              </a:ext>
            </a:extLst>
          </p:cNvPr>
          <p:cNvPicPr/>
          <p:nvPr/>
        </p:nvPicPr>
        <p:blipFill>
          <a:blip r:embed="rId4"/>
          <a:stretch>
            <a:fillRect/>
          </a:stretch>
        </p:blipFill>
        <p:spPr bwMode="auto">
          <a:xfrm>
            <a:off x="147769" y="1291623"/>
            <a:ext cx="5124524" cy="5090828"/>
          </a:xfrm>
          <a:prstGeom prst="rect">
            <a:avLst/>
          </a:prstGeom>
          <a:noFill/>
          <a:ln w="9525" cmpd="sng">
            <a:solidFill>
              <a:srgbClr val="000000"/>
            </a:solidFill>
            <a:headEnd/>
            <a:tailEnd/>
          </a:ln>
        </p:spPr>
      </p:pic>
      <p:sp>
        <p:nvSpPr>
          <p:cNvPr id="8" name="Footer Placeholder 7">
            <a:extLst>
              <a:ext uri="{FF2B5EF4-FFF2-40B4-BE49-F238E27FC236}">
                <a16:creationId xmlns:a16="http://schemas.microsoft.com/office/drawing/2014/main" id="{998A7056-5953-6857-9420-06D12EFD6490}"/>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A600B186-5133-4482-7B89-EC8CA54C5607}"/>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25980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172450" cy="444500"/>
          </a:xfrm>
        </p:spPr>
        <p:txBody>
          <a:bodyPr>
            <a:normAutofit fontScale="90000"/>
          </a:bodyPr>
          <a:lstStyle/>
          <a:p>
            <a:r>
              <a:rPr lang="nl-NL">
                <a:solidFill>
                  <a:schemeClr val="bg1"/>
                </a:solidFill>
              </a:rPr>
              <a:t>1-part model – plots - 2</a:t>
            </a:r>
          </a:p>
        </p:txBody>
      </p:sp>
      <p:sp>
        <p:nvSpPr>
          <p:cNvPr id="3" name="Content Placeholder 2"/>
          <p:cNvSpPr>
            <a:spLocks noGrp="1"/>
          </p:cNvSpPr>
          <p:nvPr>
            <p:ph idx="1"/>
          </p:nvPr>
        </p:nvSpPr>
        <p:spPr/>
        <p:txBody>
          <a:bodyPr/>
          <a:lstStyle/>
          <a:p>
            <a:endParaRPr lang="nl-NL"/>
          </a:p>
        </p:txBody>
      </p:sp>
      <p:sp>
        <p:nvSpPr>
          <p:cNvPr id="5" name="Slide Number Placeholder 4"/>
          <p:cNvSpPr>
            <a:spLocks noGrp="1"/>
          </p:cNvSpPr>
          <p:nvPr>
            <p:ph type="sldNum" sz="quarter" idx="12"/>
          </p:nvPr>
        </p:nvSpPr>
        <p:spPr/>
        <p:txBody>
          <a:bodyPr/>
          <a:lstStyle/>
          <a:p>
            <a:fld id="{8FC21E99-CB6E-4E1C-8709-25BF64FEA530}" type="slidenum">
              <a:rPr lang="nl-NL" smtClean="0"/>
              <a:pPr/>
              <a:t>32</a:t>
            </a:fld>
            <a:endParaRPr lang="nl-NL"/>
          </a:p>
        </p:txBody>
      </p:sp>
      <p:pic>
        <p:nvPicPr>
          <p:cNvPr id="15" name="Picture">
            <a:extLst>
              <a:ext uri="{FF2B5EF4-FFF2-40B4-BE49-F238E27FC236}">
                <a16:creationId xmlns:a16="http://schemas.microsoft.com/office/drawing/2014/main" id="{CB13E022-CE36-49BC-AEBB-46F32C0E506B}"/>
              </a:ext>
              <a:ext uri="{C183D7F6-B498-43B3-948B-1728B52AA6E4}">
                <adec:decorative xmlns:adec="http://schemas.microsoft.com/office/drawing/2017/decorative" val="1"/>
              </a:ext>
            </a:extLst>
          </p:cNvPr>
          <p:cNvPicPr/>
          <p:nvPr/>
        </p:nvPicPr>
        <p:blipFill>
          <a:blip r:embed="rId3"/>
          <a:stretch>
            <a:fillRect/>
          </a:stretch>
        </p:blipFill>
        <p:spPr bwMode="auto">
          <a:xfrm>
            <a:off x="46731" y="1865155"/>
            <a:ext cx="4525269" cy="4550396"/>
          </a:xfrm>
          <a:prstGeom prst="rect">
            <a:avLst/>
          </a:prstGeom>
          <a:noFill/>
          <a:ln w="9525" cmpd="sng">
            <a:solidFill>
              <a:srgbClr val="000000"/>
            </a:solidFill>
            <a:headEnd/>
            <a:tailEnd/>
          </a:ln>
        </p:spPr>
      </p:pic>
      <p:sp>
        <p:nvSpPr>
          <p:cNvPr id="8" name="TextBox 7"/>
          <p:cNvSpPr txBox="1"/>
          <p:nvPr/>
        </p:nvSpPr>
        <p:spPr>
          <a:xfrm>
            <a:off x="5255568" y="1988839"/>
            <a:ext cx="3888432" cy="3231654"/>
          </a:xfrm>
          <a:prstGeom prst="rect">
            <a:avLst/>
          </a:prstGeom>
          <a:noFill/>
        </p:spPr>
        <p:txBody>
          <a:bodyPr wrap="square" rtlCol="0">
            <a:spAutoFit/>
          </a:bodyPr>
          <a:lstStyle/>
          <a:p>
            <a:r>
              <a:rPr lang="nl-NL" sz="1200" err="1">
                <a:solidFill>
                  <a:srgbClr val="0070C0"/>
                </a:solidFill>
              </a:rPr>
              <a:t>Results</a:t>
            </a:r>
            <a:r>
              <a:rPr lang="nl-NL" sz="1200">
                <a:solidFill>
                  <a:srgbClr val="0070C0"/>
                </a:solidFill>
              </a:rPr>
              <a:t> of Box-Cox </a:t>
            </a:r>
            <a:r>
              <a:rPr lang="nl-NL" sz="1200" err="1">
                <a:solidFill>
                  <a:srgbClr val="0070C0"/>
                </a:solidFill>
              </a:rPr>
              <a:t>transformation</a:t>
            </a:r>
            <a:endParaRPr lang="nl-NL" sz="1200">
              <a:solidFill>
                <a:srgbClr val="0070C0"/>
              </a:solidFill>
            </a:endParaRPr>
          </a:p>
          <a:p>
            <a:endParaRPr lang="nl-NL" sz="1200">
              <a:solidFill>
                <a:srgbClr val="0070C0"/>
              </a:solidFill>
            </a:endParaRPr>
          </a:p>
          <a:p>
            <a:r>
              <a:rPr lang="nl-NL" sz="1200" err="1">
                <a:solidFill>
                  <a:srgbClr val="0070C0"/>
                </a:solidFill>
              </a:rPr>
              <a:t>Lambda</a:t>
            </a:r>
            <a:r>
              <a:rPr lang="nl-NL" sz="1200">
                <a:solidFill>
                  <a:srgbClr val="0070C0"/>
                </a:solidFill>
              </a:rPr>
              <a:t> </a:t>
            </a:r>
            <a:r>
              <a:rPr lang="nl-NL" sz="1200" err="1">
                <a:solidFill>
                  <a:srgbClr val="0070C0"/>
                </a:solidFill>
              </a:rPr>
              <a:t>with</a:t>
            </a:r>
            <a:r>
              <a:rPr lang="nl-NL" sz="1200">
                <a:solidFill>
                  <a:srgbClr val="0070C0"/>
                </a:solidFill>
              </a:rPr>
              <a:t> max. </a:t>
            </a:r>
            <a:r>
              <a:rPr lang="nl-NL" sz="1200" err="1">
                <a:solidFill>
                  <a:srgbClr val="0070C0"/>
                </a:solidFill>
              </a:rPr>
              <a:t>likelihood</a:t>
            </a:r>
            <a:r>
              <a:rPr lang="nl-NL" sz="1200">
                <a:solidFill>
                  <a:srgbClr val="0070C0"/>
                </a:solidFill>
              </a:rPr>
              <a:t> = 0.268</a:t>
            </a:r>
          </a:p>
          <a:p>
            <a:endParaRPr lang="nl-NL" sz="1200">
              <a:solidFill>
                <a:srgbClr val="0070C0"/>
              </a:solidFill>
            </a:endParaRPr>
          </a:p>
          <a:p>
            <a:r>
              <a:rPr lang="nl-NL" sz="1200" err="1">
                <a:solidFill>
                  <a:srgbClr val="0070C0"/>
                </a:solidFill>
              </a:rPr>
              <a:t>Lower</a:t>
            </a:r>
            <a:r>
              <a:rPr lang="nl-NL" sz="1200">
                <a:solidFill>
                  <a:srgbClr val="0070C0"/>
                </a:solidFill>
              </a:rPr>
              <a:t> </a:t>
            </a:r>
            <a:r>
              <a:rPr lang="nl-NL" sz="1200" err="1">
                <a:solidFill>
                  <a:srgbClr val="0070C0"/>
                </a:solidFill>
              </a:rPr>
              <a:t>bound</a:t>
            </a:r>
            <a:r>
              <a:rPr lang="nl-NL" sz="1200">
                <a:solidFill>
                  <a:srgbClr val="0070C0"/>
                </a:solidFill>
              </a:rPr>
              <a:t> of 95% </a:t>
            </a:r>
            <a:r>
              <a:rPr lang="nl-NL" sz="1200" err="1">
                <a:solidFill>
                  <a:srgbClr val="0070C0"/>
                </a:solidFill>
              </a:rPr>
              <a:t>confidence</a:t>
            </a:r>
            <a:r>
              <a:rPr lang="nl-NL" sz="1200">
                <a:solidFill>
                  <a:srgbClr val="0070C0"/>
                </a:solidFill>
              </a:rPr>
              <a:t> interval</a:t>
            </a:r>
          </a:p>
          <a:p>
            <a:endParaRPr lang="nl-NL" sz="1200">
              <a:solidFill>
                <a:srgbClr val="0070C0"/>
              </a:solidFill>
            </a:endParaRPr>
          </a:p>
          <a:p>
            <a:r>
              <a:rPr lang="nl-NL" sz="1200" err="1">
                <a:solidFill>
                  <a:srgbClr val="0070C0"/>
                </a:solidFill>
              </a:rPr>
              <a:t>Upper</a:t>
            </a:r>
            <a:r>
              <a:rPr lang="nl-NL" sz="1200">
                <a:solidFill>
                  <a:srgbClr val="0070C0"/>
                </a:solidFill>
              </a:rPr>
              <a:t> </a:t>
            </a:r>
            <a:r>
              <a:rPr lang="nl-NL" sz="1200" err="1">
                <a:solidFill>
                  <a:srgbClr val="0070C0"/>
                </a:solidFill>
              </a:rPr>
              <a:t>bound</a:t>
            </a:r>
            <a:r>
              <a:rPr lang="nl-NL" sz="1200">
                <a:solidFill>
                  <a:srgbClr val="0070C0"/>
                </a:solidFill>
              </a:rPr>
              <a:t> of 95% </a:t>
            </a:r>
            <a:r>
              <a:rPr lang="nl-NL" sz="1200" err="1">
                <a:solidFill>
                  <a:srgbClr val="0070C0"/>
                </a:solidFill>
              </a:rPr>
              <a:t>confidence</a:t>
            </a:r>
            <a:r>
              <a:rPr lang="nl-NL" sz="1200">
                <a:solidFill>
                  <a:srgbClr val="0070C0"/>
                </a:solidFill>
              </a:rPr>
              <a:t> interval</a:t>
            </a:r>
          </a:p>
          <a:p>
            <a:endParaRPr lang="nl-NL" sz="1200">
              <a:solidFill>
                <a:srgbClr val="0070C0"/>
              </a:solidFill>
            </a:endParaRPr>
          </a:p>
          <a:p>
            <a:endParaRPr lang="nl-NL" sz="1200">
              <a:solidFill>
                <a:srgbClr val="0070C0"/>
              </a:solidFill>
            </a:endParaRPr>
          </a:p>
          <a:p>
            <a:endParaRPr lang="nl-NL" sz="1200">
              <a:solidFill>
                <a:srgbClr val="0070C0"/>
              </a:solidFill>
            </a:endParaRPr>
          </a:p>
          <a:p>
            <a:endParaRPr lang="nl-NL" sz="1200">
              <a:solidFill>
                <a:srgbClr val="0070C0"/>
              </a:solidFill>
            </a:endParaRPr>
          </a:p>
          <a:p>
            <a:r>
              <a:rPr lang="nl-NL" sz="1200" err="1">
                <a:solidFill>
                  <a:srgbClr val="0070C0"/>
                </a:solidFill>
              </a:rPr>
              <a:t>Lambda</a:t>
            </a:r>
            <a:r>
              <a:rPr lang="nl-NL" sz="1200">
                <a:solidFill>
                  <a:srgbClr val="0070C0"/>
                </a:solidFill>
              </a:rPr>
              <a:t>=0 </a:t>
            </a:r>
            <a:r>
              <a:rPr lang="nl-NL" sz="1200">
                <a:solidFill>
                  <a:srgbClr val="0070C0"/>
                </a:solidFill>
                <a:sym typeface="Wingdings" panose="05000000000000000000" pitchFamily="2" charset="2"/>
              </a:rPr>
              <a:t> log </a:t>
            </a:r>
            <a:r>
              <a:rPr lang="nl-NL" sz="1200" err="1">
                <a:solidFill>
                  <a:srgbClr val="0070C0"/>
                </a:solidFill>
                <a:sym typeface="Wingdings" panose="05000000000000000000" pitchFamily="2" charset="2"/>
              </a:rPr>
              <a:t>transformation</a:t>
            </a:r>
            <a:endParaRPr lang="nl-NL" sz="1200">
              <a:solidFill>
                <a:srgbClr val="0070C0"/>
              </a:solidFill>
              <a:sym typeface="Wingdings" panose="05000000000000000000" pitchFamily="2" charset="2"/>
            </a:endParaRPr>
          </a:p>
          <a:p>
            <a:r>
              <a:rPr lang="nl-NL" sz="1200" err="1">
                <a:solidFill>
                  <a:srgbClr val="0070C0"/>
                </a:solidFill>
                <a:sym typeface="Wingdings" panose="05000000000000000000" pitchFamily="2" charset="2"/>
              </a:rPr>
              <a:t>Lambda</a:t>
            </a:r>
            <a:r>
              <a:rPr lang="nl-NL" sz="1200">
                <a:solidFill>
                  <a:srgbClr val="0070C0"/>
                </a:solidFill>
                <a:sym typeface="Wingdings" panose="05000000000000000000" pitchFamily="2" charset="2"/>
              </a:rPr>
              <a:t>=1  no </a:t>
            </a:r>
            <a:r>
              <a:rPr lang="nl-NL" sz="1200" err="1">
                <a:solidFill>
                  <a:srgbClr val="0070C0"/>
                </a:solidFill>
                <a:sym typeface="Wingdings" panose="05000000000000000000" pitchFamily="2" charset="2"/>
              </a:rPr>
              <a:t>transformation</a:t>
            </a:r>
            <a:endParaRPr lang="nl-NL" sz="1200">
              <a:solidFill>
                <a:srgbClr val="0070C0"/>
              </a:solidFill>
              <a:sym typeface="Wingdings" panose="05000000000000000000" pitchFamily="2" charset="2"/>
            </a:endParaRPr>
          </a:p>
          <a:p>
            <a:endParaRPr lang="nl-NL" sz="1200">
              <a:solidFill>
                <a:srgbClr val="0070C0"/>
              </a:solidFill>
              <a:sym typeface="Wingdings" panose="05000000000000000000" pitchFamily="2" charset="2"/>
            </a:endParaRPr>
          </a:p>
          <a:p>
            <a:endParaRPr lang="nl-NL" sz="1200">
              <a:solidFill>
                <a:srgbClr val="0070C0"/>
              </a:solidFill>
              <a:sym typeface="Wingdings" panose="05000000000000000000" pitchFamily="2" charset="2"/>
            </a:endParaRPr>
          </a:p>
          <a:p>
            <a:endParaRPr lang="nl-NL" sz="1200">
              <a:solidFill>
                <a:srgbClr val="0070C0"/>
              </a:solidFill>
              <a:sym typeface="Wingdings" panose="05000000000000000000" pitchFamily="2" charset="2"/>
            </a:endParaRPr>
          </a:p>
          <a:p>
            <a:endParaRPr lang="nl-NL" sz="1200">
              <a:solidFill>
                <a:srgbClr val="0070C0"/>
              </a:solidFill>
            </a:endParaRPr>
          </a:p>
        </p:txBody>
      </p:sp>
      <p:cxnSp>
        <p:nvCxnSpPr>
          <p:cNvPr id="7" name="Straight Arrow Connector 6"/>
          <p:cNvCxnSpPr/>
          <p:nvPr/>
        </p:nvCxnSpPr>
        <p:spPr>
          <a:xfrm flipH="1">
            <a:off x="3059832" y="2564904"/>
            <a:ext cx="2232248" cy="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2987824" y="2773669"/>
            <a:ext cx="2267744" cy="151275"/>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131840" y="3068960"/>
            <a:ext cx="2160240" cy="144016"/>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A048E15-ED7A-4D9F-6856-1BEA097B8194}"/>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185ADC35-34DF-5C82-A444-245E3EDBF7BB}"/>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785891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172450" cy="444500"/>
          </a:xfrm>
        </p:spPr>
        <p:txBody>
          <a:bodyPr>
            <a:normAutofit fontScale="90000"/>
          </a:bodyPr>
          <a:lstStyle/>
          <a:p>
            <a:r>
              <a:rPr lang="nl-NL">
                <a:solidFill>
                  <a:schemeClr val="bg1"/>
                </a:solidFill>
              </a:rPr>
              <a:t>1-part model – plots - 4</a:t>
            </a:r>
          </a:p>
        </p:txBody>
      </p:sp>
      <p:pic>
        <p:nvPicPr>
          <p:cNvPr id="7" name="Content Placeholder 6" descr="Chart&#10;&#10;Description automatically generated">
            <a:extLst>
              <a:ext uri="{FF2B5EF4-FFF2-40B4-BE49-F238E27FC236}">
                <a16:creationId xmlns:a16="http://schemas.microsoft.com/office/drawing/2014/main" id="{7B75C7CD-71BF-49F1-B95A-084147DC69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220" y="1624051"/>
            <a:ext cx="4834164" cy="4834164"/>
          </a:xfrm>
        </p:spPr>
      </p:pic>
      <p:sp>
        <p:nvSpPr>
          <p:cNvPr id="5" name="Slide Number Placeholder 4"/>
          <p:cNvSpPr>
            <a:spLocks noGrp="1"/>
          </p:cNvSpPr>
          <p:nvPr>
            <p:ph type="sldNum" sz="quarter" idx="12"/>
          </p:nvPr>
        </p:nvSpPr>
        <p:spPr/>
        <p:txBody>
          <a:bodyPr/>
          <a:lstStyle/>
          <a:p>
            <a:fld id="{8FC21E99-CB6E-4E1C-8709-25BF64FEA530}" type="slidenum">
              <a:rPr lang="nl-NL" smtClean="0"/>
              <a:pPr/>
              <a:t>33</a:t>
            </a:fld>
            <a:endParaRPr lang="nl-NL"/>
          </a:p>
        </p:txBody>
      </p:sp>
      <p:sp>
        <p:nvSpPr>
          <p:cNvPr id="8" name="TextBox 7"/>
          <p:cNvSpPr txBox="1"/>
          <p:nvPr/>
        </p:nvSpPr>
        <p:spPr>
          <a:xfrm>
            <a:off x="5255568" y="1988839"/>
            <a:ext cx="3888432" cy="2123658"/>
          </a:xfrm>
          <a:prstGeom prst="rect">
            <a:avLst/>
          </a:prstGeom>
          <a:noFill/>
        </p:spPr>
        <p:txBody>
          <a:bodyPr wrap="square" rtlCol="0">
            <a:spAutoFit/>
          </a:bodyPr>
          <a:lstStyle/>
          <a:p>
            <a:r>
              <a:rPr lang="nl-NL" sz="1200">
                <a:solidFill>
                  <a:srgbClr val="0070C0"/>
                </a:solidFill>
              </a:rPr>
              <a:t>The impact of the Box-Cox </a:t>
            </a:r>
            <a:r>
              <a:rPr lang="nl-NL" sz="1200" err="1">
                <a:solidFill>
                  <a:srgbClr val="0070C0"/>
                </a:solidFill>
              </a:rPr>
              <a:t>transformation</a:t>
            </a:r>
            <a:endParaRPr lang="nl-NL" sz="1200">
              <a:solidFill>
                <a:srgbClr val="0070C0"/>
              </a:solidFill>
            </a:endParaRPr>
          </a:p>
          <a:p>
            <a:endParaRPr lang="nl-NL" sz="1200">
              <a:solidFill>
                <a:srgbClr val="0070C0"/>
              </a:solidFill>
            </a:endParaRPr>
          </a:p>
          <a:p>
            <a:r>
              <a:rPr lang="nl-NL" sz="1200" err="1">
                <a:solidFill>
                  <a:srgbClr val="0070C0"/>
                </a:solidFill>
              </a:rPr>
              <a:t>Left</a:t>
            </a:r>
            <a:r>
              <a:rPr lang="nl-NL" sz="1200">
                <a:solidFill>
                  <a:srgbClr val="0070C0"/>
                </a:solidFill>
              </a:rPr>
              <a:t> </a:t>
            </a:r>
            <a:r>
              <a:rPr lang="nl-NL" sz="1200" b="1" u="sng" err="1">
                <a:solidFill>
                  <a:srgbClr val="0070C0"/>
                </a:solidFill>
              </a:rPr>
              <a:t>before</a:t>
            </a:r>
            <a:r>
              <a:rPr lang="nl-NL" sz="1200">
                <a:solidFill>
                  <a:srgbClr val="0070C0"/>
                </a:solidFill>
              </a:rPr>
              <a:t> </a:t>
            </a:r>
            <a:r>
              <a:rPr lang="nl-NL" sz="1200" err="1">
                <a:solidFill>
                  <a:srgbClr val="0070C0"/>
                </a:solidFill>
              </a:rPr>
              <a:t>transformation</a:t>
            </a:r>
            <a:endParaRPr lang="nl-NL" sz="1200">
              <a:solidFill>
                <a:srgbClr val="0070C0"/>
              </a:solidFill>
            </a:endParaRPr>
          </a:p>
          <a:p>
            <a:r>
              <a:rPr lang="nl-NL" sz="1200">
                <a:solidFill>
                  <a:srgbClr val="0070C0"/>
                </a:solidFill>
              </a:rPr>
              <a:t>Right </a:t>
            </a:r>
            <a:r>
              <a:rPr lang="nl-NL" sz="1200" b="1" u="sng" err="1">
                <a:solidFill>
                  <a:srgbClr val="0070C0"/>
                </a:solidFill>
              </a:rPr>
              <a:t>after</a:t>
            </a:r>
            <a:r>
              <a:rPr lang="nl-NL" sz="1200">
                <a:solidFill>
                  <a:srgbClr val="0070C0"/>
                </a:solidFill>
              </a:rPr>
              <a:t> </a:t>
            </a:r>
            <a:r>
              <a:rPr lang="nl-NL" sz="1200" err="1">
                <a:solidFill>
                  <a:srgbClr val="0070C0"/>
                </a:solidFill>
              </a:rPr>
              <a:t>transformation</a:t>
            </a:r>
            <a:endParaRPr lang="nl-NL" sz="1200">
              <a:solidFill>
                <a:srgbClr val="0070C0"/>
              </a:solidFill>
            </a:endParaRPr>
          </a:p>
          <a:p>
            <a:endParaRPr lang="nl-NL" sz="1200">
              <a:solidFill>
                <a:srgbClr val="0070C0"/>
              </a:solidFill>
            </a:endParaRPr>
          </a:p>
          <a:p>
            <a:endParaRPr lang="nl-NL" sz="1200">
              <a:solidFill>
                <a:srgbClr val="0070C0"/>
              </a:solidFill>
            </a:endParaRPr>
          </a:p>
          <a:p>
            <a:r>
              <a:rPr lang="nl-NL" sz="1200" err="1">
                <a:solidFill>
                  <a:srgbClr val="0070C0"/>
                </a:solidFill>
              </a:rPr>
              <a:t>Transformed</a:t>
            </a:r>
            <a:r>
              <a:rPr lang="nl-NL" sz="1200">
                <a:solidFill>
                  <a:srgbClr val="0070C0"/>
                </a:solidFill>
              </a:rPr>
              <a:t> intakes are more or </a:t>
            </a:r>
            <a:r>
              <a:rPr lang="nl-NL" sz="1200" err="1">
                <a:solidFill>
                  <a:srgbClr val="0070C0"/>
                </a:solidFill>
              </a:rPr>
              <a:t>less</a:t>
            </a:r>
            <a:r>
              <a:rPr lang="nl-NL" sz="1200">
                <a:solidFill>
                  <a:srgbClr val="0070C0"/>
                </a:solidFill>
              </a:rPr>
              <a:t> </a:t>
            </a:r>
          </a:p>
          <a:p>
            <a:r>
              <a:rPr lang="nl-NL" sz="1200" err="1">
                <a:solidFill>
                  <a:srgbClr val="0070C0"/>
                </a:solidFill>
              </a:rPr>
              <a:t>normally</a:t>
            </a:r>
            <a:r>
              <a:rPr lang="nl-NL" sz="1200">
                <a:solidFill>
                  <a:srgbClr val="0070C0"/>
                </a:solidFill>
              </a:rPr>
              <a:t> </a:t>
            </a:r>
            <a:r>
              <a:rPr lang="nl-NL" sz="1200" err="1">
                <a:solidFill>
                  <a:srgbClr val="0070C0"/>
                </a:solidFill>
              </a:rPr>
              <a:t>distributed</a:t>
            </a:r>
            <a:r>
              <a:rPr lang="nl-NL" sz="1200">
                <a:solidFill>
                  <a:srgbClr val="0070C0"/>
                </a:solidFill>
              </a:rPr>
              <a:t>:</a:t>
            </a:r>
          </a:p>
          <a:p>
            <a:endParaRPr lang="nl-NL" sz="1200">
              <a:solidFill>
                <a:srgbClr val="0070C0"/>
              </a:solidFill>
            </a:endParaRPr>
          </a:p>
          <a:p>
            <a:r>
              <a:rPr lang="nl-NL" sz="1200">
                <a:solidFill>
                  <a:srgbClr val="0070C0"/>
                </a:solidFill>
              </a:rPr>
              <a:t>QQ-plot straight line </a:t>
            </a:r>
            <a:r>
              <a:rPr lang="nl-NL" sz="1200" err="1">
                <a:solidFill>
                  <a:srgbClr val="0070C0"/>
                </a:solidFill>
              </a:rPr>
              <a:t>with</a:t>
            </a:r>
            <a:r>
              <a:rPr lang="nl-NL" sz="1200">
                <a:solidFill>
                  <a:srgbClr val="0070C0"/>
                </a:solidFill>
              </a:rPr>
              <a:t> </a:t>
            </a:r>
            <a:r>
              <a:rPr lang="nl-NL" sz="1200" err="1">
                <a:solidFill>
                  <a:srgbClr val="0070C0"/>
                </a:solidFill>
              </a:rPr>
              <a:t>some</a:t>
            </a:r>
            <a:r>
              <a:rPr lang="nl-NL" sz="1200">
                <a:solidFill>
                  <a:srgbClr val="0070C0"/>
                </a:solidFill>
              </a:rPr>
              <a:t> </a:t>
            </a:r>
            <a:r>
              <a:rPr lang="nl-NL" sz="1200" err="1">
                <a:solidFill>
                  <a:srgbClr val="0070C0"/>
                </a:solidFill>
              </a:rPr>
              <a:t>deviations</a:t>
            </a:r>
            <a:r>
              <a:rPr lang="nl-NL" sz="1200">
                <a:solidFill>
                  <a:srgbClr val="0070C0"/>
                </a:solidFill>
              </a:rPr>
              <a:t> at </a:t>
            </a:r>
            <a:r>
              <a:rPr lang="nl-NL" sz="1200" err="1">
                <a:solidFill>
                  <a:srgbClr val="0070C0"/>
                </a:solidFill>
              </a:rPr>
              <a:t>both</a:t>
            </a:r>
            <a:r>
              <a:rPr lang="nl-NL" sz="1200">
                <a:solidFill>
                  <a:srgbClr val="0070C0"/>
                </a:solidFill>
              </a:rPr>
              <a:t> </a:t>
            </a:r>
            <a:r>
              <a:rPr lang="nl-NL" sz="1200" err="1">
                <a:solidFill>
                  <a:srgbClr val="0070C0"/>
                </a:solidFill>
              </a:rPr>
              <a:t>ends</a:t>
            </a:r>
            <a:r>
              <a:rPr lang="nl-NL" sz="1200">
                <a:solidFill>
                  <a:srgbClr val="0070C0"/>
                </a:solidFill>
              </a:rPr>
              <a:t> (</a:t>
            </a:r>
            <a:r>
              <a:rPr lang="nl-NL" sz="1200" err="1">
                <a:solidFill>
                  <a:srgbClr val="0070C0"/>
                </a:solidFill>
              </a:rPr>
              <a:t>outliers</a:t>
            </a:r>
            <a:r>
              <a:rPr lang="nl-NL" sz="1200">
                <a:solidFill>
                  <a:srgbClr val="0070C0"/>
                </a:solidFill>
              </a:rPr>
              <a:t>?)</a:t>
            </a:r>
          </a:p>
        </p:txBody>
      </p:sp>
      <p:sp>
        <p:nvSpPr>
          <p:cNvPr id="6" name="Donut 5"/>
          <p:cNvSpPr/>
          <p:nvPr/>
        </p:nvSpPr>
        <p:spPr>
          <a:xfrm>
            <a:off x="2736127" y="4052225"/>
            <a:ext cx="2502024" cy="2592288"/>
          </a:xfrm>
          <a:prstGeom prst="donut">
            <a:avLst>
              <a:gd name="adj" fmla="val 2623"/>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4" name="Footer Placeholder 3">
            <a:extLst>
              <a:ext uri="{FF2B5EF4-FFF2-40B4-BE49-F238E27FC236}">
                <a16:creationId xmlns:a16="http://schemas.microsoft.com/office/drawing/2014/main" id="{FE6CCD23-0E36-B67E-64EE-5261EBE4E9F1}"/>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0B621DF9-F254-F7FC-81B3-636CB553F194}"/>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97552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666" y="620688"/>
            <a:ext cx="8172450" cy="444500"/>
          </a:xfrm>
        </p:spPr>
        <p:txBody>
          <a:bodyPr>
            <a:normAutofit fontScale="90000"/>
          </a:bodyPr>
          <a:lstStyle/>
          <a:p>
            <a:r>
              <a:rPr lang="nl-NL">
                <a:solidFill>
                  <a:schemeClr val="bg1"/>
                </a:solidFill>
              </a:rPr>
              <a:t>1-part model – plots - 5</a:t>
            </a:r>
          </a:p>
        </p:txBody>
      </p:sp>
      <p:pic>
        <p:nvPicPr>
          <p:cNvPr id="6" name="Content Placeholder 5" descr="Chart, line chart&#10;&#10;Description automatically generated">
            <a:extLst>
              <a:ext uri="{FF2B5EF4-FFF2-40B4-BE49-F238E27FC236}">
                <a16:creationId xmlns:a16="http://schemas.microsoft.com/office/drawing/2014/main" id="{E9C88917-0D9F-4E28-8F22-01AE5293A18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3973" y="1968472"/>
            <a:ext cx="3600000" cy="3600000"/>
          </a:xfrm>
        </p:spPr>
      </p:pic>
      <p:sp>
        <p:nvSpPr>
          <p:cNvPr id="5" name="Slide Number Placeholder 4"/>
          <p:cNvSpPr>
            <a:spLocks noGrp="1"/>
          </p:cNvSpPr>
          <p:nvPr>
            <p:ph type="sldNum" sz="quarter" idx="12"/>
          </p:nvPr>
        </p:nvSpPr>
        <p:spPr/>
        <p:txBody>
          <a:bodyPr/>
          <a:lstStyle/>
          <a:p>
            <a:fld id="{8FC21E99-CB6E-4E1C-8709-25BF64FEA530}" type="slidenum">
              <a:rPr lang="nl-NL" smtClean="0"/>
              <a:pPr/>
              <a:t>34</a:t>
            </a:fld>
            <a:endParaRPr lang="nl-NL"/>
          </a:p>
        </p:txBody>
      </p:sp>
      <p:sp>
        <p:nvSpPr>
          <p:cNvPr id="8" name="TextBox 7"/>
          <p:cNvSpPr txBox="1"/>
          <p:nvPr/>
        </p:nvSpPr>
        <p:spPr>
          <a:xfrm>
            <a:off x="559916" y="5536851"/>
            <a:ext cx="3490306" cy="738664"/>
          </a:xfrm>
          <a:prstGeom prst="rect">
            <a:avLst/>
          </a:prstGeom>
          <a:noFill/>
        </p:spPr>
        <p:txBody>
          <a:bodyPr wrap="square" rtlCol="0">
            <a:spAutoFit/>
          </a:bodyPr>
          <a:lstStyle/>
          <a:p>
            <a:r>
              <a:rPr lang="nl-NL" sz="1400">
                <a:solidFill>
                  <a:srgbClr val="0070C0"/>
                </a:solidFill>
              </a:rPr>
              <a:t>QQ-plot: </a:t>
            </a:r>
            <a:r>
              <a:rPr lang="nl-NL" sz="1400" err="1">
                <a:solidFill>
                  <a:srgbClr val="0070C0"/>
                </a:solidFill>
              </a:rPr>
              <a:t>if</a:t>
            </a:r>
            <a:r>
              <a:rPr lang="nl-NL" sz="1400">
                <a:solidFill>
                  <a:srgbClr val="0070C0"/>
                </a:solidFill>
              </a:rPr>
              <a:t> </a:t>
            </a:r>
            <a:r>
              <a:rPr lang="nl-NL" sz="1400" err="1">
                <a:solidFill>
                  <a:srgbClr val="0070C0"/>
                </a:solidFill>
              </a:rPr>
              <a:t>distribution</a:t>
            </a:r>
            <a:r>
              <a:rPr lang="nl-NL" sz="1400">
                <a:solidFill>
                  <a:srgbClr val="0070C0"/>
                </a:solidFill>
              </a:rPr>
              <a:t> is </a:t>
            </a:r>
            <a:r>
              <a:rPr lang="nl-NL" sz="1400" err="1">
                <a:solidFill>
                  <a:srgbClr val="0070C0"/>
                </a:solidFill>
              </a:rPr>
              <a:t>normal</a:t>
            </a:r>
            <a:r>
              <a:rPr lang="nl-NL" sz="1400">
                <a:solidFill>
                  <a:srgbClr val="0070C0"/>
                </a:solidFill>
              </a:rPr>
              <a:t>:</a:t>
            </a:r>
            <a:r>
              <a:rPr lang="nl-NL" sz="1400">
                <a:solidFill>
                  <a:srgbClr val="0070C0"/>
                </a:solidFill>
                <a:sym typeface="Wingdings" panose="05000000000000000000" pitchFamily="2" charset="2"/>
              </a:rPr>
              <a:t> straight line</a:t>
            </a:r>
          </a:p>
          <a:p>
            <a:r>
              <a:rPr lang="nl-NL" sz="1400" err="1">
                <a:solidFill>
                  <a:srgbClr val="0070C0"/>
                </a:solidFill>
                <a:sym typeface="Wingdings" panose="05000000000000000000" pitchFamily="2" charset="2"/>
              </a:rPr>
              <a:t>Here</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some</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deviations</a:t>
            </a:r>
            <a:r>
              <a:rPr lang="nl-NL" sz="1400">
                <a:solidFill>
                  <a:srgbClr val="0070C0"/>
                </a:solidFill>
                <a:sym typeface="Wingdings" panose="05000000000000000000" pitchFamily="2" charset="2"/>
              </a:rPr>
              <a:t> at </a:t>
            </a:r>
            <a:r>
              <a:rPr lang="nl-NL" sz="1400" err="1">
                <a:solidFill>
                  <a:srgbClr val="0070C0"/>
                </a:solidFill>
                <a:sym typeface="Wingdings" panose="05000000000000000000" pitchFamily="2" charset="2"/>
              </a:rPr>
              <a:t>both</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ends</a:t>
            </a:r>
            <a:endParaRPr lang="nl-NL" sz="1400">
              <a:solidFill>
                <a:srgbClr val="0070C0"/>
              </a:solidFill>
              <a:sym typeface="Wingdings" panose="05000000000000000000" pitchFamily="2" charset="2"/>
            </a:endParaRPr>
          </a:p>
        </p:txBody>
      </p:sp>
      <p:sp>
        <p:nvSpPr>
          <p:cNvPr id="10" name="TextBox 9"/>
          <p:cNvSpPr txBox="1"/>
          <p:nvPr/>
        </p:nvSpPr>
        <p:spPr>
          <a:xfrm>
            <a:off x="5081098" y="5536851"/>
            <a:ext cx="2794146" cy="738664"/>
          </a:xfrm>
          <a:prstGeom prst="rect">
            <a:avLst/>
          </a:prstGeom>
          <a:noFill/>
        </p:spPr>
        <p:txBody>
          <a:bodyPr wrap="square" rtlCol="0">
            <a:spAutoFit/>
          </a:bodyPr>
          <a:lstStyle/>
          <a:p>
            <a:r>
              <a:rPr lang="nl-NL" sz="1400">
                <a:solidFill>
                  <a:srgbClr val="0070C0"/>
                </a:solidFill>
              </a:rPr>
              <a:t>Histogram of </a:t>
            </a:r>
            <a:r>
              <a:rPr lang="nl-NL" sz="1400" err="1">
                <a:solidFill>
                  <a:srgbClr val="0070C0"/>
                </a:solidFill>
              </a:rPr>
              <a:t>the</a:t>
            </a:r>
            <a:r>
              <a:rPr lang="nl-NL" sz="1400">
                <a:solidFill>
                  <a:srgbClr val="0070C0"/>
                </a:solidFill>
              </a:rPr>
              <a:t> </a:t>
            </a:r>
            <a:r>
              <a:rPr lang="nl-NL" sz="1400" err="1">
                <a:solidFill>
                  <a:srgbClr val="0070C0"/>
                </a:solidFill>
              </a:rPr>
              <a:t>residuals</a:t>
            </a:r>
            <a:r>
              <a:rPr lang="nl-NL" sz="1400">
                <a:solidFill>
                  <a:srgbClr val="0070C0"/>
                </a:solidFill>
              </a:rPr>
              <a:t>: </a:t>
            </a:r>
          </a:p>
          <a:p>
            <a:r>
              <a:rPr lang="nl-NL" sz="1400">
                <a:solidFill>
                  <a:srgbClr val="0070C0"/>
                </a:solidFill>
                <a:sym typeface="Wingdings" panose="05000000000000000000" pitchFamily="2" charset="2"/>
              </a:rPr>
              <a:t>(</a:t>
            </a:r>
            <a:r>
              <a:rPr lang="nl-NL" sz="1400" err="1">
                <a:solidFill>
                  <a:srgbClr val="0070C0"/>
                </a:solidFill>
                <a:sym typeface="Wingdings" panose="05000000000000000000" pitchFamily="2" charset="2"/>
              </a:rPr>
              <a:t>almost</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normal</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distribution</a:t>
            </a:r>
            <a:br>
              <a:rPr lang="nl-NL" sz="1400">
                <a:solidFill>
                  <a:srgbClr val="0070C0"/>
                </a:solidFill>
                <a:sym typeface="Wingdings" panose="05000000000000000000" pitchFamily="2" charset="2"/>
              </a:rPr>
            </a:br>
            <a:endParaRPr lang="nl-NL" sz="1400">
              <a:solidFill>
                <a:srgbClr val="0070C0"/>
              </a:solidFill>
              <a:sym typeface="Wingdings" panose="05000000000000000000" pitchFamily="2" charset="2"/>
            </a:endParaRPr>
          </a:p>
        </p:txBody>
      </p:sp>
      <p:sp>
        <p:nvSpPr>
          <p:cNvPr id="7" name="TextBox 6"/>
          <p:cNvSpPr txBox="1"/>
          <p:nvPr/>
        </p:nvSpPr>
        <p:spPr>
          <a:xfrm>
            <a:off x="257360" y="1173037"/>
            <a:ext cx="8764079" cy="615553"/>
          </a:xfrm>
          <a:prstGeom prst="rect">
            <a:avLst/>
          </a:prstGeom>
          <a:noFill/>
        </p:spPr>
        <p:txBody>
          <a:bodyPr wrap="square" rtlCol="0">
            <a:spAutoFit/>
          </a:bodyPr>
          <a:lstStyle/>
          <a:p>
            <a:r>
              <a:rPr lang="nl-NL" b="1" i="1" err="1">
                <a:solidFill>
                  <a:srgbClr val="0070C0"/>
                </a:solidFill>
              </a:rPr>
              <a:t>Residuals</a:t>
            </a:r>
            <a:r>
              <a:rPr lang="nl-NL">
                <a:solidFill>
                  <a:srgbClr val="0070C0"/>
                </a:solidFill>
              </a:rPr>
              <a:t> = </a:t>
            </a:r>
            <a:r>
              <a:rPr lang="nl-NL" sz="1600" err="1">
                <a:solidFill>
                  <a:srgbClr val="0070C0"/>
                </a:solidFill>
              </a:rPr>
              <a:t>difference</a:t>
            </a:r>
            <a:r>
              <a:rPr lang="nl-NL" sz="1600">
                <a:solidFill>
                  <a:srgbClr val="0070C0"/>
                </a:solidFill>
              </a:rPr>
              <a:t> </a:t>
            </a:r>
            <a:r>
              <a:rPr lang="nl-NL" sz="1600" err="1">
                <a:solidFill>
                  <a:srgbClr val="0070C0"/>
                </a:solidFill>
              </a:rPr>
              <a:t>between</a:t>
            </a:r>
            <a:r>
              <a:rPr lang="nl-NL" sz="1600">
                <a:solidFill>
                  <a:srgbClr val="0070C0"/>
                </a:solidFill>
              </a:rPr>
              <a:t> </a:t>
            </a:r>
            <a:r>
              <a:rPr lang="nl-NL" sz="1600" err="1">
                <a:solidFill>
                  <a:srgbClr val="0070C0"/>
                </a:solidFill>
              </a:rPr>
              <a:t>transformed</a:t>
            </a:r>
            <a:r>
              <a:rPr lang="nl-NL" sz="1600">
                <a:solidFill>
                  <a:srgbClr val="0070C0"/>
                </a:solidFill>
              </a:rPr>
              <a:t> </a:t>
            </a:r>
            <a:r>
              <a:rPr lang="nl-NL" sz="1600" err="1">
                <a:solidFill>
                  <a:srgbClr val="0070C0"/>
                </a:solidFill>
              </a:rPr>
              <a:t>observed</a:t>
            </a:r>
            <a:r>
              <a:rPr lang="nl-NL" sz="1600">
                <a:solidFill>
                  <a:srgbClr val="0070C0"/>
                </a:solidFill>
              </a:rPr>
              <a:t> intakes </a:t>
            </a:r>
            <a:r>
              <a:rPr lang="nl-NL" sz="1600" err="1">
                <a:solidFill>
                  <a:srgbClr val="0070C0"/>
                </a:solidFill>
              </a:rPr>
              <a:t>and</a:t>
            </a:r>
            <a:r>
              <a:rPr lang="nl-NL" sz="1600">
                <a:solidFill>
                  <a:srgbClr val="0070C0"/>
                </a:solidFill>
              </a:rPr>
              <a:t> </a:t>
            </a:r>
            <a:r>
              <a:rPr lang="nl-NL" sz="1600" err="1">
                <a:solidFill>
                  <a:srgbClr val="0070C0"/>
                </a:solidFill>
              </a:rPr>
              <a:t>predicted</a:t>
            </a:r>
            <a:r>
              <a:rPr lang="nl-NL" sz="1600">
                <a:solidFill>
                  <a:srgbClr val="0070C0"/>
                </a:solidFill>
              </a:rPr>
              <a:t> intakes on </a:t>
            </a:r>
            <a:r>
              <a:rPr lang="nl-NL" sz="1600" err="1">
                <a:solidFill>
                  <a:srgbClr val="0070C0"/>
                </a:solidFill>
              </a:rPr>
              <a:t>transformed</a:t>
            </a:r>
            <a:r>
              <a:rPr lang="nl-NL" sz="1600">
                <a:solidFill>
                  <a:srgbClr val="0070C0"/>
                </a:solidFill>
              </a:rPr>
              <a:t> </a:t>
            </a:r>
            <a:r>
              <a:rPr lang="nl-NL" sz="1600" err="1">
                <a:solidFill>
                  <a:srgbClr val="0070C0"/>
                </a:solidFill>
              </a:rPr>
              <a:t>scale</a:t>
            </a:r>
            <a:r>
              <a:rPr lang="nl-NL" sz="1600">
                <a:solidFill>
                  <a:srgbClr val="0070C0"/>
                </a:solidFill>
              </a:rPr>
              <a:t> </a:t>
            </a:r>
            <a:r>
              <a:rPr lang="nl-NL" sz="1600" err="1">
                <a:solidFill>
                  <a:srgbClr val="0070C0"/>
                </a:solidFill>
              </a:rPr>
              <a:t>by</a:t>
            </a:r>
            <a:r>
              <a:rPr lang="nl-NL" sz="1600">
                <a:solidFill>
                  <a:srgbClr val="0070C0"/>
                </a:solidFill>
              </a:rPr>
              <a:t> </a:t>
            </a:r>
            <a:r>
              <a:rPr lang="nl-NL" sz="1600" err="1">
                <a:solidFill>
                  <a:srgbClr val="0070C0"/>
                </a:solidFill>
              </a:rPr>
              <a:t>the</a:t>
            </a:r>
            <a:r>
              <a:rPr lang="nl-NL" sz="1600">
                <a:solidFill>
                  <a:srgbClr val="0070C0"/>
                </a:solidFill>
              </a:rPr>
              <a:t> </a:t>
            </a:r>
            <a:r>
              <a:rPr lang="nl-NL" sz="1600" err="1">
                <a:solidFill>
                  <a:srgbClr val="0070C0"/>
                </a:solidFill>
              </a:rPr>
              <a:t>models</a:t>
            </a:r>
            <a:endParaRPr lang="nl-NL" sz="1600">
              <a:solidFill>
                <a:srgbClr val="0070C0"/>
              </a:solidFill>
            </a:endParaRPr>
          </a:p>
        </p:txBody>
      </p:sp>
      <p:pic>
        <p:nvPicPr>
          <p:cNvPr id="13" name="Picture 12" descr="Chart, histogram&#10;&#10;Description automatically generated">
            <a:extLst>
              <a:ext uri="{FF2B5EF4-FFF2-40B4-BE49-F238E27FC236}">
                <a16:creationId xmlns:a16="http://schemas.microsoft.com/office/drawing/2014/main" id="{AA0C0673-3028-4970-BC82-80218938FD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0377" y="1968472"/>
            <a:ext cx="3600000" cy="3600000"/>
          </a:xfrm>
          <a:prstGeom prst="rect">
            <a:avLst/>
          </a:prstGeom>
        </p:spPr>
      </p:pic>
      <p:sp>
        <p:nvSpPr>
          <p:cNvPr id="4" name="Footer Placeholder 3">
            <a:extLst>
              <a:ext uri="{FF2B5EF4-FFF2-40B4-BE49-F238E27FC236}">
                <a16:creationId xmlns:a16="http://schemas.microsoft.com/office/drawing/2014/main" id="{371F75A5-A5FD-02E8-D549-E2B0C4E3D421}"/>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8752790A-F880-04CF-B047-A1EA4D266B37}"/>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008391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688"/>
            <a:ext cx="8172450" cy="444500"/>
          </a:xfrm>
        </p:spPr>
        <p:txBody>
          <a:bodyPr>
            <a:normAutofit fontScale="90000"/>
          </a:bodyPr>
          <a:lstStyle/>
          <a:p>
            <a:r>
              <a:rPr lang="nl-NL">
                <a:solidFill>
                  <a:schemeClr val="bg1"/>
                </a:solidFill>
              </a:rPr>
              <a:t>1-part model – plots - 6</a:t>
            </a:r>
          </a:p>
        </p:txBody>
      </p:sp>
      <p:pic>
        <p:nvPicPr>
          <p:cNvPr id="6" name="Content Placeholder 5" descr="Chart, line chart, scatter chart&#10;&#10;Description automatically generated">
            <a:extLst>
              <a:ext uri="{FF2B5EF4-FFF2-40B4-BE49-F238E27FC236}">
                <a16:creationId xmlns:a16="http://schemas.microsoft.com/office/drawing/2014/main" id="{3FEDB2F0-A050-4141-8AA3-E9F1F00654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2618" y="1221287"/>
            <a:ext cx="4848162" cy="4848162"/>
          </a:xfrm>
        </p:spPr>
      </p:pic>
      <p:sp>
        <p:nvSpPr>
          <p:cNvPr id="5" name="Slide Number Placeholder 4"/>
          <p:cNvSpPr>
            <a:spLocks noGrp="1"/>
          </p:cNvSpPr>
          <p:nvPr>
            <p:ph type="sldNum" sz="quarter" idx="12"/>
          </p:nvPr>
        </p:nvSpPr>
        <p:spPr/>
        <p:txBody>
          <a:bodyPr/>
          <a:lstStyle/>
          <a:p>
            <a:fld id="{8FC21E99-CB6E-4E1C-8709-25BF64FEA530}" type="slidenum">
              <a:rPr lang="nl-NL" smtClean="0"/>
              <a:pPr/>
              <a:t>35</a:t>
            </a:fld>
            <a:endParaRPr lang="nl-NL"/>
          </a:p>
        </p:txBody>
      </p:sp>
      <p:sp>
        <p:nvSpPr>
          <p:cNvPr id="8" name="TextBox 7"/>
          <p:cNvSpPr txBox="1"/>
          <p:nvPr/>
        </p:nvSpPr>
        <p:spPr>
          <a:xfrm>
            <a:off x="5148064" y="1998364"/>
            <a:ext cx="3888432" cy="2616101"/>
          </a:xfrm>
          <a:prstGeom prst="rect">
            <a:avLst/>
          </a:prstGeom>
          <a:noFill/>
        </p:spPr>
        <p:txBody>
          <a:bodyPr wrap="square" rtlCol="0">
            <a:spAutoFit/>
          </a:bodyPr>
          <a:lstStyle/>
          <a:p>
            <a:r>
              <a:rPr lang="nl-NL" sz="1400">
                <a:solidFill>
                  <a:srgbClr val="0070C0"/>
                </a:solidFill>
                <a:sym typeface="Wingdings" panose="05000000000000000000" pitchFamily="2" charset="2"/>
              </a:rPr>
              <a:t>The </a:t>
            </a:r>
            <a:r>
              <a:rPr lang="nl-NL" sz="1400" err="1">
                <a:solidFill>
                  <a:srgbClr val="0070C0"/>
                </a:solidFill>
                <a:sym typeface="Wingdings" panose="05000000000000000000" pitchFamily="2" charset="2"/>
              </a:rPr>
              <a:t>habitual</a:t>
            </a:r>
            <a:r>
              <a:rPr lang="nl-NL" sz="1400">
                <a:solidFill>
                  <a:srgbClr val="0070C0"/>
                </a:solidFill>
                <a:sym typeface="Wingdings" panose="05000000000000000000" pitchFamily="2" charset="2"/>
              </a:rPr>
              <a:t> intake </a:t>
            </a:r>
            <a:r>
              <a:rPr lang="nl-NL" sz="1400" err="1">
                <a:solidFill>
                  <a:srgbClr val="0070C0"/>
                </a:solidFill>
                <a:sym typeface="Wingdings" panose="05000000000000000000" pitchFamily="2" charset="2"/>
              </a:rPr>
              <a:t>distribution</a:t>
            </a:r>
            <a:r>
              <a:rPr lang="nl-NL" sz="1400">
                <a:solidFill>
                  <a:srgbClr val="0070C0"/>
                </a:solidFill>
                <a:sym typeface="Wingdings" panose="05000000000000000000" pitchFamily="2" charset="2"/>
              </a:rPr>
              <a:t> per </a:t>
            </a:r>
            <a:r>
              <a:rPr lang="nl-NL" sz="1400" err="1">
                <a:solidFill>
                  <a:srgbClr val="0070C0"/>
                </a:solidFill>
                <a:sym typeface="Wingdings" panose="05000000000000000000" pitchFamily="2" charset="2"/>
              </a:rPr>
              <a:t>age</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showing</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only</a:t>
            </a:r>
            <a:r>
              <a:rPr lang="nl-NL" sz="1400">
                <a:solidFill>
                  <a:srgbClr val="0070C0"/>
                </a:solidFill>
                <a:sym typeface="Wingdings" panose="05000000000000000000" pitchFamily="2" charset="2"/>
              </a:rPr>
              <a:t> the </a:t>
            </a:r>
            <a:r>
              <a:rPr lang="nl-NL" sz="1400" err="1">
                <a:solidFill>
                  <a:srgbClr val="0070C0"/>
                </a:solidFill>
                <a:sym typeface="Wingdings" panose="05000000000000000000" pitchFamily="2" charset="2"/>
              </a:rPr>
              <a:t>requested</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percentiles</a:t>
            </a:r>
            <a:r>
              <a:rPr lang="nl-NL" sz="1400">
                <a:solidFill>
                  <a:srgbClr val="0070C0"/>
                </a:solidFill>
                <a:sym typeface="Wingdings" panose="05000000000000000000" pitchFamily="2" charset="2"/>
              </a:rPr>
              <a:t> (5th, 25th, 50th, 75th, 95th) </a:t>
            </a:r>
            <a:r>
              <a:rPr lang="nl-NL" sz="1400" err="1">
                <a:solidFill>
                  <a:srgbClr val="0070C0"/>
                </a:solidFill>
                <a:sym typeface="Wingdings" panose="05000000000000000000" pitchFamily="2" charset="2"/>
              </a:rPr>
              <a:t>and</a:t>
            </a:r>
            <a:r>
              <a:rPr lang="nl-NL" sz="1400">
                <a:solidFill>
                  <a:srgbClr val="0070C0"/>
                </a:solidFill>
                <a:sym typeface="Wingdings" panose="05000000000000000000" pitchFamily="2" charset="2"/>
              </a:rPr>
              <a:t> the </a:t>
            </a:r>
            <a:r>
              <a:rPr lang="nl-NL" sz="1400" err="1">
                <a:solidFill>
                  <a:srgbClr val="0070C0"/>
                </a:solidFill>
                <a:sym typeface="Wingdings" panose="05000000000000000000" pitchFamily="2" charset="2"/>
              </a:rPr>
              <a:t>mean</a:t>
            </a:r>
            <a:r>
              <a:rPr lang="nl-NL" sz="1400">
                <a:solidFill>
                  <a:srgbClr val="0070C0"/>
                </a:solidFill>
                <a:sym typeface="Wingdings" panose="05000000000000000000" pitchFamily="2" charset="2"/>
              </a:rPr>
              <a:t> (red line)</a:t>
            </a:r>
          </a:p>
          <a:p>
            <a:endParaRPr lang="nl-NL" sz="1400">
              <a:solidFill>
                <a:srgbClr val="0070C0"/>
              </a:solidFill>
              <a:sym typeface="Wingdings" panose="05000000000000000000" pitchFamily="2" charset="2"/>
            </a:endParaRPr>
          </a:p>
          <a:p>
            <a:r>
              <a:rPr lang="nl-NL" sz="1400">
                <a:solidFill>
                  <a:srgbClr val="0070C0"/>
                </a:solidFill>
                <a:sym typeface="Wingdings" panose="05000000000000000000" pitchFamily="2" charset="2"/>
              </a:rPr>
              <a:t>Red knots  (</a:t>
            </a:r>
            <a:r>
              <a:rPr lang="nl-NL" sz="1400" err="1">
                <a:solidFill>
                  <a:srgbClr val="0070C0"/>
                </a:solidFill>
                <a:sym typeface="Wingdings" panose="05000000000000000000" pitchFamily="2" charset="2"/>
              </a:rPr>
              <a:t>weighted</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mean</a:t>
            </a:r>
            <a:r>
              <a:rPr lang="nl-NL" sz="1400">
                <a:solidFill>
                  <a:srgbClr val="0070C0"/>
                </a:solidFill>
                <a:sym typeface="Wingdings" panose="05000000000000000000" pitchFamily="2" charset="2"/>
              </a:rPr>
              <a:t> per </a:t>
            </a:r>
            <a:r>
              <a:rPr lang="nl-NL" sz="1400" err="1">
                <a:solidFill>
                  <a:srgbClr val="0070C0"/>
                </a:solidFill>
                <a:sym typeface="Wingdings" panose="05000000000000000000" pitchFamily="2" charset="2"/>
              </a:rPr>
              <a:t>age</a:t>
            </a:r>
            <a:endParaRPr lang="nl-NL" sz="1400">
              <a:solidFill>
                <a:srgbClr val="0070C0"/>
              </a:solidFill>
              <a:sym typeface="Wingdings" panose="05000000000000000000" pitchFamily="2" charset="2"/>
            </a:endParaRPr>
          </a:p>
          <a:p>
            <a:r>
              <a:rPr lang="nl-NL" sz="1400">
                <a:solidFill>
                  <a:srgbClr val="0070C0"/>
                </a:solidFill>
                <a:sym typeface="Wingdings" panose="05000000000000000000" pitchFamily="2" charset="2"/>
              </a:rPr>
              <a:t>these </a:t>
            </a:r>
            <a:r>
              <a:rPr lang="nl-NL" sz="1400" err="1">
                <a:solidFill>
                  <a:srgbClr val="0070C0"/>
                </a:solidFill>
                <a:sym typeface="Wingdings" panose="05000000000000000000" pitchFamily="2" charset="2"/>
              </a:rPr>
              <a:t>fluctuate</a:t>
            </a:r>
            <a:r>
              <a:rPr lang="nl-NL" sz="1400">
                <a:solidFill>
                  <a:srgbClr val="0070C0"/>
                </a:solidFill>
                <a:sym typeface="Wingdings" panose="05000000000000000000" pitchFamily="2" charset="2"/>
              </a:rPr>
              <a:t>  </a:t>
            </a:r>
            <a:r>
              <a:rPr lang="nl-NL" sz="1400" err="1">
                <a:solidFill>
                  <a:srgbClr val="0070C0"/>
                </a:solidFill>
                <a:sym typeface="Wingdings" panose="05000000000000000000" pitchFamily="2" charset="2"/>
              </a:rPr>
              <a:t>modeling</a:t>
            </a:r>
            <a:r>
              <a:rPr lang="nl-NL" sz="1400">
                <a:solidFill>
                  <a:srgbClr val="0070C0"/>
                </a:solidFill>
                <a:sym typeface="Wingdings" panose="05000000000000000000" pitchFamily="2" charset="2"/>
              </a:rPr>
              <a:t> as </a:t>
            </a:r>
            <a:r>
              <a:rPr lang="nl-NL" sz="1400" err="1">
                <a:solidFill>
                  <a:srgbClr val="0070C0"/>
                </a:solidFill>
                <a:sym typeface="Wingdings" panose="05000000000000000000" pitchFamily="2" charset="2"/>
              </a:rPr>
              <a:t>function</a:t>
            </a:r>
            <a:r>
              <a:rPr lang="nl-NL" sz="1400">
                <a:solidFill>
                  <a:srgbClr val="0070C0"/>
                </a:solidFill>
                <a:sym typeface="Wingdings" panose="05000000000000000000" pitchFamily="2" charset="2"/>
              </a:rPr>
              <a:t> of </a:t>
            </a:r>
            <a:r>
              <a:rPr lang="nl-NL" sz="1400" err="1">
                <a:solidFill>
                  <a:srgbClr val="0070C0"/>
                </a:solidFill>
                <a:sym typeface="Wingdings" panose="05000000000000000000" pitchFamily="2" charset="2"/>
              </a:rPr>
              <a:t>age</a:t>
            </a:r>
            <a:endParaRPr lang="nl-NL" sz="1400">
              <a:solidFill>
                <a:srgbClr val="0070C0"/>
              </a:solidFill>
              <a:sym typeface="Wingdings" panose="05000000000000000000" pitchFamily="2" charset="2"/>
            </a:endParaRPr>
          </a:p>
          <a:p>
            <a:endParaRPr lang="nl-NL" sz="1400">
              <a:solidFill>
                <a:srgbClr val="0070C0"/>
              </a:solidFill>
              <a:sym typeface="Wingdings" panose="05000000000000000000" pitchFamily="2" charset="2"/>
            </a:endParaRPr>
          </a:p>
          <a:p>
            <a:r>
              <a:rPr lang="nl-NL" sz="1400" err="1">
                <a:solidFill>
                  <a:srgbClr val="0070C0"/>
                </a:solidFill>
                <a:sym typeface="Wingdings" panose="05000000000000000000" pitchFamily="2" charset="2"/>
              </a:rPr>
              <a:t>age</a:t>
            </a:r>
            <a:r>
              <a:rPr lang="nl-NL" sz="1400">
                <a:solidFill>
                  <a:srgbClr val="0070C0"/>
                </a:solidFill>
                <a:sym typeface="Wingdings" panose="05000000000000000000" pitchFamily="2" charset="2"/>
              </a:rPr>
              <a:t> unit </a:t>
            </a:r>
            <a:r>
              <a:rPr lang="nl-NL" sz="1400" err="1">
                <a:solidFill>
                  <a:srgbClr val="0070C0"/>
                </a:solidFill>
                <a:sym typeface="Wingdings" panose="05000000000000000000" pitchFamily="2" charset="2"/>
              </a:rPr>
              <a:t>can</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also</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be</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months</a:t>
            </a:r>
            <a:r>
              <a:rPr lang="nl-NL" sz="1400">
                <a:solidFill>
                  <a:srgbClr val="0070C0"/>
                </a:solidFill>
                <a:sym typeface="Wingdings" panose="05000000000000000000" pitchFamily="2" charset="2"/>
              </a:rPr>
              <a:t>, </a:t>
            </a:r>
            <a:r>
              <a:rPr lang="nl-NL" sz="1400" err="1">
                <a:solidFill>
                  <a:srgbClr val="0070C0"/>
                </a:solidFill>
                <a:sym typeface="Wingdings" panose="05000000000000000000" pitchFamily="2" charset="2"/>
              </a:rPr>
              <a:t>days</a:t>
            </a:r>
            <a:r>
              <a:rPr lang="nl-NL" sz="1400">
                <a:solidFill>
                  <a:srgbClr val="0070C0"/>
                </a:solidFill>
                <a:sym typeface="Wingdings" panose="05000000000000000000" pitchFamily="2" charset="2"/>
              </a:rPr>
              <a:t> etc.</a:t>
            </a:r>
          </a:p>
          <a:p>
            <a:endParaRPr lang="nl-NL" sz="1200">
              <a:solidFill>
                <a:srgbClr val="0070C0"/>
              </a:solidFill>
              <a:sym typeface="Wingdings" panose="05000000000000000000" pitchFamily="2" charset="2"/>
            </a:endParaRPr>
          </a:p>
          <a:p>
            <a:endParaRPr lang="nl-NL" sz="1200">
              <a:solidFill>
                <a:srgbClr val="0070C0"/>
              </a:solidFill>
              <a:sym typeface="Wingdings" panose="05000000000000000000" pitchFamily="2" charset="2"/>
            </a:endParaRPr>
          </a:p>
        </p:txBody>
      </p:sp>
      <p:sp>
        <p:nvSpPr>
          <p:cNvPr id="4" name="Footer Placeholder 3">
            <a:extLst>
              <a:ext uri="{FF2B5EF4-FFF2-40B4-BE49-F238E27FC236}">
                <a16:creationId xmlns:a16="http://schemas.microsoft.com/office/drawing/2014/main" id="{61099692-F8C9-4E70-D6E7-A9AF58788359}"/>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058E1371-763C-5728-93F4-EDAB8B0AEE10}"/>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1976984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E161496-0D95-86EC-6B77-77BE9E19B148}"/>
              </a:ext>
            </a:extLst>
          </p:cNvPr>
          <p:cNvPicPr>
            <a:picLocks noChangeAspect="1"/>
          </p:cNvPicPr>
          <p:nvPr/>
        </p:nvPicPr>
        <p:blipFill>
          <a:blip r:embed="rId3"/>
          <a:stretch>
            <a:fillRect/>
          </a:stretch>
        </p:blipFill>
        <p:spPr>
          <a:xfrm>
            <a:off x="4229100" y="3498106"/>
            <a:ext cx="4768298" cy="1723089"/>
          </a:xfrm>
          <a:prstGeom prst="rect">
            <a:avLst/>
          </a:prstGeom>
        </p:spPr>
      </p:pic>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36</a:t>
            </a:fld>
            <a:endParaRPr lang="nl-NL"/>
          </a:p>
        </p:txBody>
      </p:sp>
      <p:sp>
        <p:nvSpPr>
          <p:cNvPr id="3" name="TextBox 2"/>
          <p:cNvSpPr txBox="1"/>
          <p:nvPr/>
        </p:nvSpPr>
        <p:spPr>
          <a:xfrm>
            <a:off x="179512" y="2420888"/>
            <a:ext cx="8640960" cy="1077218"/>
          </a:xfrm>
          <a:prstGeom prst="rect">
            <a:avLst/>
          </a:prstGeom>
          <a:noFill/>
        </p:spPr>
        <p:txBody>
          <a:bodyPr wrap="square" rtlCol="0">
            <a:spAutoFit/>
          </a:bodyPr>
          <a:lstStyle/>
          <a:p>
            <a:pPr algn="ctr"/>
            <a:r>
              <a:rPr lang="en-US" sz="3600">
                <a:solidFill>
                  <a:schemeClr val="tx2"/>
                </a:solidFill>
              </a:rPr>
              <a:t>Output in logbooks</a:t>
            </a:r>
          </a:p>
          <a:p>
            <a:pPr algn="ctr"/>
            <a:r>
              <a:rPr lang="en-US" sz="2800">
                <a:solidFill>
                  <a:schemeClr val="tx2"/>
                </a:solidFill>
              </a:rPr>
              <a:t>saved as .txt</a:t>
            </a:r>
            <a:endParaRPr lang="nl-NL">
              <a:solidFill>
                <a:schemeClr val="tx2"/>
              </a:solidFill>
            </a:endParaRPr>
          </a:p>
        </p:txBody>
      </p:sp>
      <p:pic>
        <p:nvPicPr>
          <p:cNvPr id="11" name="Picture 10">
            <a:extLst>
              <a:ext uri="{FF2B5EF4-FFF2-40B4-BE49-F238E27FC236}">
                <a16:creationId xmlns:a16="http://schemas.microsoft.com/office/drawing/2014/main" id="{2068C5F5-2E48-474B-A8A0-775377750F66}"/>
              </a:ext>
            </a:extLst>
          </p:cNvPr>
          <p:cNvPicPr>
            <a:picLocks noChangeAspect="1"/>
          </p:cNvPicPr>
          <p:nvPr/>
        </p:nvPicPr>
        <p:blipFill>
          <a:blip r:embed="rId4"/>
          <a:stretch>
            <a:fillRect/>
          </a:stretch>
        </p:blipFill>
        <p:spPr>
          <a:xfrm>
            <a:off x="1069504" y="3498106"/>
            <a:ext cx="2900536" cy="2406126"/>
          </a:xfrm>
          <a:prstGeom prst="rect">
            <a:avLst/>
          </a:prstGeom>
        </p:spPr>
      </p:pic>
      <p:sp>
        <p:nvSpPr>
          <p:cNvPr id="6" name="Oval 5">
            <a:extLst>
              <a:ext uri="{FF2B5EF4-FFF2-40B4-BE49-F238E27FC236}">
                <a16:creationId xmlns:a16="http://schemas.microsoft.com/office/drawing/2014/main" id="{697ACCD5-053A-492F-A72B-E97A311CD81C}"/>
              </a:ext>
            </a:extLst>
          </p:cNvPr>
          <p:cNvSpPr/>
          <p:nvPr/>
        </p:nvSpPr>
        <p:spPr>
          <a:xfrm>
            <a:off x="1763688" y="4445398"/>
            <a:ext cx="1368152" cy="721531"/>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A1FC050-BE4F-4FAA-A1EB-5C7683EE79C3}"/>
              </a:ext>
            </a:extLst>
          </p:cNvPr>
          <p:cNvSpPr/>
          <p:nvPr/>
        </p:nvSpPr>
        <p:spPr>
          <a:xfrm>
            <a:off x="7668344" y="3805586"/>
            <a:ext cx="1000598" cy="69002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9A551A43-3624-FE93-E8F7-C4E7CC52BE32}"/>
              </a:ext>
            </a:extLst>
          </p:cNvPr>
          <p:cNvSpPr txBox="1"/>
          <p:nvPr/>
        </p:nvSpPr>
        <p:spPr>
          <a:xfrm>
            <a:off x="5840710" y="4005064"/>
            <a:ext cx="45719" cy="246221"/>
          </a:xfrm>
          <a:prstGeom prst="rect">
            <a:avLst/>
          </a:prstGeom>
          <a:solidFill>
            <a:srgbClr val="F4F8F9"/>
          </a:solidFill>
        </p:spPr>
        <p:txBody>
          <a:bodyPr wrap="square" rtlCol="0">
            <a:spAutoFit/>
          </a:bodyPr>
          <a:lstStyle/>
          <a:p>
            <a:pPr algn="ctr"/>
            <a:r>
              <a:rPr lang="en-US" sz="1000">
                <a:solidFill>
                  <a:srgbClr val="2557C3"/>
                </a:solidFill>
              </a:rPr>
              <a:t>5</a:t>
            </a:r>
            <a:endParaRPr lang="nl-NL" sz="1000">
              <a:solidFill>
                <a:srgbClr val="2557C3"/>
              </a:solidFill>
            </a:endParaRPr>
          </a:p>
        </p:txBody>
      </p:sp>
      <p:sp>
        <p:nvSpPr>
          <p:cNvPr id="7" name="Footer Placeholder 6">
            <a:extLst>
              <a:ext uri="{FF2B5EF4-FFF2-40B4-BE49-F238E27FC236}">
                <a16:creationId xmlns:a16="http://schemas.microsoft.com/office/drawing/2014/main" id="{1492008B-3FA3-4E8A-5E00-D4AFB02BDA44}"/>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503B7716-E50A-EAB6-B71F-2689D3803EDC}"/>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473857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84F6D6E-D212-614A-2775-256B8121681B}"/>
              </a:ext>
            </a:extLst>
          </p:cNvPr>
          <p:cNvPicPr>
            <a:picLocks noChangeAspect="1"/>
          </p:cNvPicPr>
          <p:nvPr/>
        </p:nvPicPr>
        <p:blipFill>
          <a:blip r:embed="rId3"/>
          <a:stretch>
            <a:fillRect/>
          </a:stretch>
        </p:blipFill>
        <p:spPr>
          <a:xfrm>
            <a:off x="4114056" y="3459326"/>
            <a:ext cx="4706416" cy="1474167"/>
          </a:xfrm>
          <a:prstGeom prst="rect">
            <a:avLst/>
          </a:prstGeom>
        </p:spPr>
      </p:pic>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37</a:t>
            </a:fld>
            <a:endParaRPr lang="nl-NL"/>
          </a:p>
        </p:txBody>
      </p:sp>
      <p:sp>
        <p:nvSpPr>
          <p:cNvPr id="3" name="TextBox 2"/>
          <p:cNvSpPr txBox="1"/>
          <p:nvPr/>
        </p:nvSpPr>
        <p:spPr>
          <a:xfrm>
            <a:off x="179512" y="2420888"/>
            <a:ext cx="8640960" cy="1077218"/>
          </a:xfrm>
          <a:prstGeom prst="rect">
            <a:avLst/>
          </a:prstGeom>
          <a:noFill/>
        </p:spPr>
        <p:txBody>
          <a:bodyPr wrap="square" rtlCol="0">
            <a:spAutoFit/>
          </a:bodyPr>
          <a:lstStyle/>
          <a:p>
            <a:pPr algn="ctr"/>
            <a:r>
              <a:rPr lang="en-US" sz="3600">
                <a:solidFill>
                  <a:schemeClr val="tx2"/>
                </a:solidFill>
              </a:rPr>
              <a:t>Output in tables</a:t>
            </a:r>
          </a:p>
          <a:p>
            <a:pPr algn="ctr"/>
            <a:r>
              <a:rPr lang="en-US" sz="2800">
                <a:solidFill>
                  <a:schemeClr val="tx2"/>
                </a:solidFill>
              </a:rPr>
              <a:t>saved as .xlsx</a:t>
            </a:r>
            <a:endParaRPr lang="nl-NL">
              <a:solidFill>
                <a:schemeClr val="tx2"/>
              </a:solidFill>
            </a:endParaRPr>
          </a:p>
        </p:txBody>
      </p:sp>
      <p:pic>
        <p:nvPicPr>
          <p:cNvPr id="11" name="Picture 10">
            <a:extLst>
              <a:ext uri="{FF2B5EF4-FFF2-40B4-BE49-F238E27FC236}">
                <a16:creationId xmlns:a16="http://schemas.microsoft.com/office/drawing/2014/main" id="{2068C5F5-2E48-474B-A8A0-775377750F66}"/>
              </a:ext>
            </a:extLst>
          </p:cNvPr>
          <p:cNvPicPr>
            <a:picLocks noChangeAspect="1"/>
          </p:cNvPicPr>
          <p:nvPr/>
        </p:nvPicPr>
        <p:blipFill>
          <a:blip r:embed="rId4"/>
          <a:stretch>
            <a:fillRect/>
          </a:stretch>
        </p:blipFill>
        <p:spPr>
          <a:xfrm>
            <a:off x="1069504" y="3498106"/>
            <a:ext cx="2900536" cy="2406126"/>
          </a:xfrm>
          <a:prstGeom prst="rect">
            <a:avLst/>
          </a:prstGeom>
        </p:spPr>
      </p:pic>
      <p:sp>
        <p:nvSpPr>
          <p:cNvPr id="6" name="Oval 5">
            <a:extLst>
              <a:ext uri="{FF2B5EF4-FFF2-40B4-BE49-F238E27FC236}">
                <a16:creationId xmlns:a16="http://schemas.microsoft.com/office/drawing/2014/main" id="{697ACCD5-053A-492F-A72B-E97A311CD81C}"/>
              </a:ext>
            </a:extLst>
          </p:cNvPr>
          <p:cNvSpPr/>
          <p:nvPr/>
        </p:nvSpPr>
        <p:spPr>
          <a:xfrm>
            <a:off x="1907704" y="4797152"/>
            <a:ext cx="1368152" cy="721531"/>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ooter Placeholder 6">
            <a:extLst>
              <a:ext uri="{FF2B5EF4-FFF2-40B4-BE49-F238E27FC236}">
                <a16:creationId xmlns:a16="http://schemas.microsoft.com/office/drawing/2014/main" id="{D6A94F5A-3113-A4FF-45BD-1F3CD35A8263}"/>
              </a:ext>
            </a:extLst>
          </p:cNvPr>
          <p:cNvSpPr>
            <a:spLocks noGrp="1"/>
          </p:cNvSpPr>
          <p:nvPr>
            <p:ph type="ftr" sz="quarter" idx="11"/>
          </p:nvPr>
        </p:nvSpPr>
        <p:spPr/>
        <p:txBody>
          <a:bodyPr/>
          <a:lstStyle/>
          <a:p>
            <a:r>
              <a:rPr lang="en-US"/>
              <a:t>SPADE 1-part model daily intakes (Manual, chapter 3)</a:t>
            </a:r>
            <a:endParaRPr lang="nl-NL"/>
          </a:p>
        </p:txBody>
      </p:sp>
      <p:sp>
        <p:nvSpPr>
          <p:cNvPr id="10" name="Date Placeholder 9">
            <a:extLst>
              <a:ext uri="{FF2B5EF4-FFF2-40B4-BE49-F238E27FC236}">
                <a16:creationId xmlns:a16="http://schemas.microsoft.com/office/drawing/2014/main" id="{4D94C4AD-2F9A-6CE8-69ED-E38D57FCECC2}"/>
              </a:ext>
            </a:extLst>
          </p:cNvPr>
          <p:cNvSpPr>
            <a:spLocks noGrp="1"/>
          </p:cNvSpPr>
          <p:nvPr>
            <p:ph type="dt" sz="half" idx="10"/>
          </p:nvPr>
        </p:nvSpPr>
        <p:spPr/>
        <p:txBody>
          <a:bodyPr/>
          <a:lstStyle/>
          <a:p>
            <a:pPr algn="l"/>
            <a:r>
              <a:rPr lang="nl-NL"/>
              <a:t>SPADE course, July 8-9, 2025</a:t>
            </a:r>
          </a:p>
        </p:txBody>
      </p:sp>
      <p:sp>
        <p:nvSpPr>
          <p:cNvPr id="9" name="Oval 8">
            <a:extLst>
              <a:ext uri="{FF2B5EF4-FFF2-40B4-BE49-F238E27FC236}">
                <a16:creationId xmlns:a16="http://schemas.microsoft.com/office/drawing/2014/main" id="{9A1FC050-BE4F-4FAA-A1EB-5C7683EE79C3}"/>
              </a:ext>
            </a:extLst>
          </p:cNvPr>
          <p:cNvSpPr/>
          <p:nvPr/>
        </p:nvSpPr>
        <p:spPr>
          <a:xfrm>
            <a:off x="7683419" y="3794386"/>
            <a:ext cx="1000598" cy="69002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6BA2D935-0B87-7550-A8F8-9125D88128DE}"/>
              </a:ext>
            </a:extLst>
          </p:cNvPr>
          <p:cNvSpPr txBox="1"/>
          <p:nvPr/>
        </p:nvSpPr>
        <p:spPr>
          <a:xfrm>
            <a:off x="5726657" y="3951546"/>
            <a:ext cx="45719" cy="246221"/>
          </a:xfrm>
          <a:prstGeom prst="rect">
            <a:avLst/>
          </a:prstGeom>
          <a:solidFill>
            <a:srgbClr val="F4F8F9"/>
          </a:solidFill>
        </p:spPr>
        <p:txBody>
          <a:bodyPr wrap="square" rtlCol="0">
            <a:spAutoFit/>
          </a:bodyPr>
          <a:lstStyle/>
          <a:p>
            <a:pPr algn="ctr"/>
            <a:r>
              <a:rPr lang="en-US" sz="1000">
                <a:solidFill>
                  <a:srgbClr val="2557C3"/>
                </a:solidFill>
              </a:rPr>
              <a:t>5</a:t>
            </a:r>
            <a:endParaRPr lang="nl-NL" sz="1000">
              <a:solidFill>
                <a:srgbClr val="2557C3"/>
              </a:solidFill>
            </a:endParaRPr>
          </a:p>
        </p:txBody>
      </p:sp>
    </p:spTree>
    <p:extLst>
      <p:ext uri="{BB962C8B-B14F-4D97-AF65-F5344CB8AC3E}">
        <p14:creationId xmlns:p14="http://schemas.microsoft.com/office/powerpoint/2010/main" val="1803268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r>
              <a:rPr lang="pt-BR">
                <a:solidFill>
                  <a:srgbClr val="0070C0"/>
                </a:solidFill>
              </a:rPr>
              <a:t>Automatic output.name generation</a:t>
            </a:r>
            <a:endParaRPr lang="en-US">
              <a:solidFill>
                <a:srgbClr val="0070C0"/>
              </a:solidFill>
            </a:endParaRPr>
          </a:p>
        </p:txBody>
      </p:sp>
      <p:sp>
        <p:nvSpPr>
          <p:cNvPr id="3" name="Content Placeholder 2"/>
          <p:cNvSpPr>
            <a:spLocks noGrp="1"/>
          </p:cNvSpPr>
          <p:nvPr>
            <p:ph idx="1"/>
          </p:nvPr>
        </p:nvSpPr>
        <p:spPr>
          <a:xfrm>
            <a:off x="395536" y="1268760"/>
            <a:ext cx="8625904" cy="4968552"/>
          </a:xfrm>
        </p:spPr>
        <p:txBody>
          <a:bodyPr/>
          <a:lstStyle/>
          <a:p>
            <a:pPr marL="0" indent="0">
              <a:buNone/>
            </a:pPr>
            <a:r>
              <a:rPr lang="pt-BR">
                <a:sym typeface="Wingdings" panose="05000000000000000000" pitchFamily="2" charset="2"/>
              </a:rPr>
              <a:t>In the directory of your R project SPADE output is saved in excel file directories.</a:t>
            </a:r>
          </a:p>
          <a:p>
            <a:pPr marL="0" indent="0">
              <a:buNone/>
            </a:pPr>
            <a:r>
              <a:rPr lang="pt-BR">
                <a:sym typeface="Wingdings" panose="05000000000000000000" pitchFamily="2" charset="2"/>
              </a:rPr>
              <a:t>Using automatic names:</a:t>
            </a:r>
          </a:p>
          <a:p>
            <a:pPr marL="0" indent="0">
              <a:buNone/>
            </a:pPr>
            <a:r>
              <a:rPr lang="pt-BR" i="1" u="sng">
                <a:sym typeface="Wingdings" panose="05000000000000000000" pitchFamily="2" charset="2"/>
              </a:rPr>
              <a:t>Excel</a:t>
            </a:r>
          </a:p>
          <a:p>
            <a:pPr>
              <a:buFontTx/>
              <a:buChar char="-"/>
            </a:pPr>
            <a:r>
              <a:rPr lang="pt-BR">
                <a:sym typeface="Wingdings" panose="05000000000000000000" pitchFamily="2" charset="2"/>
              </a:rPr>
              <a:t>spade_DNFCSmanual_ca_f_1_79.xlsx</a:t>
            </a:r>
          </a:p>
          <a:p>
            <a:pPr>
              <a:buFontTx/>
              <a:buChar char="-"/>
            </a:pPr>
            <a:endParaRPr lang="pt-BR">
              <a:sym typeface="Wingdings" panose="05000000000000000000" pitchFamily="2" charset="2"/>
            </a:endParaRPr>
          </a:p>
          <a:p>
            <a:pPr>
              <a:buFontTx/>
              <a:buChar char="-"/>
            </a:pPr>
            <a:endParaRPr lang="pt-BR">
              <a:sym typeface="Wingdings" panose="05000000000000000000" pitchFamily="2" charset="2"/>
            </a:endParaRPr>
          </a:p>
          <a:p>
            <a:pPr>
              <a:buFontTx/>
              <a:buChar char="-"/>
            </a:pPr>
            <a:endParaRPr lang="pt-BR">
              <a:sym typeface="Wingdings" panose="05000000000000000000" pitchFamily="2" charset="2"/>
            </a:endParaRPr>
          </a:p>
          <a:p>
            <a:pPr marL="0" indent="0">
              <a:buNone/>
            </a:pPr>
            <a:r>
              <a:rPr lang="pt-BR" i="1">
                <a:sym typeface="Wingdings" panose="05000000000000000000" pitchFamily="2" charset="2"/>
              </a:rPr>
              <a:t>Attention, if you change a function argument, which is involved in the automatic name generation, you have to use argument</a:t>
            </a:r>
            <a:br>
              <a:rPr lang="pt-BR" i="1">
                <a:sym typeface="Wingdings" panose="05000000000000000000" pitchFamily="2" charset="2"/>
              </a:rPr>
            </a:br>
            <a:r>
              <a:rPr lang="pt-BR">
                <a:solidFill>
                  <a:srgbClr val="0070C0"/>
                </a:solidFill>
                <a:latin typeface="Lucida Console" panose="020B0609040504020204" pitchFamily="49" charset="0"/>
                <a:sym typeface="Wingdings" panose="05000000000000000000" pitchFamily="2" charset="2"/>
              </a:rPr>
              <a:t>output.name </a:t>
            </a:r>
            <a:br>
              <a:rPr lang="pt-BR" i="1">
                <a:sym typeface="Wingdings" panose="05000000000000000000" pitchFamily="2" charset="2"/>
              </a:rPr>
            </a:br>
            <a:r>
              <a:rPr lang="pt-BR" i="1">
                <a:sym typeface="Wingdings" panose="05000000000000000000" pitchFamily="2" charset="2"/>
              </a:rPr>
              <a:t>in order the get a unique output name. </a:t>
            </a:r>
            <a:br>
              <a:rPr lang="pt-BR" i="1">
                <a:sym typeface="Wingdings" panose="05000000000000000000" pitchFamily="2" charset="2"/>
              </a:rPr>
            </a:br>
            <a:r>
              <a:rPr lang="pt-BR" i="1">
                <a:sym typeface="Wingdings" panose="05000000000000000000" pitchFamily="2" charset="2"/>
              </a:rPr>
              <a:t>If not, previous results will be overwritten.</a:t>
            </a:r>
          </a:p>
          <a:p>
            <a:pPr>
              <a:buFontTx/>
              <a:buChar char="-"/>
            </a:pPr>
            <a:endParaRPr lang="pt-BR">
              <a:sym typeface="Wingdings" panose="05000000000000000000" pitchFamily="2" charset="2"/>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38</a:t>
            </a:fld>
            <a:endParaRPr lang="nl-NL"/>
          </a:p>
        </p:txBody>
      </p:sp>
      <p:cxnSp>
        <p:nvCxnSpPr>
          <p:cNvPr id="8" name="Straight Arrow Connector 7"/>
          <p:cNvCxnSpPr/>
          <p:nvPr/>
        </p:nvCxnSpPr>
        <p:spPr>
          <a:xfrm flipH="1">
            <a:off x="3476291" y="2217906"/>
            <a:ext cx="1260140" cy="418710"/>
          </a:xfrm>
          <a:prstGeom prst="straightConnector1">
            <a:avLst/>
          </a:prstGeom>
          <a:ln w="254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721998" y="1799196"/>
            <a:ext cx="2052228" cy="369332"/>
          </a:xfrm>
          <a:prstGeom prst="rect">
            <a:avLst/>
          </a:prstGeom>
          <a:solidFill>
            <a:schemeClr val="tx2"/>
          </a:solidFill>
          <a:ln>
            <a:solidFill>
              <a:schemeClr val="tx2"/>
            </a:solidFill>
          </a:ln>
        </p:spPr>
        <p:txBody>
          <a:bodyPr wrap="square" rtlCol="0">
            <a:spAutoFit/>
          </a:bodyPr>
          <a:lstStyle/>
          <a:p>
            <a:r>
              <a:rPr lang="nl-NL">
                <a:solidFill>
                  <a:schemeClr val="bg1"/>
                </a:solidFill>
              </a:rPr>
              <a:t>‘</a:t>
            </a:r>
            <a:r>
              <a:rPr lang="nl-NL" err="1">
                <a:solidFill>
                  <a:schemeClr val="bg1"/>
                </a:solidFill>
              </a:rPr>
              <a:t>nutrient</a:t>
            </a:r>
            <a:r>
              <a:rPr lang="nl-NL">
                <a:solidFill>
                  <a:schemeClr val="bg1"/>
                </a:solidFill>
              </a:rPr>
              <a:t>’ name</a:t>
            </a:r>
            <a:endParaRPr lang="nl-NL" sz="1400">
              <a:solidFill>
                <a:schemeClr val="bg1"/>
              </a:solidFill>
            </a:endParaRPr>
          </a:p>
        </p:txBody>
      </p:sp>
      <p:cxnSp>
        <p:nvCxnSpPr>
          <p:cNvPr id="15" name="Straight Arrow Connector 14"/>
          <p:cNvCxnSpPr>
            <a:cxnSpLocks/>
          </p:cNvCxnSpPr>
          <p:nvPr/>
        </p:nvCxnSpPr>
        <p:spPr>
          <a:xfrm flipH="1">
            <a:off x="3779912" y="2441842"/>
            <a:ext cx="1627894" cy="145396"/>
          </a:xfrm>
          <a:prstGeom prst="straightConnector1">
            <a:avLst/>
          </a:prstGeom>
          <a:ln w="254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243433" y="2217906"/>
            <a:ext cx="2640935" cy="369332"/>
          </a:xfrm>
          <a:prstGeom prst="rect">
            <a:avLst/>
          </a:prstGeom>
          <a:solidFill>
            <a:schemeClr val="tx2"/>
          </a:solidFill>
          <a:ln>
            <a:solidFill>
              <a:schemeClr val="tx2"/>
            </a:solidFill>
          </a:ln>
        </p:spPr>
        <p:txBody>
          <a:bodyPr wrap="square" rtlCol="0">
            <a:spAutoFit/>
          </a:bodyPr>
          <a:lstStyle/>
          <a:p>
            <a:r>
              <a:rPr lang="nl-NL">
                <a:solidFill>
                  <a:schemeClr val="bg1"/>
                </a:solidFill>
              </a:rPr>
              <a:t>Gender </a:t>
            </a:r>
            <a:r>
              <a:rPr lang="nl-NL" sz="1600">
                <a:solidFill>
                  <a:schemeClr val="bg1"/>
                </a:solidFill>
              </a:rPr>
              <a:t>(f=</a:t>
            </a:r>
            <a:r>
              <a:rPr lang="nl-NL" sz="1600" err="1">
                <a:solidFill>
                  <a:schemeClr val="bg1"/>
                </a:solidFill>
              </a:rPr>
              <a:t>female</a:t>
            </a:r>
            <a:r>
              <a:rPr lang="nl-NL" sz="1600">
                <a:solidFill>
                  <a:schemeClr val="bg1"/>
                </a:solidFill>
              </a:rPr>
              <a:t>=2)</a:t>
            </a:r>
            <a:endParaRPr lang="nl-NL" sz="1400">
              <a:solidFill>
                <a:schemeClr val="bg1"/>
              </a:solidFill>
            </a:endParaRPr>
          </a:p>
        </p:txBody>
      </p:sp>
      <p:cxnSp>
        <p:nvCxnSpPr>
          <p:cNvPr id="20" name="Straight Arrow Connector 19"/>
          <p:cNvCxnSpPr>
            <a:cxnSpLocks/>
          </p:cNvCxnSpPr>
          <p:nvPr/>
        </p:nvCxnSpPr>
        <p:spPr>
          <a:xfrm flipH="1" flipV="1">
            <a:off x="4216889" y="2934252"/>
            <a:ext cx="376970" cy="510218"/>
          </a:xfrm>
          <a:prstGeom prst="straightConnector1">
            <a:avLst/>
          </a:prstGeom>
          <a:ln w="254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048891" y="3259804"/>
            <a:ext cx="3691461" cy="369332"/>
          </a:xfrm>
          <a:prstGeom prst="rect">
            <a:avLst/>
          </a:prstGeom>
          <a:solidFill>
            <a:schemeClr val="tx2"/>
          </a:solidFill>
          <a:ln>
            <a:solidFill>
              <a:schemeClr val="tx2"/>
            </a:solidFill>
          </a:ln>
        </p:spPr>
        <p:txBody>
          <a:bodyPr wrap="square" rtlCol="0">
            <a:spAutoFit/>
          </a:bodyPr>
          <a:lstStyle/>
          <a:p>
            <a:r>
              <a:rPr lang="nl-NL">
                <a:solidFill>
                  <a:schemeClr val="bg1"/>
                </a:solidFill>
              </a:rPr>
              <a:t>Min </a:t>
            </a:r>
            <a:r>
              <a:rPr lang="nl-NL" err="1">
                <a:solidFill>
                  <a:schemeClr val="bg1"/>
                </a:solidFill>
              </a:rPr>
              <a:t>age</a:t>
            </a:r>
            <a:r>
              <a:rPr lang="nl-NL">
                <a:solidFill>
                  <a:schemeClr val="bg1"/>
                </a:solidFill>
              </a:rPr>
              <a:t> (1) </a:t>
            </a:r>
            <a:r>
              <a:rPr lang="nl-NL" err="1">
                <a:solidFill>
                  <a:schemeClr val="bg1"/>
                </a:solidFill>
              </a:rPr>
              <a:t>and</a:t>
            </a:r>
            <a:r>
              <a:rPr lang="nl-NL">
                <a:solidFill>
                  <a:schemeClr val="bg1"/>
                </a:solidFill>
              </a:rPr>
              <a:t> max </a:t>
            </a:r>
            <a:r>
              <a:rPr lang="nl-NL" err="1">
                <a:solidFill>
                  <a:schemeClr val="bg1"/>
                </a:solidFill>
              </a:rPr>
              <a:t>age</a:t>
            </a:r>
            <a:r>
              <a:rPr lang="nl-NL">
                <a:solidFill>
                  <a:schemeClr val="bg1"/>
                </a:solidFill>
              </a:rPr>
              <a:t> (79)</a:t>
            </a:r>
          </a:p>
        </p:txBody>
      </p:sp>
      <p:sp>
        <p:nvSpPr>
          <p:cNvPr id="17" name="TextBox 16">
            <a:extLst>
              <a:ext uri="{FF2B5EF4-FFF2-40B4-BE49-F238E27FC236}">
                <a16:creationId xmlns:a16="http://schemas.microsoft.com/office/drawing/2014/main" id="{18B6B6E1-04EA-4AA9-8A7E-19551A751E4C}"/>
              </a:ext>
            </a:extLst>
          </p:cNvPr>
          <p:cNvSpPr txBox="1"/>
          <p:nvPr/>
        </p:nvSpPr>
        <p:spPr>
          <a:xfrm>
            <a:off x="187040" y="5807127"/>
            <a:ext cx="8769920" cy="400110"/>
          </a:xfrm>
          <a:prstGeom prst="rect">
            <a:avLst/>
          </a:prstGeom>
          <a:solidFill>
            <a:schemeClr val="tx2"/>
          </a:solidFill>
          <a:ln>
            <a:solidFill>
              <a:srgbClr val="0070C0"/>
            </a:solidFill>
          </a:ln>
        </p:spPr>
        <p:txBody>
          <a:bodyPr wrap="square" rtlCol="0">
            <a:spAutoFit/>
          </a:bodyPr>
          <a:lstStyle/>
          <a:p>
            <a:pPr algn="ctr"/>
            <a:r>
              <a:rPr lang="pt-BR" sz="2000">
                <a:solidFill>
                  <a:schemeClr val="bg1"/>
                </a:solidFill>
                <a:sym typeface="Wingdings" panose="05000000000000000000" pitchFamily="2" charset="2"/>
              </a:rPr>
              <a:t>User defined output name  output.name in script SPADE</a:t>
            </a:r>
            <a:endParaRPr lang="nl-NL" sz="2000">
              <a:solidFill>
                <a:schemeClr val="bg1"/>
              </a:solidFill>
            </a:endParaRPr>
          </a:p>
        </p:txBody>
      </p:sp>
      <p:cxnSp>
        <p:nvCxnSpPr>
          <p:cNvPr id="16" name="Straight Arrow Connector 15">
            <a:extLst>
              <a:ext uri="{FF2B5EF4-FFF2-40B4-BE49-F238E27FC236}">
                <a16:creationId xmlns:a16="http://schemas.microsoft.com/office/drawing/2014/main" id="{98CC4200-9F29-4A04-9481-7F2A2041B22B}"/>
              </a:ext>
            </a:extLst>
          </p:cNvPr>
          <p:cNvCxnSpPr>
            <a:cxnSpLocks/>
          </p:cNvCxnSpPr>
          <p:nvPr/>
        </p:nvCxnSpPr>
        <p:spPr>
          <a:xfrm flipH="1">
            <a:off x="952288" y="1905772"/>
            <a:ext cx="494887" cy="766385"/>
          </a:xfrm>
          <a:prstGeom prst="straightConnector1">
            <a:avLst/>
          </a:prstGeom>
          <a:ln w="254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E4C3C9C-EB25-4D61-9F1B-32AC1E5423A9}"/>
              </a:ext>
            </a:extLst>
          </p:cNvPr>
          <p:cNvSpPr txBox="1"/>
          <p:nvPr/>
        </p:nvSpPr>
        <p:spPr>
          <a:xfrm>
            <a:off x="891962" y="1536440"/>
            <a:ext cx="969566" cy="369332"/>
          </a:xfrm>
          <a:prstGeom prst="rect">
            <a:avLst/>
          </a:prstGeom>
          <a:solidFill>
            <a:schemeClr val="tx2"/>
          </a:solidFill>
          <a:ln>
            <a:solidFill>
              <a:schemeClr val="tx2"/>
            </a:solidFill>
          </a:ln>
        </p:spPr>
        <p:txBody>
          <a:bodyPr wrap="square" rtlCol="0">
            <a:spAutoFit/>
          </a:bodyPr>
          <a:lstStyle/>
          <a:p>
            <a:pPr algn="ctr"/>
            <a:r>
              <a:rPr lang="nl-NL">
                <a:solidFill>
                  <a:schemeClr val="bg1"/>
                </a:solidFill>
              </a:rPr>
              <a:t>Model</a:t>
            </a:r>
          </a:p>
        </p:txBody>
      </p:sp>
      <p:sp>
        <p:nvSpPr>
          <p:cNvPr id="21" name="TextBox 20">
            <a:extLst>
              <a:ext uri="{FF2B5EF4-FFF2-40B4-BE49-F238E27FC236}">
                <a16:creationId xmlns:a16="http://schemas.microsoft.com/office/drawing/2014/main" id="{0A15DF93-5CA2-4455-A261-A74705B9809A}"/>
              </a:ext>
            </a:extLst>
          </p:cNvPr>
          <p:cNvSpPr txBox="1"/>
          <p:nvPr/>
        </p:nvSpPr>
        <p:spPr>
          <a:xfrm>
            <a:off x="2373234" y="1505316"/>
            <a:ext cx="1260139" cy="369332"/>
          </a:xfrm>
          <a:prstGeom prst="rect">
            <a:avLst/>
          </a:prstGeom>
          <a:solidFill>
            <a:schemeClr val="tx2"/>
          </a:solidFill>
          <a:ln>
            <a:solidFill>
              <a:schemeClr val="tx2"/>
            </a:solidFill>
          </a:ln>
        </p:spPr>
        <p:txBody>
          <a:bodyPr wrap="square" rtlCol="0">
            <a:spAutoFit/>
          </a:bodyPr>
          <a:lstStyle/>
          <a:p>
            <a:pPr algn="ctr"/>
            <a:r>
              <a:rPr lang="nl-NL">
                <a:solidFill>
                  <a:schemeClr val="bg1"/>
                </a:solidFill>
              </a:rPr>
              <a:t>Dataset</a:t>
            </a:r>
          </a:p>
        </p:txBody>
      </p:sp>
      <p:cxnSp>
        <p:nvCxnSpPr>
          <p:cNvPr id="23" name="Straight Arrow Connector 22">
            <a:extLst>
              <a:ext uri="{FF2B5EF4-FFF2-40B4-BE49-F238E27FC236}">
                <a16:creationId xmlns:a16="http://schemas.microsoft.com/office/drawing/2014/main" id="{2C018AED-1297-4ED5-9BA0-E5D3E3C72C8B}"/>
              </a:ext>
            </a:extLst>
          </p:cNvPr>
          <p:cNvCxnSpPr>
            <a:cxnSpLocks/>
          </p:cNvCxnSpPr>
          <p:nvPr/>
        </p:nvCxnSpPr>
        <p:spPr>
          <a:xfrm flipH="1">
            <a:off x="2230579" y="1874648"/>
            <a:ext cx="909282" cy="766385"/>
          </a:xfrm>
          <a:prstGeom prst="straightConnector1">
            <a:avLst/>
          </a:prstGeom>
          <a:ln w="254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CB54E60-0083-67AD-F9EA-EEE3F4E9F687}"/>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89402EAB-C2CA-74C5-8953-B0D1B42AB6B2}"/>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52865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17" grpId="0" animBg="1"/>
      <p:bldP spid="19" grpId="0" animBg="1"/>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AE100E7-E6CD-4162-A2BF-C03874F9172A}"/>
              </a:ext>
            </a:extLst>
          </p:cNvPr>
          <p:cNvSpPr>
            <a:spLocks noGrp="1"/>
          </p:cNvSpPr>
          <p:nvPr>
            <p:ph type="sldNum" sz="quarter" idx="12"/>
          </p:nvPr>
        </p:nvSpPr>
        <p:spPr/>
        <p:txBody>
          <a:bodyPr/>
          <a:lstStyle/>
          <a:p>
            <a:fld id="{8FC21E99-CB6E-4E1C-8709-25BF64FEA530}" type="slidenum">
              <a:rPr lang="nl-NL" smtClean="0"/>
              <a:pPr/>
              <a:t>39</a:t>
            </a:fld>
            <a:endParaRPr lang="nl-NL"/>
          </a:p>
        </p:txBody>
      </p:sp>
      <p:sp>
        <p:nvSpPr>
          <p:cNvPr id="7" name="TextBox 6">
            <a:extLst>
              <a:ext uri="{FF2B5EF4-FFF2-40B4-BE49-F238E27FC236}">
                <a16:creationId xmlns:a16="http://schemas.microsoft.com/office/drawing/2014/main" id="{710208DE-DD17-4FA8-BD14-BE058F49BE46}"/>
              </a:ext>
            </a:extLst>
          </p:cNvPr>
          <p:cNvSpPr txBox="1"/>
          <p:nvPr/>
        </p:nvSpPr>
        <p:spPr>
          <a:xfrm>
            <a:off x="7092280" y="1305706"/>
            <a:ext cx="1872208" cy="1477328"/>
          </a:xfrm>
          <a:prstGeom prst="rect">
            <a:avLst/>
          </a:prstGeom>
          <a:noFill/>
        </p:spPr>
        <p:txBody>
          <a:bodyPr wrap="square" rtlCol="0">
            <a:spAutoFit/>
          </a:bodyPr>
          <a:lstStyle/>
          <a:p>
            <a:r>
              <a:rPr lang="en-GB" b="1">
                <a:solidFill>
                  <a:schemeClr val="tx2"/>
                </a:solidFill>
              </a:rPr>
              <a:t>First sheet: </a:t>
            </a:r>
            <a:r>
              <a:rPr lang="en-GB">
                <a:solidFill>
                  <a:schemeClr val="tx2"/>
                </a:solidFill>
              </a:rPr>
              <a:t>Information about your analysis in SPADE</a:t>
            </a:r>
          </a:p>
        </p:txBody>
      </p:sp>
      <p:pic>
        <p:nvPicPr>
          <p:cNvPr id="3" name="Picture 2">
            <a:extLst>
              <a:ext uri="{FF2B5EF4-FFF2-40B4-BE49-F238E27FC236}">
                <a16:creationId xmlns:a16="http://schemas.microsoft.com/office/drawing/2014/main" id="{6CEFC93F-697E-458B-942F-32204372BE85}"/>
              </a:ext>
            </a:extLst>
          </p:cNvPr>
          <p:cNvPicPr>
            <a:picLocks noChangeAspect="1"/>
          </p:cNvPicPr>
          <p:nvPr/>
        </p:nvPicPr>
        <p:blipFill rotWithShape="1">
          <a:blip r:embed="rId3"/>
          <a:srcRect l="13326" t="-5757" r="9413" b="11259"/>
          <a:stretch/>
        </p:blipFill>
        <p:spPr>
          <a:xfrm>
            <a:off x="6228184" y="5085184"/>
            <a:ext cx="2310769" cy="288032"/>
          </a:xfrm>
          <a:prstGeom prst="rect">
            <a:avLst/>
          </a:prstGeom>
        </p:spPr>
      </p:pic>
      <p:sp>
        <p:nvSpPr>
          <p:cNvPr id="6" name="Footer Placeholder 5">
            <a:extLst>
              <a:ext uri="{FF2B5EF4-FFF2-40B4-BE49-F238E27FC236}">
                <a16:creationId xmlns:a16="http://schemas.microsoft.com/office/drawing/2014/main" id="{1D5CCACF-AA54-C5FD-76E8-CA1C93E4131B}"/>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F3DB26F7-5DD9-5827-5435-0E7214660966}"/>
              </a:ext>
            </a:extLst>
          </p:cNvPr>
          <p:cNvSpPr>
            <a:spLocks noGrp="1"/>
          </p:cNvSpPr>
          <p:nvPr>
            <p:ph type="dt" sz="half" idx="10"/>
          </p:nvPr>
        </p:nvSpPr>
        <p:spPr/>
        <p:txBody>
          <a:bodyPr/>
          <a:lstStyle/>
          <a:p>
            <a:r>
              <a:rPr lang="nl-NL"/>
              <a:t>SPADE course, July 8-9, 2025</a:t>
            </a:r>
          </a:p>
        </p:txBody>
      </p:sp>
      <p:pic>
        <p:nvPicPr>
          <p:cNvPr id="4" name="Picture 3">
            <a:extLst>
              <a:ext uri="{FF2B5EF4-FFF2-40B4-BE49-F238E27FC236}">
                <a16:creationId xmlns:a16="http://schemas.microsoft.com/office/drawing/2014/main" id="{DD37C5EF-366C-ABEB-D099-20E1DADE8C2E}"/>
              </a:ext>
            </a:extLst>
          </p:cNvPr>
          <p:cNvPicPr>
            <a:picLocks noChangeAspect="1"/>
          </p:cNvPicPr>
          <p:nvPr/>
        </p:nvPicPr>
        <p:blipFill>
          <a:blip r:embed="rId4"/>
          <a:stretch>
            <a:fillRect/>
          </a:stretch>
        </p:blipFill>
        <p:spPr>
          <a:xfrm>
            <a:off x="0" y="0"/>
            <a:ext cx="5680364" cy="6858000"/>
          </a:xfrm>
          <a:prstGeom prst="rect">
            <a:avLst/>
          </a:prstGeom>
        </p:spPr>
      </p:pic>
    </p:spTree>
    <p:extLst>
      <p:ext uri="{BB962C8B-B14F-4D97-AF65-F5344CB8AC3E}">
        <p14:creationId xmlns:p14="http://schemas.microsoft.com/office/powerpoint/2010/main" val="11689736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BA8BCC38-3AFB-48F5-B970-B70A57CCFE4E}"/>
              </a:ext>
            </a:extLst>
          </p:cNvPr>
          <p:cNvSpPr>
            <a:spLocks noGrp="1"/>
          </p:cNvSpPr>
          <p:nvPr>
            <p:ph idx="1"/>
          </p:nvPr>
        </p:nvSpPr>
        <p:spPr/>
        <p:txBody>
          <a:bodyPr/>
          <a:lstStyle/>
          <a:p>
            <a:endParaRPr lang="nl-NL"/>
          </a:p>
        </p:txBody>
      </p:sp>
      <p:sp>
        <p:nvSpPr>
          <p:cNvPr id="2" name="Title 1">
            <a:extLst>
              <a:ext uri="{FF2B5EF4-FFF2-40B4-BE49-F238E27FC236}">
                <a16:creationId xmlns:a16="http://schemas.microsoft.com/office/drawing/2014/main" id="{708314FB-A06A-4BDE-B374-960F5F6CF709}"/>
              </a:ext>
            </a:extLst>
          </p:cNvPr>
          <p:cNvSpPr>
            <a:spLocks noGrp="1"/>
          </p:cNvSpPr>
          <p:nvPr>
            <p:ph type="title"/>
          </p:nvPr>
        </p:nvSpPr>
        <p:spPr>
          <a:xfrm>
            <a:off x="476250" y="1052514"/>
            <a:ext cx="8344222" cy="948047"/>
          </a:xfrm>
        </p:spPr>
        <p:txBody>
          <a:bodyPr>
            <a:normAutofit/>
          </a:bodyPr>
          <a:lstStyle/>
          <a:p>
            <a:r>
              <a:rPr lang="en-GB" b="1"/>
              <a:t>Second sheet: H</a:t>
            </a:r>
            <a:r>
              <a:rPr lang="en-GB"/>
              <a:t>abitual </a:t>
            </a:r>
            <a:r>
              <a:rPr lang="en-GB" b="1"/>
              <a:t>I</a:t>
            </a:r>
            <a:r>
              <a:rPr lang="en-GB"/>
              <a:t>ntakes    </a:t>
            </a:r>
            <a:r>
              <a:rPr lang="en-GB" sz="1800"/>
              <a:t>(first 11 rows)</a:t>
            </a:r>
            <a:r>
              <a:rPr lang="en-GB">
                <a:solidFill>
                  <a:schemeClr val="bg1"/>
                </a:solidFill>
              </a:rPr>
              <a:t>e output in tables</a:t>
            </a:r>
            <a:endParaRPr lang="en-GB"/>
          </a:p>
        </p:txBody>
      </p:sp>
      <p:sp>
        <p:nvSpPr>
          <p:cNvPr id="5" name="Slide Number Placeholder 4">
            <a:extLst>
              <a:ext uri="{FF2B5EF4-FFF2-40B4-BE49-F238E27FC236}">
                <a16:creationId xmlns:a16="http://schemas.microsoft.com/office/drawing/2014/main" id="{BFD86B8E-9FA8-419C-9FBB-9FB5BEFB91C3}"/>
              </a:ext>
            </a:extLst>
          </p:cNvPr>
          <p:cNvSpPr>
            <a:spLocks noGrp="1"/>
          </p:cNvSpPr>
          <p:nvPr>
            <p:ph type="sldNum" sz="quarter" idx="12"/>
          </p:nvPr>
        </p:nvSpPr>
        <p:spPr/>
        <p:txBody>
          <a:bodyPr/>
          <a:lstStyle/>
          <a:p>
            <a:fld id="{8FC21E99-CB6E-4E1C-8709-25BF64FEA530}" type="slidenum">
              <a:rPr lang="nl-NL" smtClean="0"/>
              <a:pPr/>
              <a:t>40</a:t>
            </a:fld>
            <a:endParaRPr lang="nl-NL"/>
          </a:p>
        </p:txBody>
      </p:sp>
      <p:sp>
        <p:nvSpPr>
          <p:cNvPr id="3" name="Footer Placeholder 2">
            <a:extLst>
              <a:ext uri="{FF2B5EF4-FFF2-40B4-BE49-F238E27FC236}">
                <a16:creationId xmlns:a16="http://schemas.microsoft.com/office/drawing/2014/main" id="{344A1164-4582-D764-5A35-94B45A8194C6}"/>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02E67857-7F81-135B-D911-173F824880AD}"/>
              </a:ext>
            </a:extLst>
          </p:cNvPr>
          <p:cNvSpPr>
            <a:spLocks noGrp="1"/>
          </p:cNvSpPr>
          <p:nvPr>
            <p:ph type="dt" sz="half" idx="10"/>
          </p:nvPr>
        </p:nvSpPr>
        <p:spPr/>
        <p:txBody>
          <a:bodyPr/>
          <a:lstStyle/>
          <a:p>
            <a:r>
              <a:rPr lang="nl-NL"/>
              <a:t>SPADE course, July 8-9, 2025</a:t>
            </a:r>
          </a:p>
        </p:txBody>
      </p:sp>
      <p:pic>
        <p:nvPicPr>
          <p:cNvPr id="7" name="Picture 6">
            <a:extLst>
              <a:ext uri="{FF2B5EF4-FFF2-40B4-BE49-F238E27FC236}">
                <a16:creationId xmlns:a16="http://schemas.microsoft.com/office/drawing/2014/main" id="{CD25FDFA-AFAA-BB57-E60B-68E3B8A6334A}"/>
              </a:ext>
            </a:extLst>
          </p:cNvPr>
          <p:cNvPicPr>
            <a:picLocks noChangeAspect="1"/>
          </p:cNvPicPr>
          <p:nvPr/>
        </p:nvPicPr>
        <p:blipFill>
          <a:blip r:embed="rId2"/>
          <a:stretch>
            <a:fillRect/>
          </a:stretch>
        </p:blipFill>
        <p:spPr>
          <a:xfrm>
            <a:off x="0" y="1693224"/>
            <a:ext cx="9207004" cy="3319952"/>
          </a:xfrm>
          <a:prstGeom prst="rect">
            <a:avLst/>
          </a:prstGeom>
        </p:spPr>
      </p:pic>
    </p:spTree>
    <p:extLst>
      <p:ext uri="{BB962C8B-B14F-4D97-AF65-F5344CB8AC3E}">
        <p14:creationId xmlns:p14="http://schemas.microsoft.com/office/powerpoint/2010/main" val="982454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D9D89C-CCA1-4A25-9B13-E0D72AB06F09}"/>
              </a:ext>
            </a:extLst>
          </p:cNvPr>
          <p:cNvSpPr>
            <a:spLocks noGrp="1"/>
          </p:cNvSpPr>
          <p:nvPr>
            <p:ph type="title"/>
          </p:nvPr>
        </p:nvSpPr>
        <p:spPr>
          <a:xfrm>
            <a:off x="476250" y="1052514"/>
            <a:ext cx="8192691" cy="948047"/>
          </a:xfrm>
        </p:spPr>
        <p:txBody>
          <a:bodyPr anchor="b">
            <a:normAutofit/>
          </a:bodyPr>
          <a:lstStyle/>
          <a:p>
            <a:r>
              <a:rPr lang="nl-NL" err="1"/>
              <a:t>Third</a:t>
            </a:r>
            <a:r>
              <a:rPr lang="nl-NL"/>
              <a:t> sheet: </a:t>
            </a:r>
            <a:r>
              <a:rPr lang="nl-NL" err="1"/>
              <a:t>Session</a:t>
            </a:r>
            <a:r>
              <a:rPr lang="nl-NL"/>
              <a:t> info</a:t>
            </a:r>
          </a:p>
        </p:txBody>
      </p:sp>
      <p:sp>
        <p:nvSpPr>
          <p:cNvPr id="5" name="Slide Number Placeholder 4">
            <a:extLst>
              <a:ext uri="{FF2B5EF4-FFF2-40B4-BE49-F238E27FC236}">
                <a16:creationId xmlns:a16="http://schemas.microsoft.com/office/drawing/2014/main" id="{E0612B1F-6176-439D-B284-3CACB3BC3729}"/>
              </a:ext>
            </a:extLst>
          </p:cNvPr>
          <p:cNvSpPr>
            <a:spLocks noGrp="1"/>
          </p:cNvSpPr>
          <p:nvPr>
            <p:ph type="sldNum" sz="quarter" idx="12"/>
          </p:nvPr>
        </p:nvSpPr>
        <p:spPr>
          <a:xfrm>
            <a:off x="4914900" y="6221414"/>
            <a:ext cx="3754042" cy="322075"/>
          </a:xfrm>
        </p:spPr>
        <p:txBody>
          <a:bodyPr anchor="b">
            <a:normAutofit/>
          </a:bodyPr>
          <a:lstStyle/>
          <a:p>
            <a:pPr>
              <a:spcAft>
                <a:spcPts val="600"/>
              </a:spcAft>
            </a:pPr>
            <a:fld id="{08D23ADD-093A-498F-9D10-305EE9E97437}" type="slidenum">
              <a:rPr lang="nl-NL" smtClean="0"/>
              <a:pPr>
                <a:spcAft>
                  <a:spcPts val="600"/>
                </a:spcAft>
              </a:pPr>
              <a:t>41</a:t>
            </a:fld>
            <a:endParaRPr lang="nl-NL"/>
          </a:p>
        </p:txBody>
      </p:sp>
      <p:sp>
        <p:nvSpPr>
          <p:cNvPr id="6" name="Footer Placeholder 5">
            <a:extLst>
              <a:ext uri="{FF2B5EF4-FFF2-40B4-BE49-F238E27FC236}">
                <a16:creationId xmlns:a16="http://schemas.microsoft.com/office/drawing/2014/main" id="{4740E570-E6EC-47D3-5745-D44F93981736}"/>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AA2CE5DF-F441-9846-1E51-266110652D2E}"/>
              </a:ext>
            </a:extLst>
          </p:cNvPr>
          <p:cNvSpPr>
            <a:spLocks noGrp="1"/>
          </p:cNvSpPr>
          <p:nvPr>
            <p:ph type="dt" sz="half" idx="10"/>
          </p:nvPr>
        </p:nvSpPr>
        <p:spPr/>
        <p:txBody>
          <a:bodyPr/>
          <a:lstStyle/>
          <a:p>
            <a:r>
              <a:rPr lang="nl-NL"/>
              <a:t>SPADE course, July 8-9, 2025</a:t>
            </a:r>
          </a:p>
        </p:txBody>
      </p:sp>
      <p:pic>
        <p:nvPicPr>
          <p:cNvPr id="8" name="Picture 7">
            <a:extLst>
              <a:ext uri="{FF2B5EF4-FFF2-40B4-BE49-F238E27FC236}">
                <a16:creationId xmlns:a16="http://schemas.microsoft.com/office/drawing/2014/main" id="{ED2AF1B6-1B70-7B8B-0011-3566F27E4CBE}"/>
              </a:ext>
            </a:extLst>
          </p:cNvPr>
          <p:cNvPicPr>
            <a:picLocks noChangeAspect="1"/>
          </p:cNvPicPr>
          <p:nvPr/>
        </p:nvPicPr>
        <p:blipFill>
          <a:blip r:embed="rId2"/>
          <a:stretch>
            <a:fillRect/>
          </a:stretch>
        </p:blipFill>
        <p:spPr>
          <a:xfrm>
            <a:off x="0" y="2031063"/>
            <a:ext cx="9144000" cy="4794280"/>
          </a:xfrm>
          <a:prstGeom prst="rect">
            <a:avLst/>
          </a:prstGeom>
        </p:spPr>
      </p:pic>
    </p:spTree>
    <p:extLst>
      <p:ext uri="{BB962C8B-B14F-4D97-AF65-F5344CB8AC3E}">
        <p14:creationId xmlns:p14="http://schemas.microsoft.com/office/powerpoint/2010/main" val="2529465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1C5F-8502-4F03-8562-FFF7AD27C8B4}"/>
              </a:ext>
            </a:extLst>
          </p:cNvPr>
          <p:cNvSpPr>
            <a:spLocks noGrp="1"/>
          </p:cNvSpPr>
          <p:nvPr>
            <p:ph type="title"/>
          </p:nvPr>
        </p:nvSpPr>
        <p:spPr/>
        <p:txBody>
          <a:bodyPr/>
          <a:lstStyle/>
          <a:p>
            <a:r>
              <a:rPr lang="en-GB"/>
              <a:t>Exercise 3</a:t>
            </a:r>
          </a:p>
        </p:txBody>
      </p:sp>
      <p:sp>
        <p:nvSpPr>
          <p:cNvPr id="3" name="Content Placeholder 2">
            <a:extLst>
              <a:ext uri="{FF2B5EF4-FFF2-40B4-BE49-F238E27FC236}">
                <a16:creationId xmlns:a16="http://schemas.microsoft.com/office/drawing/2014/main" id="{64F960FB-6E3C-4AC3-AE94-FC7AF0BB04B1}"/>
              </a:ext>
            </a:extLst>
          </p:cNvPr>
          <p:cNvSpPr>
            <a:spLocks noGrp="1"/>
          </p:cNvSpPr>
          <p:nvPr>
            <p:ph idx="1"/>
          </p:nvPr>
        </p:nvSpPr>
        <p:spPr/>
        <p:txBody>
          <a:bodyPr/>
          <a:lstStyle/>
          <a:p>
            <a:pPr marL="342900" indent="-342900">
              <a:buFont typeface="+mj-lt"/>
              <a:buAutoNum type="alphaLcParenR"/>
            </a:pPr>
            <a:r>
              <a:rPr lang="en-GB"/>
              <a:t>Try to open the plot, logbooks and excel files</a:t>
            </a:r>
          </a:p>
          <a:p>
            <a:pPr marL="342900" indent="-342900">
              <a:buFont typeface="+mj-lt"/>
              <a:buAutoNum type="alphaLcParenR"/>
            </a:pPr>
            <a:r>
              <a:rPr lang="en-GB"/>
              <a:t>Compare the logbook.txt and the details.txt. What are the differences?</a:t>
            </a:r>
          </a:p>
          <a:p>
            <a:pPr marL="342900" indent="-342900">
              <a:buFont typeface="+mj-lt"/>
              <a:buAutoNum type="alphaLcParenR"/>
            </a:pPr>
            <a:r>
              <a:rPr lang="en-GB"/>
              <a:t>See the Excel file. Which version of SPADE was used in your analysis?</a:t>
            </a:r>
          </a:p>
          <a:p>
            <a:pPr marL="342900" indent="-342900">
              <a:buFont typeface="+mj-lt"/>
              <a:buAutoNum type="alphaLcParenR"/>
            </a:pPr>
            <a:r>
              <a:rPr lang="en-GB"/>
              <a:t>Again, try to find the habitual mean calcium intake of 51 year old women, but now in the Excel file. Is there a difference with the habitual intake from the console? </a:t>
            </a:r>
          </a:p>
        </p:txBody>
      </p:sp>
      <p:sp>
        <p:nvSpPr>
          <p:cNvPr id="5" name="Slide Number Placeholder 4">
            <a:extLst>
              <a:ext uri="{FF2B5EF4-FFF2-40B4-BE49-F238E27FC236}">
                <a16:creationId xmlns:a16="http://schemas.microsoft.com/office/drawing/2014/main" id="{6E40DE4C-6C87-4E7D-8611-7033FE375C51}"/>
              </a:ext>
            </a:extLst>
          </p:cNvPr>
          <p:cNvSpPr>
            <a:spLocks noGrp="1"/>
          </p:cNvSpPr>
          <p:nvPr>
            <p:ph type="sldNum" sz="quarter" idx="12"/>
          </p:nvPr>
        </p:nvSpPr>
        <p:spPr/>
        <p:txBody>
          <a:bodyPr/>
          <a:lstStyle/>
          <a:p>
            <a:fld id="{8FC21E99-CB6E-4E1C-8709-25BF64FEA530}" type="slidenum">
              <a:rPr lang="nl-NL" smtClean="0"/>
              <a:pPr/>
              <a:t>42</a:t>
            </a:fld>
            <a:endParaRPr lang="nl-NL"/>
          </a:p>
        </p:txBody>
      </p:sp>
      <p:sp>
        <p:nvSpPr>
          <p:cNvPr id="6" name="Footer Placeholder 5">
            <a:extLst>
              <a:ext uri="{FF2B5EF4-FFF2-40B4-BE49-F238E27FC236}">
                <a16:creationId xmlns:a16="http://schemas.microsoft.com/office/drawing/2014/main" id="{FD63165A-F893-439A-92BF-4AEE6D8EEE58}"/>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FB928C7C-6B43-EDC9-34E8-81ADDEEF7B07}"/>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964901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1C5F-8502-4F03-8562-FFF7AD27C8B4}"/>
              </a:ext>
            </a:extLst>
          </p:cNvPr>
          <p:cNvSpPr>
            <a:spLocks noGrp="1"/>
          </p:cNvSpPr>
          <p:nvPr>
            <p:ph type="title"/>
          </p:nvPr>
        </p:nvSpPr>
        <p:spPr/>
        <p:txBody>
          <a:bodyPr/>
          <a:lstStyle/>
          <a:p>
            <a:r>
              <a:rPr lang="en-GB"/>
              <a:t>Answers exercise 3</a:t>
            </a:r>
          </a:p>
        </p:txBody>
      </p:sp>
      <p:sp>
        <p:nvSpPr>
          <p:cNvPr id="3" name="Content Placeholder 2">
            <a:extLst>
              <a:ext uri="{FF2B5EF4-FFF2-40B4-BE49-F238E27FC236}">
                <a16:creationId xmlns:a16="http://schemas.microsoft.com/office/drawing/2014/main" id="{64F960FB-6E3C-4AC3-AE94-FC7AF0BB04B1}"/>
              </a:ext>
            </a:extLst>
          </p:cNvPr>
          <p:cNvSpPr>
            <a:spLocks noGrp="1"/>
          </p:cNvSpPr>
          <p:nvPr>
            <p:ph idx="1"/>
          </p:nvPr>
        </p:nvSpPr>
        <p:spPr/>
        <p:txBody>
          <a:bodyPr/>
          <a:lstStyle/>
          <a:p>
            <a:pPr marL="342900" indent="-342900">
              <a:buFont typeface="+mj-lt"/>
              <a:buAutoNum type="alphaLcParenR" startAt="2"/>
            </a:pPr>
            <a:r>
              <a:rPr lang="en-GB"/>
              <a:t>Compare the logbook.txt and the details.txt. What are the differences?</a:t>
            </a:r>
          </a:p>
          <a:p>
            <a:pPr marL="342900" indent="-342900">
              <a:buFont typeface="+mj-lt"/>
              <a:buAutoNum type="alphaLcParenR" startAt="2"/>
            </a:pPr>
            <a:endParaRPr lang="en-GB"/>
          </a:p>
          <a:p>
            <a:pPr marL="0" indent="0">
              <a:buNone/>
            </a:pPr>
            <a:r>
              <a:rPr lang="en-GB">
                <a:solidFill>
                  <a:schemeClr val="tx2"/>
                </a:solidFill>
              </a:rPr>
              <a:t>Logbook.txt = same as output in console</a:t>
            </a:r>
          </a:p>
          <a:p>
            <a:pPr marL="1704975" indent="-1704975">
              <a:buNone/>
            </a:pPr>
            <a:r>
              <a:rPr lang="en-GB">
                <a:solidFill>
                  <a:schemeClr val="tx2"/>
                </a:solidFill>
              </a:rPr>
              <a:t>Details.txt   = additional information on number of observations per    age, information on zeroes, information on fractional polynomial model, pseudo sample and </a:t>
            </a:r>
            <a:r>
              <a:rPr lang="en-GB" err="1">
                <a:solidFill>
                  <a:schemeClr val="tx2"/>
                </a:solidFill>
              </a:rPr>
              <a:t>backtransformation</a:t>
            </a:r>
            <a:endParaRPr lang="en-GB">
              <a:solidFill>
                <a:schemeClr val="tx2"/>
              </a:solidFill>
            </a:endParaRPr>
          </a:p>
          <a:p>
            <a:pPr marL="342900" indent="-342900">
              <a:buFont typeface="+mj-lt"/>
              <a:buAutoNum type="alphaLcParenR" startAt="2"/>
            </a:pPr>
            <a:endParaRPr lang="en-GB"/>
          </a:p>
        </p:txBody>
      </p:sp>
      <p:sp>
        <p:nvSpPr>
          <p:cNvPr id="5" name="Slide Number Placeholder 4">
            <a:extLst>
              <a:ext uri="{FF2B5EF4-FFF2-40B4-BE49-F238E27FC236}">
                <a16:creationId xmlns:a16="http://schemas.microsoft.com/office/drawing/2014/main" id="{6E40DE4C-6C87-4E7D-8611-7033FE375C51}"/>
              </a:ext>
            </a:extLst>
          </p:cNvPr>
          <p:cNvSpPr>
            <a:spLocks noGrp="1"/>
          </p:cNvSpPr>
          <p:nvPr>
            <p:ph type="sldNum" sz="quarter" idx="12"/>
          </p:nvPr>
        </p:nvSpPr>
        <p:spPr/>
        <p:txBody>
          <a:bodyPr/>
          <a:lstStyle/>
          <a:p>
            <a:fld id="{8FC21E99-CB6E-4E1C-8709-25BF64FEA530}" type="slidenum">
              <a:rPr lang="nl-NL" smtClean="0"/>
              <a:pPr/>
              <a:t>43</a:t>
            </a:fld>
            <a:endParaRPr lang="nl-NL"/>
          </a:p>
        </p:txBody>
      </p:sp>
      <p:sp>
        <p:nvSpPr>
          <p:cNvPr id="6" name="Footer Placeholder 5">
            <a:extLst>
              <a:ext uri="{FF2B5EF4-FFF2-40B4-BE49-F238E27FC236}">
                <a16:creationId xmlns:a16="http://schemas.microsoft.com/office/drawing/2014/main" id="{8D4129B1-C942-7D54-97FA-FC52629C7FF6}"/>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45E0E4E6-8BE1-F334-EE91-69469CD43DCB}"/>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843637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1C5F-8502-4F03-8562-FFF7AD27C8B4}"/>
              </a:ext>
            </a:extLst>
          </p:cNvPr>
          <p:cNvSpPr>
            <a:spLocks noGrp="1"/>
          </p:cNvSpPr>
          <p:nvPr>
            <p:ph type="title"/>
          </p:nvPr>
        </p:nvSpPr>
        <p:spPr/>
        <p:txBody>
          <a:bodyPr/>
          <a:lstStyle/>
          <a:p>
            <a:r>
              <a:rPr lang="en-GB"/>
              <a:t>Answers exercise 3</a:t>
            </a:r>
          </a:p>
        </p:txBody>
      </p:sp>
      <p:sp>
        <p:nvSpPr>
          <p:cNvPr id="3" name="Content Placeholder 2">
            <a:extLst>
              <a:ext uri="{FF2B5EF4-FFF2-40B4-BE49-F238E27FC236}">
                <a16:creationId xmlns:a16="http://schemas.microsoft.com/office/drawing/2014/main" id="{64F960FB-6E3C-4AC3-AE94-FC7AF0BB04B1}"/>
              </a:ext>
            </a:extLst>
          </p:cNvPr>
          <p:cNvSpPr>
            <a:spLocks noGrp="1"/>
          </p:cNvSpPr>
          <p:nvPr>
            <p:ph idx="1"/>
          </p:nvPr>
        </p:nvSpPr>
        <p:spPr/>
        <p:txBody>
          <a:bodyPr/>
          <a:lstStyle/>
          <a:p>
            <a:pPr marL="342900" indent="-342900">
              <a:buFont typeface="+mj-lt"/>
              <a:buAutoNum type="alphaLcParenR" startAt="3"/>
            </a:pPr>
            <a:r>
              <a:rPr lang="en-GB"/>
              <a:t>See the Excel file. Which version of SPADE was used in your analysis?</a:t>
            </a:r>
          </a:p>
          <a:p>
            <a:pPr marL="0" indent="0">
              <a:buNone/>
            </a:pPr>
            <a:endParaRPr lang="en-GB"/>
          </a:p>
          <a:p>
            <a:pPr marL="0" indent="0">
              <a:buNone/>
            </a:pPr>
            <a:endParaRPr lang="en-GB"/>
          </a:p>
          <a:p>
            <a:pPr marL="342900" indent="-342900">
              <a:buFont typeface="+mj-lt"/>
              <a:buAutoNum type="alphaLcParenR" startAt="3"/>
            </a:pPr>
            <a:endParaRPr lang="en-GB"/>
          </a:p>
          <a:p>
            <a:pPr marL="342900" indent="-342900">
              <a:buFont typeface="+mj-lt"/>
              <a:buAutoNum type="alphaLcParenR" startAt="3"/>
            </a:pPr>
            <a:endParaRPr lang="en-GB"/>
          </a:p>
          <a:p>
            <a:pPr marL="342900" indent="-342900">
              <a:buFont typeface="+mj-lt"/>
              <a:buAutoNum type="alphaLcParenR" startAt="4"/>
            </a:pPr>
            <a:r>
              <a:rPr lang="en-GB"/>
              <a:t>Again, try to find the habitual mean calcium intake of 51 year old women, but now in the Excel file. Is there a difference with the habitual intake from the console? </a:t>
            </a:r>
          </a:p>
          <a:p>
            <a:pPr marL="0" indent="0">
              <a:buNone/>
            </a:pPr>
            <a:r>
              <a:rPr lang="en-GB">
                <a:solidFill>
                  <a:schemeClr val="tx2"/>
                </a:solidFill>
              </a:rPr>
              <a:t>    Not rounded, but 4 decimals</a:t>
            </a:r>
          </a:p>
          <a:p>
            <a:pPr marL="0" indent="0">
              <a:buNone/>
            </a:pPr>
            <a:endParaRPr lang="en-GB"/>
          </a:p>
        </p:txBody>
      </p:sp>
      <p:sp>
        <p:nvSpPr>
          <p:cNvPr id="5" name="Slide Number Placeholder 4">
            <a:extLst>
              <a:ext uri="{FF2B5EF4-FFF2-40B4-BE49-F238E27FC236}">
                <a16:creationId xmlns:a16="http://schemas.microsoft.com/office/drawing/2014/main" id="{6E40DE4C-6C87-4E7D-8611-7033FE375C51}"/>
              </a:ext>
            </a:extLst>
          </p:cNvPr>
          <p:cNvSpPr>
            <a:spLocks noGrp="1"/>
          </p:cNvSpPr>
          <p:nvPr>
            <p:ph type="sldNum" sz="quarter" idx="12"/>
          </p:nvPr>
        </p:nvSpPr>
        <p:spPr/>
        <p:txBody>
          <a:bodyPr/>
          <a:lstStyle/>
          <a:p>
            <a:fld id="{8FC21E99-CB6E-4E1C-8709-25BF64FEA530}" type="slidenum">
              <a:rPr lang="nl-NL" smtClean="0"/>
              <a:pPr/>
              <a:t>44</a:t>
            </a:fld>
            <a:endParaRPr lang="nl-NL"/>
          </a:p>
        </p:txBody>
      </p:sp>
      <p:sp>
        <p:nvSpPr>
          <p:cNvPr id="7" name="Footer Placeholder 6">
            <a:extLst>
              <a:ext uri="{FF2B5EF4-FFF2-40B4-BE49-F238E27FC236}">
                <a16:creationId xmlns:a16="http://schemas.microsoft.com/office/drawing/2014/main" id="{F3E11E27-B787-EF3F-9E04-5EFC7396AEB2}"/>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FEEAF6BD-DAE6-CCC9-3C35-218EFE1237F1}"/>
              </a:ext>
            </a:extLst>
          </p:cNvPr>
          <p:cNvSpPr>
            <a:spLocks noGrp="1"/>
          </p:cNvSpPr>
          <p:nvPr>
            <p:ph type="dt" sz="half" idx="10"/>
          </p:nvPr>
        </p:nvSpPr>
        <p:spPr/>
        <p:txBody>
          <a:bodyPr/>
          <a:lstStyle/>
          <a:p>
            <a:pPr algn="l"/>
            <a:r>
              <a:rPr lang="nl-NL"/>
              <a:t>SPADE course, July 8-9, 2025</a:t>
            </a:r>
          </a:p>
        </p:txBody>
      </p:sp>
      <p:pic>
        <p:nvPicPr>
          <p:cNvPr id="9" name="Picture 8">
            <a:extLst>
              <a:ext uri="{FF2B5EF4-FFF2-40B4-BE49-F238E27FC236}">
                <a16:creationId xmlns:a16="http://schemas.microsoft.com/office/drawing/2014/main" id="{C250A106-AB73-CFAC-0994-795C9A87005B}"/>
              </a:ext>
            </a:extLst>
          </p:cNvPr>
          <p:cNvPicPr>
            <a:picLocks noChangeAspect="1"/>
          </p:cNvPicPr>
          <p:nvPr/>
        </p:nvPicPr>
        <p:blipFill>
          <a:blip r:embed="rId2"/>
          <a:stretch>
            <a:fillRect/>
          </a:stretch>
        </p:blipFill>
        <p:spPr>
          <a:xfrm>
            <a:off x="755576" y="3056818"/>
            <a:ext cx="8083604" cy="876238"/>
          </a:xfrm>
          <a:prstGeom prst="rect">
            <a:avLst/>
          </a:prstGeom>
        </p:spPr>
      </p:pic>
    </p:spTree>
    <p:extLst>
      <p:ext uri="{BB962C8B-B14F-4D97-AF65-F5344CB8AC3E}">
        <p14:creationId xmlns:p14="http://schemas.microsoft.com/office/powerpoint/2010/main" val="3405091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450" cy="444500"/>
          </a:xfrm>
        </p:spPr>
        <p:txBody>
          <a:bodyPr>
            <a:normAutofit fontScale="90000"/>
          </a:bodyPr>
          <a:lstStyle/>
          <a:p>
            <a:endParaRPr lang="nl-NL">
              <a:solidFill>
                <a:schemeClr val="bg1"/>
              </a:solidFill>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45</a:t>
            </a:fld>
            <a:endParaRPr lang="nl-NL"/>
          </a:p>
        </p:txBody>
      </p:sp>
      <p:sp>
        <p:nvSpPr>
          <p:cNvPr id="3" name="TextBox 2"/>
          <p:cNvSpPr txBox="1"/>
          <p:nvPr/>
        </p:nvSpPr>
        <p:spPr>
          <a:xfrm>
            <a:off x="179512" y="2420888"/>
            <a:ext cx="8640960" cy="646331"/>
          </a:xfrm>
          <a:prstGeom prst="rect">
            <a:avLst/>
          </a:prstGeom>
          <a:noFill/>
        </p:spPr>
        <p:txBody>
          <a:bodyPr wrap="square" rtlCol="0">
            <a:spAutoFit/>
          </a:bodyPr>
          <a:lstStyle/>
          <a:p>
            <a:pPr algn="ctr"/>
            <a:r>
              <a:rPr lang="en-US" sz="3600">
                <a:solidFill>
                  <a:schemeClr val="tx2"/>
                </a:solidFill>
              </a:rPr>
              <a:t>Additional options in SPADE</a:t>
            </a:r>
            <a:endParaRPr lang="nl-NL">
              <a:solidFill>
                <a:schemeClr val="tx2"/>
              </a:solidFill>
            </a:endParaRPr>
          </a:p>
        </p:txBody>
      </p:sp>
      <p:sp>
        <p:nvSpPr>
          <p:cNvPr id="6" name="Footer Placeholder 5">
            <a:extLst>
              <a:ext uri="{FF2B5EF4-FFF2-40B4-BE49-F238E27FC236}">
                <a16:creationId xmlns:a16="http://schemas.microsoft.com/office/drawing/2014/main" id="{63339235-9122-C69B-3852-024FD9080A34}"/>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8A4E0DEE-B781-C828-3315-7B7B5F01C45A}"/>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1838646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SPADE– additional options</a:t>
            </a:r>
          </a:p>
        </p:txBody>
      </p:sp>
      <p:sp>
        <p:nvSpPr>
          <p:cNvPr id="3" name="Content Placeholder 2"/>
          <p:cNvSpPr>
            <a:spLocks noGrp="1"/>
          </p:cNvSpPr>
          <p:nvPr>
            <p:ph idx="1"/>
          </p:nvPr>
        </p:nvSpPr>
        <p:spPr/>
        <p:txBody>
          <a:bodyPr>
            <a:normAutofit fontScale="85000" lnSpcReduction="20000"/>
          </a:bodyPr>
          <a:lstStyle/>
          <a:p>
            <a:pPr marL="0" indent="0">
              <a:buNone/>
            </a:pPr>
            <a:endParaRPr lang="en-US" sz="600">
              <a:latin typeface="Courier New" panose="02070309020205020404" pitchFamily="49" charset="0"/>
              <a:cs typeface="Courier New" panose="02070309020205020404" pitchFamily="49" charset="0"/>
            </a:endParaRP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0000"/>
                </a:solidFill>
                <a:latin typeface="Lucida Console"/>
                <a:ea typeface="Times New Roman"/>
                <a:cs typeface="Courier New"/>
              </a:rPr>
              <a:t>function (</a:t>
            </a:r>
            <a:r>
              <a:rPr lang="en-US" sz="1400" err="1">
                <a:solidFill>
                  <a:srgbClr val="00B050"/>
                </a:solidFill>
                <a:latin typeface="Lucida Console"/>
                <a:ea typeface="Times New Roman"/>
                <a:cs typeface="Courier New"/>
              </a:rPr>
              <a:t>frml.ia</a:t>
            </a:r>
            <a:r>
              <a:rPr lang="en-US" sz="1400">
                <a:solidFill>
                  <a:srgbClr val="00B050"/>
                </a:solidFill>
                <a:latin typeface="Lucida Console"/>
                <a:ea typeface="Times New Roman"/>
                <a:cs typeface="Courier New"/>
              </a:rPr>
              <a:t>, </a:t>
            </a:r>
            <a:r>
              <a:rPr lang="en-US" sz="1400" err="1">
                <a:solidFill>
                  <a:srgbClr val="00B050"/>
                </a:solidFill>
                <a:latin typeface="Lucida Console"/>
                <a:ea typeface="Times New Roman"/>
                <a:cs typeface="Courier New"/>
              </a:rPr>
              <a:t>frml.if</a:t>
            </a:r>
            <a:r>
              <a:rPr lang="en-US" sz="1400">
                <a:solidFill>
                  <a:srgbClr val="00B050"/>
                </a:solidFill>
                <a:latin typeface="Lucida Console"/>
                <a:ea typeface="Times New Roman"/>
                <a:cs typeface="Courier New"/>
              </a:rPr>
              <a:t>, data, </a:t>
            </a:r>
            <a:r>
              <a:rPr lang="en-US" sz="1400" err="1">
                <a:solidFill>
                  <a:srgbClr val="00B050"/>
                </a:solidFill>
                <a:latin typeface="Lucida Console"/>
                <a:ea typeface="Times New Roman"/>
                <a:cs typeface="Courier New"/>
              </a:rPr>
              <a:t>min.age</a:t>
            </a:r>
            <a:r>
              <a:rPr lang="en-US" sz="1400">
                <a:solidFill>
                  <a:srgbClr val="00B050"/>
                </a:solidFill>
                <a:latin typeface="Lucida Console"/>
                <a:ea typeface="Times New Roman"/>
                <a:cs typeface="Courier New"/>
              </a:rPr>
              <a:t>, </a:t>
            </a:r>
            <a:r>
              <a:rPr lang="en-US" sz="1400" err="1">
                <a:solidFill>
                  <a:srgbClr val="00B050"/>
                </a:solidFill>
                <a:latin typeface="Lucida Console"/>
                <a:ea typeface="Times New Roman"/>
                <a:cs typeface="Courier New"/>
              </a:rPr>
              <a:t>max.age</a:t>
            </a:r>
            <a:r>
              <a:rPr lang="en-US" sz="1400">
                <a:solidFill>
                  <a:srgbClr val="00B050"/>
                </a:solidFill>
                <a:latin typeface="Lucida Console"/>
                <a:ea typeface="Times New Roman"/>
                <a:cs typeface="Courier New"/>
              </a:rPr>
              <a:t>, </a:t>
            </a:r>
            <a:r>
              <a:rPr lang="en-US" sz="1400" err="1">
                <a:solidFill>
                  <a:srgbClr val="00B050"/>
                </a:solidFill>
                <a:latin typeface="Lucida Console"/>
                <a:ea typeface="Times New Roman"/>
                <a:cs typeface="Courier New"/>
              </a:rPr>
              <a:t>sex.label</a:t>
            </a:r>
            <a:r>
              <a:rPr lang="en-US" sz="1400">
                <a:solidFill>
                  <a:srgbClr val="00B050"/>
                </a:solidFill>
                <a:latin typeface="Lucida Console"/>
                <a:ea typeface="Times New Roman"/>
                <a:cs typeface="Courier New"/>
              </a:rPr>
              <a:t>,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B050"/>
                </a:solidFill>
                <a:latin typeface="Lucida Console"/>
                <a:ea typeface="Times New Roman"/>
                <a:cs typeface="Courier New"/>
              </a:rPr>
              <a:t>    seed = NULL,</a:t>
            </a:r>
            <a:r>
              <a:rPr lang="en-US" sz="1400">
                <a:solidFill>
                  <a:srgbClr val="000000"/>
                </a:solidFill>
                <a:latin typeface="Lucida Console"/>
                <a:ea typeface="Times New Roman"/>
                <a:cs typeface="Courier New"/>
              </a:rPr>
              <a:t> </a:t>
            </a:r>
            <a:r>
              <a:rPr lang="en-US" sz="1400">
                <a:solidFill>
                  <a:srgbClr val="0070C0"/>
                </a:solidFill>
                <a:latin typeface="Lucida Console"/>
                <a:ea typeface="Times New Roman"/>
                <a:cs typeface="Courier New"/>
              </a:rPr>
              <a:t>lambda = NULL, weights.name = NULL, </a:t>
            </a:r>
            <a:r>
              <a:rPr lang="en-US" sz="1400" err="1">
                <a:solidFill>
                  <a:srgbClr val="0070C0"/>
                </a:solidFill>
                <a:latin typeface="Lucida Console"/>
                <a:ea typeface="Times New Roman"/>
                <a:cs typeface="Courier New"/>
              </a:rPr>
              <a:t>dt.pop</a:t>
            </a:r>
            <a:r>
              <a:rPr lang="en-US" sz="1400">
                <a:solidFill>
                  <a:srgbClr val="0070C0"/>
                </a:solidFill>
                <a:latin typeface="Lucida Console"/>
                <a:ea typeface="Times New Roman"/>
                <a:cs typeface="Courier New"/>
              </a:rPr>
              <a:t> = NULL,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n.ppa = 100, </a:t>
            </a:r>
            <a:r>
              <a:rPr lang="en-US" sz="1400" err="1">
                <a:solidFill>
                  <a:srgbClr val="0070C0"/>
                </a:solidFill>
                <a:latin typeface="Lucida Console"/>
                <a:ea typeface="Times New Roman"/>
                <a:cs typeface="Courier New"/>
              </a:rPr>
              <a:t>spade.output.path</a:t>
            </a:r>
            <a:r>
              <a:rPr lang="en-US" sz="1400">
                <a:solidFill>
                  <a:srgbClr val="0070C0"/>
                </a:solidFill>
                <a:latin typeface="Lucida Console"/>
                <a:ea typeface="Times New Roman"/>
                <a:cs typeface="Courier New"/>
              </a:rPr>
              <a:t> = SPADE.OUTPUT.PATH, output.name = NULL,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a:t>
            </a:r>
            <a:r>
              <a:rPr lang="en-US" sz="1400" err="1">
                <a:solidFill>
                  <a:srgbClr val="0070C0"/>
                </a:solidFill>
                <a:latin typeface="Lucida Console"/>
                <a:ea typeface="Times New Roman"/>
                <a:cs typeface="Courier New"/>
              </a:rPr>
              <a:t>age.classes</a:t>
            </a:r>
            <a:r>
              <a:rPr lang="en-US" sz="1400">
                <a:solidFill>
                  <a:srgbClr val="0070C0"/>
                </a:solidFill>
                <a:latin typeface="Lucida Console"/>
                <a:ea typeface="Times New Roman"/>
                <a:cs typeface="Courier New"/>
              </a:rPr>
              <a:t> = NULL, </a:t>
            </a:r>
            <a:r>
              <a:rPr lang="en-US" sz="1400" err="1">
                <a:solidFill>
                  <a:srgbClr val="0070C0"/>
                </a:solidFill>
                <a:latin typeface="Lucida Console"/>
                <a:ea typeface="Times New Roman"/>
                <a:cs typeface="Courier New"/>
              </a:rPr>
              <a:t>prb</a:t>
            </a:r>
            <a:r>
              <a:rPr lang="en-US" sz="1400">
                <a:solidFill>
                  <a:srgbClr val="0070C0"/>
                </a:solidFill>
                <a:latin typeface="Lucida Console"/>
                <a:ea typeface="Times New Roman"/>
                <a:cs typeface="Courier New"/>
              </a:rPr>
              <a:t> = c(5, 10, 25, 50, 75, 90, 95)/100,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a:t>
            </a:r>
            <a:r>
              <a:rPr lang="en-US" sz="1400" err="1">
                <a:solidFill>
                  <a:srgbClr val="0070C0"/>
                </a:solidFill>
                <a:latin typeface="Lucida Console"/>
                <a:ea typeface="Times New Roman"/>
                <a:cs typeface="Courier New"/>
              </a:rPr>
              <a:t>EAR.names</a:t>
            </a:r>
            <a:r>
              <a:rPr lang="en-US" sz="1400">
                <a:solidFill>
                  <a:srgbClr val="0070C0"/>
                </a:solidFill>
                <a:latin typeface="Lucida Console"/>
                <a:ea typeface="Times New Roman"/>
                <a:cs typeface="Courier New"/>
              </a:rPr>
              <a:t> = NULL, </a:t>
            </a:r>
            <a:r>
              <a:rPr lang="en-US" sz="1400" err="1">
                <a:solidFill>
                  <a:srgbClr val="0070C0"/>
                </a:solidFill>
                <a:latin typeface="Lucida Console"/>
                <a:ea typeface="Times New Roman"/>
                <a:cs typeface="Courier New"/>
              </a:rPr>
              <a:t>AI.names</a:t>
            </a:r>
            <a:r>
              <a:rPr lang="en-US" sz="1400">
                <a:solidFill>
                  <a:srgbClr val="0070C0"/>
                </a:solidFill>
                <a:latin typeface="Lucida Console"/>
                <a:ea typeface="Times New Roman"/>
                <a:cs typeface="Courier New"/>
              </a:rPr>
              <a:t> = NULL, </a:t>
            </a:r>
            <a:r>
              <a:rPr lang="en-US" sz="1400" err="1">
                <a:solidFill>
                  <a:srgbClr val="0070C0"/>
                </a:solidFill>
                <a:latin typeface="Lucida Console"/>
                <a:ea typeface="Times New Roman"/>
                <a:cs typeface="Courier New"/>
              </a:rPr>
              <a:t>UL.names</a:t>
            </a:r>
            <a:r>
              <a:rPr lang="en-US" sz="1400">
                <a:solidFill>
                  <a:srgbClr val="0070C0"/>
                </a:solidFill>
                <a:latin typeface="Lucida Console"/>
                <a:ea typeface="Times New Roman"/>
                <a:cs typeface="Courier New"/>
              </a:rPr>
              <a:t> = NULL, </a:t>
            </a:r>
            <a:r>
              <a:rPr lang="en-US" sz="1400" err="1">
                <a:solidFill>
                  <a:srgbClr val="0070C0"/>
                </a:solidFill>
                <a:latin typeface="Lucida Console"/>
                <a:ea typeface="Times New Roman"/>
                <a:cs typeface="Courier New"/>
              </a:rPr>
              <a:t>dgts</a:t>
            </a:r>
            <a:r>
              <a:rPr lang="en-US" sz="1400">
                <a:solidFill>
                  <a:srgbClr val="0070C0"/>
                </a:solidFill>
                <a:latin typeface="Lucida Console"/>
                <a:ea typeface="Times New Roman"/>
                <a:cs typeface="Courier New"/>
              </a:rPr>
              <a:t> = 3,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a:t>
            </a:r>
            <a:r>
              <a:rPr lang="en-US" sz="1400" err="1">
                <a:solidFill>
                  <a:srgbClr val="0070C0"/>
                </a:solidFill>
                <a:latin typeface="Lucida Console"/>
                <a:ea typeface="Times New Roman"/>
                <a:cs typeface="Courier New"/>
              </a:rPr>
              <a:t>dgts.distr</a:t>
            </a:r>
            <a:r>
              <a:rPr lang="en-US" sz="1400">
                <a:solidFill>
                  <a:srgbClr val="0070C0"/>
                </a:solidFill>
                <a:latin typeface="Lucida Console"/>
                <a:ea typeface="Times New Roman"/>
                <a:cs typeface="Courier New"/>
              </a:rPr>
              <a:t> = 0, </a:t>
            </a:r>
            <a:r>
              <a:rPr lang="en-US" sz="1400" err="1">
                <a:solidFill>
                  <a:srgbClr val="0070C0"/>
                </a:solidFill>
                <a:latin typeface="Lucida Console"/>
                <a:ea typeface="Times New Roman"/>
                <a:cs typeface="Courier New"/>
              </a:rPr>
              <a:t>dgts.dri</a:t>
            </a:r>
            <a:r>
              <a:rPr lang="en-US" sz="1400">
                <a:solidFill>
                  <a:srgbClr val="0070C0"/>
                </a:solidFill>
                <a:latin typeface="Lucida Console"/>
                <a:ea typeface="Times New Roman"/>
                <a:cs typeface="Courier New"/>
              </a:rPr>
              <a:t> = 1, verbose = TRUE, </a:t>
            </a:r>
            <a:r>
              <a:rPr lang="en-US" sz="1400" err="1">
                <a:solidFill>
                  <a:srgbClr val="0070C0"/>
                </a:solidFill>
                <a:latin typeface="Lucida Console"/>
                <a:ea typeface="Times New Roman"/>
                <a:cs typeface="Courier New"/>
              </a:rPr>
              <a:t>plot.dev</a:t>
            </a:r>
            <a:r>
              <a:rPr lang="en-US" sz="1400">
                <a:solidFill>
                  <a:srgbClr val="0070C0"/>
                </a:solidFill>
                <a:latin typeface="Lucida Console"/>
                <a:ea typeface="Times New Roman"/>
                <a:cs typeface="Courier New"/>
              </a:rPr>
              <a:t> = 4,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a:t>
            </a:r>
            <a:r>
              <a:rPr lang="en-US" sz="1400" err="1">
                <a:solidFill>
                  <a:srgbClr val="0070C0"/>
                </a:solidFill>
                <a:latin typeface="Lucida Console"/>
                <a:ea typeface="Times New Roman"/>
                <a:cs typeface="Courier New"/>
              </a:rPr>
              <a:t>colours.ok</a:t>
            </a:r>
            <a:r>
              <a:rPr lang="en-US" sz="1400">
                <a:solidFill>
                  <a:srgbClr val="0070C0"/>
                </a:solidFill>
                <a:latin typeface="Lucida Console"/>
                <a:ea typeface="Times New Roman"/>
                <a:cs typeface="Courier New"/>
              </a:rPr>
              <a:t> = TRUE, </a:t>
            </a:r>
            <a:r>
              <a:rPr lang="en-US" sz="1400" err="1">
                <a:solidFill>
                  <a:srgbClr val="0070C0"/>
                </a:solidFill>
                <a:latin typeface="Lucida Console"/>
                <a:ea typeface="Times New Roman"/>
                <a:cs typeface="Courier New"/>
              </a:rPr>
              <a:t>outlier.ok</a:t>
            </a:r>
            <a:r>
              <a:rPr lang="en-US" sz="1400">
                <a:solidFill>
                  <a:srgbClr val="0070C0"/>
                </a:solidFill>
                <a:latin typeface="Lucida Console"/>
                <a:ea typeface="Times New Roman"/>
                <a:cs typeface="Courier New"/>
              </a:rPr>
              <a:t> = FALSE, </a:t>
            </a:r>
            <a:r>
              <a:rPr lang="en-US" sz="1400" err="1">
                <a:solidFill>
                  <a:srgbClr val="0070C0"/>
                </a:solidFill>
                <a:latin typeface="Lucida Console"/>
                <a:ea typeface="Times New Roman"/>
                <a:cs typeface="Courier New"/>
              </a:rPr>
              <a:t>automatic.ok</a:t>
            </a:r>
            <a:r>
              <a:rPr lang="en-US" sz="1400">
                <a:solidFill>
                  <a:srgbClr val="0070C0"/>
                </a:solidFill>
                <a:latin typeface="Lucida Console"/>
                <a:ea typeface="Times New Roman"/>
                <a:cs typeface="Courier New"/>
              </a:rPr>
              <a:t> = TRUE,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0070C0"/>
                </a:solidFill>
                <a:latin typeface="Lucida Console"/>
                <a:ea typeface="Times New Roman"/>
                <a:cs typeface="Courier New"/>
              </a:rPr>
              <a:t>    backtrans.nr = 2,</a:t>
            </a:r>
            <a:r>
              <a:rPr lang="en-US" sz="1400">
                <a:solidFill>
                  <a:schemeClr val="accent6"/>
                </a:solidFill>
                <a:latin typeface="Lucida Console"/>
                <a:ea typeface="Times New Roman"/>
                <a:cs typeface="Courier New"/>
              </a:rPr>
              <a:t> </a:t>
            </a:r>
            <a:r>
              <a:rPr lang="en-US" sz="1400">
                <a:solidFill>
                  <a:srgbClr val="FF0000"/>
                </a:solidFill>
                <a:latin typeface="Lucida Console"/>
                <a:ea typeface="Times New Roman"/>
                <a:cs typeface="Courier New"/>
              </a:rPr>
              <a:t>fun.name = "spade", </a:t>
            </a:r>
            <a:r>
              <a:rPr lang="en-US" sz="1400" err="1">
                <a:solidFill>
                  <a:srgbClr val="FF0000"/>
                </a:solidFill>
                <a:latin typeface="Lucida Console"/>
                <a:ea typeface="Times New Roman"/>
                <a:cs typeface="Courier New"/>
              </a:rPr>
              <a:t>subgroups.ok</a:t>
            </a:r>
            <a:r>
              <a:rPr lang="en-US" sz="1400">
                <a:solidFill>
                  <a:srgbClr val="FF0000"/>
                </a:solidFill>
                <a:latin typeface="Lucida Console"/>
                <a:ea typeface="Times New Roman"/>
                <a:cs typeface="Courier New"/>
              </a:rPr>
              <a:t> = FALSE,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FF0000"/>
                </a:solidFill>
                <a:latin typeface="Lucida Console"/>
                <a:ea typeface="Times New Roman"/>
                <a:cs typeface="Courier New"/>
              </a:rPr>
              <a:t>    </a:t>
            </a:r>
            <a:r>
              <a:rPr lang="en-US" sz="1400" err="1">
                <a:solidFill>
                  <a:srgbClr val="FF0000"/>
                </a:solidFill>
                <a:latin typeface="Lucida Console"/>
                <a:ea typeface="Times New Roman"/>
                <a:cs typeface="Courier New"/>
              </a:rPr>
              <a:t>bootstrap.ok</a:t>
            </a:r>
            <a:r>
              <a:rPr lang="en-US" sz="1400">
                <a:solidFill>
                  <a:srgbClr val="FF0000"/>
                </a:solidFill>
                <a:latin typeface="Lucida Console"/>
                <a:ea typeface="Times New Roman"/>
                <a:cs typeface="Courier New"/>
              </a:rPr>
              <a:t> = FALSE, boot3.ok = FALSE, boot.dt.name = NULL,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FF0000"/>
                </a:solidFill>
                <a:latin typeface="Lucida Console"/>
                <a:ea typeface="Times New Roman"/>
                <a:cs typeface="Courier New"/>
              </a:rPr>
              <a:t>    </a:t>
            </a:r>
            <a:r>
              <a:rPr lang="en-US" sz="1400" err="1">
                <a:solidFill>
                  <a:srgbClr val="FF0000"/>
                </a:solidFill>
                <a:latin typeface="Lucida Console"/>
                <a:ea typeface="Times New Roman"/>
                <a:cs typeface="Courier New"/>
              </a:rPr>
              <a:t>STOP_bpVAR</a:t>
            </a:r>
            <a:r>
              <a:rPr lang="en-US" sz="1400">
                <a:solidFill>
                  <a:srgbClr val="FF0000"/>
                </a:solidFill>
                <a:latin typeface="Lucida Console"/>
                <a:ea typeface="Times New Roman"/>
                <a:cs typeface="Courier New"/>
              </a:rPr>
              <a:t> = 1e-04, </a:t>
            </a:r>
            <a:r>
              <a:rPr lang="en-US" sz="1400" err="1">
                <a:solidFill>
                  <a:srgbClr val="FF0000"/>
                </a:solidFill>
                <a:latin typeface="Lucida Console"/>
                <a:ea typeface="Times New Roman"/>
                <a:cs typeface="Courier New"/>
              </a:rPr>
              <a:t>eps.prob</a:t>
            </a:r>
            <a:r>
              <a:rPr lang="en-US" sz="1400">
                <a:solidFill>
                  <a:srgbClr val="FF0000"/>
                </a:solidFill>
                <a:latin typeface="Lucida Console"/>
                <a:ea typeface="Times New Roman"/>
                <a:cs typeface="Courier New"/>
              </a:rPr>
              <a:t> = 1e-04, </a:t>
            </a:r>
            <a:r>
              <a:rPr lang="en-US" sz="1400" err="1">
                <a:solidFill>
                  <a:srgbClr val="FF0000"/>
                </a:solidFill>
                <a:latin typeface="Lucida Console"/>
                <a:ea typeface="Times New Roman"/>
                <a:cs typeface="Courier New"/>
              </a:rPr>
              <a:t>eps.norm</a:t>
            </a:r>
            <a:r>
              <a:rPr lang="en-US" sz="1400">
                <a:solidFill>
                  <a:srgbClr val="FF0000"/>
                </a:solidFill>
                <a:latin typeface="Lucida Console"/>
                <a:ea typeface="Times New Roman"/>
                <a:cs typeface="Courier New"/>
              </a:rPr>
              <a:t> = 1e-04, </a:t>
            </a:r>
            <a:r>
              <a:rPr lang="en-US" sz="1400" err="1">
                <a:solidFill>
                  <a:srgbClr val="FF0000"/>
                </a:solidFill>
                <a:latin typeface="Lucida Console"/>
                <a:ea typeface="Times New Roman"/>
                <a:cs typeface="Courier New"/>
              </a:rPr>
              <a:t>norms.ok</a:t>
            </a:r>
            <a:r>
              <a:rPr lang="en-US" sz="1400">
                <a:solidFill>
                  <a:srgbClr val="FF0000"/>
                </a:solidFill>
                <a:latin typeface="Lucida Console"/>
                <a:ea typeface="Times New Roman"/>
                <a:cs typeface="Courier New"/>
              </a:rPr>
              <a:t> = TRUE, </a:t>
            </a:r>
          </a:p>
          <a:p>
            <a:pPr marL="0" indent="0" fontAlgn="auto">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solidFill>
                  <a:srgbClr val="FF0000"/>
                </a:solidFill>
                <a:latin typeface="Lucida Console"/>
                <a:ea typeface="Times New Roman"/>
                <a:cs typeface="Courier New"/>
              </a:rPr>
              <a:t>    </a:t>
            </a:r>
            <a:r>
              <a:rPr lang="en-US" sz="1400" err="1">
                <a:solidFill>
                  <a:srgbClr val="FF0000"/>
                </a:solidFill>
                <a:latin typeface="Lucida Console"/>
                <a:ea typeface="Times New Roman"/>
                <a:cs typeface="Courier New"/>
              </a:rPr>
              <a:t>csv.output.path</a:t>
            </a:r>
            <a:r>
              <a:rPr lang="en-US" sz="1400">
                <a:solidFill>
                  <a:srgbClr val="FF0000"/>
                </a:solidFill>
                <a:latin typeface="Lucida Console"/>
                <a:ea typeface="Times New Roman"/>
                <a:cs typeface="Courier New"/>
              </a:rPr>
              <a:t> = NULL, </a:t>
            </a:r>
            <a:r>
              <a:rPr lang="en-US" sz="1400" err="1">
                <a:solidFill>
                  <a:srgbClr val="FF0000"/>
                </a:solidFill>
                <a:latin typeface="Lucida Console"/>
                <a:ea typeface="Times New Roman"/>
                <a:cs typeface="Courier New"/>
              </a:rPr>
              <a:t>ia.method</a:t>
            </a:r>
            <a:r>
              <a:rPr lang="en-US" sz="1400">
                <a:solidFill>
                  <a:srgbClr val="FF0000"/>
                </a:solidFill>
                <a:latin typeface="Lucida Console"/>
                <a:ea typeface="Times New Roman"/>
                <a:cs typeface="Courier New"/>
              </a:rPr>
              <a:t> = NULL</a:t>
            </a:r>
            <a:r>
              <a:rPr lang="en-US" sz="1400">
                <a:solidFill>
                  <a:srgbClr val="000000"/>
                </a:solidFill>
                <a:latin typeface="Lucida Console"/>
                <a:ea typeface="Times New Roman"/>
                <a:cs typeface="Courier New"/>
              </a:rPr>
              <a:t>) </a:t>
            </a:r>
            <a:endParaRPr lang="nl-NL" sz="600"/>
          </a:p>
          <a:p>
            <a:pPr marL="0" indent="0">
              <a:buNone/>
            </a:pPr>
            <a:endParaRPr lang="nl-NL" sz="600"/>
          </a:p>
          <a:p>
            <a:pPr marL="0" indent="0">
              <a:buNone/>
            </a:pPr>
            <a:r>
              <a:rPr lang="nl-NL" sz="1200" err="1"/>
              <a:t>Arguments</a:t>
            </a:r>
            <a:r>
              <a:rPr lang="nl-NL" sz="1200"/>
              <a:t> in </a:t>
            </a:r>
          </a:p>
          <a:p>
            <a:pPr marL="0" indent="0">
              <a:buNone/>
              <a:tabLst>
                <a:tab pos="809625" algn="l"/>
              </a:tabLst>
            </a:pPr>
            <a:r>
              <a:rPr lang="nl-NL" sz="1200">
                <a:solidFill>
                  <a:srgbClr val="00B050"/>
                </a:solidFill>
              </a:rPr>
              <a:t>Green 	</a:t>
            </a:r>
            <a:r>
              <a:rPr lang="nl-NL" sz="1200">
                <a:sym typeface="Wingdings" panose="05000000000000000000" pitchFamily="2" charset="2"/>
              </a:rPr>
              <a:t> </a:t>
            </a:r>
            <a:r>
              <a:rPr lang="nl-NL" sz="1200" err="1">
                <a:sym typeface="Wingdings" panose="05000000000000000000" pitchFamily="2" charset="2"/>
              </a:rPr>
              <a:t>required</a:t>
            </a:r>
            <a:r>
              <a:rPr lang="nl-NL" sz="1200">
                <a:sym typeface="Wingdings" panose="05000000000000000000" pitchFamily="2" charset="2"/>
              </a:rPr>
              <a:t> </a:t>
            </a:r>
            <a:r>
              <a:rPr lang="nl-NL" sz="1200" err="1">
                <a:sym typeface="Wingdings" panose="05000000000000000000" pitchFamily="2" charset="2"/>
              </a:rPr>
              <a:t>to</a:t>
            </a:r>
            <a:r>
              <a:rPr lang="nl-NL" sz="1200">
                <a:sym typeface="Wingdings" panose="05000000000000000000" pitchFamily="2" charset="2"/>
              </a:rPr>
              <a:t> </a:t>
            </a:r>
            <a:r>
              <a:rPr lang="nl-NL" sz="1200" err="1">
                <a:sym typeface="Wingdings" panose="05000000000000000000" pitchFamily="2" charset="2"/>
              </a:rPr>
              <a:t>be</a:t>
            </a:r>
            <a:r>
              <a:rPr lang="nl-NL" sz="1200">
                <a:sym typeface="Wingdings" panose="05000000000000000000" pitchFamily="2" charset="2"/>
              </a:rPr>
              <a:t> </a:t>
            </a:r>
            <a:r>
              <a:rPr lang="nl-NL" sz="1200" err="1">
                <a:sym typeface="Wingdings" panose="05000000000000000000" pitchFamily="2" charset="2"/>
              </a:rPr>
              <a:t>defined</a:t>
            </a:r>
            <a:r>
              <a:rPr lang="nl-NL" sz="1200">
                <a:sym typeface="Wingdings" panose="05000000000000000000" pitchFamily="2" charset="2"/>
              </a:rPr>
              <a:t> </a:t>
            </a:r>
            <a:r>
              <a:rPr lang="nl-NL" sz="1200" err="1">
                <a:sym typeface="Wingdings" panose="05000000000000000000" pitchFamily="2" charset="2"/>
              </a:rPr>
              <a:t>by</a:t>
            </a:r>
            <a:r>
              <a:rPr lang="nl-NL" sz="1200">
                <a:sym typeface="Wingdings" panose="05000000000000000000" pitchFamily="2" charset="2"/>
              </a:rPr>
              <a:t> user </a:t>
            </a:r>
            <a:endParaRPr lang="nl-NL" sz="1200"/>
          </a:p>
          <a:p>
            <a:pPr marL="0" indent="0">
              <a:buNone/>
              <a:tabLst>
                <a:tab pos="809625" algn="l"/>
              </a:tabLst>
            </a:pPr>
            <a:r>
              <a:rPr lang="nl-NL" sz="1200">
                <a:solidFill>
                  <a:srgbClr val="0070C0"/>
                </a:solidFill>
              </a:rPr>
              <a:t>Blue</a:t>
            </a:r>
            <a:r>
              <a:rPr lang="nl-NL" sz="1200">
                <a:solidFill>
                  <a:srgbClr val="FF9933"/>
                </a:solidFill>
              </a:rPr>
              <a:t> 	</a:t>
            </a:r>
            <a:r>
              <a:rPr lang="nl-NL" sz="1200">
                <a:sym typeface="Wingdings" panose="05000000000000000000" pitchFamily="2" charset="2"/>
              </a:rPr>
              <a:t> </a:t>
            </a:r>
            <a:r>
              <a:rPr lang="nl-NL" sz="1200" err="1">
                <a:sym typeface="Wingdings" panose="05000000000000000000" pitchFamily="2" charset="2"/>
              </a:rPr>
              <a:t>optional</a:t>
            </a:r>
            <a:r>
              <a:rPr lang="nl-NL" sz="1200">
                <a:sym typeface="Wingdings" panose="05000000000000000000" pitchFamily="2" charset="2"/>
              </a:rPr>
              <a:t>, </a:t>
            </a:r>
            <a:r>
              <a:rPr lang="nl-NL" sz="1200" err="1">
                <a:sym typeface="Wingdings" panose="05000000000000000000" pitchFamily="2" charset="2"/>
              </a:rPr>
              <a:t>possible</a:t>
            </a:r>
            <a:r>
              <a:rPr lang="nl-NL" sz="1200">
                <a:sym typeface="Wingdings" panose="05000000000000000000" pitchFamily="2" charset="2"/>
              </a:rPr>
              <a:t> </a:t>
            </a:r>
            <a:r>
              <a:rPr lang="nl-NL" sz="1200" err="1">
                <a:sym typeface="Wingdings" panose="05000000000000000000" pitchFamily="2" charset="2"/>
              </a:rPr>
              <a:t>to</a:t>
            </a:r>
            <a:r>
              <a:rPr lang="nl-NL" sz="1200">
                <a:sym typeface="Wingdings" panose="05000000000000000000" pitchFamily="2" charset="2"/>
              </a:rPr>
              <a:t> </a:t>
            </a:r>
            <a:r>
              <a:rPr lang="nl-NL" sz="1200" err="1">
                <a:sym typeface="Wingdings" panose="05000000000000000000" pitchFamily="2" charset="2"/>
              </a:rPr>
              <a:t>define</a:t>
            </a:r>
            <a:r>
              <a:rPr lang="nl-NL" sz="1200">
                <a:sym typeface="Wingdings" panose="05000000000000000000" pitchFamily="2" charset="2"/>
              </a:rPr>
              <a:t> </a:t>
            </a:r>
            <a:r>
              <a:rPr lang="nl-NL" sz="1200" err="1">
                <a:sym typeface="Wingdings" panose="05000000000000000000" pitchFamily="2" charset="2"/>
              </a:rPr>
              <a:t>by</a:t>
            </a:r>
            <a:r>
              <a:rPr lang="nl-NL" sz="1200">
                <a:sym typeface="Wingdings" panose="05000000000000000000" pitchFamily="2" charset="2"/>
              </a:rPr>
              <a:t> user</a:t>
            </a:r>
          </a:p>
          <a:p>
            <a:pPr marL="0" indent="0">
              <a:buNone/>
              <a:tabLst>
                <a:tab pos="809625" algn="l"/>
              </a:tabLst>
            </a:pPr>
            <a:r>
              <a:rPr lang="nl-NL" sz="1200">
                <a:solidFill>
                  <a:srgbClr val="FF0000"/>
                </a:solidFill>
                <a:sym typeface="Wingdings" panose="05000000000000000000" pitchFamily="2" charset="2"/>
              </a:rPr>
              <a:t>Red</a:t>
            </a:r>
            <a:r>
              <a:rPr lang="nl-NL" sz="1200">
                <a:solidFill>
                  <a:schemeClr val="accent4"/>
                </a:solidFill>
                <a:sym typeface="Wingdings" panose="05000000000000000000" pitchFamily="2" charset="2"/>
              </a:rPr>
              <a:t> 	</a:t>
            </a:r>
            <a:r>
              <a:rPr lang="nl-NL" sz="1200">
                <a:sym typeface="Wingdings" panose="05000000000000000000" pitchFamily="2" charset="2"/>
              </a:rPr>
              <a:t> </a:t>
            </a:r>
            <a:r>
              <a:rPr lang="nl-NL" sz="1200" err="1">
                <a:sym typeface="Wingdings" panose="05000000000000000000" pitchFamily="2" charset="2"/>
              </a:rPr>
              <a:t>not</a:t>
            </a:r>
            <a:r>
              <a:rPr lang="nl-NL" sz="1200">
                <a:sym typeface="Wingdings" panose="05000000000000000000" pitchFamily="2" charset="2"/>
              </a:rPr>
              <a:t> </a:t>
            </a:r>
            <a:r>
              <a:rPr lang="nl-NL" sz="1200" err="1">
                <a:sym typeface="Wingdings" panose="05000000000000000000" pitchFamily="2" charset="2"/>
              </a:rPr>
              <a:t>to</a:t>
            </a:r>
            <a:r>
              <a:rPr lang="nl-NL" sz="1200">
                <a:sym typeface="Wingdings" panose="05000000000000000000" pitchFamily="2" charset="2"/>
              </a:rPr>
              <a:t> </a:t>
            </a:r>
            <a:r>
              <a:rPr lang="nl-NL" sz="1200" err="1">
                <a:sym typeface="Wingdings" panose="05000000000000000000" pitchFamily="2" charset="2"/>
              </a:rPr>
              <a:t>define</a:t>
            </a:r>
            <a:r>
              <a:rPr lang="nl-NL" sz="1200">
                <a:sym typeface="Wingdings" panose="05000000000000000000" pitchFamily="2" charset="2"/>
              </a:rPr>
              <a:t> </a:t>
            </a:r>
            <a:r>
              <a:rPr lang="nl-NL" sz="1200" err="1">
                <a:sym typeface="Wingdings" panose="05000000000000000000" pitchFamily="2" charset="2"/>
              </a:rPr>
              <a:t>by</a:t>
            </a:r>
            <a:r>
              <a:rPr lang="nl-NL" sz="1200">
                <a:sym typeface="Wingdings" panose="05000000000000000000" pitchFamily="2" charset="2"/>
              </a:rPr>
              <a:t> user</a:t>
            </a:r>
            <a:endParaRPr lang="nl-NL" sz="1400"/>
          </a:p>
        </p:txBody>
      </p:sp>
      <p:sp>
        <p:nvSpPr>
          <p:cNvPr id="5" name="Slide Number Placeholder 4"/>
          <p:cNvSpPr>
            <a:spLocks noGrp="1"/>
          </p:cNvSpPr>
          <p:nvPr>
            <p:ph type="sldNum" sz="quarter" idx="12"/>
          </p:nvPr>
        </p:nvSpPr>
        <p:spPr/>
        <p:txBody>
          <a:bodyPr/>
          <a:lstStyle/>
          <a:p>
            <a:fld id="{8FC21E99-CB6E-4E1C-8709-25BF64FEA530}" type="slidenum">
              <a:rPr lang="nl-NL" smtClean="0"/>
              <a:pPr/>
              <a:t>46</a:t>
            </a:fld>
            <a:endParaRPr lang="nl-NL"/>
          </a:p>
        </p:txBody>
      </p:sp>
      <p:sp>
        <p:nvSpPr>
          <p:cNvPr id="6" name="Footer Placeholder 5">
            <a:extLst>
              <a:ext uri="{FF2B5EF4-FFF2-40B4-BE49-F238E27FC236}">
                <a16:creationId xmlns:a16="http://schemas.microsoft.com/office/drawing/2014/main" id="{8E2ECB61-4192-6744-DEB1-C8D1A80A014A}"/>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6C30B58D-CBE5-36E9-65D5-63BFC53DF440}"/>
              </a:ext>
            </a:extLst>
          </p:cNvPr>
          <p:cNvSpPr>
            <a:spLocks noGrp="1"/>
          </p:cNvSpPr>
          <p:nvPr>
            <p:ph type="dt" sz="half" idx="10"/>
          </p:nvPr>
        </p:nvSpPr>
        <p:spPr>
          <a:xfrm>
            <a:off x="476250" y="6543489"/>
            <a:ext cx="3752850" cy="264272"/>
          </a:xfrm>
        </p:spPr>
        <p:txBody>
          <a:bodyPr/>
          <a:lstStyle/>
          <a:p>
            <a:pPr algn="l"/>
            <a:r>
              <a:rPr lang="nl-NL"/>
              <a:t>SPADE course, July 8-9, 2025</a:t>
            </a:r>
          </a:p>
        </p:txBody>
      </p:sp>
    </p:spTree>
    <p:extLst>
      <p:ext uri="{BB962C8B-B14F-4D97-AF65-F5344CB8AC3E}">
        <p14:creationId xmlns:p14="http://schemas.microsoft.com/office/powerpoint/2010/main" val="4017613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80928"/>
            <a:ext cx="8172450" cy="1080120"/>
          </a:xfrm>
        </p:spPr>
        <p:txBody>
          <a:bodyPr/>
          <a:lstStyle/>
          <a:p>
            <a:pPr algn="ctr"/>
            <a:r>
              <a:rPr lang="nl-NL" sz="3600" b="1" err="1"/>
              <a:t>Additional</a:t>
            </a:r>
            <a:r>
              <a:rPr lang="nl-NL" sz="3600" b="1"/>
              <a:t> options</a:t>
            </a:r>
            <a:br>
              <a:rPr lang="nl-NL" sz="3600"/>
            </a:br>
            <a:r>
              <a:rPr lang="nl-NL" sz="2400"/>
              <a:t>Age classes </a:t>
            </a:r>
            <a:r>
              <a:rPr lang="nl-NL" sz="2400" err="1"/>
              <a:t>and</a:t>
            </a:r>
            <a:r>
              <a:rPr lang="nl-NL" sz="2400"/>
              <a:t> </a:t>
            </a:r>
            <a:r>
              <a:rPr lang="nl-NL" sz="2400" err="1"/>
              <a:t>percentiles</a:t>
            </a:r>
            <a:endParaRPr lang="nl-NL" sz="3600"/>
          </a:p>
        </p:txBody>
      </p:sp>
      <p:sp>
        <p:nvSpPr>
          <p:cNvPr id="5" name="Slide Number Placeholder 4"/>
          <p:cNvSpPr>
            <a:spLocks noGrp="1"/>
          </p:cNvSpPr>
          <p:nvPr>
            <p:ph type="sldNum" sz="quarter" idx="12"/>
          </p:nvPr>
        </p:nvSpPr>
        <p:spPr/>
        <p:txBody>
          <a:bodyPr/>
          <a:lstStyle/>
          <a:p>
            <a:fld id="{8FC21E99-CB6E-4E1C-8709-25BF64FEA530}" type="slidenum">
              <a:rPr lang="nl-NL" smtClean="0"/>
              <a:pPr/>
              <a:t>47</a:t>
            </a:fld>
            <a:endParaRPr lang="nl-NL"/>
          </a:p>
        </p:txBody>
      </p:sp>
      <p:sp>
        <p:nvSpPr>
          <p:cNvPr id="4" name="Footer Placeholder 3">
            <a:extLst>
              <a:ext uri="{FF2B5EF4-FFF2-40B4-BE49-F238E27FC236}">
                <a16:creationId xmlns:a16="http://schemas.microsoft.com/office/drawing/2014/main" id="{BA9E521A-611B-4644-8D74-CF10C233338E}"/>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257AE87A-11CB-F9EE-B425-2CA4BA2D51F6}"/>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252310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052736"/>
            <a:ext cx="8172450" cy="444500"/>
          </a:xfrm>
        </p:spPr>
        <p:txBody>
          <a:bodyPr>
            <a:normAutofit fontScale="90000"/>
          </a:bodyPr>
          <a:lstStyle/>
          <a:p>
            <a:br>
              <a:rPr lang="nl-NL" sz="2800">
                <a:solidFill>
                  <a:schemeClr val="accent4"/>
                </a:solidFill>
              </a:rPr>
            </a:br>
            <a:r>
              <a:rPr lang="nl-NL"/>
              <a:t>Blue </a:t>
            </a:r>
            <a:r>
              <a:rPr lang="nl-NL" err="1"/>
              <a:t>arguments</a:t>
            </a:r>
            <a:r>
              <a:rPr lang="nl-NL" sz="2000">
                <a:sym typeface="Wingdings" panose="05000000000000000000" pitchFamily="2" charset="2"/>
              </a:rPr>
              <a:t> </a:t>
            </a:r>
            <a:r>
              <a:rPr lang="nl-NL" sz="2000">
                <a:solidFill>
                  <a:schemeClr val="tx1"/>
                </a:solidFill>
                <a:sym typeface="Wingdings" panose="05000000000000000000" pitchFamily="2" charset="2"/>
              </a:rPr>
              <a:t>(</a:t>
            </a:r>
            <a:r>
              <a:rPr lang="nl-NL" sz="2000" err="1">
                <a:solidFill>
                  <a:schemeClr val="tx1"/>
                </a:solidFill>
                <a:sym typeface="Wingdings" panose="05000000000000000000" pitchFamily="2" charset="2"/>
              </a:rPr>
              <a:t>optional</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possible</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to</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define</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by</a:t>
            </a:r>
            <a:r>
              <a:rPr lang="nl-NL" sz="2000">
                <a:solidFill>
                  <a:schemeClr val="tx1"/>
                </a:solidFill>
                <a:sym typeface="Wingdings" panose="05000000000000000000" pitchFamily="2" charset="2"/>
              </a:rPr>
              <a:t> user) - 1</a:t>
            </a:r>
            <a:endParaRPr lang="nl-NL" sz="2000">
              <a:solidFill>
                <a:schemeClr val="tx1"/>
              </a:solidFill>
            </a:endParaRPr>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48</a:t>
            </a:fld>
            <a:endParaRPr lang="nl-NL"/>
          </a:p>
        </p:txBody>
      </p:sp>
      <p:graphicFrame>
        <p:nvGraphicFramePr>
          <p:cNvPr id="6" name="Table 5"/>
          <p:cNvGraphicFramePr>
            <a:graphicFrameLocks noGrp="1"/>
          </p:cNvGraphicFramePr>
          <p:nvPr>
            <p:extLst>
              <p:ext uri="{D42A27DB-BD31-4B8C-83A1-F6EECF244321}">
                <p14:modId xmlns:p14="http://schemas.microsoft.com/office/powerpoint/2010/main" val="3027085724"/>
              </p:ext>
            </p:extLst>
          </p:nvPr>
        </p:nvGraphicFramePr>
        <p:xfrm>
          <a:off x="467544" y="1700808"/>
          <a:ext cx="8424936" cy="1841107"/>
        </p:xfrm>
        <a:graphic>
          <a:graphicData uri="http://schemas.openxmlformats.org/drawingml/2006/table">
            <a:tbl>
              <a:tblPr firstRow="1" bandRow="1">
                <a:tableStyleId>{7E9639D4-E3E2-4D34-9284-5A2195B3D0D7}</a:tableStyleId>
              </a:tblPr>
              <a:tblGrid>
                <a:gridCol w="1440160">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5976664">
                  <a:extLst>
                    <a:ext uri="{9D8B030D-6E8A-4147-A177-3AD203B41FA5}">
                      <a16:colId xmlns:a16="http://schemas.microsoft.com/office/drawing/2014/main" val="20002"/>
                    </a:ext>
                  </a:extLst>
                </a:gridCol>
              </a:tblGrid>
              <a:tr h="378067">
                <a:tc>
                  <a:txBody>
                    <a:bodyPr/>
                    <a:lstStyle/>
                    <a:p>
                      <a:r>
                        <a:rPr lang="nl-NL" sz="1400"/>
                        <a:t>Argument</a:t>
                      </a:r>
                      <a:endParaRPr lang="nl-NL" sz="1400">
                        <a:solidFill>
                          <a:schemeClr val="bg1"/>
                        </a:solidFill>
                      </a:endParaRPr>
                    </a:p>
                  </a:txBody>
                  <a:tcPr/>
                </a:tc>
                <a:tc>
                  <a:txBody>
                    <a:bodyPr/>
                    <a:lstStyle/>
                    <a:p>
                      <a:r>
                        <a:rPr lang="nl-NL" sz="1400"/>
                        <a:t>Type</a:t>
                      </a:r>
                    </a:p>
                  </a:txBody>
                  <a:tcPr/>
                </a:tc>
                <a:tc>
                  <a:txBody>
                    <a:bodyPr/>
                    <a:lstStyle/>
                    <a:p>
                      <a:r>
                        <a:rPr lang="nl-NL" sz="1400" err="1"/>
                        <a:t>Description</a:t>
                      </a:r>
                      <a:endParaRPr lang="nl-NL" sz="1400"/>
                    </a:p>
                  </a:txBody>
                  <a:tcPr/>
                </a:tc>
                <a:extLst>
                  <a:ext uri="{0D108BD9-81ED-4DB2-BD59-A6C34878D82A}">
                    <a16:rowId xmlns:a16="http://schemas.microsoft.com/office/drawing/2014/main" val="10000"/>
                  </a:ext>
                </a:extLst>
              </a:tr>
              <a:tr h="378067">
                <a:tc>
                  <a:txBody>
                    <a:bodyPr/>
                    <a:lstStyle/>
                    <a:p>
                      <a:r>
                        <a:rPr lang="en-US" sz="1400" b="1" err="1">
                          <a:solidFill>
                            <a:schemeClr val="tx2"/>
                          </a:solidFill>
                        </a:rPr>
                        <a:t>age.classes</a:t>
                      </a:r>
                      <a:endParaRPr lang="nl-NL" sz="1400" b="1">
                        <a:solidFill>
                          <a:schemeClr val="tx2"/>
                        </a:solidFill>
                      </a:endParaRPr>
                    </a:p>
                  </a:txBody>
                  <a:tcPr/>
                </a:tc>
                <a:tc>
                  <a:txBody>
                    <a:bodyPr/>
                    <a:lstStyle/>
                    <a:p>
                      <a:r>
                        <a:rPr lang="nl-NL" sz="1400"/>
                        <a:t>vector</a:t>
                      </a:r>
                    </a:p>
                  </a:txBody>
                  <a:tcPr/>
                </a:tc>
                <a:tc>
                  <a:txBody>
                    <a:bodyPr/>
                    <a:lstStyle/>
                    <a:p>
                      <a:r>
                        <a:rPr lang="nl-NL" sz="1400" err="1"/>
                        <a:t>Define</a:t>
                      </a:r>
                      <a:r>
                        <a:rPr lang="nl-NL" sz="1400"/>
                        <a:t> </a:t>
                      </a:r>
                      <a:r>
                        <a:rPr lang="nl-NL" sz="1400" err="1"/>
                        <a:t>age</a:t>
                      </a:r>
                      <a:r>
                        <a:rPr lang="nl-NL" sz="1400"/>
                        <a:t>-classes </a:t>
                      </a:r>
                      <a:r>
                        <a:rPr lang="nl-NL" sz="1400" err="1"/>
                        <a:t>to</a:t>
                      </a:r>
                      <a:r>
                        <a:rPr lang="nl-NL" sz="1400"/>
                        <a:t> </a:t>
                      </a:r>
                      <a:r>
                        <a:rPr lang="nl-NL" sz="1400" u="sng"/>
                        <a:t>report</a:t>
                      </a:r>
                      <a:r>
                        <a:rPr lang="nl-NL" sz="1400" baseline="0"/>
                        <a:t> output (e.g. 7-8 </a:t>
                      </a:r>
                      <a:r>
                        <a:rPr lang="nl-NL" sz="1400" baseline="0" err="1"/>
                        <a:t>yr</a:t>
                      </a:r>
                      <a:r>
                        <a:rPr lang="nl-NL" sz="1400" baseline="0"/>
                        <a:t>, 9-13 </a:t>
                      </a:r>
                      <a:r>
                        <a:rPr lang="nl-NL" sz="1400" baseline="0" err="1"/>
                        <a:t>yr</a:t>
                      </a:r>
                      <a:r>
                        <a:rPr lang="nl-NL" sz="1400" baseline="0"/>
                        <a:t>, 14-18 </a:t>
                      </a:r>
                      <a:r>
                        <a:rPr lang="nl-NL" sz="1400" baseline="0" err="1"/>
                        <a:t>yr</a:t>
                      </a:r>
                      <a:r>
                        <a:rPr lang="nl-NL" sz="1400" baseline="0"/>
                        <a:t>)</a:t>
                      </a:r>
                    </a:p>
                    <a:p>
                      <a:r>
                        <a:rPr lang="nl-NL" sz="1400" b="1" baseline="0" err="1">
                          <a:solidFill>
                            <a:srgbClr val="0070C0"/>
                          </a:solidFill>
                        </a:rPr>
                        <a:t>age.</a:t>
                      </a:r>
                      <a:r>
                        <a:rPr lang="nl-NL" sz="1400" b="1" baseline="0">
                          <a:solidFill>
                            <a:srgbClr val="0070C0"/>
                          </a:solidFill>
                        </a:rPr>
                        <a:t>classes = c(6, 8, 13, 18)</a:t>
                      </a:r>
                      <a:endParaRPr lang="nl-NL" sz="1400" b="1">
                        <a:solidFill>
                          <a:srgbClr val="0070C0"/>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1"/>
                  </a:ext>
                </a:extLst>
              </a:tr>
              <a:tr h="378067">
                <a:tc>
                  <a:txBody>
                    <a:bodyPr/>
                    <a:lstStyle/>
                    <a:p>
                      <a:r>
                        <a:rPr lang="en-US" sz="1400" b="1" err="1">
                          <a:solidFill>
                            <a:schemeClr val="tx2"/>
                          </a:solidFill>
                        </a:rPr>
                        <a:t>prb</a:t>
                      </a:r>
                      <a:endParaRPr lang="nl-NL" sz="1400" b="1">
                        <a:solidFill>
                          <a:schemeClr val="tx2"/>
                        </a:solidFill>
                      </a:endParaRPr>
                    </a:p>
                  </a:txBody>
                  <a:tcPr/>
                </a:tc>
                <a:tc>
                  <a:txBody>
                    <a:bodyPr/>
                    <a:lstStyle/>
                    <a:p>
                      <a:r>
                        <a:rPr lang="nl-NL" sz="1400" err="1"/>
                        <a:t>Number</a:t>
                      </a:r>
                      <a:endParaRPr lang="nl-NL" sz="1400"/>
                    </a:p>
                    <a:p>
                      <a:r>
                        <a:rPr lang="nl-NL" sz="1400"/>
                        <a:t>vector</a:t>
                      </a:r>
                    </a:p>
                  </a:txBody>
                  <a:tcPr/>
                </a:tc>
                <a:tc>
                  <a:txBody>
                    <a:bodyPr/>
                    <a:lstStyle/>
                    <a:p>
                      <a:r>
                        <a:rPr lang="en-US" sz="1400" err="1"/>
                        <a:t>prb</a:t>
                      </a:r>
                      <a:r>
                        <a:rPr lang="en-US" sz="1400"/>
                        <a:t> stands for probs, the probabilities of the reported quantiles. Default </a:t>
                      </a:r>
                      <a:r>
                        <a:rPr lang="en-US" sz="1400" err="1"/>
                        <a:t>prb</a:t>
                      </a:r>
                      <a:r>
                        <a:rPr lang="en-US" sz="1400"/>
                        <a:t> = c(0.05, 0.1, 0.25, 0.5, 0.75, 0.9, 0.95) Defines the percentiles of the habitual intake distribution to be reported.</a:t>
                      </a:r>
                      <a:endParaRPr lang="nl-NL" sz="140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2"/>
                  </a:ext>
                </a:extLst>
              </a:tr>
            </a:tbl>
          </a:graphicData>
        </a:graphic>
      </p:graphicFrame>
      <p:sp>
        <p:nvSpPr>
          <p:cNvPr id="7" name="Footer Placeholder 6">
            <a:extLst>
              <a:ext uri="{FF2B5EF4-FFF2-40B4-BE49-F238E27FC236}">
                <a16:creationId xmlns:a16="http://schemas.microsoft.com/office/drawing/2014/main" id="{B1D98850-8609-079F-8340-BE19299003A7}"/>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A86B0626-F2B3-F884-F6BA-5107710C3093}"/>
              </a:ext>
            </a:extLst>
          </p:cNvPr>
          <p:cNvSpPr>
            <a:spLocks noGrp="1"/>
          </p:cNvSpPr>
          <p:nvPr>
            <p:ph type="dt" sz="half" idx="10"/>
          </p:nvPr>
        </p:nvSpPr>
        <p:spPr>
          <a:xfrm>
            <a:off x="467544" y="6543489"/>
            <a:ext cx="3752850" cy="264272"/>
          </a:xfrm>
        </p:spPr>
        <p:txBody>
          <a:bodyPr/>
          <a:lstStyle/>
          <a:p>
            <a:pPr algn="l"/>
            <a:r>
              <a:rPr lang="nl-NL"/>
              <a:t>SPADE course, July 8-9, 2025</a:t>
            </a:r>
          </a:p>
        </p:txBody>
      </p:sp>
    </p:spTree>
    <p:extLst>
      <p:ext uri="{BB962C8B-B14F-4D97-AF65-F5344CB8AC3E}">
        <p14:creationId xmlns:p14="http://schemas.microsoft.com/office/powerpoint/2010/main" val="2483860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962BC-6216-467F-A1EF-36C9362C7C6D}"/>
              </a:ext>
            </a:extLst>
          </p:cNvPr>
          <p:cNvSpPr>
            <a:spLocks noGrp="1"/>
          </p:cNvSpPr>
          <p:nvPr>
            <p:ph type="title"/>
          </p:nvPr>
        </p:nvSpPr>
        <p:spPr/>
        <p:txBody>
          <a:bodyPr/>
          <a:lstStyle/>
          <a:p>
            <a:r>
              <a:rPr lang="nl-NL"/>
              <a:t>Age classes</a:t>
            </a:r>
          </a:p>
        </p:txBody>
      </p:sp>
      <p:sp>
        <p:nvSpPr>
          <p:cNvPr id="3" name="Content Placeholder 2">
            <a:extLst>
              <a:ext uri="{FF2B5EF4-FFF2-40B4-BE49-F238E27FC236}">
                <a16:creationId xmlns:a16="http://schemas.microsoft.com/office/drawing/2014/main" id="{6C07CFAB-A0A7-42F0-B6D5-85CCE24163B8}"/>
              </a:ext>
            </a:extLst>
          </p:cNvPr>
          <p:cNvSpPr>
            <a:spLocks noGrp="1"/>
          </p:cNvSpPr>
          <p:nvPr>
            <p:ph idx="1"/>
          </p:nvPr>
        </p:nvSpPr>
        <p:spPr/>
        <p:txBody>
          <a:bodyPr/>
          <a:lstStyle/>
          <a:p>
            <a:r>
              <a:rPr lang="nl-NL" err="1"/>
              <a:t>By</a:t>
            </a:r>
            <a:r>
              <a:rPr lang="nl-NL"/>
              <a:t> default, no </a:t>
            </a:r>
            <a:r>
              <a:rPr lang="nl-NL" err="1"/>
              <a:t>age</a:t>
            </a:r>
            <a:r>
              <a:rPr lang="nl-NL"/>
              <a:t> classes. </a:t>
            </a:r>
          </a:p>
          <a:p>
            <a:endParaRPr lang="nl-NL"/>
          </a:p>
          <a:p>
            <a:r>
              <a:rPr lang="nl-NL" err="1"/>
              <a:t>Sometimes</a:t>
            </a:r>
            <a:r>
              <a:rPr lang="nl-NL"/>
              <a:t> </a:t>
            </a:r>
            <a:r>
              <a:rPr lang="nl-NL" err="1"/>
              <a:t>interested</a:t>
            </a:r>
            <a:r>
              <a:rPr lang="nl-NL"/>
              <a:t> in </a:t>
            </a:r>
            <a:r>
              <a:rPr lang="nl-NL" err="1"/>
              <a:t>habitual</a:t>
            </a:r>
            <a:r>
              <a:rPr lang="nl-NL"/>
              <a:t> intake </a:t>
            </a:r>
            <a:r>
              <a:rPr lang="nl-NL" err="1"/>
              <a:t>distribution</a:t>
            </a:r>
            <a:r>
              <a:rPr lang="nl-NL"/>
              <a:t> </a:t>
            </a:r>
            <a:r>
              <a:rPr lang="nl-NL" err="1"/>
              <a:t>shown</a:t>
            </a:r>
            <a:r>
              <a:rPr lang="nl-NL"/>
              <a:t> in different </a:t>
            </a:r>
            <a:r>
              <a:rPr lang="nl-NL" err="1"/>
              <a:t>age</a:t>
            </a:r>
            <a:r>
              <a:rPr lang="nl-NL"/>
              <a:t> </a:t>
            </a:r>
            <a:r>
              <a:rPr lang="nl-NL" err="1"/>
              <a:t>categories</a:t>
            </a:r>
            <a:endParaRPr lang="nl-NL"/>
          </a:p>
          <a:p>
            <a:pPr lvl="1"/>
            <a:r>
              <a:rPr lang="nl-NL"/>
              <a:t>For </a:t>
            </a:r>
            <a:r>
              <a:rPr lang="nl-NL" err="1"/>
              <a:t>example</a:t>
            </a:r>
            <a:r>
              <a:rPr lang="nl-NL"/>
              <a:t>: 1-3 y, 4-6 y, 7-10 y, 11-13 y, 14-17 y, 18-30 y, 31-50 y </a:t>
            </a:r>
            <a:r>
              <a:rPr lang="nl-NL" err="1"/>
              <a:t>and</a:t>
            </a:r>
            <a:r>
              <a:rPr lang="nl-NL"/>
              <a:t>  		       50-79 y</a:t>
            </a:r>
          </a:p>
          <a:p>
            <a:pPr lvl="1"/>
            <a:endParaRPr lang="nl-NL"/>
          </a:p>
          <a:p>
            <a:pPr marL="234900" lvl="1" indent="0">
              <a:buNone/>
            </a:pPr>
            <a:r>
              <a:rPr lang="nl-NL" sz="1600" b="1" err="1">
                <a:solidFill>
                  <a:schemeClr val="tx2"/>
                </a:solidFill>
                <a:latin typeface="Lucida Console" panose="020B0609040504020204" pitchFamily="49" charset="0"/>
              </a:rPr>
              <a:t>age.</a:t>
            </a:r>
            <a:r>
              <a:rPr lang="nl-NL" sz="1600" b="1">
                <a:solidFill>
                  <a:schemeClr val="tx2"/>
                </a:solidFill>
                <a:latin typeface="Lucida Console" panose="020B0609040504020204" pitchFamily="49" charset="0"/>
              </a:rPr>
              <a:t>classes = c(0, 3, 6, 10, 13, 17, 30, 50, 79)</a:t>
            </a:r>
            <a:endParaRPr lang="nl-NL" sz="1600" b="1">
              <a:solidFill>
                <a:schemeClr val="tx2"/>
              </a:solidFill>
              <a:latin typeface="Lucida Console" panose="020B0609040504020204" pitchFamily="49" charset="0"/>
              <a:cs typeface="Courier New" panose="02070309020205020404" pitchFamily="49" charset="0"/>
            </a:endParaRPr>
          </a:p>
          <a:p>
            <a:pPr marL="234900" lvl="1" indent="0">
              <a:buNone/>
            </a:pPr>
            <a:endParaRPr lang="nl-NL"/>
          </a:p>
        </p:txBody>
      </p:sp>
      <p:sp>
        <p:nvSpPr>
          <p:cNvPr id="5" name="Slide Number Placeholder 4">
            <a:extLst>
              <a:ext uri="{FF2B5EF4-FFF2-40B4-BE49-F238E27FC236}">
                <a16:creationId xmlns:a16="http://schemas.microsoft.com/office/drawing/2014/main" id="{2C9A5CCF-E17B-4EC9-9197-B2A1876BF2D9}"/>
              </a:ext>
            </a:extLst>
          </p:cNvPr>
          <p:cNvSpPr>
            <a:spLocks noGrp="1"/>
          </p:cNvSpPr>
          <p:nvPr>
            <p:ph type="sldNum" sz="quarter" idx="12"/>
          </p:nvPr>
        </p:nvSpPr>
        <p:spPr/>
        <p:txBody>
          <a:bodyPr/>
          <a:lstStyle/>
          <a:p>
            <a:fld id="{8FC21E99-CB6E-4E1C-8709-25BF64FEA530}" type="slidenum">
              <a:rPr lang="nl-NL" smtClean="0"/>
              <a:pPr/>
              <a:t>49</a:t>
            </a:fld>
            <a:endParaRPr lang="nl-NL"/>
          </a:p>
        </p:txBody>
      </p:sp>
      <p:sp>
        <p:nvSpPr>
          <p:cNvPr id="6" name="Footer Placeholder 5">
            <a:extLst>
              <a:ext uri="{FF2B5EF4-FFF2-40B4-BE49-F238E27FC236}">
                <a16:creationId xmlns:a16="http://schemas.microsoft.com/office/drawing/2014/main" id="{3CFF8640-900D-D3AA-0050-329EB6344200}"/>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AD1029D9-81EB-134C-F767-3DE6D0C33811}"/>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40023221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218"/>
            <a:ext cx="8172450" cy="444500"/>
          </a:xfrm>
        </p:spPr>
        <p:txBody>
          <a:bodyPr>
            <a:normAutofit fontScale="90000"/>
          </a:bodyPr>
          <a:lstStyle/>
          <a:p>
            <a:br>
              <a:rPr lang="nl-NL" sz="2800"/>
            </a:br>
            <a:r>
              <a:rPr lang="nl-NL" err="1"/>
              <a:t>Percentiles</a:t>
            </a:r>
            <a:endParaRPr lang="nl-NL" sz="2000"/>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50</a:t>
            </a:fld>
            <a:endParaRPr lang="nl-NL"/>
          </a:p>
        </p:txBody>
      </p:sp>
      <p:sp>
        <p:nvSpPr>
          <p:cNvPr id="4" name="TextBox 3"/>
          <p:cNvSpPr txBox="1"/>
          <p:nvPr/>
        </p:nvSpPr>
        <p:spPr>
          <a:xfrm>
            <a:off x="251520" y="1803530"/>
            <a:ext cx="8352928" cy="4524315"/>
          </a:xfrm>
          <a:prstGeom prst="rect">
            <a:avLst/>
          </a:prstGeom>
          <a:noFill/>
        </p:spPr>
        <p:txBody>
          <a:bodyPr wrap="square" rtlCol="0">
            <a:spAutoFit/>
          </a:bodyPr>
          <a:lstStyle/>
          <a:p>
            <a:r>
              <a:rPr lang="nl-NL" err="1"/>
              <a:t>By</a:t>
            </a:r>
            <a:r>
              <a:rPr lang="nl-NL"/>
              <a:t> default SPADE </a:t>
            </a:r>
            <a:r>
              <a:rPr lang="nl-NL" err="1"/>
              <a:t>provides</a:t>
            </a:r>
            <a:r>
              <a:rPr lang="nl-NL"/>
              <a:t> </a:t>
            </a:r>
            <a:r>
              <a:rPr lang="nl-NL" err="1"/>
              <a:t>results</a:t>
            </a:r>
            <a:r>
              <a:rPr lang="nl-NL"/>
              <a:t>:</a:t>
            </a:r>
          </a:p>
          <a:p>
            <a:endParaRPr lang="nl-NL"/>
          </a:p>
          <a:p>
            <a:r>
              <a:rPr lang="nl-NL" err="1"/>
              <a:t>Mean</a:t>
            </a:r>
            <a:r>
              <a:rPr lang="nl-NL"/>
              <a:t> </a:t>
            </a:r>
            <a:r>
              <a:rPr lang="nl-NL" err="1"/>
              <a:t>and</a:t>
            </a:r>
            <a:r>
              <a:rPr lang="nl-NL"/>
              <a:t> </a:t>
            </a:r>
            <a:r>
              <a:rPr lang="nl-NL" err="1"/>
              <a:t>percentiles</a:t>
            </a:r>
            <a:r>
              <a:rPr lang="nl-NL"/>
              <a:t> 5, 10, 25, 50, 75, 90 </a:t>
            </a:r>
            <a:r>
              <a:rPr lang="nl-NL" err="1"/>
              <a:t>and</a:t>
            </a:r>
            <a:r>
              <a:rPr lang="nl-NL"/>
              <a:t> 95 </a:t>
            </a:r>
          </a:p>
          <a:p>
            <a:r>
              <a:rPr lang="nl-NL" err="1"/>
              <a:t>to</a:t>
            </a:r>
            <a:r>
              <a:rPr lang="nl-NL"/>
              <a:t> have </a:t>
            </a:r>
            <a:r>
              <a:rPr lang="nl-NL" err="1"/>
              <a:t>simple</a:t>
            </a:r>
            <a:r>
              <a:rPr lang="nl-NL"/>
              <a:t> </a:t>
            </a:r>
            <a:r>
              <a:rPr lang="nl-NL" err="1"/>
              <a:t>and</a:t>
            </a:r>
            <a:r>
              <a:rPr lang="nl-NL"/>
              <a:t> small </a:t>
            </a:r>
            <a:r>
              <a:rPr lang="nl-NL" err="1"/>
              <a:t>tables</a:t>
            </a:r>
            <a:r>
              <a:rPr lang="nl-NL"/>
              <a:t>. </a:t>
            </a:r>
          </a:p>
          <a:p>
            <a:endParaRPr lang="nl-NL"/>
          </a:p>
          <a:p>
            <a:endParaRPr lang="nl-NL"/>
          </a:p>
          <a:p>
            <a:r>
              <a:rPr lang="nl-NL" err="1"/>
              <a:t>This</a:t>
            </a:r>
            <a:r>
              <a:rPr lang="nl-NL"/>
              <a:t> </a:t>
            </a:r>
            <a:r>
              <a:rPr lang="nl-NL" err="1"/>
              <a:t>can</a:t>
            </a:r>
            <a:r>
              <a:rPr lang="nl-NL"/>
              <a:t> </a:t>
            </a:r>
            <a:r>
              <a:rPr lang="nl-NL" err="1"/>
              <a:t>be</a:t>
            </a:r>
            <a:r>
              <a:rPr lang="nl-NL"/>
              <a:t> </a:t>
            </a:r>
            <a:r>
              <a:rPr lang="nl-NL" err="1"/>
              <a:t>changed</a:t>
            </a:r>
            <a:r>
              <a:rPr lang="nl-NL"/>
              <a:t> </a:t>
            </a:r>
            <a:r>
              <a:rPr lang="nl-NL" err="1"/>
              <a:t>by</a:t>
            </a:r>
            <a:r>
              <a:rPr lang="nl-NL"/>
              <a:t> </a:t>
            </a:r>
            <a:r>
              <a:rPr lang="nl-NL" err="1"/>
              <a:t>the</a:t>
            </a:r>
            <a:r>
              <a:rPr lang="nl-NL"/>
              <a:t> user </a:t>
            </a:r>
            <a:r>
              <a:rPr lang="nl-NL" err="1"/>
              <a:t>adding</a:t>
            </a:r>
            <a:r>
              <a:rPr lang="nl-NL"/>
              <a:t> </a:t>
            </a:r>
            <a:r>
              <a:rPr lang="nl-NL" err="1"/>
              <a:t>the</a:t>
            </a:r>
            <a:r>
              <a:rPr lang="nl-NL"/>
              <a:t> </a:t>
            </a:r>
            <a:r>
              <a:rPr lang="nl-NL" err="1"/>
              <a:t>prb</a:t>
            </a:r>
            <a:r>
              <a:rPr lang="nl-NL"/>
              <a:t> argument </a:t>
            </a:r>
            <a:r>
              <a:rPr lang="nl-NL" err="1"/>
              <a:t>to</a:t>
            </a:r>
            <a:r>
              <a:rPr lang="nl-NL"/>
              <a:t> </a:t>
            </a:r>
            <a:r>
              <a:rPr lang="nl-NL" err="1"/>
              <a:t>the</a:t>
            </a:r>
            <a:r>
              <a:rPr lang="nl-NL"/>
              <a:t> script </a:t>
            </a:r>
            <a:r>
              <a:rPr lang="nl-NL" err="1"/>
              <a:t>and</a:t>
            </a:r>
            <a:r>
              <a:rPr lang="nl-NL"/>
              <a:t> </a:t>
            </a:r>
            <a:r>
              <a:rPr lang="nl-NL" err="1"/>
              <a:t>changing</a:t>
            </a:r>
            <a:r>
              <a:rPr lang="nl-NL"/>
              <a:t> </a:t>
            </a:r>
            <a:r>
              <a:rPr lang="nl-NL" err="1"/>
              <a:t>the</a:t>
            </a:r>
            <a:r>
              <a:rPr lang="nl-NL"/>
              <a:t> </a:t>
            </a:r>
            <a:r>
              <a:rPr lang="nl-NL" err="1"/>
              <a:t>numbers</a:t>
            </a:r>
            <a:endParaRPr lang="nl-NL"/>
          </a:p>
          <a:p>
            <a:endParaRPr lang="nl-NL"/>
          </a:p>
          <a:p>
            <a:r>
              <a:rPr lang="en-US" err="1">
                <a:solidFill>
                  <a:schemeClr val="tx2"/>
                </a:solidFill>
                <a:latin typeface="Lucida Console"/>
                <a:ea typeface="Times New Roman"/>
                <a:cs typeface="Courier New"/>
              </a:rPr>
              <a:t>prb</a:t>
            </a:r>
            <a:r>
              <a:rPr lang="en-US">
                <a:solidFill>
                  <a:schemeClr val="tx2"/>
                </a:solidFill>
                <a:latin typeface="Lucida Console"/>
                <a:ea typeface="Times New Roman"/>
                <a:cs typeface="Courier New"/>
              </a:rPr>
              <a:t> = c(0.05, 0.25, 0.5, 0.75, 0.95)</a:t>
            </a:r>
          </a:p>
          <a:p>
            <a:r>
              <a:rPr lang="en-US">
                <a:latin typeface="Lucida Console"/>
                <a:cs typeface="Courier New"/>
              </a:rPr>
              <a:t>or</a:t>
            </a:r>
          </a:p>
          <a:p>
            <a:r>
              <a:rPr lang="en-US" err="1">
                <a:solidFill>
                  <a:schemeClr val="tx2"/>
                </a:solidFill>
                <a:latin typeface="Lucida Console"/>
                <a:cs typeface="Courier New"/>
              </a:rPr>
              <a:t>prb</a:t>
            </a:r>
            <a:r>
              <a:rPr lang="en-US">
                <a:solidFill>
                  <a:schemeClr val="tx2"/>
                </a:solidFill>
                <a:latin typeface="Lucida Console"/>
                <a:cs typeface="Courier New"/>
              </a:rPr>
              <a:t> = c(1,5,10,25,50,75,90,95,99)/100</a:t>
            </a:r>
          </a:p>
          <a:p>
            <a:r>
              <a:rPr lang="en-US">
                <a:solidFill>
                  <a:schemeClr val="tx2"/>
                </a:solidFill>
                <a:latin typeface="Lucida Console"/>
                <a:cs typeface="Courier New"/>
              </a:rPr>
              <a:t>or</a:t>
            </a:r>
          </a:p>
          <a:p>
            <a:r>
              <a:rPr lang="en-US" err="1">
                <a:solidFill>
                  <a:schemeClr val="tx2"/>
                </a:solidFill>
                <a:latin typeface="Lucida Console"/>
                <a:cs typeface="Courier New"/>
              </a:rPr>
              <a:t>prb</a:t>
            </a:r>
            <a:r>
              <a:rPr lang="en-US">
                <a:solidFill>
                  <a:schemeClr val="tx2"/>
                </a:solidFill>
                <a:latin typeface="Lucida Console"/>
                <a:cs typeface="Courier New"/>
              </a:rPr>
              <a:t> = seq(from = 0.01, to = 0.99, by = 0.01)</a:t>
            </a:r>
          </a:p>
          <a:p>
            <a:r>
              <a:rPr lang="en-US">
                <a:latin typeface="Lucida Console"/>
                <a:cs typeface="Courier New"/>
              </a:rPr>
              <a:t>or shorter</a:t>
            </a:r>
          </a:p>
          <a:p>
            <a:r>
              <a:rPr lang="en-US" err="1">
                <a:solidFill>
                  <a:schemeClr val="tx2"/>
                </a:solidFill>
                <a:latin typeface="Lucida Console"/>
                <a:cs typeface="Courier New"/>
              </a:rPr>
              <a:t>prb</a:t>
            </a:r>
            <a:r>
              <a:rPr lang="en-US">
                <a:solidFill>
                  <a:schemeClr val="tx2"/>
                </a:solidFill>
                <a:latin typeface="Lucida Console"/>
                <a:cs typeface="Courier New"/>
              </a:rPr>
              <a:t> = (1:99)/100</a:t>
            </a:r>
            <a:endParaRPr lang="nl-NL">
              <a:solidFill>
                <a:schemeClr val="tx2"/>
              </a:solidFill>
            </a:endParaRPr>
          </a:p>
        </p:txBody>
      </p:sp>
      <p:sp>
        <p:nvSpPr>
          <p:cNvPr id="7" name="Footer Placeholder 6">
            <a:extLst>
              <a:ext uri="{FF2B5EF4-FFF2-40B4-BE49-F238E27FC236}">
                <a16:creationId xmlns:a16="http://schemas.microsoft.com/office/drawing/2014/main" id="{C4A611C9-F4B0-0A17-F369-6BA054BFD1B5}"/>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ACCDE056-0B26-1FD2-7F82-621AAF9881A7}"/>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1507755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80928"/>
            <a:ext cx="8172450" cy="444500"/>
          </a:xfrm>
        </p:spPr>
        <p:txBody>
          <a:bodyPr>
            <a:normAutofit fontScale="90000"/>
          </a:bodyPr>
          <a:lstStyle/>
          <a:p>
            <a:pPr algn="ctr"/>
            <a:br>
              <a:rPr lang="nl-NL" sz="3600"/>
            </a:br>
            <a:r>
              <a:rPr lang="nl-NL" sz="3600" b="1" err="1"/>
              <a:t>Additional</a:t>
            </a:r>
            <a:r>
              <a:rPr lang="nl-NL" sz="3600" b="1"/>
              <a:t> options</a:t>
            </a:r>
            <a:br>
              <a:rPr lang="nl-NL" sz="3600"/>
            </a:br>
            <a:r>
              <a:rPr lang="nl-NL" sz="2400"/>
              <a:t>Survey </a:t>
            </a:r>
            <a:r>
              <a:rPr lang="nl-NL" sz="2400" err="1"/>
              <a:t>weights</a:t>
            </a:r>
            <a:endParaRPr lang="nl-NL" sz="3600"/>
          </a:p>
        </p:txBody>
      </p:sp>
      <p:sp>
        <p:nvSpPr>
          <p:cNvPr id="5" name="Slide Number Placeholder 4"/>
          <p:cNvSpPr>
            <a:spLocks noGrp="1"/>
          </p:cNvSpPr>
          <p:nvPr>
            <p:ph type="sldNum" sz="quarter" idx="12"/>
          </p:nvPr>
        </p:nvSpPr>
        <p:spPr/>
        <p:txBody>
          <a:bodyPr/>
          <a:lstStyle/>
          <a:p>
            <a:fld id="{8FC21E99-CB6E-4E1C-8709-25BF64FEA530}" type="slidenum">
              <a:rPr lang="nl-NL" smtClean="0"/>
              <a:pPr/>
              <a:t>51</a:t>
            </a:fld>
            <a:endParaRPr lang="nl-NL"/>
          </a:p>
        </p:txBody>
      </p:sp>
      <p:sp>
        <p:nvSpPr>
          <p:cNvPr id="4" name="Footer Placeholder 3">
            <a:extLst>
              <a:ext uri="{FF2B5EF4-FFF2-40B4-BE49-F238E27FC236}">
                <a16:creationId xmlns:a16="http://schemas.microsoft.com/office/drawing/2014/main" id="{05388D8D-E0D8-D520-C7BC-2BAE76167BCE}"/>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FA2D8690-B218-F8C6-F3F8-6C7FE27DEA4A}"/>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53775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688"/>
            <a:ext cx="8172450" cy="444500"/>
          </a:xfrm>
        </p:spPr>
        <p:txBody>
          <a:bodyPr>
            <a:normAutofit fontScale="90000"/>
          </a:bodyPr>
          <a:lstStyle/>
          <a:p>
            <a:br>
              <a:rPr lang="nl-NL" sz="2800">
                <a:solidFill>
                  <a:schemeClr val="accent4"/>
                </a:solidFill>
              </a:rPr>
            </a:br>
            <a:r>
              <a:rPr lang="nl-NL"/>
              <a:t>Survey </a:t>
            </a:r>
            <a:r>
              <a:rPr lang="nl-NL" err="1"/>
              <a:t>weights</a:t>
            </a:r>
            <a:r>
              <a:rPr lang="nl-NL"/>
              <a:t> 1</a:t>
            </a:r>
            <a:endParaRPr lang="nl-NL" sz="2000"/>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52</a:t>
            </a:fld>
            <a:endParaRPr lang="nl-NL"/>
          </a:p>
        </p:txBody>
      </p:sp>
      <p:sp>
        <p:nvSpPr>
          <p:cNvPr id="7" name="TextBox 6"/>
          <p:cNvSpPr txBox="1"/>
          <p:nvPr/>
        </p:nvSpPr>
        <p:spPr>
          <a:xfrm>
            <a:off x="251520" y="1268760"/>
            <a:ext cx="8640960" cy="3693319"/>
          </a:xfrm>
          <a:prstGeom prst="rect">
            <a:avLst/>
          </a:prstGeom>
          <a:noFill/>
        </p:spPr>
        <p:txBody>
          <a:bodyPr wrap="square" rtlCol="0">
            <a:spAutoFit/>
          </a:bodyPr>
          <a:lstStyle/>
          <a:p>
            <a:endParaRPr lang="nl-NL"/>
          </a:p>
          <a:p>
            <a:r>
              <a:rPr lang="nl-NL">
                <a:solidFill>
                  <a:schemeClr val="tx2"/>
                </a:solidFill>
              </a:rPr>
              <a:t>In </a:t>
            </a:r>
            <a:r>
              <a:rPr lang="nl-NL" err="1">
                <a:solidFill>
                  <a:schemeClr val="tx2"/>
                </a:solidFill>
              </a:rPr>
              <a:t>ideal</a:t>
            </a:r>
            <a:r>
              <a:rPr lang="nl-NL">
                <a:solidFill>
                  <a:schemeClr val="tx2"/>
                </a:solidFill>
              </a:rPr>
              <a:t> </a:t>
            </a:r>
            <a:r>
              <a:rPr lang="nl-NL" err="1">
                <a:solidFill>
                  <a:schemeClr val="tx2"/>
                </a:solidFill>
              </a:rPr>
              <a:t>situation</a:t>
            </a:r>
            <a:r>
              <a:rPr lang="nl-NL">
                <a:solidFill>
                  <a:schemeClr val="tx2"/>
                </a:solidFill>
              </a:rPr>
              <a:t>, </a:t>
            </a:r>
          </a:p>
          <a:p>
            <a:r>
              <a:rPr lang="nl-NL" err="1"/>
              <a:t>study</a:t>
            </a:r>
            <a:r>
              <a:rPr lang="nl-NL"/>
              <a:t> sample is </a:t>
            </a:r>
            <a:r>
              <a:rPr lang="nl-NL" err="1"/>
              <a:t>miniature</a:t>
            </a:r>
            <a:r>
              <a:rPr lang="nl-NL"/>
              <a:t> of </a:t>
            </a:r>
            <a:r>
              <a:rPr lang="nl-NL" err="1"/>
              <a:t>population</a:t>
            </a:r>
            <a:r>
              <a:rPr lang="nl-NL"/>
              <a:t> </a:t>
            </a:r>
            <a:r>
              <a:rPr lang="nl-NL" err="1"/>
              <a:t>it</a:t>
            </a:r>
            <a:r>
              <a:rPr lang="nl-NL"/>
              <a:t> </a:t>
            </a:r>
            <a:r>
              <a:rPr lang="nl-NL" err="1"/>
              <a:t>came</a:t>
            </a:r>
            <a:r>
              <a:rPr lang="nl-NL"/>
              <a:t> </a:t>
            </a:r>
            <a:r>
              <a:rPr lang="nl-NL" err="1"/>
              <a:t>from</a:t>
            </a:r>
            <a:endParaRPr lang="nl-NL"/>
          </a:p>
          <a:p>
            <a:r>
              <a:rPr lang="nl-NL"/>
              <a:t>…</a:t>
            </a:r>
            <a:r>
              <a:rPr lang="nl-NL" err="1"/>
              <a:t>and</a:t>
            </a:r>
            <a:r>
              <a:rPr lang="nl-NL"/>
              <a:t> </a:t>
            </a:r>
            <a:r>
              <a:rPr lang="nl-NL" err="1"/>
              <a:t>representative</a:t>
            </a:r>
            <a:r>
              <a:rPr lang="nl-NL"/>
              <a:t> </a:t>
            </a:r>
            <a:r>
              <a:rPr lang="nl-NL" err="1"/>
              <a:t>for</a:t>
            </a:r>
            <a:r>
              <a:rPr lang="nl-NL"/>
              <a:t> </a:t>
            </a:r>
            <a:r>
              <a:rPr lang="nl-NL" err="1"/>
              <a:t>the</a:t>
            </a:r>
            <a:r>
              <a:rPr lang="nl-NL"/>
              <a:t> variables </a:t>
            </a:r>
            <a:r>
              <a:rPr lang="nl-NL" err="1"/>
              <a:t>measured</a:t>
            </a:r>
            <a:r>
              <a:rPr lang="nl-NL"/>
              <a:t> in </a:t>
            </a:r>
            <a:r>
              <a:rPr lang="nl-NL" err="1"/>
              <a:t>the</a:t>
            </a:r>
            <a:r>
              <a:rPr lang="nl-NL"/>
              <a:t> </a:t>
            </a:r>
            <a:r>
              <a:rPr lang="nl-NL" err="1"/>
              <a:t>study</a:t>
            </a:r>
            <a:endParaRPr lang="nl-NL"/>
          </a:p>
          <a:p>
            <a:endParaRPr lang="nl-NL"/>
          </a:p>
          <a:p>
            <a:endParaRPr lang="nl-NL"/>
          </a:p>
          <a:p>
            <a:r>
              <a:rPr lang="nl-NL">
                <a:solidFill>
                  <a:schemeClr val="tx2"/>
                </a:solidFill>
              </a:rPr>
              <a:t>In </a:t>
            </a:r>
            <a:r>
              <a:rPr lang="nl-NL" err="1">
                <a:solidFill>
                  <a:schemeClr val="tx2"/>
                </a:solidFill>
              </a:rPr>
              <a:t>practice</a:t>
            </a:r>
            <a:r>
              <a:rPr lang="nl-NL">
                <a:solidFill>
                  <a:schemeClr val="tx2"/>
                </a:solidFill>
              </a:rPr>
              <a:t>,</a:t>
            </a:r>
          </a:p>
          <a:p>
            <a:r>
              <a:rPr lang="nl-NL" err="1"/>
              <a:t>groups</a:t>
            </a:r>
            <a:r>
              <a:rPr lang="nl-NL"/>
              <a:t> </a:t>
            </a:r>
            <a:r>
              <a:rPr lang="nl-NL" err="1"/>
              <a:t>may</a:t>
            </a:r>
            <a:r>
              <a:rPr lang="nl-NL"/>
              <a:t> </a:t>
            </a:r>
            <a:r>
              <a:rPr lang="nl-NL" err="1"/>
              <a:t>be</a:t>
            </a:r>
            <a:r>
              <a:rPr lang="nl-NL"/>
              <a:t> </a:t>
            </a:r>
            <a:r>
              <a:rPr lang="nl-NL" err="1"/>
              <a:t>under</a:t>
            </a:r>
            <a:r>
              <a:rPr lang="nl-NL"/>
              <a:t>- or </a:t>
            </a:r>
            <a:r>
              <a:rPr lang="nl-NL" err="1"/>
              <a:t>overrepresented</a:t>
            </a:r>
            <a:endParaRPr lang="nl-NL"/>
          </a:p>
          <a:p>
            <a:r>
              <a:rPr lang="nl-NL"/>
              <a:t>… </a:t>
            </a:r>
            <a:r>
              <a:rPr lang="nl-NL" err="1"/>
              <a:t>and</a:t>
            </a:r>
            <a:r>
              <a:rPr lang="nl-NL"/>
              <a:t> </a:t>
            </a:r>
            <a:r>
              <a:rPr lang="nl-NL" err="1"/>
              <a:t>conclusions</a:t>
            </a:r>
            <a:r>
              <a:rPr lang="nl-NL"/>
              <a:t> </a:t>
            </a:r>
            <a:r>
              <a:rPr lang="nl-NL" err="1"/>
              <a:t>based</a:t>
            </a:r>
            <a:r>
              <a:rPr lang="nl-NL"/>
              <a:t> on </a:t>
            </a:r>
            <a:r>
              <a:rPr lang="nl-NL" err="1"/>
              <a:t>study</a:t>
            </a:r>
            <a:r>
              <a:rPr lang="nl-NL"/>
              <a:t> </a:t>
            </a:r>
            <a:r>
              <a:rPr lang="nl-NL" err="1"/>
              <a:t>population</a:t>
            </a:r>
            <a:r>
              <a:rPr lang="nl-NL"/>
              <a:t> </a:t>
            </a:r>
            <a:r>
              <a:rPr lang="nl-NL" err="1"/>
              <a:t>may</a:t>
            </a:r>
            <a:r>
              <a:rPr lang="nl-NL"/>
              <a:t> </a:t>
            </a:r>
            <a:r>
              <a:rPr lang="nl-NL" err="1"/>
              <a:t>not</a:t>
            </a:r>
            <a:r>
              <a:rPr lang="nl-NL"/>
              <a:t> </a:t>
            </a:r>
            <a:r>
              <a:rPr lang="nl-NL" err="1"/>
              <a:t>be</a:t>
            </a:r>
            <a:r>
              <a:rPr lang="nl-NL"/>
              <a:t> </a:t>
            </a:r>
            <a:r>
              <a:rPr lang="nl-NL" err="1"/>
              <a:t>representative</a:t>
            </a:r>
            <a:endParaRPr lang="nl-NL"/>
          </a:p>
          <a:p>
            <a:endParaRPr lang="nl-NL"/>
          </a:p>
          <a:p>
            <a:endParaRPr lang="nl-NL"/>
          </a:p>
          <a:p>
            <a:r>
              <a:rPr lang="nl-NL" b="1" err="1">
                <a:solidFill>
                  <a:schemeClr val="tx2"/>
                </a:solidFill>
              </a:rPr>
              <a:t>Weighing</a:t>
            </a:r>
            <a:r>
              <a:rPr lang="nl-NL"/>
              <a:t> is a common procedure </a:t>
            </a:r>
            <a:r>
              <a:rPr lang="nl-NL" err="1"/>
              <a:t>to</a:t>
            </a:r>
            <a:r>
              <a:rPr lang="nl-NL"/>
              <a:t> correct </a:t>
            </a:r>
            <a:r>
              <a:rPr lang="nl-NL" err="1"/>
              <a:t>results</a:t>
            </a:r>
            <a:r>
              <a:rPr lang="nl-NL"/>
              <a:t> </a:t>
            </a:r>
            <a:r>
              <a:rPr lang="nl-NL" err="1"/>
              <a:t>for</a:t>
            </a:r>
            <a:r>
              <a:rPr lang="nl-NL"/>
              <a:t> </a:t>
            </a:r>
            <a:r>
              <a:rPr lang="nl-NL" err="1"/>
              <a:t>deviations</a:t>
            </a:r>
            <a:r>
              <a:rPr lang="nl-NL"/>
              <a:t> of sample </a:t>
            </a:r>
            <a:r>
              <a:rPr lang="nl-NL" err="1"/>
              <a:t>population</a:t>
            </a:r>
            <a:r>
              <a:rPr lang="nl-NL"/>
              <a:t> </a:t>
            </a:r>
            <a:r>
              <a:rPr lang="nl-NL" err="1"/>
              <a:t>from</a:t>
            </a:r>
            <a:r>
              <a:rPr lang="nl-NL"/>
              <a:t> </a:t>
            </a:r>
            <a:r>
              <a:rPr lang="nl-NL" err="1"/>
              <a:t>original</a:t>
            </a:r>
            <a:r>
              <a:rPr lang="nl-NL"/>
              <a:t> </a:t>
            </a:r>
            <a:r>
              <a:rPr lang="nl-NL" err="1"/>
              <a:t>population</a:t>
            </a:r>
            <a:endParaRPr lang="nl-NL"/>
          </a:p>
        </p:txBody>
      </p:sp>
      <p:sp>
        <p:nvSpPr>
          <p:cNvPr id="6" name="Footer Placeholder 5">
            <a:extLst>
              <a:ext uri="{FF2B5EF4-FFF2-40B4-BE49-F238E27FC236}">
                <a16:creationId xmlns:a16="http://schemas.microsoft.com/office/drawing/2014/main" id="{E4ACDBC8-E214-E9B1-B444-4A77125F2D22}"/>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A0696DEF-6B54-D42C-F819-B27416F1EABF}"/>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18737201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688"/>
            <a:ext cx="8172450" cy="444500"/>
          </a:xfrm>
        </p:spPr>
        <p:txBody>
          <a:bodyPr>
            <a:normAutofit fontScale="90000"/>
          </a:bodyPr>
          <a:lstStyle/>
          <a:p>
            <a:br>
              <a:rPr lang="nl-NL" sz="2800"/>
            </a:br>
            <a:r>
              <a:rPr lang="nl-NL"/>
              <a:t>Survey </a:t>
            </a:r>
            <a:r>
              <a:rPr lang="nl-NL" err="1"/>
              <a:t>weights</a:t>
            </a:r>
            <a:r>
              <a:rPr lang="nl-NL"/>
              <a:t> 2</a:t>
            </a:r>
            <a:endParaRPr lang="nl-NL" sz="2000"/>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53</a:t>
            </a:fld>
            <a:endParaRPr lang="nl-NL"/>
          </a:p>
        </p:txBody>
      </p:sp>
      <p:sp>
        <p:nvSpPr>
          <p:cNvPr id="7" name="TextBox 6"/>
          <p:cNvSpPr txBox="1"/>
          <p:nvPr/>
        </p:nvSpPr>
        <p:spPr>
          <a:xfrm>
            <a:off x="251520" y="1268760"/>
            <a:ext cx="8640960" cy="3447098"/>
          </a:xfrm>
          <a:prstGeom prst="rect">
            <a:avLst/>
          </a:prstGeom>
          <a:noFill/>
        </p:spPr>
        <p:txBody>
          <a:bodyPr wrap="square" rtlCol="0">
            <a:spAutoFit/>
          </a:bodyPr>
          <a:lstStyle/>
          <a:p>
            <a:r>
              <a:rPr lang="nl-NL" sz="2000" b="1" err="1">
                <a:solidFill>
                  <a:schemeClr val="tx2"/>
                </a:solidFill>
              </a:rPr>
              <a:t>Assumption</a:t>
            </a:r>
            <a:r>
              <a:rPr lang="nl-NL" sz="2000" b="1">
                <a:solidFill>
                  <a:schemeClr val="tx2"/>
                </a:solidFill>
              </a:rPr>
              <a:t>: survey </a:t>
            </a:r>
            <a:r>
              <a:rPr lang="nl-NL" sz="2000" b="1" err="1">
                <a:solidFill>
                  <a:schemeClr val="tx2"/>
                </a:solidFill>
              </a:rPr>
              <a:t>weights</a:t>
            </a:r>
            <a:r>
              <a:rPr lang="nl-NL" sz="2000" b="1">
                <a:solidFill>
                  <a:schemeClr val="tx2"/>
                </a:solidFill>
              </a:rPr>
              <a:t> are </a:t>
            </a:r>
            <a:r>
              <a:rPr lang="nl-NL" sz="2000" b="1" err="1">
                <a:solidFill>
                  <a:schemeClr val="tx2"/>
                </a:solidFill>
              </a:rPr>
              <a:t>already</a:t>
            </a:r>
            <a:r>
              <a:rPr lang="nl-NL" sz="2000" b="1">
                <a:solidFill>
                  <a:schemeClr val="tx2"/>
                </a:solidFill>
              </a:rPr>
              <a:t> </a:t>
            </a:r>
            <a:r>
              <a:rPr lang="nl-NL" sz="2000" b="1" err="1">
                <a:solidFill>
                  <a:schemeClr val="tx2"/>
                </a:solidFill>
              </a:rPr>
              <a:t>calculated</a:t>
            </a:r>
            <a:endParaRPr lang="nl-NL" sz="2000" b="1">
              <a:solidFill>
                <a:schemeClr val="tx2"/>
              </a:solidFill>
            </a:endParaRPr>
          </a:p>
          <a:p>
            <a:endParaRPr lang="nl-NL" sz="2000"/>
          </a:p>
          <a:p>
            <a:r>
              <a:rPr lang="nl-NL" sz="2000" err="1"/>
              <a:t>Only</a:t>
            </a:r>
            <a:r>
              <a:rPr lang="nl-NL" sz="2000"/>
              <a:t> </a:t>
            </a:r>
            <a:r>
              <a:rPr lang="nl-NL" sz="2000" err="1"/>
              <a:t>necessary</a:t>
            </a:r>
            <a:r>
              <a:rPr lang="nl-NL" sz="2000"/>
              <a:t> </a:t>
            </a:r>
            <a:r>
              <a:rPr lang="nl-NL" sz="2000" err="1"/>
              <a:t>if</a:t>
            </a:r>
            <a:r>
              <a:rPr lang="nl-NL" sz="2000"/>
              <a:t> </a:t>
            </a:r>
            <a:r>
              <a:rPr lang="nl-NL" sz="2000" err="1"/>
              <a:t>you</a:t>
            </a:r>
            <a:r>
              <a:rPr lang="nl-NL" sz="2000"/>
              <a:t> have a </a:t>
            </a:r>
            <a:r>
              <a:rPr lang="nl-NL" sz="2000" err="1"/>
              <a:t>national</a:t>
            </a:r>
            <a:r>
              <a:rPr lang="nl-NL" sz="2000"/>
              <a:t> survey, </a:t>
            </a:r>
            <a:r>
              <a:rPr lang="nl-NL" sz="2000" err="1"/>
              <a:t>not</a:t>
            </a:r>
            <a:r>
              <a:rPr lang="nl-NL" sz="2000"/>
              <a:t> </a:t>
            </a:r>
            <a:r>
              <a:rPr lang="nl-NL" sz="2000" err="1"/>
              <a:t>necessary</a:t>
            </a:r>
            <a:r>
              <a:rPr lang="nl-NL" sz="2000"/>
              <a:t> </a:t>
            </a:r>
            <a:r>
              <a:rPr lang="nl-NL" sz="2000" err="1"/>
              <a:t>if</a:t>
            </a:r>
            <a:r>
              <a:rPr lang="nl-NL" sz="2000"/>
              <a:t> </a:t>
            </a:r>
            <a:r>
              <a:rPr lang="nl-NL" sz="2000" err="1"/>
              <a:t>you</a:t>
            </a:r>
            <a:r>
              <a:rPr lang="nl-NL" sz="2000"/>
              <a:t> want </a:t>
            </a:r>
            <a:r>
              <a:rPr lang="nl-NL" sz="2000" err="1"/>
              <a:t>to</a:t>
            </a:r>
            <a:r>
              <a:rPr lang="nl-NL" sz="2000"/>
              <a:t> draw </a:t>
            </a:r>
            <a:r>
              <a:rPr lang="nl-NL" sz="2000" err="1"/>
              <a:t>conclusions</a:t>
            </a:r>
            <a:r>
              <a:rPr lang="nl-NL" sz="2000"/>
              <a:t> </a:t>
            </a:r>
            <a:r>
              <a:rPr lang="nl-NL" sz="2000" err="1"/>
              <a:t>about</a:t>
            </a:r>
            <a:r>
              <a:rPr lang="nl-NL" sz="2000"/>
              <a:t> </a:t>
            </a:r>
            <a:r>
              <a:rPr lang="nl-NL" sz="2000" err="1"/>
              <a:t>the</a:t>
            </a:r>
            <a:r>
              <a:rPr lang="nl-NL" sz="2000"/>
              <a:t> </a:t>
            </a:r>
            <a:r>
              <a:rPr lang="nl-NL" sz="2000" err="1"/>
              <a:t>study</a:t>
            </a:r>
            <a:r>
              <a:rPr lang="nl-NL" sz="2000"/>
              <a:t> </a:t>
            </a:r>
            <a:r>
              <a:rPr lang="nl-NL" sz="2000" err="1"/>
              <a:t>population</a:t>
            </a:r>
            <a:endParaRPr lang="nl-NL" sz="2000"/>
          </a:p>
          <a:p>
            <a:endParaRPr lang="nl-NL" sz="2000"/>
          </a:p>
          <a:p>
            <a:r>
              <a:rPr lang="nl-NL" sz="2000" err="1"/>
              <a:t>With</a:t>
            </a:r>
            <a:r>
              <a:rPr lang="nl-NL" sz="2000"/>
              <a:t> </a:t>
            </a:r>
            <a:r>
              <a:rPr lang="nl-NL" sz="2000" err="1"/>
              <a:t>the</a:t>
            </a:r>
            <a:r>
              <a:rPr lang="nl-NL" sz="2000"/>
              <a:t> survey </a:t>
            </a:r>
            <a:r>
              <a:rPr lang="nl-NL" sz="2000" err="1"/>
              <a:t>weights</a:t>
            </a:r>
            <a:r>
              <a:rPr lang="nl-NL" sz="2000"/>
              <a:t>:</a:t>
            </a:r>
          </a:p>
          <a:p>
            <a:endParaRPr lang="nl-NL" sz="2000"/>
          </a:p>
          <a:p>
            <a:pPr marL="285750" indent="-285750">
              <a:buFont typeface="Arial" panose="020B0604020202020204" pitchFamily="34" charset="0"/>
              <a:buChar char="•"/>
            </a:pPr>
            <a:r>
              <a:rPr lang="nl-NL" sz="2000" err="1"/>
              <a:t>Underrepresented</a:t>
            </a:r>
            <a:r>
              <a:rPr lang="nl-NL" sz="2000"/>
              <a:t> </a:t>
            </a:r>
            <a:r>
              <a:rPr lang="nl-NL" sz="2000" err="1"/>
              <a:t>groups</a:t>
            </a:r>
            <a:r>
              <a:rPr lang="nl-NL" sz="2000"/>
              <a:t> get a </a:t>
            </a:r>
            <a:r>
              <a:rPr lang="nl-NL" sz="2000" err="1"/>
              <a:t>higher</a:t>
            </a:r>
            <a:r>
              <a:rPr lang="nl-NL" sz="2000"/>
              <a:t> </a:t>
            </a:r>
            <a:r>
              <a:rPr lang="nl-NL" sz="2000" err="1"/>
              <a:t>weight</a:t>
            </a:r>
            <a:endParaRPr lang="nl-NL" sz="2000"/>
          </a:p>
          <a:p>
            <a:pPr marL="285750" indent="-285750">
              <a:buFont typeface="Arial" panose="020B0604020202020204" pitchFamily="34" charset="0"/>
              <a:buChar char="•"/>
            </a:pPr>
            <a:r>
              <a:rPr lang="nl-NL" sz="2000" err="1"/>
              <a:t>Overrepresented</a:t>
            </a:r>
            <a:r>
              <a:rPr lang="nl-NL" sz="2000"/>
              <a:t> </a:t>
            </a:r>
            <a:r>
              <a:rPr lang="nl-NL" sz="2000" err="1"/>
              <a:t>groups</a:t>
            </a:r>
            <a:r>
              <a:rPr lang="nl-NL" sz="2000"/>
              <a:t> get a </a:t>
            </a:r>
            <a:r>
              <a:rPr lang="nl-NL" sz="2000" err="1"/>
              <a:t>lower</a:t>
            </a:r>
            <a:r>
              <a:rPr lang="nl-NL" sz="2000"/>
              <a:t> </a:t>
            </a:r>
            <a:r>
              <a:rPr lang="nl-NL" sz="2000" err="1"/>
              <a:t>weight</a:t>
            </a:r>
            <a:endParaRPr lang="nl-NL" sz="2000"/>
          </a:p>
          <a:p>
            <a:endParaRPr lang="nl-NL" sz="2000"/>
          </a:p>
          <a:p>
            <a:endParaRPr lang="nl-NL"/>
          </a:p>
        </p:txBody>
      </p:sp>
      <p:sp>
        <p:nvSpPr>
          <p:cNvPr id="6" name="Footer Placeholder 5">
            <a:extLst>
              <a:ext uri="{FF2B5EF4-FFF2-40B4-BE49-F238E27FC236}">
                <a16:creationId xmlns:a16="http://schemas.microsoft.com/office/drawing/2014/main" id="{EF4FFA05-3A18-A2B8-FCAC-4FC1BC598047}"/>
              </a:ext>
            </a:extLst>
          </p:cNvPr>
          <p:cNvSpPr>
            <a:spLocks noGrp="1"/>
          </p:cNvSpPr>
          <p:nvPr>
            <p:ph type="ftr" sz="quarter" idx="11"/>
          </p:nvPr>
        </p:nvSpPr>
        <p:spPr/>
        <p:txBody>
          <a:bodyPr/>
          <a:lstStyle/>
          <a:p>
            <a:r>
              <a:rPr lang="en-US"/>
              <a:t>SPADE 1-part model daily intakes (Manual, chapter 3)</a:t>
            </a:r>
            <a:endParaRPr lang="nl-NL"/>
          </a:p>
        </p:txBody>
      </p:sp>
      <p:sp>
        <p:nvSpPr>
          <p:cNvPr id="8" name="Date Placeholder 7">
            <a:extLst>
              <a:ext uri="{FF2B5EF4-FFF2-40B4-BE49-F238E27FC236}">
                <a16:creationId xmlns:a16="http://schemas.microsoft.com/office/drawing/2014/main" id="{E9B73CC2-6DA8-387A-5724-2D3AE2A3B0BA}"/>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483936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320" y="1430794"/>
            <a:ext cx="8172450" cy="444500"/>
          </a:xfrm>
        </p:spPr>
        <p:txBody>
          <a:bodyPr>
            <a:normAutofit fontScale="90000"/>
          </a:bodyPr>
          <a:lstStyle/>
          <a:p>
            <a:r>
              <a:rPr lang="nl-NL" sz="2800"/>
              <a:t>Survey </a:t>
            </a:r>
            <a:r>
              <a:rPr lang="nl-NL" sz="2800" err="1"/>
              <a:t>weights</a:t>
            </a:r>
            <a:r>
              <a:rPr lang="nl-NL" sz="2800"/>
              <a:t> 3</a:t>
            </a:r>
            <a:br>
              <a:rPr lang="nl-NL" sz="2800">
                <a:solidFill>
                  <a:schemeClr val="accent6"/>
                </a:solidFill>
              </a:rPr>
            </a:br>
            <a:r>
              <a:rPr lang="nl-NL"/>
              <a:t>Blue </a:t>
            </a:r>
            <a:r>
              <a:rPr lang="nl-NL" err="1"/>
              <a:t>arguments</a:t>
            </a:r>
            <a:r>
              <a:rPr lang="nl-NL" sz="2000">
                <a:sym typeface="Wingdings" panose="05000000000000000000" pitchFamily="2" charset="2"/>
              </a:rPr>
              <a:t> </a:t>
            </a:r>
            <a:r>
              <a:rPr lang="nl-NL" sz="2000">
                <a:solidFill>
                  <a:schemeClr val="tx1"/>
                </a:solidFill>
                <a:sym typeface="Wingdings" panose="05000000000000000000" pitchFamily="2" charset="2"/>
              </a:rPr>
              <a:t>(</a:t>
            </a:r>
            <a:r>
              <a:rPr lang="nl-NL" sz="2000" err="1">
                <a:solidFill>
                  <a:schemeClr val="tx1"/>
                </a:solidFill>
                <a:sym typeface="Wingdings" panose="05000000000000000000" pitchFamily="2" charset="2"/>
              </a:rPr>
              <a:t>optional</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possible</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to</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define</a:t>
            </a:r>
            <a:r>
              <a:rPr lang="nl-NL" sz="2000">
                <a:solidFill>
                  <a:schemeClr val="tx1"/>
                </a:solidFill>
                <a:sym typeface="Wingdings" panose="05000000000000000000" pitchFamily="2" charset="2"/>
              </a:rPr>
              <a:t> </a:t>
            </a:r>
            <a:r>
              <a:rPr lang="nl-NL" sz="2000" err="1">
                <a:solidFill>
                  <a:schemeClr val="tx1"/>
                </a:solidFill>
                <a:sym typeface="Wingdings" panose="05000000000000000000" pitchFamily="2" charset="2"/>
              </a:rPr>
              <a:t>by</a:t>
            </a:r>
            <a:r>
              <a:rPr lang="nl-NL" sz="2000">
                <a:solidFill>
                  <a:schemeClr val="tx1"/>
                </a:solidFill>
                <a:sym typeface="Wingdings" panose="05000000000000000000" pitchFamily="2" charset="2"/>
              </a:rPr>
              <a:t> user) - 2</a:t>
            </a:r>
            <a:endParaRPr lang="nl-NL" sz="2000">
              <a:solidFill>
                <a:schemeClr val="tx1"/>
              </a:solidFill>
            </a:endParaRPr>
          </a:p>
        </p:txBody>
      </p:sp>
      <p:sp>
        <p:nvSpPr>
          <p:cNvPr id="3" name="Content Placeholder 2"/>
          <p:cNvSpPr>
            <a:spLocks noGrp="1"/>
          </p:cNvSpPr>
          <p:nvPr>
            <p:ph idx="1"/>
          </p:nvPr>
        </p:nvSpPr>
        <p:spPr/>
        <p:txBody>
          <a:bodyPr/>
          <a:lstStyle/>
          <a:p>
            <a:pPr marL="0" indent="0">
              <a:buNone/>
            </a:pPr>
            <a:endParaRPr lang="en-US" sz="1400">
              <a:solidFill>
                <a:srgbClr val="00B050"/>
              </a:solidFill>
              <a:latin typeface="Lucida Console"/>
              <a:ea typeface="Times New Roman"/>
              <a:cs typeface="Courier New"/>
            </a:endParaRPr>
          </a:p>
          <a:p>
            <a:pPr marL="0" indent="0">
              <a:buNone/>
            </a:pPr>
            <a:endParaRPr lang="en-US" sz="1400">
              <a:solidFill>
                <a:srgbClr val="00B050"/>
              </a:solidFill>
              <a:latin typeface="Lucida Console"/>
              <a:ea typeface="Times New Roman"/>
              <a:cs typeface="Courier New"/>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a:p>
            <a:pPr marL="0" indent="0">
              <a:buNone/>
            </a:pPr>
            <a:endParaRPr lang="en-US" sz="140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8FC21E99-CB6E-4E1C-8709-25BF64FEA530}" type="slidenum">
              <a:rPr lang="nl-NL" smtClean="0"/>
              <a:pPr/>
              <a:t>54</a:t>
            </a:fld>
            <a:endParaRPr lang="nl-NL"/>
          </a:p>
        </p:txBody>
      </p:sp>
      <p:graphicFrame>
        <p:nvGraphicFramePr>
          <p:cNvPr id="6" name="Table 5"/>
          <p:cNvGraphicFramePr>
            <a:graphicFrameLocks noGrp="1"/>
          </p:cNvGraphicFramePr>
          <p:nvPr>
            <p:extLst>
              <p:ext uri="{D42A27DB-BD31-4B8C-83A1-F6EECF244321}">
                <p14:modId xmlns:p14="http://schemas.microsoft.com/office/powerpoint/2010/main" val="2383364546"/>
              </p:ext>
            </p:extLst>
          </p:nvPr>
        </p:nvGraphicFramePr>
        <p:xfrm>
          <a:off x="440105" y="2115840"/>
          <a:ext cx="8424936" cy="896227"/>
        </p:xfrm>
        <a:graphic>
          <a:graphicData uri="http://schemas.openxmlformats.org/drawingml/2006/table">
            <a:tbl>
              <a:tblPr firstRow="1" bandRow="1">
                <a:tableStyleId>{7E9639D4-E3E2-4D34-9284-5A2195B3D0D7}</a:tableStyleId>
              </a:tblPr>
              <a:tblGrid>
                <a:gridCol w="1872208">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5688632">
                  <a:extLst>
                    <a:ext uri="{9D8B030D-6E8A-4147-A177-3AD203B41FA5}">
                      <a16:colId xmlns:a16="http://schemas.microsoft.com/office/drawing/2014/main" val="20002"/>
                    </a:ext>
                  </a:extLst>
                </a:gridCol>
              </a:tblGrid>
              <a:tr h="378067">
                <a:tc>
                  <a:txBody>
                    <a:bodyPr/>
                    <a:lstStyle/>
                    <a:p>
                      <a:r>
                        <a:rPr lang="nl-NL" sz="1400"/>
                        <a:t>Argument</a:t>
                      </a:r>
                      <a:endParaRPr lang="nl-NL" sz="1400">
                        <a:solidFill>
                          <a:schemeClr val="bg1"/>
                        </a:solidFill>
                      </a:endParaRPr>
                    </a:p>
                  </a:txBody>
                  <a:tcPr/>
                </a:tc>
                <a:tc>
                  <a:txBody>
                    <a:bodyPr/>
                    <a:lstStyle/>
                    <a:p>
                      <a:r>
                        <a:rPr lang="nl-NL" sz="1400"/>
                        <a:t>Type</a:t>
                      </a:r>
                    </a:p>
                  </a:txBody>
                  <a:tcPr/>
                </a:tc>
                <a:tc>
                  <a:txBody>
                    <a:bodyPr/>
                    <a:lstStyle/>
                    <a:p>
                      <a:r>
                        <a:rPr lang="nl-NL" sz="1400" err="1"/>
                        <a:t>Description</a:t>
                      </a:r>
                      <a:endParaRPr lang="nl-NL" sz="1400"/>
                    </a:p>
                  </a:txBody>
                  <a:tcPr/>
                </a:tc>
                <a:extLst>
                  <a:ext uri="{0D108BD9-81ED-4DB2-BD59-A6C34878D82A}">
                    <a16:rowId xmlns:a16="http://schemas.microsoft.com/office/drawing/2014/main" val="10000"/>
                  </a:ext>
                </a:extLst>
              </a:tr>
              <a:tr h="378067">
                <a:tc>
                  <a:txBody>
                    <a:bodyPr/>
                    <a:lstStyle/>
                    <a:p>
                      <a:r>
                        <a:rPr lang="en-US" sz="1400" b="1">
                          <a:solidFill>
                            <a:schemeClr val="tx2"/>
                          </a:solidFill>
                        </a:rPr>
                        <a:t>weights.name </a:t>
                      </a:r>
                      <a:endParaRPr lang="nl-NL" sz="1400" b="1">
                        <a:solidFill>
                          <a:schemeClr val="tx2"/>
                        </a:solidFill>
                      </a:endParaRPr>
                    </a:p>
                  </a:txBody>
                  <a:tcPr/>
                </a:tc>
                <a:tc>
                  <a:txBody>
                    <a:bodyPr/>
                    <a:lstStyle/>
                    <a:p>
                      <a:r>
                        <a:rPr lang="nl-NL" sz="1400"/>
                        <a:t>string</a:t>
                      </a:r>
                    </a:p>
                  </a:txBody>
                  <a:tcPr/>
                </a:tc>
                <a:tc>
                  <a:txBody>
                    <a:bodyPr/>
                    <a:lstStyle/>
                    <a:p>
                      <a:r>
                        <a:rPr lang="nl-NL" sz="1400" err="1"/>
                        <a:t>Define</a:t>
                      </a:r>
                      <a:r>
                        <a:rPr lang="nl-NL" sz="1400" baseline="0"/>
                        <a:t> survey </a:t>
                      </a:r>
                      <a:r>
                        <a:rPr lang="nl-NL" sz="1400" baseline="0" err="1"/>
                        <a:t>weigths</a:t>
                      </a:r>
                      <a:r>
                        <a:rPr lang="nl-NL" sz="1400" baseline="0"/>
                        <a:t> (e.g. </a:t>
                      </a:r>
                      <a:r>
                        <a:rPr lang="en-US" sz="1400" err="1"/>
                        <a:t>w_demog_season_wk_wknd</a:t>
                      </a:r>
                      <a:r>
                        <a:rPr lang="nl-NL" sz="1400" baseline="0"/>
                        <a:t>)</a:t>
                      </a:r>
                    </a:p>
                    <a:p>
                      <a:r>
                        <a:rPr lang="nl-NL" sz="1400" b="1" baseline="0">
                          <a:solidFill>
                            <a:srgbClr val="0070C0"/>
                          </a:solidFill>
                        </a:rPr>
                        <a:t>weights.name=“</a:t>
                      </a:r>
                      <a:r>
                        <a:rPr lang="en-US" sz="1400" b="1" err="1">
                          <a:solidFill>
                            <a:srgbClr val="0070C0"/>
                          </a:solidFill>
                        </a:rPr>
                        <a:t>w_demog_season_wk_wknd</a:t>
                      </a:r>
                      <a:r>
                        <a:rPr lang="nl-NL" sz="1400" b="1" baseline="0">
                          <a:solidFill>
                            <a:srgbClr val="0070C0"/>
                          </a:solidFill>
                        </a:rPr>
                        <a:t>”</a:t>
                      </a:r>
                      <a:endParaRPr lang="nl-NL" sz="1400" b="1">
                        <a:solidFill>
                          <a:srgbClr val="0070C0"/>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001"/>
                  </a:ext>
                </a:extLst>
              </a:tr>
            </a:tbl>
          </a:graphicData>
        </a:graphic>
      </p:graphicFrame>
      <p:sp>
        <p:nvSpPr>
          <p:cNvPr id="4" name="TextBox 3"/>
          <p:cNvSpPr txBox="1"/>
          <p:nvPr/>
        </p:nvSpPr>
        <p:spPr>
          <a:xfrm>
            <a:off x="539552" y="3284984"/>
            <a:ext cx="8352928" cy="2585323"/>
          </a:xfrm>
          <a:prstGeom prst="rect">
            <a:avLst/>
          </a:prstGeom>
          <a:noFill/>
        </p:spPr>
        <p:txBody>
          <a:bodyPr wrap="square" rtlCol="0">
            <a:spAutoFit/>
          </a:bodyPr>
          <a:lstStyle/>
          <a:p>
            <a:r>
              <a:rPr lang="nl-NL"/>
              <a:t>Survey </a:t>
            </a:r>
            <a:r>
              <a:rPr lang="nl-NL" err="1"/>
              <a:t>weights</a:t>
            </a:r>
            <a:r>
              <a:rPr lang="nl-NL"/>
              <a:t> is a </a:t>
            </a:r>
            <a:r>
              <a:rPr lang="nl-NL" err="1"/>
              <a:t>variable</a:t>
            </a:r>
            <a:r>
              <a:rPr lang="nl-NL"/>
              <a:t> in </a:t>
            </a:r>
            <a:r>
              <a:rPr lang="nl-NL" err="1"/>
              <a:t>the</a:t>
            </a:r>
            <a:r>
              <a:rPr lang="nl-NL"/>
              <a:t> </a:t>
            </a:r>
            <a:r>
              <a:rPr lang="nl-NL" err="1"/>
              <a:t>same</a:t>
            </a:r>
            <a:r>
              <a:rPr lang="nl-NL"/>
              <a:t> dataset as </a:t>
            </a:r>
            <a:r>
              <a:rPr lang="nl-NL" err="1"/>
              <a:t>the</a:t>
            </a:r>
            <a:r>
              <a:rPr lang="nl-NL"/>
              <a:t> ‘</a:t>
            </a:r>
            <a:r>
              <a:rPr lang="nl-NL" err="1"/>
              <a:t>nutrient</a:t>
            </a:r>
            <a:r>
              <a:rPr lang="nl-NL"/>
              <a:t>’, </a:t>
            </a:r>
            <a:r>
              <a:rPr lang="nl-NL" err="1"/>
              <a:t>with</a:t>
            </a:r>
            <a:r>
              <a:rPr lang="nl-NL"/>
              <a:t> a name </a:t>
            </a:r>
            <a:r>
              <a:rPr lang="nl-NL" err="1"/>
              <a:t>you</a:t>
            </a:r>
            <a:r>
              <a:rPr lang="nl-NL"/>
              <a:t> like</a:t>
            </a:r>
          </a:p>
          <a:p>
            <a:endParaRPr lang="nl-NL"/>
          </a:p>
          <a:p>
            <a:r>
              <a:rPr lang="nl-NL"/>
              <a:t>Survey </a:t>
            </a:r>
            <a:r>
              <a:rPr lang="nl-NL" err="1"/>
              <a:t>weights</a:t>
            </a:r>
            <a:r>
              <a:rPr lang="nl-NL"/>
              <a:t> are person-</a:t>
            </a:r>
            <a:r>
              <a:rPr lang="nl-NL" err="1"/>
              <a:t>specific</a:t>
            </a:r>
            <a:r>
              <a:rPr lang="nl-NL"/>
              <a:t>; </a:t>
            </a:r>
            <a:r>
              <a:rPr lang="nl-NL" err="1"/>
              <a:t>so</a:t>
            </a:r>
            <a:r>
              <a:rPr lang="nl-NL"/>
              <a:t> </a:t>
            </a:r>
            <a:r>
              <a:rPr lang="nl-NL" b="1" err="1">
                <a:solidFill>
                  <a:schemeClr val="tx2"/>
                </a:solidFill>
              </a:rPr>
              <a:t>same</a:t>
            </a:r>
            <a:r>
              <a:rPr lang="nl-NL" b="1">
                <a:solidFill>
                  <a:schemeClr val="tx2"/>
                </a:solidFill>
              </a:rPr>
              <a:t> </a:t>
            </a:r>
            <a:r>
              <a:rPr lang="nl-NL" b="1" err="1">
                <a:solidFill>
                  <a:schemeClr val="tx2"/>
                </a:solidFill>
              </a:rPr>
              <a:t>weight</a:t>
            </a:r>
            <a:r>
              <a:rPr lang="nl-NL" b="1">
                <a:solidFill>
                  <a:schemeClr val="tx2"/>
                </a:solidFill>
              </a:rPr>
              <a:t> </a:t>
            </a:r>
            <a:r>
              <a:rPr lang="nl-NL" b="1" err="1">
                <a:solidFill>
                  <a:schemeClr val="tx2"/>
                </a:solidFill>
              </a:rPr>
              <a:t>for</a:t>
            </a:r>
            <a:r>
              <a:rPr lang="nl-NL" b="1">
                <a:solidFill>
                  <a:schemeClr val="tx2"/>
                </a:solidFill>
              </a:rPr>
              <a:t> </a:t>
            </a:r>
            <a:r>
              <a:rPr lang="nl-NL" b="1" err="1">
                <a:solidFill>
                  <a:schemeClr val="tx2"/>
                </a:solidFill>
              </a:rPr>
              <a:t>all</a:t>
            </a:r>
            <a:r>
              <a:rPr lang="nl-NL" b="1">
                <a:solidFill>
                  <a:schemeClr val="tx2"/>
                </a:solidFill>
              </a:rPr>
              <a:t> survey days</a:t>
            </a:r>
          </a:p>
          <a:p>
            <a:endParaRPr lang="nl-NL" b="1">
              <a:solidFill>
                <a:schemeClr val="tx2"/>
              </a:solidFill>
            </a:endParaRPr>
          </a:p>
          <a:p>
            <a:r>
              <a:rPr lang="nl-NL"/>
              <a:t>For computational convenienc: survey weights should be normalized, </a:t>
            </a:r>
          </a:p>
          <a:p>
            <a:r>
              <a:rPr lang="nl-NL">
                <a:solidFill>
                  <a:schemeClr val="tx2"/>
                </a:solidFill>
              </a:rPr>
              <a:t>data[, "weights"] &lt;- data[, "weights"] / mean(data[, "weights"] )</a:t>
            </a:r>
            <a:br>
              <a:rPr lang="nl-NL">
                <a:solidFill>
                  <a:schemeClr val="tx2"/>
                </a:solidFill>
              </a:rPr>
            </a:br>
            <a:r>
              <a:rPr lang="nl-NL"/>
              <a:t>so that the sum of all weights is equal to the number of observations</a:t>
            </a:r>
          </a:p>
        </p:txBody>
      </p:sp>
      <p:sp>
        <p:nvSpPr>
          <p:cNvPr id="8" name="Footer Placeholder 7">
            <a:extLst>
              <a:ext uri="{FF2B5EF4-FFF2-40B4-BE49-F238E27FC236}">
                <a16:creationId xmlns:a16="http://schemas.microsoft.com/office/drawing/2014/main" id="{AD1BCB5C-E422-538F-B9AC-ED223503572B}"/>
              </a:ext>
            </a:extLst>
          </p:cNvPr>
          <p:cNvSpPr>
            <a:spLocks noGrp="1"/>
          </p:cNvSpPr>
          <p:nvPr>
            <p:ph type="ftr" sz="quarter" idx="11"/>
          </p:nvPr>
        </p:nvSpPr>
        <p:spPr/>
        <p:txBody>
          <a:bodyPr/>
          <a:lstStyle/>
          <a:p>
            <a:r>
              <a:rPr lang="en-US"/>
              <a:t>SPADE 1-part model daily intakes (Manual, chapter 3)</a:t>
            </a:r>
            <a:endParaRPr lang="nl-NL"/>
          </a:p>
        </p:txBody>
      </p:sp>
      <p:sp>
        <p:nvSpPr>
          <p:cNvPr id="9" name="Date Placeholder 8">
            <a:extLst>
              <a:ext uri="{FF2B5EF4-FFF2-40B4-BE49-F238E27FC236}">
                <a16:creationId xmlns:a16="http://schemas.microsoft.com/office/drawing/2014/main" id="{F826AC9F-B519-DAEB-0B0E-2148C84425AF}"/>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143941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CEDBE1-1A36-450B-88B1-794A794AA204}"/>
              </a:ext>
            </a:extLst>
          </p:cNvPr>
          <p:cNvSpPr>
            <a:spLocks noGrp="1"/>
          </p:cNvSpPr>
          <p:nvPr>
            <p:ph type="title"/>
          </p:nvPr>
        </p:nvSpPr>
        <p:spPr>
          <a:xfrm>
            <a:off x="475654" y="2480953"/>
            <a:ext cx="8192691" cy="948047"/>
          </a:xfrm>
        </p:spPr>
        <p:txBody>
          <a:bodyPr/>
          <a:lstStyle/>
          <a:p>
            <a:pPr algn="ctr"/>
            <a:r>
              <a:rPr lang="nl-NL" b="1" err="1"/>
              <a:t>Additional</a:t>
            </a:r>
            <a:r>
              <a:rPr lang="nl-NL" b="1"/>
              <a:t> options</a:t>
            </a:r>
            <a:br>
              <a:rPr lang="nl-NL"/>
            </a:br>
            <a:r>
              <a:rPr lang="nl-NL"/>
              <a:t>Output name</a:t>
            </a:r>
          </a:p>
        </p:txBody>
      </p:sp>
      <p:sp>
        <p:nvSpPr>
          <p:cNvPr id="5" name="Slide Number Placeholder 4">
            <a:extLst>
              <a:ext uri="{FF2B5EF4-FFF2-40B4-BE49-F238E27FC236}">
                <a16:creationId xmlns:a16="http://schemas.microsoft.com/office/drawing/2014/main" id="{CC11C316-3C32-4551-AC3A-24C3C0AB0ACB}"/>
              </a:ext>
            </a:extLst>
          </p:cNvPr>
          <p:cNvSpPr>
            <a:spLocks noGrp="1"/>
          </p:cNvSpPr>
          <p:nvPr>
            <p:ph type="sldNum" sz="quarter" idx="12"/>
          </p:nvPr>
        </p:nvSpPr>
        <p:spPr/>
        <p:txBody>
          <a:bodyPr/>
          <a:lstStyle/>
          <a:p>
            <a:fld id="{8FC21E99-CB6E-4E1C-8709-25BF64FEA530}" type="slidenum">
              <a:rPr lang="nl-NL" smtClean="0"/>
              <a:pPr/>
              <a:t>55</a:t>
            </a:fld>
            <a:endParaRPr lang="nl-NL"/>
          </a:p>
        </p:txBody>
      </p:sp>
      <p:sp>
        <p:nvSpPr>
          <p:cNvPr id="2" name="Footer Placeholder 1">
            <a:extLst>
              <a:ext uri="{FF2B5EF4-FFF2-40B4-BE49-F238E27FC236}">
                <a16:creationId xmlns:a16="http://schemas.microsoft.com/office/drawing/2014/main" id="{E45BAF73-10F1-95D6-C1A3-BD69053720F2}"/>
              </a:ext>
            </a:extLst>
          </p:cNvPr>
          <p:cNvSpPr>
            <a:spLocks noGrp="1"/>
          </p:cNvSpPr>
          <p:nvPr>
            <p:ph type="ftr" sz="quarter" idx="11"/>
          </p:nvPr>
        </p:nvSpPr>
        <p:spPr/>
        <p:txBody>
          <a:bodyPr/>
          <a:lstStyle/>
          <a:p>
            <a:r>
              <a:rPr lang="en-US"/>
              <a:t>SPADE 1-part model daily intakes (Manual, chapter 3)</a:t>
            </a:r>
            <a:endParaRPr lang="nl-NL"/>
          </a:p>
        </p:txBody>
      </p:sp>
      <p:sp>
        <p:nvSpPr>
          <p:cNvPr id="3" name="Date Placeholder 2">
            <a:extLst>
              <a:ext uri="{FF2B5EF4-FFF2-40B4-BE49-F238E27FC236}">
                <a16:creationId xmlns:a16="http://schemas.microsoft.com/office/drawing/2014/main" id="{32992944-942B-53E6-2ABC-9BA89B913B6A}"/>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26035756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2B61B76-E0C1-4D6E-BE67-D854F497250E}"/>
              </a:ext>
            </a:extLst>
          </p:cNvPr>
          <p:cNvSpPr>
            <a:spLocks noGrp="1"/>
          </p:cNvSpPr>
          <p:nvPr>
            <p:ph idx="1"/>
          </p:nvPr>
        </p:nvSpPr>
        <p:spPr>
          <a:xfrm>
            <a:off x="476250" y="2132856"/>
            <a:ext cx="8192691" cy="4088557"/>
          </a:xfrm>
        </p:spPr>
        <p:txBody>
          <a:bodyPr numCol="1">
            <a:normAutofit fontScale="92500" lnSpcReduction="10000"/>
          </a:bodyPr>
          <a:lstStyle/>
          <a:p>
            <a:r>
              <a:rPr lang="nl-NL" err="1"/>
              <a:t>Recommended</a:t>
            </a:r>
            <a:r>
              <a:rPr lang="nl-NL"/>
              <a:t> </a:t>
            </a:r>
            <a:r>
              <a:rPr lang="nl-NL" err="1"/>
              <a:t>to</a:t>
            </a:r>
            <a:r>
              <a:rPr lang="nl-NL"/>
              <a:t> </a:t>
            </a:r>
            <a:r>
              <a:rPr lang="nl-NL" err="1"/>
              <a:t>use</a:t>
            </a:r>
            <a:r>
              <a:rPr lang="nl-NL"/>
              <a:t> </a:t>
            </a:r>
            <a:r>
              <a:rPr lang="nl-NL" err="1"/>
              <a:t>when</a:t>
            </a:r>
            <a:r>
              <a:rPr lang="nl-NL"/>
              <a:t> </a:t>
            </a:r>
            <a:r>
              <a:rPr lang="nl-NL" err="1"/>
              <a:t>you</a:t>
            </a:r>
            <a:r>
              <a:rPr lang="nl-NL"/>
              <a:t> </a:t>
            </a:r>
            <a:r>
              <a:rPr lang="nl-NL" err="1"/>
              <a:t>changed</a:t>
            </a:r>
            <a:r>
              <a:rPr lang="nl-NL"/>
              <a:t> </a:t>
            </a:r>
            <a:r>
              <a:rPr lang="nl-NL" err="1"/>
              <a:t>additional</a:t>
            </a:r>
            <a:r>
              <a:rPr lang="nl-NL"/>
              <a:t> options (</a:t>
            </a:r>
            <a:r>
              <a:rPr lang="nl-NL" err="1"/>
              <a:t>for</a:t>
            </a:r>
            <a:r>
              <a:rPr lang="nl-NL"/>
              <a:t> </a:t>
            </a:r>
            <a:r>
              <a:rPr lang="nl-NL" err="1"/>
              <a:t>example</a:t>
            </a:r>
            <a:r>
              <a:rPr lang="nl-NL"/>
              <a:t> </a:t>
            </a:r>
            <a:r>
              <a:rPr lang="nl-NL" err="1"/>
              <a:t>age</a:t>
            </a:r>
            <a:r>
              <a:rPr lang="nl-NL"/>
              <a:t> classes or </a:t>
            </a:r>
            <a:r>
              <a:rPr lang="nl-NL" err="1"/>
              <a:t>use</a:t>
            </a:r>
            <a:r>
              <a:rPr lang="nl-NL"/>
              <a:t> of survey </a:t>
            </a:r>
            <a:r>
              <a:rPr lang="nl-NL" err="1"/>
              <a:t>weights</a:t>
            </a:r>
            <a:r>
              <a:rPr lang="nl-NL"/>
              <a:t>) </a:t>
            </a:r>
            <a:r>
              <a:rPr lang="nl-NL" err="1"/>
              <a:t>and</a:t>
            </a:r>
            <a:r>
              <a:rPr lang="nl-NL"/>
              <a:t> want </a:t>
            </a:r>
            <a:r>
              <a:rPr lang="nl-NL" err="1"/>
              <a:t>to</a:t>
            </a:r>
            <a:r>
              <a:rPr lang="nl-NL"/>
              <a:t> </a:t>
            </a:r>
            <a:r>
              <a:rPr lang="nl-NL" b="1" err="1">
                <a:solidFill>
                  <a:schemeClr val="tx2"/>
                </a:solidFill>
              </a:rPr>
              <a:t>compare</a:t>
            </a:r>
            <a:r>
              <a:rPr lang="nl-NL"/>
              <a:t> </a:t>
            </a:r>
            <a:r>
              <a:rPr lang="nl-NL" err="1"/>
              <a:t>this</a:t>
            </a:r>
            <a:r>
              <a:rPr lang="nl-NL"/>
              <a:t> </a:t>
            </a:r>
            <a:r>
              <a:rPr lang="nl-NL" err="1"/>
              <a:t>to</a:t>
            </a:r>
            <a:r>
              <a:rPr lang="nl-NL"/>
              <a:t> </a:t>
            </a:r>
            <a:r>
              <a:rPr lang="nl-NL" err="1"/>
              <a:t>an</a:t>
            </a:r>
            <a:r>
              <a:rPr lang="nl-NL"/>
              <a:t> output </a:t>
            </a:r>
            <a:r>
              <a:rPr lang="nl-NL" err="1"/>
              <a:t>with</a:t>
            </a:r>
            <a:r>
              <a:rPr lang="nl-NL"/>
              <a:t> </a:t>
            </a:r>
            <a:r>
              <a:rPr lang="nl-NL" err="1"/>
              <a:t>other</a:t>
            </a:r>
            <a:r>
              <a:rPr lang="nl-NL"/>
              <a:t> </a:t>
            </a:r>
            <a:r>
              <a:rPr lang="nl-NL" err="1"/>
              <a:t>additional</a:t>
            </a:r>
            <a:r>
              <a:rPr lang="nl-NL"/>
              <a:t> options (</a:t>
            </a:r>
            <a:r>
              <a:rPr lang="nl-NL" err="1"/>
              <a:t>for</a:t>
            </a:r>
            <a:r>
              <a:rPr lang="nl-NL"/>
              <a:t> </a:t>
            </a:r>
            <a:r>
              <a:rPr lang="nl-NL" err="1"/>
              <a:t>example</a:t>
            </a:r>
            <a:r>
              <a:rPr lang="nl-NL"/>
              <a:t> different </a:t>
            </a:r>
            <a:r>
              <a:rPr lang="nl-NL" err="1"/>
              <a:t>age</a:t>
            </a:r>
            <a:r>
              <a:rPr lang="nl-NL"/>
              <a:t> classes or no survey </a:t>
            </a:r>
            <a:r>
              <a:rPr lang="nl-NL" err="1"/>
              <a:t>weight</a:t>
            </a:r>
            <a:r>
              <a:rPr lang="nl-NL"/>
              <a:t>) </a:t>
            </a:r>
          </a:p>
          <a:p>
            <a:endParaRPr lang="nl-NL"/>
          </a:p>
          <a:p>
            <a:r>
              <a:rPr lang="nl-NL"/>
              <a:t>Output name </a:t>
            </a:r>
            <a:r>
              <a:rPr lang="nl-NL" err="1"/>
              <a:t>can</a:t>
            </a:r>
            <a:r>
              <a:rPr lang="nl-NL"/>
              <a:t> </a:t>
            </a:r>
            <a:r>
              <a:rPr lang="nl-NL" err="1"/>
              <a:t>be</a:t>
            </a:r>
            <a:r>
              <a:rPr lang="nl-NL"/>
              <a:t> (</a:t>
            </a:r>
            <a:r>
              <a:rPr lang="nl-NL" err="1"/>
              <a:t>almost</a:t>
            </a:r>
            <a:r>
              <a:rPr lang="nl-NL"/>
              <a:t>) </a:t>
            </a:r>
            <a:r>
              <a:rPr lang="nl-NL" err="1"/>
              <a:t>any</a:t>
            </a:r>
            <a:r>
              <a:rPr lang="nl-NL"/>
              <a:t> name </a:t>
            </a:r>
            <a:r>
              <a:rPr lang="nl-NL" err="1"/>
              <a:t>you</a:t>
            </a:r>
            <a:r>
              <a:rPr lang="nl-NL"/>
              <a:t> want, </a:t>
            </a:r>
            <a:r>
              <a:rPr lang="nl-NL" err="1"/>
              <a:t>for</a:t>
            </a:r>
            <a:r>
              <a:rPr lang="nl-NL"/>
              <a:t> </a:t>
            </a:r>
            <a:r>
              <a:rPr lang="nl-NL" err="1"/>
              <a:t>example</a:t>
            </a:r>
            <a:r>
              <a:rPr lang="nl-NL"/>
              <a:t>:</a:t>
            </a:r>
          </a:p>
          <a:p>
            <a:pPr lvl="1"/>
            <a:r>
              <a:rPr lang="nl-NL"/>
              <a:t>output.name = </a:t>
            </a:r>
            <a:r>
              <a:rPr lang="nl-NL">
                <a:solidFill>
                  <a:schemeClr val="tx2"/>
                </a:solidFill>
              </a:rPr>
              <a:t>“DNFCSmanual_ca_f_1_79_agecl”</a:t>
            </a:r>
          </a:p>
          <a:p>
            <a:pPr lvl="1"/>
            <a:r>
              <a:rPr lang="nl-NL"/>
              <a:t>output.name = </a:t>
            </a:r>
            <a:r>
              <a:rPr lang="nl-NL">
                <a:solidFill>
                  <a:schemeClr val="tx2"/>
                </a:solidFill>
              </a:rPr>
              <a:t>“</a:t>
            </a:r>
            <a:r>
              <a:rPr lang="nl-NL" err="1">
                <a:solidFill>
                  <a:schemeClr val="tx2"/>
                </a:solidFill>
              </a:rPr>
              <a:t>calcium_women_weights</a:t>
            </a:r>
            <a:r>
              <a:rPr lang="nl-NL">
                <a:solidFill>
                  <a:schemeClr val="tx2"/>
                </a:solidFill>
              </a:rPr>
              <a:t>”</a:t>
            </a:r>
          </a:p>
          <a:p>
            <a:pPr lvl="1"/>
            <a:r>
              <a:rPr lang="nl-NL"/>
              <a:t>output.name = </a:t>
            </a:r>
            <a:r>
              <a:rPr lang="nl-NL">
                <a:solidFill>
                  <a:schemeClr val="tx2"/>
                </a:solidFill>
              </a:rPr>
              <a:t>“test”</a:t>
            </a:r>
          </a:p>
          <a:p>
            <a:pPr lvl="1"/>
            <a:r>
              <a:rPr lang="nl-NL"/>
              <a:t>Etc.</a:t>
            </a:r>
          </a:p>
          <a:p>
            <a:pPr marL="234900" lvl="1" indent="0">
              <a:buNone/>
            </a:pPr>
            <a:r>
              <a:rPr lang="nl-NL"/>
              <a:t>Check appendix B.1 of </a:t>
            </a:r>
            <a:r>
              <a:rPr lang="nl-NL" err="1"/>
              <a:t>the</a:t>
            </a:r>
            <a:r>
              <a:rPr lang="nl-NL"/>
              <a:t> manual </a:t>
            </a:r>
            <a:r>
              <a:rPr lang="nl-NL" err="1"/>
              <a:t>for</a:t>
            </a:r>
            <a:r>
              <a:rPr lang="nl-NL"/>
              <a:t> </a:t>
            </a:r>
            <a:r>
              <a:rPr lang="nl-NL" err="1"/>
              <a:t>the</a:t>
            </a:r>
            <a:r>
              <a:rPr lang="nl-NL"/>
              <a:t> </a:t>
            </a:r>
            <a:r>
              <a:rPr lang="nl-NL" err="1"/>
              <a:t>conditions</a:t>
            </a:r>
            <a:r>
              <a:rPr lang="nl-NL"/>
              <a:t> (no </a:t>
            </a:r>
            <a:r>
              <a:rPr lang="nl-NL" err="1"/>
              <a:t>dots</a:t>
            </a:r>
            <a:r>
              <a:rPr lang="nl-NL"/>
              <a:t> </a:t>
            </a:r>
            <a:r>
              <a:rPr lang="nl-NL" err="1"/>
              <a:t>for</a:t>
            </a:r>
            <a:r>
              <a:rPr lang="nl-NL"/>
              <a:t> </a:t>
            </a:r>
            <a:r>
              <a:rPr lang="nl-NL" err="1"/>
              <a:t>example</a:t>
            </a:r>
            <a:r>
              <a:rPr lang="nl-NL"/>
              <a:t>)</a:t>
            </a:r>
          </a:p>
          <a:p>
            <a:pPr lvl="1"/>
            <a:endParaRPr lang="nl-NL"/>
          </a:p>
          <a:p>
            <a:pPr lvl="0">
              <a:buClr>
                <a:srgbClr val="CA005D"/>
              </a:buClr>
            </a:pPr>
            <a:r>
              <a:rPr lang="nl-NL" b="1" err="1">
                <a:solidFill>
                  <a:schemeClr val="tx2"/>
                </a:solidFill>
              </a:rPr>
              <a:t>With</a:t>
            </a:r>
            <a:r>
              <a:rPr lang="nl-NL" b="1">
                <a:solidFill>
                  <a:schemeClr val="tx2"/>
                </a:solidFill>
              </a:rPr>
              <a:t> </a:t>
            </a:r>
            <a:r>
              <a:rPr lang="nl-NL" b="1" err="1">
                <a:solidFill>
                  <a:schemeClr val="tx2"/>
                </a:solidFill>
              </a:rPr>
              <a:t>the</a:t>
            </a:r>
            <a:r>
              <a:rPr lang="nl-NL" b="1">
                <a:solidFill>
                  <a:schemeClr val="tx2"/>
                </a:solidFill>
              </a:rPr>
              <a:t> </a:t>
            </a:r>
            <a:r>
              <a:rPr lang="nl-NL" b="1" err="1">
                <a:solidFill>
                  <a:schemeClr val="tx2"/>
                </a:solidFill>
              </a:rPr>
              <a:t>same</a:t>
            </a:r>
            <a:r>
              <a:rPr lang="nl-NL" b="1">
                <a:solidFill>
                  <a:schemeClr val="tx2"/>
                </a:solidFill>
              </a:rPr>
              <a:t> data set </a:t>
            </a:r>
            <a:r>
              <a:rPr lang="nl-NL" b="1" err="1">
                <a:solidFill>
                  <a:schemeClr val="tx2"/>
                </a:solidFill>
              </a:rPr>
              <a:t>and</a:t>
            </a:r>
            <a:r>
              <a:rPr lang="nl-NL" b="1">
                <a:solidFill>
                  <a:schemeClr val="tx2"/>
                </a:solidFill>
              </a:rPr>
              <a:t> </a:t>
            </a:r>
            <a:r>
              <a:rPr lang="nl-NL" b="1" err="1">
                <a:solidFill>
                  <a:schemeClr val="tx2"/>
                </a:solidFill>
              </a:rPr>
              <a:t>same</a:t>
            </a:r>
            <a:r>
              <a:rPr lang="nl-NL" b="1">
                <a:solidFill>
                  <a:schemeClr val="tx2"/>
                </a:solidFill>
              </a:rPr>
              <a:t> model, but </a:t>
            </a:r>
            <a:r>
              <a:rPr lang="nl-NL" b="1" err="1">
                <a:solidFill>
                  <a:schemeClr val="tx2"/>
                </a:solidFill>
              </a:rPr>
              <a:t>with</a:t>
            </a:r>
            <a:r>
              <a:rPr lang="nl-NL" b="1">
                <a:solidFill>
                  <a:schemeClr val="tx2"/>
                </a:solidFill>
              </a:rPr>
              <a:t> extra options, </a:t>
            </a:r>
            <a:r>
              <a:rPr lang="nl-NL" b="1" err="1">
                <a:solidFill>
                  <a:schemeClr val="tx2"/>
                </a:solidFill>
              </a:rPr>
              <a:t>results</a:t>
            </a:r>
            <a:r>
              <a:rPr lang="nl-NL" b="1">
                <a:solidFill>
                  <a:schemeClr val="tx2"/>
                </a:solidFill>
              </a:rPr>
              <a:t> </a:t>
            </a:r>
            <a:r>
              <a:rPr lang="nl-NL" b="1" err="1">
                <a:solidFill>
                  <a:schemeClr val="tx2"/>
                </a:solidFill>
              </a:rPr>
              <a:t>will</a:t>
            </a:r>
            <a:r>
              <a:rPr lang="nl-NL" b="1">
                <a:solidFill>
                  <a:schemeClr val="tx2"/>
                </a:solidFill>
              </a:rPr>
              <a:t> </a:t>
            </a:r>
            <a:r>
              <a:rPr lang="nl-NL" b="1" err="1">
                <a:solidFill>
                  <a:schemeClr val="tx2"/>
                </a:solidFill>
              </a:rPr>
              <a:t>be</a:t>
            </a:r>
            <a:r>
              <a:rPr lang="nl-NL" b="1">
                <a:solidFill>
                  <a:schemeClr val="tx2"/>
                </a:solidFill>
              </a:rPr>
              <a:t> </a:t>
            </a:r>
            <a:r>
              <a:rPr lang="nl-NL" b="1" err="1">
                <a:solidFill>
                  <a:schemeClr val="tx2"/>
                </a:solidFill>
              </a:rPr>
              <a:t>overwritten</a:t>
            </a:r>
            <a:r>
              <a:rPr lang="nl-NL" b="1">
                <a:solidFill>
                  <a:schemeClr val="tx2"/>
                </a:solidFill>
              </a:rPr>
              <a:t> </a:t>
            </a:r>
            <a:r>
              <a:rPr lang="nl-NL" b="1" err="1">
                <a:solidFill>
                  <a:schemeClr val="tx2"/>
                </a:solidFill>
              </a:rPr>
              <a:t>if</a:t>
            </a:r>
            <a:r>
              <a:rPr lang="nl-NL" b="1">
                <a:solidFill>
                  <a:schemeClr val="tx2"/>
                </a:solidFill>
              </a:rPr>
              <a:t> </a:t>
            </a:r>
            <a:r>
              <a:rPr lang="nl-NL" b="1" err="1">
                <a:solidFill>
                  <a:schemeClr val="tx2"/>
                </a:solidFill>
              </a:rPr>
              <a:t>you</a:t>
            </a:r>
            <a:r>
              <a:rPr lang="nl-NL" b="1">
                <a:solidFill>
                  <a:schemeClr val="tx2"/>
                </a:solidFill>
              </a:rPr>
              <a:t> </a:t>
            </a:r>
            <a:r>
              <a:rPr lang="nl-NL" b="1" err="1">
                <a:solidFill>
                  <a:schemeClr val="tx2"/>
                </a:solidFill>
              </a:rPr>
              <a:t>don’t</a:t>
            </a:r>
            <a:r>
              <a:rPr lang="nl-NL" b="1">
                <a:solidFill>
                  <a:schemeClr val="tx2"/>
                </a:solidFill>
              </a:rPr>
              <a:t> use argument output.name!</a:t>
            </a:r>
          </a:p>
          <a:p>
            <a:pPr lvl="1"/>
            <a:endParaRPr lang="nl-NL"/>
          </a:p>
        </p:txBody>
      </p:sp>
      <p:sp>
        <p:nvSpPr>
          <p:cNvPr id="2" name="Title 1">
            <a:extLst>
              <a:ext uri="{FF2B5EF4-FFF2-40B4-BE49-F238E27FC236}">
                <a16:creationId xmlns:a16="http://schemas.microsoft.com/office/drawing/2014/main" id="{77CC395E-E758-45AB-BFAD-E96B6C068EEF}"/>
              </a:ext>
            </a:extLst>
          </p:cNvPr>
          <p:cNvSpPr>
            <a:spLocks noGrp="1"/>
          </p:cNvSpPr>
          <p:nvPr>
            <p:ph type="title"/>
          </p:nvPr>
        </p:nvSpPr>
        <p:spPr/>
        <p:txBody>
          <a:bodyPr/>
          <a:lstStyle/>
          <a:p>
            <a:r>
              <a:rPr lang="nl-NL"/>
              <a:t>Output name</a:t>
            </a:r>
          </a:p>
        </p:txBody>
      </p:sp>
      <p:sp>
        <p:nvSpPr>
          <p:cNvPr id="4" name="Slide Number Placeholder 3">
            <a:extLst>
              <a:ext uri="{FF2B5EF4-FFF2-40B4-BE49-F238E27FC236}">
                <a16:creationId xmlns:a16="http://schemas.microsoft.com/office/drawing/2014/main" id="{97428731-53A8-44CF-87E3-EEE8D8773089}"/>
              </a:ext>
            </a:extLst>
          </p:cNvPr>
          <p:cNvSpPr>
            <a:spLocks noGrp="1"/>
          </p:cNvSpPr>
          <p:nvPr>
            <p:ph type="sldNum" sz="quarter" idx="12"/>
          </p:nvPr>
        </p:nvSpPr>
        <p:spPr/>
        <p:txBody>
          <a:bodyPr/>
          <a:lstStyle/>
          <a:p>
            <a:fld id="{08D23ADD-093A-498F-9D10-305EE9E97437}" type="slidenum">
              <a:rPr lang="nl-NL" smtClean="0"/>
              <a:pPr/>
              <a:t>56</a:t>
            </a:fld>
            <a:endParaRPr lang="nl-NL"/>
          </a:p>
        </p:txBody>
      </p:sp>
      <p:sp>
        <p:nvSpPr>
          <p:cNvPr id="6" name="Footer Placeholder 5">
            <a:extLst>
              <a:ext uri="{FF2B5EF4-FFF2-40B4-BE49-F238E27FC236}">
                <a16:creationId xmlns:a16="http://schemas.microsoft.com/office/drawing/2014/main" id="{CF8F2D27-1CE0-5E3E-15B2-AFF5760AAAC9}"/>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689C3EA9-153F-FFC3-F8EF-9B7FA8244172}"/>
              </a:ext>
            </a:extLst>
          </p:cNvPr>
          <p:cNvSpPr>
            <a:spLocks noGrp="1"/>
          </p:cNvSpPr>
          <p:nvPr>
            <p:ph type="dt" sz="half" idx="10"/>
          </p:nvPr>
        </p:nvSpPr>
        <p:spPr/>
        <p:txBody>
          <a:bodyPr/>
          <a:lstStyle/>
          <a:p>
            <a:r>
              <a:rPr lang="nl-NL"/>
              <a:t>SPADE course, July 8-9, 2025</a:t>
            </a:r>
          </a:p>
        </p:txBody>
      </p:sp>
    </p:spTree>
    <p:extLst>
      <p:ext uri="{BB962C8B-B14F-4D97-AF65-F5344CB8AC3E}">
        <p14:creationId xmlns:p14="http://schemas.microsoft.com/office/powerpoint/2010/main" val="39275920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80928"/>
            <a:ext cx="8172450" cy="1080120"/>
          </a:xfrm>
        </p:spPr>
        <p:txBody>
          <a:bodyPr/>
          <a:lstStyle/>
          <a:p>
            <a:pPr algn="ctr"/>
            <a:r>
              <a:rPr lang="nl-NL" sz="3600" b="1" err="1"/>
              <a:t>Additional</a:t>
            </a:r>
            <a:r>
              <a:rPr lang="nl-NL" sz="3600" b="1"/>
              <a:t> options</a:t>
            </a:r>
            <a:br>
              <a:rPr lang="nl-NL" sz="3600"/>
            </a:br>
            <a:r>
              <a:rPr lang="nl-NL" sz="2400" err="1"/>
              <a:t>DRIs</a:t>
            </a:r>
            <a:endParaRPr lang="nl-NL" sz="3600"/>
          </a:p>
        </p:txBody>
      </p:sp>
      <p:sp>
        <p:nvSpPr>
          <p:cNvPr id="5" name="Slide Number Placeholder 4"/>
          <p:cNvSpPr>
            <a:spLocks noGrp="1"/>
          </p:cNvSpPr>
          <p:nvPr>
            <p:ph type="sldNum" sz="quarter" idx="12"/>
          </p:nvPr>
        </p:nvSpPr>
        <p:spPr/>
        <p:txBody>
          <a:bodyPr/>
          <a:lstStyle/>
          <a:p>
            <a:fld id="{8FC21E99-CB6E-4E1C-8709-25BF64FEA530}" type="slidenum">
              <a:rPr lang="nl-NL" smtClean="0"/>
              <a:pPr/>
              <a:t>57</a:t>
            </a:fld>
            <a:endParaRPr lang="nl-NL"/>
          </a:p>
        </p:txBody>
      </p:sp>
      <p:sp>
        <p:nvSpPr>
          <p:cNvPr id="4" name="Footer Placeholder 3">
            <a:extLst>
              <a:ext uri="{FF2B5EF4-FFF2-40B4-BE49-F238E27FC236}">
                <a16:creationId xmlns:a16="http://schemas.microsoft.com/office/drawing/2014/main" id="{BA9E521A-611B-4644-8D74-CF10C233338E}"/>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257AE87A-11CB-F9EE-B425-2CA4BA2D51F6}"/>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11507382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6329440" y="1939133"/>
            <a:ext cx="2749152" cy="3424803"/>
          </a:xfrm>
        </p:spPr>
        <p:txBody>
          <a:bodyPr numCol="1">
            <a:normAutofit/>
          </a:bodyPr>
          <a:lstStyle/>
          <a:p>
            <a:pPr>
              <a:tabLst>
                <a:tab pos="4937125" algn="l"/>
              </a:tabLst>
            </a:pPr>
            <a:r>
              <a:rPr lang="en-US"/>
              <a:t>(estimated) </a:t>
            </a:r>
            <a:r>
              <a:rPr lang="en-US">
                <a:solidFill>
                  <a:schemeClr val="tx2"/>
                </a:solidFill>
              </a:rPr>
              <a:t>average requirement </a:t>
            </a:r>
            <a:r>
              <a:rPr lang="en-US"/>
              <a:t>(EAR)</a:t>
            </a:r>
          </a:p>
          <a:p>
            <a:pPr>
              <a:tabLst>
                <a:tab pos="4937125" algn="l"/>
              </a:tabLst>
            </a:pPr>
            <a:r>
              <a:rPr lang="en-US">
                <a:solidFill>
                  <a:schemeClr val="tx2"/>
                </a:solidFill>
              </a:rPr>
              <a:t>Adequate intake (AI)</a:t>
            </a:r>
          </a:p>
          <a:p>
            <a:pPr>
              <a:tabLst>
                <a:tab pos="3702844" algn="l"/>
              </a:tabLst>
            </a:pPr>
            <a:r>
              <a:rPr lang="en-US">
                <a:solidFill>
                  <a:schemeClr val="tx2"/>
                </a:solidFill>
              </a:rPr>
              <a:t>Tolerable upper intake level </a:t>
            </a:r>
            <a:r>
              <a:rPr lang="en-US"/>
              <a:t>(UL)</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56963" y="1091339"/>
            <a:ext cx="8192691" cy="711035"/>
          </a:xfrm>
        </p:spPr>
        <p:txBody>
          <a:bodyPr/>
          <a:lstStyle/>
          <a:p>
            <a:r>
              <a:rPr lang="en-US"/>
              <a:t>Dietary reference values</a:t>
            </a:r>
            <a:endParaRPr lang="nl-NL"/>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grpSp>
        <p:nvGrpSpPr>
          <p:cNvPr id="11" name="Group 10">
            <a:extLst>
              <a:ext uri="{FF2B5EF4-FFF2-40B4-BE49-F238E27FC236}">
                <a16:creationId xmlns:a16="http://schemas.microsoft.com/office/drawing/2014/main" id="{743A23C0-4A28-41F0-854F-8C0B1477A1F8}"/>
              </a:ext>
            </a:extLst>
          </p:cNvPr>
          <p:cNvGrpSpPr>
            <a:grpSpLocks/>
          </p:cNvGrpSpPr>
          <p:nvPr/>
        </p:nvGrpSpPr>
        <p:grpSpPr bwMode="auto">
          <a:xfrm>
            <a:off x="0" y="2071218"/>
            <a:ext cx="6329440" cy="3693648"/>
            <a:chOff x="0" y="0"/>
            <a:chExt cx="584" cy="317"/>
          </a:xfrm>
        </p:grpSpPr>
        <p:graphicFrame>
          <p:nvGraphicFramePr>
            <p:cNvPr id="12" name="Chart 11">
              <a:extLst>
                <a:ext uri="{FF2B5EF4-FFF2-40B4-BE49-F238E27FC236}">
                  <a16:creationId xmlns:a16="http://schemas.microsoft.com/office/drawing/2014/main" id="{C5873213-5C7E-4660-A11A-E89B366D05FD}"/>
                </a:ext>
              </a:extLst>
            </p:cNvPr>
            <p:cNvGraphicFramePr>
              <a:graphicFrameLocks/>
            </p:cNvGraphicFramePr>
            <p:nvPr/>
          </p:nvGraphicFramePr>
          <p:xfrm>
            <a:off x="0" y="0"/>
            <a:ext cx="584" cy="317"/>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4ECB05F2-D0BC-49CB-B040-52C9831BCC8F}"/>
                </a:ext>
              </a:extLst>
            </p:cNvPr>
            <p:cNvSpPr>
              <a:spLocks noChangeArrowheads="1"/>
            </p:cNvSpPr>
            <p:nvPr/>
          </p:nvSpPr>
          <p:spPr bwMode="auto">
            <a:xfrm>
              <a:off x="370" y="41"/>
              <a:ext cx="22" cy="240"/>
            </a:xfrm>
            <a:prstGeom prst="rect">
              <a:avLst/>
            </a:prstGeom>
            <a:solidFill>
              <a:srgbClr xmlns:mc="http://schemas.openxmlformats.org/markup-compatibility/2006" xmlns:a14="http://schemas.microsoft.com/office/drawing/2010/main" val="FF6600" mc:Ignorable="a14" a14:legacySpreadsheetColorIndex="53">
                <a:alpha val="25098"/>
              </a:srgbClr>
            </a:solidFill>
            <a:ln>
              <a:noFill/>
            </a:ln>
            <a:effectLst/>
            <a:extLst>
              <a:ext uri="{91240B29-F687-4F45-9708-019B960494DF}">
                <a14:hiddenLine xmlns:a14="http://schemas.microsoft.com/office/drawing/2010/main" w="9525" algn="ctr">
                  <a:solidFill>
                    <a:srgbClr xmlns:mc="http://schemas.openxmlformats.org/markup-compatibility/2006" val="FF6600" mc:Ignorable="a14" a14:legacySpreadsheetColorIndex="5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nl-NL" sz="1350"/>
            </a:p>
          </p:txBody>
        </p:sp>
        <p:sp>
          <p:nvSpPr>
            <p:cNvPr id="14" name="Rectangle 13">
              <a:extLst>
                <a:ext uri="{FF2B5EF4-FFF2-40B4-BE49-F238E27FC236}">
                  <a16:creationId xmlns:a16="http://schemas.microsoft.com/office/drawing/2014/main" id="{8B571205-0B7A-4D72-A85E-D3C9666F8737}"/>
                </a:ext>
              </a:extLst>
            </p:cNvPr>
            <p:cNvSpPr>
              <a:spLocks noChangeArrowheads="1"/>
            </p:cNvSpPr>
            <p:nvPr/>
          </p:nvSpPr>
          <p:spPr bwMode="auto">
            <a:xfrm>
              <a:off x="402" y="41"/>
              <a:ext cx="22" cy="240"/>
            </a:xfrm>
            <a:prstGeom prst="rect">
              <a:avLst/>
            </a:prstGeom>
            <a:solidFill>
              <a:srgbClr xmlns:mc="http://schemas.openxmlformats.org/markup-compatibility/2006" xmlns:a14="http://schemas.microsoft.com/office/drawing/2010/main" val="FF6600" mc:Ignorable="a14" a14:legacySpreadsheetColorIndex="53">
                <a:alpha val="25098"/>
              </a:srgbClr>
            </a:solidFill>
            <a:ln>
              <a:noFill/>
            </a:ln>
            <a:effectLst/>
            <a:extLst>
              <a:ext uri="{91240B29-F687-4F45-9708-019B960494DF}">
                <a14:hiddenLine xmlns:a14="http://schemas.microsoft.com/office/drawing/2010/main" w="9525" algn="ctr">
                  <a:solidFill>
                    <a:srgbClr xmlns:mc="http://schemas.openxmlformats.org/markup-compatibility/2006" val="FF6600" mc:Ignorable="a14" a14:legacySpreadsheetColorIndex="5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nl-NL" sz="1350"/>
            </a:p>
          </p:txBody>
        </p:sp>
      </p:grpSp>
      <p:sp>
        <p:nvSpPr>
          <p:cNvPr id="6" name="Slide Number Placeholder 5">
            <a:extLst>
              <a:ext uri="{FF2B5EF4-FFF2-40B4-BE49-F238E27FC236}">
                <a16:creationId xmlns:a16="http://schemas.microsoft.com/office/drawing/2014/main" id="{27D5A61A-B3CB-B2DE-76BE-3BF9D4E120C1}"/>
              </a:ext>
            </a:extLst>
          </p:cNvPr>
          <p:cNvSpPr>
            <a:spLocks noGrp="1"/>
          </p:cNvSpPr>
          <p:nvPr>
            <p:ph type="sldNum" sz="quarter" idx="12"/>
          </p:nvPr>
        </p:nvSpPr>
        <p:spPr/>
        <p:txBody>
          <a:bodyPr/>
          <a:lstStyle/>
          <a:p>
            <a:fld id="{10A0A6AF-03C5-477E-939A-E28F7E7F05EA}" type="slidenum">
              <a:rPr lang="nl-NL" smtClean="0"/>
              <a:pPr/>
              <a:t>58</a:t>
            </a:fld>
            <a:endParaRPr lang="nl-NL"/>
          </a:p>
        </p:txBody>
      </p:sp>
      <p:sp>
        <p:nvSpPr>
          <p:cNvPr id="4" name="Date Placeholder 3">
            <a:extLst>
              <a:ext uri="{FF2B5EF4-FFF2-40B4-BE49-F238E27FC236}">
                <a16:creationId xmlns:a16="http://schemas.microsoft.com/office/drawing/2014/main" id="{69879BDA-CDDF-147F-86E3-F9E228498E27}"/>
              </a:ext>
            </a:extLst>
          </p:cNvPr>
          <p:cNvSpPr>
            <a:spLocks noGrp="1"/>
          </p:cNvSpPr>
          <p:nvPr>
            <p:ph type="dt" sz="half" idx="10"/>
          </p:nvPr>
        </p:nvSpPr>
        <p:spPr/>
        <p:txBody>
          <a:bodyPr/>
          <a:lstStyle/>
          <a:p>
            <a:r>
              <a:rPr lang="nl-NL"/>
              <a:t>Zero Hidden Hunger, July 8-9, 2025 </a:t>
            </a:r>
          </a:p>
        </p:txBody>
      </p:sp>
    </p:spTree>
    <p:extLst>
      <p:ext uri="{BB962C8B-B14F-4D97-AF65-F5344CB8AC3E}">
        <p14:creationId xmlns:p14="http://schemas.microsoft.com/office/powerpoint/2010/main" val="21296752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574364"/>
            <a:ext cx="8667751" cy="2948946"/>
          </a:xfrm>
        </p:spPr>
        <p:txBody>
          <a:bodyPr numCol="1">
            <a:normAutofit/>
          </a:bodyPr>
          <a:lstStyle/>
          <a:p>
            <a:pPr>
              <a:tabLst>
                <a:tab pos="3702844" algn="l"/>
              </a:tabLst>
            </a:pPr>
            <a:r>
              <a:rPr lang="en-US"/>
              <a:t>EAR-cut point method  (available in SPADE) </a:t>
            </a:r>
            <a:r>
              <a:rPr lang="en-US" sz="1200" err="1"/>
              <a:t>Carriquiry</a:t>
            </a:r>
            <a:r>
              <a:rPr lang="en-US" sz="1200"/>
              <a:t> </a:t>
            </a:r>
            <a:r>
              <a:rPr lang="en-US" sz="1200" i="1"/>
              <a:t>et al</a:t>
            </a:r>
            <a:r>
              <a:rPr lang="en-US" sz="1200"/>
              <a:t>. Pub Health </a:t>
            </a:r>
            <a:r>
              <a:rPr lang="en-US" sz="1200" err="1"/>
              <a:t>Nutr</a:t>
            </a:r>
            <a:r>
              <a:rPr lang="en-US" sz="1200"/>
              <a:t> 1999</a:t>
            </a:r>
          </a:p>
          <a:p>
            <a:pPr marL="0" indent="0">
              <a:buNone/>
              <a:tabLst>
                <a:tab pos="3702844" algn="l"/>
              </a:tabLst>
            </a:pPr>
            <a:r>
              <a:rPr lang="en-US"/>
              <a:t>   </a:t>
            </a:r>
          </a:p>
          <a:p>
            <a:pPr marL="0" indent="0">
              <a:buNone/>
              <a:tabLst>
                <a:tab pos="3702844" algn="l"/>
              </a:tabLst>
            </a:pPr>
            <a:r>
              <a:rPr lang="en-US"/>
              <a:t>   % &lt;EAR is good estimate of % inadequate in population</a:t>
            </a:r>
          </a:p>
          <a:p>
            <a:pPr marL="0" indent="0">
              <a:buNone/>
              <a:tabLst>
                <a:tab pos="3702844" algn="l"/>
              </a:tabLst>
            </a:pPr>
            <a:endParaRPr lang="en-US"/>
          </a:p>
          <a:p>
            <a:pPr marL="0" indent="0">
              <a:buNone/>
              <a:tabLst>
                <a:tab pos="3702844" algn="l"/>
              </a:tabLst>
            </a:pPr>
            <a:r>
              <a:rPr lang="en-US"/>
              <a:t>   …but only under some conditions/assumptions:</a:t>
            </a:r>
          </a:p>
          <a:p>
            <a:pPr marL="0" indent="0">
              <a:buNone/>
              <a:tabLst>
                <a:tab pos="3702844" algn="l"/>
              </a:tabLst>
            </a:pPr>
            <a:r>
              <a:rPr lang="en-US"/>
              <a:t>   - intake &amp; requirement independent</a:t>
            </a:r>
          </a:p>
          <a:p>
            <a:pPr marL="0" indent="0">
              <a:buNone/>
              <a:tabLst>
                <a:tab pos="3702844" algn="l"/>
              </a:tabLst>
            </a:pPr>
            <a:r>
              <a:rPr lang="en-US"/>
              <a:t>   - requirement distribution = symmetric</a:t>
            </a:r>
          </a:p>
          <a:p>
            <a:pPr marL="0" indent="0">
              <a:buNone/>
              <a:tabLst>
                <a:tab pos="3702844" algn="l"/>
              </a:tabLst>
            </a:pPr>
            <a:r>
              <a:rPr lang="en-US"/>
              <a:t>   - variance requirement &lt;&lt; variance intake</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p:txBody>
          <a:bodyPr/>
          <a:lstStyle/>
          <a:p>
            <a:r>
              <a:rPr lang="en-US"/>
              <a:t>How to evaluate dietary intake of group - I</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59</a:t>
            </a:fld>
            <a:endParaRPr lang="nl-NL"/>
          </a:p>
        </p:txBody>
      </p:sp>
      <p:sp>
        <p:nvSpPr>
          <p:cNvPr id="7" name="TextBox 6">
            <a:extLst>
              <a:ext uri="{FF2B5EF4-FFF2-40B4-BE49-F238E27FC236}">
                <a16:creationId xmlns:a16="http://schemas.microsoft.com/office/drawing/2014/main" id="{8DCDDB4A-D82C-4079-98D7-8BDC06222DE8}"/>
              </a:ext>
            </a:extLst>
          </p:cNvPr>
          <p:cNvSpPr txBox="1"/>
          <p:nvPr/>
        </p:nvSpPr>
        <p:spPr>
          <a:xfrm>
            <a:off x="6217170" y="4353706"/>
            <a:ext cx="1877519" cy="323165"/>
          </a:xfrm>
          <a:prstGeom prst="rect">
            <a:avLst/>
          </a:prstGeom>
          <a:noFill/>
        </p:spPr>
        <p:txBody>
          <a:bodyPr wrap="square" rtlCol="0">
            <a:spAutoFit/>
          </a:bodyPr>
          <a:lstStyle/>
          <a:p>
            <a:r>
              <a:rPr lang="en-US" sz="1500"/>
              <a:t>energy</a:t>
            </a:r>
            <a:endParaRPr lang="nl-NL" sz="1500"/>
          </a:p>
        </p:txBody>
      </p:sp>
      <p:sp>
        <p:nvSpPr>
          <p:cNvPr id="8" name="Multiplication Sign 7">
            <a:extLst>
              <a:ext uri="{FF2B5EF4-FFF2-40B4-BE49-F238E27FC236}">
                <a16:creationId xmlns:a16="http://schemas.microsoft.com/office/drawing/2014/main" id="{7DC6974B-882E-4FB4-94AE-4E4EA6A0E973}"/>
              </a:ext>
            </a:extLst>
          </p:cNvPr>
          <p:cNvSpPr/>
          <p:nvPr/>
        </p:nvSpPr>
        <p:spPr>
          <a:xfrm>
            <a:off x="5936105" y="4255241"/>
            <a:ext cx="1315387" cy="555539"/>
          </a:xfrm>
          <a:prstGeom prst="mathMultiply">
            <a:avLst/>
          </a:prstGeom>
          <a:solidFill>
            <a:srgbClr val="FF0000">
              <a:alpha val="25098"/>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extBox 8">
            <a:extLst>
              <a:ext uri="{FF2B5EF4-FFF2-40B4-BE49-F238E27FC236}">
                <a16:creationId xmlns:a16="http://schemas.microsoft.com/office/drawing/2014/main" id="{BBBCF350-AC1E-48C3-9C25-D4F49DD8F9F4}"/>
              </a:ext>
            </a:extLst>
          </p:cNvPr>
          <p:cNvSpPr txBox="1"/>
          <p:nvPr/>
        </p:nvSpPr>
        <p:spPr>
          <a:xfrm>
            <a:off x="6217170" y="4759204"/>
            <a:ext cx="2971801" cy="323165"/>
          </a:xfrm>
          <a:prstGeom prst="rect">
            <a:avLst/>
          </a:prstGeom>
          <a:noFill/>
        </p:spPr>
        <p:txBody>
          <a:bodyPr wrap="square" rtlCol="0">
            <a:spAutoFit/>
          </a:bodyPr>
          <a:lstStyle/>
          <a:p>
            <a:r>
              <a:rPr lang="en-US" sz="1500"/>
              <a:t>iron</a:t>
            </a:r>
            <a:endParaRPr lang="nl-NL" sz="1500"/>
          </a:p>
        </p:txBody>
      </p:sp>
      <p:sp>
        <p:nvSpPr>
          <p:cNvPr id="10" name="Multiplication Sign 9">
            <a:extLst>
              <a:ext uri="{FF2B5EF4-FFF2-40B4-BE49-F238E27FC236}">
                <a16:creationId xmlns:a16="http://schemas.microsoft.com/office/drawing/2014/main" id="{E37C6474-A8DE-4AA9-A109-8DC4B8839D23}"/>
              </a:ext>
            </a:extLst>
          </p:cNvPr>
          <p:cNvSpPr/>
          <p:nvPr/>
        </p:nvSpPr>
        <p:spPr>
          <a:xfrm>
            <a:off x="5803068" y="4653789"/>
            <a:ext cx="1315387" cy="555539"/>
          </a:xfrm>
          <a:prstGeom prst="mathMultiply">
            <a:avLst/>
          </a:prstGeom>
          <a:solidFill>
            <a:srgbClr val="FF0000">
              <a:alpha val="25098"/>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cxnSp>
        <p:nvCxnSpPr>
          <p:cNvPr id="12" name="Straight Arrow Connector 11">
            <a:extLst>
              <a:ext uri="{FF2B5EF4-FFF2-40B4-BE49-F238E27FC236}">
                <a16:creationId xmlns:a16="http://schemas.microsoft.com/office/drawing/2014/main" id="{58BA74C5-A826-83DF-D305-F2D7C613B4A7}"/>
              </a:ext>
            </a:extLst>
          </p:cNvPr>
          <p:cNvCxnSpPr/>
          <p:nvPr/>
        </p:nvCxnSpPr>
        <p:spPr>
          <a:xfrm flipH="1">
            <a:off x="6763871" y="4255240"/>
            <a:ext cx="1102659" cy="683192"/>
          </a:xfrm>
          <a:prstGeom prst="straightConnector1">
            <a:avLst/>
          </a:prstGeom>
          <a:ln w="76200">
            <a:tailEnd type="triangle"/>
          </a:ln>
        </p:spPr>
        <p:style>
          <a:lnRef idx="2">
            <a:schemeClr val="accent4"/>
          </a:lnRef>
          <a:fillRef idx="0">
            <a:schemeClr val="accent4"/>
          </a:fillRef>
          <a:effectRef idx="1">
            <a:schemeClr val="accent4"/>
          </a:effectRef>
          <a:fontRef idx="minor">
            <a:schemeClr val="tx1"/>
          </a:fontRef>
        </p:style>
      </p:cxnSp>
      <p:sp>
        <p:nvSpPr>
          <p:cNvPr id="13" name="Oval 12">
            <a:extLst>
              <a:ext uri="{FF2B5EF4-FFF2-40B4-BE49-F238E27FC236}">
                <a16:creationId xmlns:a16="http://schemas.microsoft.com/office/drawing/2014/main" id="{95FB0E80-AF00-A58A-4698-389616583AF7}"/>
              </a:ext>
            </a:extLst>
          </p:cNvPr>
          <p:cNvSpPr/>
          <p:nvPr/>
        </p:nvSpPr>
        <p:spPr>
          <a:xfrm>
            <a:off x="7118456" y="3409671"/>
            <a:ext cx="1804000" cy="196354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nl-NL" sz="1200" err="1"/>
              <a:t>Other</a:t>
            </a:r>
            <a:r>
              <a:rPr lang="nl-NL" sz="1200"/>
              <a:t> </a:t>
            </a:r>
            <a:r>
              <a:rPr lang="nl-NL" sz="1200" err="1"/>
              <a:t>method</a:t>
            </a:r>
            <a:r>
              <a:rPr lang="nl-NL" sz="1200"/>
              <a:t> (</a:t>
            </a:r>
            <a:r>
              <a:rPr lang="nl-NL" sz="1200" err="1"/>
              <a:t>Beaton’s</a:t>
            </a:r>
            <a:r>
              <a:rPr lang="nl-NL" sz="1200"/>
              <a:t> Full </a:t>
            </a:r>
            <a:r>
              <a:rPr lang="nl-NL" sz="1200" err="1"/>
              <a:t>probability</a:t>
            </a:r>
            <a:r>
              <a:rPr lang="nl-NL" sz="1200"/>
              <a:t> </a:t>
            </a:r>
            <a:r>
              <a:rPr lang="nl-NL" sz="1200" err="1"/>
              <a:t>method</a:t>
            </a:r>
            <a:r>
              <a:rPr lang="nl-NL" sz="1200"/>
              <a:t>) </a:t>
            </a:r>
            <a:r>
              <a:rPr lang="nl-NL" sz="1200" err="1"/>
              <a:t>available</a:t>
            </a:r>
            <a:r>
              <a:rPr lang="nl-NL" sz="1200"/>
              <a:t> </a:t>
            </a:r>
            <a:r>
              <a:rPr lang="nl-NL" sz="1200" err="1"/>
              <a:t>upon</a:t>
            </a:r>
            <a:r>
              <a:rPr lang="nl-NL" sz="1200"/>
              <a:t> </a:t>
            </a:r>
            <a:r>
              <a:rPr lang="nl-NL" sz="1200" err="1"/>
              <a:t>request</a:t>
            </a:r>
            <a:r>
              <a:rPr lang="nl-NL" sz="1200"/>
              <a:t> </a:t>
            </a:r>
          </a:p>
        </p:txBody>
      </p:sp>
    </p:spTree>
    <p:extLst>
      <p:ext uri="{BB962C8B-B14F-4D97-AF65-F5344CB8AC3E}">
        <p14:creationId xmlns:p14="http://schemas.microsoft.com/office/powerpoint/2010/main" val="275051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574364"/>
            <a:ext cx="7377793" cy="2948946"/>
          </a:xfrm>
        </p:spPr>
        <p:txBody>
          <a:bodyPr numCol="1">
            <a:normAutofit/>
          </a:bodyPr>
          <a:lstStyle/>
          <a:p>
            <a:pPr>
              <a:tabLst>
                <a:tab pos="3702844" algn="l"/>
              </a:tabLst>
            </a:pPr>
            <a:r>
              <a:rPr lang="en-US"/>
              <a:t>Qualitative comparison with AI (~available in SPADE)</a:t>
            </a:r>
          </a:p>
          <a:p>
            <a:pPr>
              <a:tabLst>
                <a:tab pos="3702844" algn="l"/>
              </a:tabLst>
            </a:pPr>
            <a:endParaRPr lang="en-US"/>
          </a:p>
          <a:p>
            <a:pPr>
              <a:tabLst>
                <a:tab pos="3702844" algn="l"/>
              </a:tabLst>
            </a:pPr>
            <a:r>
              <a:rPr lang="en-US"/>
              <a:t>No average requirement (EAR) available</a:t>
            </a:r>
          </a:p>
          <a:p>
            <a:pPr>
              <a:tabLst>
                <a:tab pos="3702844" algn="l"/>
              </a:tabLst>
            </a:pPr>
            <a:r>
              <a:rPr lang="en-US"/>
              <a:t>Median ≥ AI -&gt; low risk of inadequate intake in population </a:t>
            </a:r>
          </a:p>
          <a:p>
            <a:pPr>
              <a:tabLst>
                <a:tab pos="3702844" algn="l"/>
              </a:tabLst>
            </a:pPr>
            <a:r>
              <a:rPr lang="en-US"/>
              <a:t>Median &lt; AI -&gt; no statement possible, additional research required                            </a:t>
            </a:r>
          </a:p>
          <a:p>
            <a:pPr marL="0" indent="0">
              <a:buNone/>
              <a:tabLst>
                <a:tab pos="3702844" algn="l"/>
              </a:tabLst>
            </a:pPr>
            <a:endParaRPr lang="en-US"/>
          </a:p>
          <a:p>
            <a:pPr>
              <a:tabLst>
                <a:tab pos="3702844" algn="l"/>
              </a:tabLst>
            </a:pPr>
            <a:endParaRPr lang="nl-NL"/>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p:txBody>
          <a:bodyPr/>
          <a:lstStyle/>
          <a:p>
            <a:r>
              <a:rPr lang="en-US"/>
              <a:t>How to evaluate dietary intake of group - II</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60</a:t>
            </a:fld>
            <a:endParaRPr lang="nl-NL"/>
          </a:p>
        </p:txBody>
      </p:sp>
    </p:spTree>
    <p:extLst>
      <p:ext uri="{BB962C8B-B14F-4D97-AF65-F5344CB8AC3E}">
        <p14:creationId xmlns:p14="http://schemas.microsoft.com/office/powerpoint/2010/main" val="3540589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574364"/>
            <a:ext cx="7213704" cy="2948946"/>
          </a:xfrm>
        </p:spPr>
        <p:txBody>
          <a:bodyPr numCol="1">
            <a:normAutofit/>
          </a:bodyPr>
          <a:lstStyle/>
          <a:p>
            <a:pPr>
              <a:tabLst>
                <a:tab pos="3702844" algn="l"/>
              </a:tabLst>
            </a:pPr>
            <a:r>
              <a:rPr lang="en-US"/>
              <a:t>Comparison with UL (available in SPADE)</a:t>
            </a:r>
          </a:p>
          <a:p>
            <a:pPr>
              <a:tabLst>
                <a:tab pos="3702844" algn="l"/>
              </a:tabLst>
            </a:pPr>
            <a:endParaRPr lang="en-US"/>
          </a:p>
          <a:p>
            <a:pPr marL="0" indent="0">
              <a:buNone/>
              <a:tabLst>
                <a:tab pos="3702844" algn="l"/>
              </a:tabLst>
            </a:pPr>
            <a:r>
              <a:rPr lang="en-US"/>
              <a:t>Generally, proportion with habitual intake &gt; UL reported</a:t>
            </a:r>
          </a:p>
          <a:p>
            <a:pPr marL="0" indent="0">
              <a:buNone/>
              <a:tabLst>
                <a:tab pos="3702844" algn="l"/>
              </a:tabLst>
            </a:pPr>
            <a:endParaRPr lang="en-US"/>
          </a:p>
          <a:p>
            <a:pPr marL="0" indent="0">
              <a:buNone/>
              <a:tabLst>
                <a:tab pos="3702844" algn="l"/>
              </a:tabLst>
            </a:pPr>
            <a:r>
              <a:rPr lang="en-US"/>
              <a:t>… however, intake &gt; UL ≠ unsafe</a:t>
            </a:r>
          </a:p>
          <a:p>
            <a:pPr marL="0" indent="0">
              <a:buNone/>
              <a:tabLst>
                <a:tab pos="3702844" algn="l"/>
              </a:tabLst>
            </a:pPr>
            <a:r>
              <a:rPr lang="en-US"/>
              <a:t>Intake &lt; UL = likely to pose no risk</a:t>
            </a:r>
          </a:p>
          <a:p>
            <a:pPr>
              <a:tabLst>
                <a:tab pos="3702844" algn="l"/>
              </a:tabLst>
            </a:pPr>
            <a:endParaRPr lang="en-US"/>
          </a:p>
          <a:p>
            <a:pPr marL="0" indent="0">
              <a:buNone/>
              <a:tabLst>
                <a:tab pos="3702844" algn="l"/>
              </a:tabLst>
            </a:pPr>
            <a:r>
              <a:rPr lang="nl-NL" err="1"/>
              <a:t>Perhaps</a:t>
            </a:r>
            <a:r>
              <a:rPr lang="nl-NL"/>
              <a:t> </a:t>
            </a:r>
            <a:r>
              <a:rPr lang="nl-NL" err="1"/>
              <a:t>better</a:t>
            </a:r>
            <a:r>
              <a:rPr lang="nl-NL"/>
              <a:t> </a:t>
            </a:r>
            <a:r>
              <a:rPr lang="nl-NL" err="1"/>
              <a:t>to</a:t>
            </a:r>
            <a:r>
              <a:rPr lang="nl-NL"/>
              <a:t> start </a:t>
            </a:r>
            <a:r>
              <a:rPr lang="nl-NL" err="1"/>
              <a:t>reporting</a:t>
            </a:r>
            <a:r>
              <a:rPr lang="nl-NL"/>
              <a:t> %&lt;UL </a:t>
            </a:r>
            <a:r>
              <a:rPr lang="nl-NL" sz="1200" err="1"/>
              <a:t>Carriquiry</a:t>
            </a:r>
            <a:r>
              <a:rPr lang="nl-NL" sz="1200"/>
              <a:t> et al. 2006 J. </a:t>
            </a:r>
            <a:r>
              <a:rPr lang="nl-NL" sz="1200" err="1"/>
              <a:t>Nutr</a:t>
            </a:r>
            <a:endParaRPr lang="nl-NL" sz="1200"/>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p:txBody>
          <a:bodyPr/>
          <a:lstStyle/>
          <a:p>
            <a:r>
              <a:rPr lang="en-US"/>
              <a:t>How to evaluate dietary intake of group - III</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61</a:t>
            </a:fld>
            <a:endParaRPr lang="nl-NL"/>
          </a:p>
        </p:txBody>
      </p:sp>
    </p:spTree>
    <p:extLst>
      <p:ext uri="{BB962C8B-B14F-4D97-AF65-F5344CB8AC3E}">
        <p14:creationId xmlns:p14="http://schemas.microsoft.com/office/powerpoint/2010/main" val="38450757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132641"/>
            <a:ext cx="5571529" cy="3786865"/>
          </a:xfrm>
        </p:spPr>
        <p:txBody>
          <a:bodyPr numCol="1">
            <a:normAutofit/>
          </a:bodyPr>
          <a:lstStyle/>
          <a:p>
            <a:pPr>
              <a:tabLst>
                <a:tab pos="3702844" algn="l"/>
              </a:tabLst>
            </a:pPr>
            <a:r>
              <a:rPr lang="en-US" b="1" i="1">
                <a:solidFill>
                  <a:schemeClr val="tx2"/>
                </a:solidFill>
              </a:rPr>
              <a:t>Additional datasets</a:t>
            </a:r>
          </a:p>
          <a:p>
            <a:pPr lvl="1">
              <a:tabLst>
                <a:tab pos="408385" algn="l"/>
              </a:tabLst>
            </a:pPr>
            <a:r>
              <a:rPr lang="en-US" sz="1800"/>
              <a:t>Separate for each EAR </a:t>
            </a:r>
            <a:r>
              <a:rPr lang="en-US" sz="1600"/>
              <a:t>(2x)</a:t>
            </a:r>
            <a:r>
              <a:rPr lang="en-US" sz="1800"/>
              <a:t>, AI </a:t>
            </a:r>
            <a:r>
              <a:rPr lang="en-US" sz="1600"/>
              <a:t>(1x)</a:t>
            </a:r>
            <a:r>
              <a:rPr lang="en-US" sz="1800"/>
              <a:t>,</a:t>
            </a:r>
            <a:r>
              <a:rPr lang="en-US" sz="1600"/>
              <a:t> </a:t>
            </a:r>
            <a:r>
              <a:rPr lang="en-US" sz="1800"/>
              <a:t>UL</a:t>
            </a:r>
            <a:r>
              <a:rPr lang="en-US" sz="1600"/>
              <a:t>(2x)</a:t>
            </a:r>
            <a:endParaRPr lang="en-US" sz="800"/>
          </a:p>
          <a:p>
            <a:pPr lvl="1">
              <a:tabLst>
                <a:tab pos="408385" algn="l"/>
              </a:tabLst>
            </a:pPr>
            <a:r>
              <a:rPr lang="en-US" sz="1800"/>
              <a:t>Cut-off points by age-unit (row): all ages in food consumption survey should be present </a:t>
            </a:r>
            <a:r>
              <a:rPr lang="en-US" sz="1600"/>
              <a:t>(e.g. use 1-100, not necessary all a value) </a:t>
            </a:r>
          </a:p>
          <a:p>
            <a:pPr lvl="1">
              <a:tabLst>
                <a:tab pos="408385" algn="l"/>
              </a:tabLst>
            </a:pPr>
            <a:r>
              <a:rPr lang="en-US" sz="1600"/>
              <a:t>G</a:t>
            </a:r>
            <a:r>
              <a:rPr lang="en-US" sz="1800"/>
              <a:t>ender in separate datasets</a:t>
            </a:r>
          </a:p>
          <a:p>
            <a:pPr lvl="1">
              <a:tabLst>
                <a:tab pos="408385" algn="l"/>
              </a:tabLst>
            </a:pPr>
            <a:r>
              <a:rPr lang="en-US" sz="1800"/>
              <a:t>Variable names same as in dataset with food consumption data</a:t>
            </a:r>
          </a:p>
          <a:p>
            <a:pPr marL="0" indent="0">
              <a:buNone/>
              <a:tabLst>
                <a:tab pos="3702844" algn="l"/>
              </a:tabLst>
            </a:pPr>
            <a:endParaRPr lang="en-US"/>
          </a:p>
          <a:p>
            <a:pPr>
              <a:tabLst>
                <a:tab pos="3702844" algn="l"/>
              </a:tabLst>
            </a:pPr>
            <a:endParaRPr lang="en-US"/>
          </a:p>
          <a:p>
            <a:pPr>
              <a:tabLst>
                <a:tab pos="3702844" algn="l"/>
              </a:tabLst>
            </a:pPr>
            <a:endParaRPr lang="en-US"/>
          </a:p>
          <a:p>
            <a:pPr>
              <a:tabLst>
                <a:tab pos="3702844" algn="l"/>
              </a:tabLst>
            </a:pPr>
            <a:endParaRPr lang="nl-NL"/>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6250" y="1180051"/>
            <a:ext cx="8192691" cy="711035"/>
          </a:xfrm>
        </p:spPr>
        <p:txBody>
          <a:bodyPr>
            <a:normAutofit/>
          </a:bodyPr>
          <a:lstStyle/>
          <a:p>
            <a:r>
              <a:rPr lang="en-US"/>
              <a:t>Evaluate dietary intake of group - SPADE</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62</a:t>
            </a:fld>
            <a:endParaRPr lang="nl-NL"/>
          </a:p>
        </p:txBody>
      </p:sp>
      <p:pic>
        <p:nvPicPr>
          <p:cNvPr id="7" name="Picture 6">
            <a:extLst>
              <a:ext uri="{FF2B5EF4-FFF2-40B4-BE49-F238E27FC236}">
                <a16:creationId xmlns:a16="http://schemas.microsoft.com/office/drawing/2014/main" id="{C5FBD9AD-AF9D-4B6C-A083-DA0A0640676A}"/>
              </a:ext>
            </a:extLst>
          </p:cNvPr>
          <p:cNvPicPr>
            <a:picLocks noChangeAspect="1"/>
          </p:cNvPicPr>
          <p:nvPr/>
        </p:nvPicPr>
        <p:blipFill>
          <a:blip r:embed="rId3"/>
          <a:stretch>
            <a:fillRect/>
          </a:stretch>
        </p:blipFill>
        <p:spPr>
          <a:xfrm>
            <a:off x="6163270" y="1891086"/>
            <a:ext cx="2853869" cy="3786865"/>
          </a:xfrm>
          <a:prstGeom prst="rect">
            <a:avLst/>
          </a:prstGeom>
        </p:spPr>
      </p:pic>
    </p:spTree>
    <p:extLst>
      <p:ext uri="{BB962C8B-B14F-4D97-AF65-F5344CB8AC3E}">
        <p14:creationId xmlns:p14="http://schemas.microsoft.com/office/powerpoint/2010/main" val="33912559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43CD93E-9F88-C15C-36F9-2444BB719D57}"/>
              </a:ext>
            </a:extLst>
          </p:cNvPr>
          <p:cNvSpPr>
            <a:spLocks noGrp="1"/>
          </p:cNvSpPr>
          <p:nvPr>
            <p:ph idx="1"/>
          </p:nvPr>
        </p:nvSpPr>
        <p:spPr/>
        <p:txBody>
          <a:bodyPr/>
          <a:lstStyle/>
          <a:p>
            <a:endParaRPr lang="nl-NL"/>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6250" y="1180051"/>
            <a:ext cx="8192691" cy="711035"/>
          </a:xfrm>
        </p:spPr>
        <p:txBody>
          <a:bodyPr>
            <a:normAutofit/>
          </a:bodyPr>
          <a:lstStyle/>
          <a:p>
            <a:r>
              <a:rPr lang="en-US"/>
              <a:t>Evaluate dietary intake of group - SPADE</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63</a:t>
            </a:fld>
            <a:endParaRPr lang="nl-NL"/>
          </a:p>
        </p:txBody>
      </p:sp>
      <p:pic>
        <p:nvPicPr>
          <p:cNvPr id="7" name="Picture 6">
            <a:extLst>
              <a:ext uri="{FF2B5EF4-FFF2-40B4-BE49-F238E27FC236}">
                <a16:creationId xmlns:a16="http://schemas.microsoft.com/office/drawing/2014/main" id="{C5FBD9AD-AF9D-4B6C-A083-DA0A0640676A}"/>
              </a:ext>
            </a:extLst>
          </p:cNvPr>
          <p:cNvPicPr>
            <a:picLocks noChangeAspect="1"/>
          </p:cNvPicPr>
          <p:nvPr/>
        </p:nvPicPr>
        <p:blipFill>
          <a:blip r:embed="rId3"/>
          <a:stretch>
            <a:fillRect/>
          </a:stretch>
        </p:blipFill>
        <p:spPr>
          <a:xfrm>
            <a:off x="6163270" y="1891086"/>
            <a:ext cx="2853869" cy="3786865"/>
          </a:xfrm>
          <a:prstGeom prst="rect">
            <a:avLst/>
          </a:prstGeom>
        </p:spPr>
      </p:pic>
      <p:sp>
        <p:nvSpPr>
          <p:cNvPr id="8" name="Oval 7">
            <a:extLst>
              <a:ext uri="{FF2B5EF4-FFF2-40B4-BE49-F238E27FC236}">
                <a16:creationId xmlns:a16="http://schemas.microsoft.com/office/drawing/2014/main" id="{6A431782-353A-4D93-903F-608705C8798F}"/>
              </a:ext>
            </a:extLst>
          </p:cNvPr>
          <p:cNvSpPr/>
          <p:nvPr/>
        </p:nvSpPr>
        <p:spPr>
          <a:xfrm>
            <a:off x="6791920" y="2053943"/>
            <a:ext cx="1718746" cy="438462"/>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cxnSp>
        <p:nvCxnSpPr>
          <p:cNvPr id="10" name="Straight Arrow Connector 9">
            <a:extLst>
              <a:ext uri="{FF2B5EF4-FFF2-40B4-BE49-F238E27FC236}">
                <a16:creationId xmlns:a16="http://schemas.microsoft.com/office/drawing/2014/main" id="{24B95D3A-7EEC-4BB2-9F13-D1EA14B07FCA}"/>
              </a:ext>
            </a:extLst>
          </p:cNvPr>
          <p:cNvCxnSpPr>
            <a:cxnSpLocks/>
          </p:cNvCxnSpPr>
          <p:nvPr/>
        </p:nvCxnSpPr>
        <p:spPr>
          <a:xfrm flipV="1">
            <a:off x="5652120" y="2524801"/>
            <a:ext cx="1295821" cy="1912311"/>
          </a:xfrm>
          <a:prstGeom prst="straightConnector1">
            <a:avLst/>
          </a:prstGeom>
          <a:ln w="44450">
            <a:solidFill>
              <a:schemeClr val="tx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ijdelijke aanduiding voor inhoud 1">
            <a:extLst>
              <a:ext uri="{FF2B5EF4-FFF2-40B4-BE49-F238E27FC236}">
                <a16:creationId xmlns:a16="http://schemas.microsoft.com/office/drawing/2014/main" id="{FCC95142-8223-09C0-3BA0-58CB49D1254E}"/>
              </a:ext>
            </a:extLst>
          </p:cNvPr>
          <p:cNvSpPr txBox="1">
            <a:spLocks/>
          </p:cNvSpPr>
          <p:nvPr/>
        </p:nvSpPr>
        <p:spPr>
          <a:xfrm>
            <a:off x="476250" y="2132641"/>
            <a:ext cx="5571529" cy="3786865"/>
          </a:xfrm>
          <a:prstGeom prst="rect">
            <a:avLst/>
          </a:prstGeom>
        </p:spPr>
        <p:txBody>
          <a:bodyPr vert="horz" lIns="91440" tIns="45720" rIns="91440" bIns="45720" numCol="1" spcCol="468000" rtlCol="0">
            <a:normAutofit/>
          </a:bodyPr>
          <a:lstStyle>
            <a:lvl1pPr marL="237600" indent="-237600" algn="l" defTabSz="685800" rtl="0" eaLnBrk="1" latinLnBrk="0" hangingPunct="1">
              <a:lnSpc>
                <a:spcPct val="90000"/>
              </a:lnSpc>
              <a:spcBef>
                <a:spcPts val="900"/>
              </a:spcBef>
              <a:buClr>
                <a:schemeClr val="tx2"/>
              </a:buClr>
              <a:buSzPct val="80000"/>
              <a:buFont typeface="Verdana" panose="020B0604030504040204" pitchFamily="34" charset="0"/>
              <a:buChar char="›"/>
              <a:defRPr sz="1800" kern="1200">
                <a:solidFill>
                  <a:schemeClr val="tx1"/>
                </a:solidFill>
                <a:latin typeface="+mn-lt"/>
                <a:ea typeface="+mn-ea"/>
                <a:cs typeface="+mn-cs"/>
              </a:defRPr>
            </a:lvl1pPr>
            <a:lvl2pPr marL="472500" indent="-237600" algn="l" defTabSz="685800" rtl="0" eaLnBrk="1" latinLnBrk="0" hangingPunct="1">
              <a:lnSpc>
                <a:spcPct val="90000"/>
              </a:lnSpc>
              <a:spcBef>
                <a:spcPts val="750"/>
              </a:spcBef>
              <a:buClr>
                <a:schemeClr val="tx2"/>
              </a:buClr>
              <a:buFont typeface="Verdana" panose="020B0604030504040204" pitchFamily="34" charset="0"/>
              <a:buChar char="–"/>
              <a:defRPr sz="1500" kern="1200">
                <a:solidFill>
                  <a:schemeClr val="tx1"/>
                </a:solidFill>
                <a:latin typeface="+mn-lt"/>
                <a:ea typeface="+mn-ea"/>
                <a:cs typeface="+mn-cs"/>
              </a:defRPr>
            </a:lvl2pPr>
            <a:lvl3pPr marL="710100" indent="-237600" algn="l" defTabSz="685800" rtl="0" eaLnBrk="1" latinLnBrk="0" hangingPunct="1">
              <a:lnSpc>
                <a:spcPct val="90000"/>
              </a:lnSpc>
              <a:spcBef>
                <a:spcPts val="600"/>
              </a:spcBef>
              <a:buClr>
                <a:schemeClr val="tx2"/>
              </a:buClr>
              <a:buFont typeface="Wingdings" panose="05000000000000000000" pitchFamily="2" charset="2"/>
              <a:buChar char="§"/>
              <a:defRPr sz="1350" kern="1200">
                <a:solidFill>
                  <a:schemeClr val="tx1"/>
                </a:solidFill>
                <a:latin typeface="+mn-lt"/>
                <a:ea typeface="+mn-ea"/>
                <a:cs typeface="+mn-cs"/>
              </a:defRPr>
            </a:lvl3pPr>
            <a:lvl4pPr marL="945000" indent="-237600" algn="l" defTabSz="685800" rtl="0" eaLnBrk="1" latinLnBrk="0" hangingPunct="1">
              <a:lnSpc>
                <a:spcPct val="90000"/>
              </a:lnSpc>
              <a:spcBef>
                <a:spcPts val="450"/>
              </a:spcBef>
              <a:buClr>
                <a:schemeClr val="tx2"/>
              </a:buClr>
              <a:buFont typeface="Arial" panose="020B0604020202020204" pitchFamily="34" charset="0"/>
              <a:buChar char="•"/>
              <a:defRPr sz="1350" kern="1200">
                <a:solidFill>
                  <a:schemeClr val="tx1"/>
                </a:solidFill>
                <a:latin typeface="+mn-lt"/>
                <a:ea typeface="+mn-ea"/>
                <a:cs typeface="+mn-cs"/>
              </a:defRPr>
            </a:lvl4pPr>
            <a:lvl5pPr marL="1182600" indent="-237600" algn="l" defTabSz="685800" rtl="0" eaLnBrk="1" latinLnBrk="0" hangingPunct="1">
              <a:lnSpc>
                <a:spcPct val="90000"/>
              </a:lnSpc>
              <a:spcBef>
                <a:spcPts val="450"/>
              </a:spcBef>
              <a:buFont typeface="Verdana" panose="020B0604030504040204" pitchFamily="34" charset="0"/>
              <a:buChar char="–"/>
              <a:defRPr sz="1200" kern="1200">
                <a:solidFill>
                  <a:schemeClr val="tx2"/>
                </a:solidFill>
                <a:latin typeface="+mn-lt"/>
                <a:ea typeface="+mn-ea"/>
                <a:cs typeface="+mn-cs"/>
              </a:defRPr>
            </a:lvl5pPr>
            <a:lvl6pPr marL="1417500" indent="-237600" algn="l" defTabSz="685800" rtl="0" eaLnBrk="1" latinLnBrk="0" hangingPunct="1">
              <a:lnSpc>
                <a:spcPct val="90000"/>
              </a:lnSpc>
              <a:spcBef>
                <a:spcPts val="450"/>
              </a:spcBef>
              <a:buFont typeface="Arial" panose="020B0604020202020204" pitchFamily="34" charset="0"/>
              <a:buChar char="•"/>
              <a:defRPr sz="1050" kern="1200">
                <a:solidFill>
                  <a:schemeClr val="tx1">
                    <a:lumMod val="50000"/>
                    <a:lumOff val="50000"/>
                  </a:schemeClr>
                </a:solidFill>
                <a:latin typeface="+mn-lt"/>
                <a:ea typeface="+mn-ea"/>
                <a:cs typeface="+mn-cs"/>
              </a:defRPr>
            </a:lvl6pPr>
            <a:lvl7pPr marL="54000" indent="-54000" algn="l" defTabSz="685800" rtl="0" eaLnBrk="1" latinLnBrk="0" hangingPunct="1">
              <a:lnSpc>
                <a:spcPct val="90000"/>
              </a:lnSpc>
              <a:spcBef>
                <a:spcPts val="450"/>
              </a:spcBef>
              <a:buSzPct val="25000"/>
              <a:buFont typeface="Verdana" panose="020B0604030504040204" pitchFamily="34" charset="0"/>
              <a:buChar char=" "/>
              <a:defRPr sz="900" b="1" i="0" kern="1200">
                <a:solidFill>
                  <a:schemeClr val="tx2"/>
                </a:solidFill>
                <a:latin typeface="+mn-lt"/>
                <a:ea typeface="+mn-ea"/>
                <a:cs typeface="+mn-cs"/>
              </a:defRPr>
            </a:lvl7pPr>
            <a:lvl8pPr marL="54000" indent="-54000" algn="l" defTabSz="685800" rtl="0" eaLnBrk="1" latinLnBrk="0" hangingPunct="1">
              <a:lnSpc>
                <a:spcPct val="90000"/>
              </a:lnSpc>
              <a:spcBef>
                <a:spcPts val="450"/>
              </a:spcBef>
              <a:buSzPct val="25000"/>
              <a:buFont typeface="Verdana" panose="020B0604030504040204" pitchFamily="34" charset="0"/>
              <a:buChar char=" "/>
              <a:defRPr sz="900" i="0" kern="1200">
                <a:solidFill>
                  <a:schemeClr val="tx1">
                    <a:lumMod val="65000"/>
                    <a:lumOff val="35000"/>
                  </a:schemeClr>
                </a:solidFill>
                <a:latin typeface="+mn-lt"/>
                <a:ea typeface="+mn-ea"/>
                <a:cs typeface="+mn-cs"/>
              </a:defRPr>
            </a:lvl8pPr>
            <a:lvl9pPr marL="162000" indent="-108000" algn="l" defTabSz="685800" rtl="0" eaLnBrk="1" latinLnBrk="0" hangingPunct="1">
              <a:lnSpc>
                <a:spcPct val="90000"/>
              </a:lnSpc>
              <a:spcBef>
                <a:spcPts val="450"/>
              </a:spcBef>
              <a:buClr>
                <a:schemeClr val="tx2"/>
              </a:buClr>
              <a:buFont typeface="Verdana" panose="020B0604030504040204" pitchFamily="34" charset="0"/>
              <a:buChar char="–"/>
              <a:defRPr sz="900" i="0" kern="1200">
                <a:solidFill>
                  <a:schemeClr val="tx1">
                    <a:lumMod val="65000"/>
                    <a:lumOff val="35000"/>
                  </a:schemeClr>
                </a:solidFill>
                <a:latin typeface="+mn-lt"/>
                <a:ea typeface="+mn-ea"/>
                <a:cs typeface="+mn-cs"/>
              </a:defRPr>
            </a:lvl9pPr>
          </a:lstStyle>
          <a:p>
            <a:pPr>
              <a:tabLst>
                <a:tab pos="3702844" algn="l"/>
              </a:tabLst>
            </a:pPr>
            <a:r>
              <a:rPr lang="en-US" b="1" i="1">
                <a:solidFill>
                  <a:schemeClr val="tx2"/>
                </a:solidFill>
              </a:rPr>
              <a:t>Additional datasets</a:t>
            </a:r>
          </a:p>
          <a:p>
            <a:pPr lvl="1">
              <a:tabLst>
                <a:tab pos="408385" algn="l"/>
              </a:tabLst>
            </a:pPr>
            <a:r>
              <a:rPr lang="en-US" sz="1800"/>
              <a:t>Separate for each EAR </a:t>
            </a:r>
            <a:r>
              <a:rPr lang="en-US" sz="1600"/>
              <a:t>(2x)</a:t>
            </a:r>
            <a:r>
              <a:rPr lang="en-US" sz="1800"/>
              <a:t>, AI </a:t>
            </a:r>
            <a:r>
              <a:rPr lang="en-US" sz="1600"/>
              <a:t>(1x)</a:t>
            </a:r>
            <a:r>
              <a:rPr lang="en-US" sz="1800"/>
              <a:t>,</a:t>
            </a:r>
            <a:r>
              <a:rPr lang="en-US" sz="1600"/>
              <a:t> </a:t>
            </a:r>
            <a:r>
              <a:rPr lang="en-US" sz="1800"/>
              <a:t>UL</a:t>
            </a:r>
            <a:r>
              <a:rPr lang="en-US" sz="1600"/>
              <a:t>(2x)</a:t>
            </a:r>
            <a:endParaRPr lang="en-US" sz="800"/>
          </a:p>
          <a:p>
            <a:pPr lvl="1">
              <a:tabLst>
                <a:tab pos="408385" algn="l"/>
              </a:tabLst>
            </a:pPr>
            <a:r>
              <a:rPr lang="en-US" sz="1800"/>
              <a:t>Cut-off points by age-unit (row): all ages in food consumption survey should be present </a:t>
            </a:r>
            <a:r>
              <a:rPr lang="en-US" sz="1600"/>
              <a:t>(e.g. use 1-100, not necessary all a value) </a:t>
            </a:r>
          </a:p>
          <a:p>
            <a:pPr lvl="1">
              <a:tabLst>
                <a:tab pos="408385" algn="l"/>
              </a:tabLst>
            </a:pPr>
            <a:r>
              <a:rPr lang="en-US" sz="1600"/>
              <a:t>G</a:t>
            </a:r>
            <a:r>
              <a:rPr lang="en-US" sz="1800"/>
              <a:t>ender in separate datasets</a:t>
            </a:r>
          </a:p>
          <a:p>
            <a:pPr lvl="1">
              <a:tabLst>
                <a:tab pos="408385" algn="l"/>
              </a:tabLst>
            </a:pPr>
            <a:r>
              <a:rPr lang="en-US" sz="1800"/>
              <a:t>Variable names same as in dataset with food consumption data</a:t>
            </a:r>
          </a:p>
          <a:p>
            <a:pPr marL="0" indent="0">
              <a:buFont typeface="Verdana" panose="020B0604030504040204" pitchFamily="34" charset="0"/>
              <a:buNone/>
              <a:tabLst>
                <a:tab pos="3702844" algn="l"/>
              </a:tabLst>
            </a:pPr>
            <a:endParaRPr lang="en-US"/>
          </a:p>
          <a:p>
            <a:pPr>
              <a:tabLst>
                <a:tab pos="3702844" algn="l"/>
              </a:tabLst>
            </a:pPr>
            <a:endParaRPr lang="en-US"/>
          </a:p>
          <a:p>
            <a:pPr>
              <a:tabLst>
                <a:tab pos="3702844" algn="l"/>
              </a:tabLst>
            </a:pPr>
            <a:endParaRPr lang="en-US"/>
          </a:p>
          <a:p>
            <a:pPr>
              <a:tabLst>
                <a:tab pos="3702844" algn="l"/>
              </a:tabLst>
            </a:pPr>
            <a:endParaRPr lang="nl-NL"/>
          </a:p>
        </p:txBody>
      </p:sp>
    </p:spTree>
    <p:extLst>
      <p:ext uri="{BB962C8B-B14F-4D97-AF65-F5344CB8AC3E}">
        <p14:creationId xmlns:p14="http://schemas.microsoft.com/office/powerpoint/2010/main" val="21639136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132641"/>
            <a:ext cx="6381750" cy="3192464"/>
          </a:xfrm>
        </p:spPr>
        <p:txBody>
          <a:bodyPr numCol="1">
            <a:normAutofit/>
          </a:bodyPr>
          <a:lstStyle/>
          <a:p>
            <a:pPr>
              <a:tabLst>
                <a:tab pos="3702844" algn="l"/>
              </a:tabLst>
            </a:pPr>
            <a:r>
              <a:rPr lang="en-US" b="1" i="1">
                <a:solidFill>
                  <a:schemeClr val="tx2"/>
                </a:solidFill>
              </a:rPr>
              <a:t>Additional SPADE-script (page 56 manual)</a:t>
            </a:r>
          </a:p>
          <a:p>
            <a:pPr marL="0" indent="0">
              <a:buNone/>
              <a:tabLst>
                <a:tab pos="3702844" algn="l"/>
              </a:tabLst>
            </a:pPr>
            <a:endParaRPr lang="en-US"/>
          </a:p>
          <a:p>
            <a:pPr marL="0" indent="0">
              <a:buNone/>
              <a:tabLst>
                <a:tab pos="800100" algn="l"/>
              </a:tabLst>
            </a:pP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6250" y="1180051"/>
            <a:ext cx="8192691" cy="711035"/>
          </a:xfrm>
        </p:spPr>
        <p:txBody>
          <a:bodyPr>
            <a:normAutofit/>
          </a:bodyPr>
          <a:lstStyle/>
          <a:p>
            <a:r>
              <a:rPr lang="en-US"/>
              <a:t>Evaluate dietary intake of group - SPADE</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64</a:t>
            </a:fld>
            <a:endParaRPr lang="nl-NL"/>
          </a:p>
        </p:txBody>
      </p:sp>
    </p:spTree>
    <p:extLst>
      <p:ext uri="{BB962C8B-B14F-4D97-AF65-F5344CB8AC3E}">
        <p14:creationId xmlns:p14="http://schemas.microsoft.com/office/powerpoint/2010/main" val="18901309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1396093"/>
            <a:ext cx="8373836" cy="3929012"/>
          </a:xfrm>
        </p:spPr>
        <p:txBody>
          <a:bodyPr numCol="1">
            <a:noAutofit/>
          </a:bodyPr>
          <a:lstStyle/>
          <a:p>
            <a:pPr latinLnBrk="1" hangingPunct="0">
              <a:lnSpc>
                <a:spcPct val="100000"/>
              </a:lnSpc>
              <a:spcAft>
                <a:spcPts val="225"/>
              </a:spcAft>
            </a:pPr>
            <a:r>
              <a:rPr lang="en-GB" err="1">
                <a:solidFill>
                  <a:srgbClr val="CC3300"/>
                </a:solidFill>
                <a:latin typeface="+mj-lt"/>
                <a:ea typeface="MS Mincho" panose="02020609040205080304" pitchFamily="49" charset="-128"/>
                <a:cs typeface="Times New Roman" panose="02020603050405020304" pitchFamily="18" charset="0"/>
              </a:rPr>
              <a:t>f.spade</a:t>
            </a:r>
            <a:r>
              <a:rPr lang="en-GB">
                <a:solidFill>
                  <a:srgbClr val="CC3300"/>
                </a:solidFill>
                <a:latin typeface="+mj-lt"/>
                <a:ea typeface="MS Mincho" panose="02020609040205080304" pitchFamily="49" charset="-128"/>
                <a:cs typeface="Times New Roman" panose="02020603050405020304" pitchFamily="18" charset="0"/>
              </a:rPr>
              <a:t>(</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frml.ia</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ca ~ </a:t>
            </a:r>
            <a:r>
              <a:rPr lang="en-GB" err="1">
                <a:solidFill>
                  <a:srgbClr val="CC3300"/>
                </a:solidFill>
                <a:latin typeface="+mj-lt"/>
                <a:ea typeface="MS Mincho" panose="02020609040205080304" pitchFamily="49" charset="-128"/>
                <a:cs typeface="Times New Roman" panose="02020603050405020304" pitchFamily="18" charset="0"/>
              </a:rPr>
              <a:t>fp</a:t>
            </a:r>
            <a:r>
              <a:rPr lang="en-GB">
                <a:solidFill>
                  <a:srgbClr val="CC3300"/>
                </a:solidFill>
                <a:latin typeface="+mj-lt"/>
                <a:ea typeface="MS Mincho" panose="02020609040205080304" pitchFamily="49" charset="-128"/>
                <a:cs typeface="Times New Roman" panose="02020603050405020304" pitchFamily="18" charset="0"/>
              </a:rPr>
              <a:t>(age),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frml.if</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008000"/>
                </a:solidFill>
                <a:latin typeface="+mj-lt"/>
                <a:ea typeface="MS Mincho" panose="02020609040205080304" pitchFamily="49" charset="-128"/>
                <a:cs typeface="Times New Roman" panose="02020603050405020304" pitchFamily="18" charset="0"/>
              </a:rPr>
              <a:t>"</a:t>
            </a:r>
            <a:r>
              <a:rPr lang="en-GB" err="1">
                <a:solidFill>
                  <a:srgbClr val="008000"/>
                </a:solidFill>
                <a:latin typeface="+mj-lt"/>
                <a:ea typeface="MS Mincho" panose="02020609040205080304" pitchFamily="49" charset="-128"/>
                <a:cs typeface="Times New Roman" panose="02020603050405020304" pitchFamily="18" charset="0"/>
              </a:rPr>
              <a:t>no.if</a:t>
            </a:r>
            <a:r>
              <a:rPr lang="en-GB">
                <a:solidFill>
                  <a:srgbClr val="008000"/>
                </a:solidFill>
                <a:latin typeface="+mj-lt"/>
                <a:ea typeface="MS Mincho" panose="02020609040205080304" pitchFamily="49" charset="-128"/>
                <a:cs typeface="Times New Roman" panose="02020603050405020304" pitchFamily="18" charset="0"/>
              </a:rPr>
              <a:t>"</a:t>
            </a:r>
            <a:r>
              <a:rPr lang="en-GB">
                <a:solidFill>
                  <a:srgbClr val="CC3300"/>
                </a:solidFill>
                <a:latin typeface="+mj-lt"/>
                <a:ea typeface="MS Mincho" panose="02020609040205080304" pitchFamily="49" charset="-128"/>
                <a:cs typeface="Times New Roman" panose="02020603050405020304" pitchFamily="18" charset="0"/>
              </a:rPr>
              <a:t>,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984806"/>
                </a:solidFill>
                <a:latin typeface="+mj-lt"/>
                <a:ea typeface="MS Mincho" panose="02020609040205080304" pitchFamily="49" charset="-128"/>
                <a:cs typeface="Times New Roman" panose="02020603050405020304" pitchFamily="18" charset="0"/>
              </a:rPr>
              <a:t>data =</a:t>
            </a: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CC3300"/>
                </a:solidFill>
                <a:latin typeface="+mj-lt"/>
                <a:ea typeface="MS Mincho" panose="02020609040205080304" pitchFamily="49" charset="-128"/>
                <a:cs typeface="Times New Roman" panose="02020603050405020304" pitchFamily="18" charset="0"/>
              </a:rPr>
              <a:t>DNFCSmanual</a:t>
            </a:r>
            <a:r>
              <a:rPr lang="en-GB">
                <a:solidFill>
                  <a:srgbClr val="CC3300"/>
                </a:solidFill>
                <a:latin typeface="+mj-lt"/>
                <a:ea typeface="MS Mincho" panose="02020609040205080304" pitchFamily="49" charset="-128"/>
                <a:cs typeface="Times New Roman" panose="02020603050405020304" pitchFamily="18" charset="0"/>
              </a:rPr>
              <a:t>,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min.age</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1,</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max.age</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79,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sex.label</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008000"/>
                </a:solidFill>
                <a:latin typeface="+mj-lt"/>
                <a:ea typeface="MS Mincho" panose="02020609040205080304" pitchFamily="49" charset="-128"/>
                <a:cs typeface="Times New Roman" panose="02020603050405020304" pitchFamily="18" charset="0"/>
              </a:rPr>
              <a:t>"female"</a:t>
            </a:r>
            <a:r>
              <a:rPr lang="en-GB">
                <a:solidFill>
                  <a:srgbClr val="CC3300"/>
                </a:solidFill>
                <a:latin typeface="+mj-lt"/>
                <a:ea typeface="MS Mincho" panose="02020609040205080304" pitchFamily="49" charset="-128"/>
                <a:cs typeface="Times New Roman" panose="02020603050405020304" pitchFamily="18" charset="0"/>
              </a:rPr>
              <a:t>,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age.classes</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c(0,8,13,17,30,50,79),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984806"/>
                </a:solidFill>
                <a:latin typeface="+mj-lt"/>
                <a:ea typeface="MS Mincho" panose="02020609040205080304" pitchFamily="49" charset="-128"/>
                <a:cs typeface="Times New Roman" panose="02020603050405020304" pitchFamily="18" charset="0"/>
              </a:rPr>
              <a:t>weights.name =</a:t>
            </a: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008000"/>
                </a:solidFill>
                <a:latin typeface="+mj-lt"/>
                <a:ea typeface="MS Mincho" panose="02020609040205080304" pitchFamily="49" charset="-128"/>
                <a:cs typeface="Times New Roman" panose="02020603050405020304" pitchFamily="18" charset="0"/>
              </a:rPr>
              <a:t>"</a:t>
            </a:r>
            <a:r>
              <a:rPr lang="en-GB" err="1">
                <a:solidFill>
                  <a:srgbClr val="008000"/>
                </a:solidFill>
                <a:latin typeface="+mj-lt"/>
                <a:ea typeface="MS Mincho" panose="02020609040205080304" pitchFamily="49" charset="-128"/>
                <a:cs typeface="Times New Roman" panose="02020603050405020304" pitchFamily="18" charset="0"/>
              </a:rPr>
              <a:t>w_demog_season_wk_wknd</a:t>
            </a:r>
            <a:r>
              <a:rPr lang="en-GB">
                <a:solidFill>
                  <a:srgbClr val="008000"/>
                </a:solidFill>
                <a:latin typeface="+mj-lt"/>
                <a:ea typeface="MS Mincho" panose="02020609040205080304" pitchFamily="49" charset="-128"/>
                <a:cs typeface="Times New Roman" panose="02020603050405020304" pitchFamily="18" charset="0"/>
              </a:rPr>
              <a:t>"</a:t>
            </a:r>
            <a:r>
              <a:rPr lang="en-GB">
                <a:solidFill>
                  <a:srgbClr val="CC3300"/>
                </a:solidFill>
                <a:latin typeface="+mj-lt"/>
                <a:ea typeface="MS Mincho" panose="02020609040205080304" pitchFamily="49" charset="-128"/>
                <a:cs typeface="Times New Roman" panose="02020603050405020304" pitchFamily="18" charset="0"/>
              </a:rPr>
              <a:t>,</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prb</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c(0.05, 0.95),</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EAR.names</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c(</a:t>
            </a:r>
            <a:r>
              <a:rPr lang="en-GB">
                <a:solidFill>
                  <a:srgbClr val="008000"/>
                </a:solidFill>
                <a:latin typeface="+mj-lt"/>
                <a:ea typeface="MS Mincho" panose="02020609040205080304" pitchFamily="49" charset="-128"/>
                <a:cs typeface="Times New Roman" panose="02020603050405020304" pitchFamily="18" charset="0"/>
              </a:rPr>
              <a:t>"HC2018_EAR.women"</a:t>
            </a:r>
            <a:r>
              <a:rPr lang="en-GB">
                <a:solidFill>
                  <a:srgbClr val="CC3300"/>
                </a:solidFill>
                <a:latin typeface="+mj-lt"/>
                <a:ea typeface="MS Mincho" panose="02020609040205080304" pitchFamily="49" charset="-128"/>
                <a:cs typeface="Times New Roman" panose="02020603050405020304" pitchFamily="18" charset="0"/>
              </a:rPr>
              <a:t>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AI.names</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008000"/>
                </a:solidFill>
                <a:latin typeface="+mj-lt"/>
                <a:ea typeface="MS Mincho" panose="02020609040205080304" pitchFamily="49" charset="-128"/>
                <a:cs typeface="Times New Roman" panose="02020603050405020304" pitchFamily="18" charset="0"/>
              </a:rPr>
              <a:t>"HC2018_AI.women"</a:t>
            </a:r>
            <a:r>
              <a:rPr lang="en-GB">
                <a:solidFill>
                  <a:srgbClr val="CC3300"/>
                </a:solidFill>
                <a:latin typeface="+mj-lt"/>
                <a:ea typeface="MS Mincho" panose="02020609040205080304" pitchFamily="49" charset="-128"/>
                <a:cs typeface="Times New Roman" panose="02020603050405020304" pitchFamily="18" charset="0"/>
              </a:rPr>
              <a:t>,</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err="1">
                <a:solidFill>
                  <a:srgbClr val="984806"/>
                </a:solidFill>
                <a:latin typeface="+mj-lt"/>
                <a:ea typeface="MS Mincho" panose="02020609040205080304" pitchFamily="49" charset="-128"/>
                <a:cs typeface="Times New Roman" panose="02020603050405020304" pitchFamily="18" charset="0"/>
              </a:rPr>
              <a:t>UL.names</a:t>
            </a:r>
            <a:r>
              <a:rPr lang="en-GB">
                <a:solidFill>
                  <a:srgbClr val="984806"/>
                </a:solidFill>
                <a:latin typeface="+mj-lt"/>
                <a:ea typeface="MS Mincho" panose="02020609040205080304" pitchFamily="49" charset="-128"/>
                <a:cs typeface="Times New Roman" panose="02020603050405020304" pitchFamily="18" charset="0"/>
              </a:rPr>
              <a:t> =</a:t>
            </a:r>
            <a:r>
              <a:rPr lang="en-GB">
                <a:solidFill>
                  <a:srgbClr val="CC3300"/>
                </a:solidFill>
                <a:latin typeface="+mj-lt"/>
                <a:ea typeface="MS Mincho" panose="02020609040205080304" pitchFamily="49" charset="-128"/>
                <a:cs typeface="Times New Roman" panose="02020603050405020304" pitchFamily="18" charset="0"/>
              </a:rPr>
              <a:t> c(</a:t>
            </a:r>
            <a:r>
              <a:rPr lang="en-GB">
                <a:solidFill>
                  <a:srgbClr val="008000"/>
                </a:solidFill>
                <a:latin typeface="+mj-lt"/>
                <a:ea typeface="MS Mincho" panose="02020609040205080304" pitchFamily="49" charset="-128"/>
                <a:cs typeface="Times New Roman" panose="02020603050405020304" pitchFamily="18" charset="0"/>
              </a:rPr>
              <a:t>"HC2018_UL.women"</a:t>
            </a:r>
            <a:r>
              <a:rPr lang="en-GB">
                <a:solidFill>
                  <a:srgbClr val="CC3300"/>
                </a:solidFill>
                <a:latin typeface="+mj-lt"/>
                <a:ea typeface="MS Mincho" panose="02020609040205080304" pitchFamily="49" charset="-128"/>
                <a:cs typeface="Times New Roman" panose="02020603050405020304" pitchFamily="18" charset="0"/>
              </a:rPr>
              <a:t>),</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984806"/>
                </a:solidFill>
                <a:latin typeface="+mj-lt"/>
                <a:ea typeface="MS Mincho" panose="02020609040205080304" pitchFamily="49" charset="-128"/>
                <a:cs typeface="Times New Roman" panose="02020603050405020304" pitchFamily="18" charset="0"/>
              </a:rPr>
              <a:t>output.name =</a:t>
            </a: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008000"/>
                </a:solidFill>
                <a:latin typeface="+mj-lt"/>
                <a:ea typeface="MS Mincho" panose="02020609040205080304" pitchFamily="49" charset="-128"/>
                <a:cs typeface="Times New Roman" panose="02020603050405020304" pitchFamily="18" charset="0"/>
              </a:rPr>
              <a:t>"DNFCSmanual_ca_f_1_79_DRI"</a:t>
            </a:r>
            <a:r>
              <a:rPr lang="en-GB">
                <a:solidFill>
                  <a:srgbClr val="CC3300"/>
                </a:solidFill>
                <a:latin typeface="+mj-lt"/>
                <a:ea typeface="MS Mincho" panose="02020609040205080304" pitchFamily="49" charset="-128"/>
                <a:cs typeface="Times New Roman" panose="02020603050405020304" pitchFamily="18" charset="0"/>
              </a:rPr>
              <a:t>, </a:t>
            </a:r>
            <a:br>
              <a:rPr lang="en-GB">
                <a:solidFill>
                  <a:srgbClr val="800000"/>
                </a:solidFill>
                <a:latin typeface="+mj-lt"/>
                <a:ea typeface="MS Mincho" panose="02020609040205080304" pitchFamily="49" charset="-128"/>
                <a:cs typeface="Times New Roman" panose="02020603050405020304" pitchFamily="18" charset="0"/>
              </a:rPr>
            </a:br>
            <a:r>
              <a:rPr lang="en-GB">
                <a:solidFill>
                  <a:srgbClr val="CC3300"/>
                </a:solidFill>
                <a:latin typeface="+mj-lt"/>
                <a:ea typeface="MS Mincho" panose="02020609040205080304" pitchFamily="49" charset="-128"/>
                <a:cs typeface="Times New Roman" panose="02020603050405020304" pitchFamily="18" charset="0"/>
              </a:rPr>
              <a:t>    </a:t>
            </a:r>
            <a:r>
              <a:rPr lang="en-GB">
                <a:solidFill>
                  <a:srgbClr val="984806"/>
                </a:solidFill>
                <a:latin typeface="+mj-lt"/>
                <a:ea typeface="MS Mincho" panose="02020609040205080304" pitchFamily="49" charset="-128"/>
                <a:cs typeface="Times New Roman" panose="02020603050405020304" pitchFamily="18" charset="0"/>
              </a:rPr>
              <a:t>seed =</a:t>
            </a:r>
            <a:r>
              <a:rPr lang="en-GB">
                <a:solidFill>
                  <a:srgbClr val="CC3300"/>
                </a:solidFill>
                <a:latin typeface="+mj-lt"/>
                <a:ea typeface="MS Mincho" panose="02020609040205080304" pitchFamily="49" charset="-128"/>
                <a:cs typeface="Times New Roman" panose="02020603050405020304" pitchFamily="18" charset="0"/>
              </a:rPr>
              <a:t> 29062020)</a:t>
            </a:r>
            <a:endParaRPr lang="nl-NL">
              <a:solidFill>
                <a:srgbClr val="800000"/>
              </a:solidFill>
              <a:latin typeface="+mj-lt"/>
              <a:ea typeface="MS Mincho" panose="02020609040205080304" pitchFamily="49" charset="-128"/>
              <a:cs typeface="Times New Roman" panose="02020603050405020304" pitchFamily="18" charset="0"/>
            </a:endParaRPr>
          </a:p>
          <a:p>
            <a:pPr marL="0" indent="0">
              <a:buNone/>
              <a:tabLst>
                <a:tab pos="3702844" algn="l"/>
              </a:tabLst>
            </a:pPr>
            <a:endParaRPr lang="en-US"/>
          </a:p>
          <a:p>
            <a:pPr marL="0" indent="0">
              <a:buNone/>
              <a:tabLst>
                <a:tab pos="800100" algn="l"/>
              </a:tabLst>
            </a:pP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65</a:t>
            </a:fld>
            <a:endParaRPr lang="nl-NL"/>
          </a:p>
        </p:txBody>
      </p:sp>
      <p:sp>
        <p:nvSpPr>
          <p:cNvPr id="7" name="Tijdelijke aanduiding voor inhoud 1">
            <a:extLst>
              <a:ext uri="{FF2B5EF4-FFF2-40B4-BE49-F238E27FC236}">
                <a16:creationId xmlns:a16="http://schemas.microsoft.com/office/drawing/2014/main" id="{C6BE0228-D3A9-401D-817A-52045253391D}"/>
              </a:ext>
            </a:extLst>
          </p:cNvPr>
          <p:cNvSpPr txBox="1">
            <a:spLocks/>
          </p:cNvSpPr>
          <p:nvPr/>
        </p:nvSpPr>
        <p:spPr>
          <a:xfrm>
            <a:off x="5584371" y="1400173"/>
            <a:ext cx="3559629" cy="1225262"/>
          </a:xfrm>
          <a:prstGeom prst="rect">
            <a:avLst/>
          </a:prstGeom>
        </p:spPr>
        <p:txBody>
          <a:bodyPr vert="horz" lIns="68580" tIns="34290" rIns="68580" bIns="3429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None/>
              <a:tabLst>
                <a:tab pos="3702844" algn="l"/>
              </a:tabLst>
            </a:pPr>
            <a:r>
              <a:rPr lang="en-US" sz="1800" b="1" i="1">
                <a:solidFill>
                  <a:schemeClr val="tx2"/>
                </a:solidFill>
              </a:rPr>
              <a:t>Additional SPADE-script</a:t>
            </a:r>
          </a:p>
          <a:p>
            <a:pPr marL="0" indent="0">
              <a:buNone/>
              <a:tabLst>
                <a:tab pos="3702844" algn="l"/>
              </a:tabLst>
            </a:pPr>
            <a:r>
              <a:rPr lang="en-US" sz="1800"/>
              <a:t>(page 56 manual)</a:t>
            </a:r>
          </a:p>
          <a:p>
            <a:pPr marL="0" indent="0">
              <a:buNone/>
              <a:tabLst>
                <a:tab pos="3702844" algn="l"/>
              </a:tabLst>
            </a:pPr>
            <a:r>
              <a:rPr lang="en-US" sz="1800"/>
              <a:t>     </a:t>
            </a:r>
          </a:p>
          <a:p>
            <a:pPr>
              <a:tabLst>
                <a:tab pos="3702844" algn="l"/>
              </a:tabLst>
            </a:pPr>
            <a:endParaRPr lang="en-US" sz="1800"/>
          </a:p>
          <a:p>
            <a:pPr>
              <a:tabLst>
                <a:tab pos="3702844" algn="l"/>
              </a:tabLst>
            </a:pPr>
            <a:endParaRPr lang="en-US" sz="1800"/>
          </a:p>
          <a:p>
            <a:pPr>
              <a:tabLst>
                <a:tab pos="3702844" algn="l"/>
              </a:tabLst>
            </a:pPr>
            <a:endParaRPr lang="nl-NL" sz="1800"/>
          </a:p>
        </p:txBody>
      </p:sp>
      <p:sp>
        <p:nvSpPr>
          <p:cNvPr id="8" name="Oval 7">
            <a:extLst>
              <a:ext uri="{FF2B5EF4-FFF2-40B4-BE49-F238E27FC236}">
                <a16:creationId xmlns:a16="http://schemas.microsoft.com/office/drawing/2014/main" id="{EDB14E52-85F6-4ED5-AADB-4BCC7CD21A12}"/>
              </a:ext>
            </a:extLst>
          </p:cNvPr>
          <p:cNvSpPr/>
          <p:nvPr/>
        </p:nvSpPr>
        <p:spPr>
          <a:xfrm>
            <a:off x="933250" y="3960810"/>
            <a:ext cx="6591701" cy="1463398"/>
          </a:xfrm>
          <a:prstGeom prst="ellipse">
            <a:avLst/>
          </a:prstGeom>
          <a:solidFill>
            <a:schemeClr val="tx2">
              <a:alpha val="0"/>
            </a:schemeClr>
          </a:solidFill>
          <a:ln w="50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3" name="Titel 2">
            <a:extLst>
              <a:ext uri="{FF2B5EF4-FFF2-40B4-BE49-F238E27FC236}">
                <a16:creationId xmlns:a16="http://schemas.microsoft.com/office/drawing/2014/main" id="{99F7F66A-7642-F769-CCE2-23D21B451E32}"/>
              </a:ext>
            </a:extLst>
          </p:cNvPr>
          <p:cNvSpPr>
            <a:spLocks noGrp="1"/>
          </p:cNvSpPr>
          <p:nvPr>
            <p:ph type="title"/>
          </p:nvPr>
        </p:nvSpPr>
        <p:spPr>
          <a:xfrm>
            <a:off x="476251" y="504563"/>
            <a:ext cx="8192691" cy="711035"/>
          </a:xfrm>
        </p:spPr>
        <p:txBody>
          <a:bodyPr>
            <a:normAutofit/>
          </a:bodyPr>
          <a:lstStyle/>
          <a:p>
            <a:r>
              <a:rPr lang="en-US"/>
              <a:t>Evaluate dietary intake of group - SPADE</a:t>
            </a:r>
            <a:endParaRPr lang="nl-NL"/>
          </a:p>
        </p:txBody>
      </p:sp>
    </p:spTree>
    <p:extLst>
      <p:ext uri="{BB962C8B-B14F-4D97-AF65-F5344CB8AC3E}">
        <p14:creationId xmlns:p14="http://schemas.microsoft.com/office/powerpoint/2010/main" val="126298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1396093"/>
            <a:ext cx="8667750" cy="3929012"/>
          </a:xfrm>
        </p:spPr>
        <p:txBody>
          <a:bodyPr numCol="1">
            <a:noAutofit/>
          </a:bodyPr>
          <a:lstStyle/>
          <a:p>
            <a:pPr marL="0" indent="0" latinLnBrk="1" hangingPunct="0">
              <a:lnSpc>
                <a:spcPct val="100000"/>
              </a:lnSpc>
              <a:spcAft>
                <a:spcPts val="225"/>
              </a:spcAft>
              <a:buNone/>
            </a:pPr>
            <a:r>
              <a:rPr lang="nl-NL" sz="1650">
                <a:latin typeface="Verdana" panose="020B0604030504040204" pitchFamily="34" charset="0"/>
                <a:ea typeface="MS Mincho" panose="02020609040205080304" pitchFamily="49" charset="-128"/>
                <a:cs typeface="Times New Roman" panose="02020603050405020304" pitchFamily="18" charset="0"/>
              </a:rPr>
              <a:t>* * *  Statistics of observed and habitual intakes  * * *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(weighted) sample mean intake = 900.084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overall mean of habitual intakes = 889.604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difference of mean HI mean from (weighted) sample mean = -1.164 %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spade output table for  ca</a:t>
            </a:r>
            <a:br>
              <a:rPr lang="nl-NL" sz="1650">
                <a:latin typeface="Verdana" panose="020B0604030504040204" pitchFamily="34" charset="0"/>
                <a:ea typeface="MS Mincho" panose="02020609040205080304" pitchFamily="49" charset="-128"/>
                <a:cs typeface="Times New Roman" panose="02020603050405020304" pitchFamily="18" charset="0"/>
              </a:rPr>
            </a:b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66</a:t>
            </a:fld>
            <a:endParaRPr lang="nl-NL"/>
          </a:p>
        </p:txBody>
      </p:sp>
      <p:sp>
        <p:nvSpPr>
          <p:cNvPr id="7" name="Tijdelijke aanduiding voor inhoud 1">
            <a:extLst>
              <a:ext uri="{FF2B5EF4-FFF2-40B4-BE49-F238E27FC236}">
                <a16:creationId xmlns:a16="http://schemas.microsoft.com/office/drawing/2014/main" id="{C6BE0228-D3A9-401D-817A-52045253391D}"/>
              </a:ext>
            </a:extLst>
          </p:cNvPr>
          <p:cNvSpPr txBox="1">
            <a:spLocks/>
          </p:cNvSpPr>
          <p:nvPr/>
        </p:nvSpPr>
        <p:spPr>
          <a:xfrm>
            <a:off x="6743700" y="1119617"/>
            <a:ext cx="2400301" cy="337269"/>
          </a:xfrm>
          <a:prstGeom prst="rect">
            <a:avLst/>
          </a:prstGeom>
        </p:spPr>
        <p:txBody>
          <a:bodyPr vert="horz" lIns="68580" tIns="34290" rIns="68580" bIns="3429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None/>
              <a:tabLst>
                <a:tab pos="3702844" algn="l"/>
              </a:tabLst>
            </a:pPr>
            <a:r>
              <a:rPr lang="en-US" sz="1800" b="1" i="1">
                <a:solidFill>
                  <a:schemeClr val="tx2"/>
                </a:solidFill>
              </a:rPr>
              <a:t>SPADE-output</a:t>
            </a:r>
            <a:r>
              <a:rPr lang="en-US" sz="1800"/>
              <a:t>     </a:t>
            </a:r>
          </a:p>
          <a:p>
            <a:pPr>
              <a:tabLst>
                <a:tab pos="3702844" algn="l"/>
              </a:tabLst>
            </a:pPr>
            <a:endParaRPr lang="en-US" sz="1800"/>
          </a:p>
          <a:p>
            <a:pPr>
              <a:tabLst>
                <a:tab pos="3702844" algn="l"/>
              </a:tabLst>
            </a:pPr>
            <a:endParaRPr lang="en-US" sz="1800"/>
          </a:p>
          <a:p>
            <a:pPr>
              <a:tabLst>
                <a:tab pos="3702844" algn="l"/>
              </a:tabLst>
            </a:pPr>
            <a:endParaRPr lang="nl-NL" sz="1800"/>
          </a:p>
        </p:txBody>
      </p:sp>
      <p:graphicFrame>
        <p:nvGraphicFramePr>
          <p:cNvPr id="9" name="Table 9">
            <a:extLst>
              <a:ext uri="{FF2B5EF4-FFF2-40B4-BE49-F238E27FC236}">
                <a16:creationId xmlns:a16="http://schemas.microsoft.com/office/drawing/2014/main" id="{F24A8E80-9062-4701-9D0F-3DD926EA071A}"/>
              </a:ext>
            </a:extLst>
          </p:cNvPr>
          <p:cNvGraphicFramePr>
            <a:graphicFrameLocks noGrp="1"/>
          </p:cNvGraphicFramePr>
          <p:nvPr>
            <p:extLst>
              <p:ext uri="{D42A27DB-BD31-4B8C-83A1-F6EECF244321}">
                <p14:modId xmlns:p14="http://schemas.microsoft.com/office/powerpoint/2010/main" val="3796796527"/>
              </p:ext>
            </p:extLst>
          </p:nvPr>
        </p:nvGraphicFramePr>
        <p:xfrm>
          <a:off x="645780" y="3100063"/>
          <a:ext cx="7526621" cy="3121352"/>
        </p:xfrm>
        <a:graphic>
          <a:graphicData uri="http://schemas.openxmlformats.org/drawingml/2006/table">
            <a:tbl>
              <a:tblPr firstRow="1" bandRow="1">
                <a:tableStyleId>{5C22544A-7EE6-4342-B048-85BDC9FD1C3A}</a:tableStyleId>
              </a:tblPr>
              <a:tblGrid>
                <a:gridCol w="965950">
                  <a:extLst>
                    <a:ext uri="{9D8B030D-6E8A-4147-A177-3AD203B41FA5}">
                      <a16:colId xmlns:a16="http://schemas.microsoft.com/office/drawing/2014/main" val="2146373696"/>
                    </a:ext>
                  </a:extLst>
                </a:gridCol>
                <a:gridCol w="587146">
                  <a:extLst>
                    <a:ext uri="{9D8B030D-6E8A-4147-A177-3AD203B41FA5}">
                      <a16:colId xmlns:a16="http://schemas.microsoft.com/office/drawing/2014/main" val="2131302116"/>
                    </a:ext>
                  </a:extLst>
                </a:gridCol>
                <a:gridCol w="587146">
                  <a:extLst>
                    <a:ext uri="{9D8B030D-6E8A-4147-A177-3AD203B41FA5}">
                      <a16:colId xmlns:a16="http://schemas.microsoft.com/office/drawing/2014/main" val="1022965091"/>
                    </a:ext>
                  </a:extLst>
                </a:gridCol>
                <a:gridCol w="681847">
                  <a:extLst>
                    <a:ext uri="{9D8B030D-6E8A-4147-A177-3AD203B41FA5}">
                      <a16:colId xmlns:a16="http://schemas.microsoft.com/office/drawing/2014/main" val="528579103"/>
                    </a:ext>
                  </a:extLst>
                </a:gridCol>
                <a:gridCol w="188560">
                  <a:extLst>
                    <a:ext uri="{9D8B030D-6E8A-4147-A177-3AD203B41FA5}">
                      <a16:colId xmlns:a16="http://schemas.microsoft.com/office/drawing/2014/main" val="3331168183"/>
                    </a:ext>
                  </a:extLst>
                </a:gridCol>
                <a:gridCol w="746875">
                  <a:extLst>
                    <a:ext uri="{9D8B030D-6E8A-4147-A177-3AD203B41FA5}">
                      <a16:colId xmlns:a16="http://schemas.microsoft.com/office/drawing/2014/main" val="3884404392"/>
                    </a:ext>
                  </a:extLst>
                </a:gridCol>
                <a:gridCol w="909128">
                  <a:extLst>
                    <a:ext uri="{9D8B030D-6E8A-4147-A177-3AD203B41FA5}">
                      <a16:colId xmlns:a16="http://schemas.microsoft.com/office/drawing/2014/main" val="304109256"/>
                    </a:ext>
                  </a:extLst>
                </a:gridCol>
                <a:gridCol w="738667">
                  <a:extLst>
                    <a:ext uri="{9D8B030D-6E8A-4147-A177-3AD203B41FA5}">
                      <a16:colId xmlns:a16="http://schemas.microsoft.com/office/drawing/2014/main" val="3340756755"/>
                    </a:ext>
                  </a:extLst>
                </a:gridCol>
                <a:gridCol w="606086">
                  <a:extLst>
                    <a:ext uri="{9D8B030D-6E8A-4147-A177-3AD203B41FA5}">
                      <a16:colId xmlns:a16="http://schemas.microsoft.com/office/drawing/2014/main" val="923384388"/>
                    </a:ext>
                  </a:extLst>
                </a:gridCol>
                <a:gridCol w="757608">
                  <a:extLst>
                    <a:ext uri="{9D8B030D-6E8A-4147-A177-3AD203B41FA5}">
                      <a16:colId xmlns:a16="http://schemas.microsoft.com/office/drawing/2014/main" val="760358039"/>
                    </a:ext>
                  </a:extLst>
                </a:gridCol>
                <a:gridCol w="757608">
                  <a:extLst>
                    <a:ext uri="{9D8B030D-6E8A-4147-A177-3AD203B41FA5}">
                      <a16:colId xmlns:a16="http://schemas.microsoft.com/office/drawing/2014/main" val="2707614917"/>
                    </a:ext>
                  </a:extLst>
                </a:gridCol>
              </a:tblGrid>
              <a:tr h="390169">
                <a:tc>
                  <a:txBody>
                    <a:bodyPr/>
                    <a:lstStyle/>
                    <a:p>
                      <a:endParaRPr lang="nl-NL" sz="1400"/>
                    </a:p>
                  </a:txBody>
                  <a:tcPr marL="68580" marR="68580" marT="34290" marB="34290"/>
                </a:tc>
                <a:tc>
                  <a:txBody>
                    <a:bodyPr/>
                    <a:lstStyle/>
                    <a:p>
                      <a:r>
                        <a:rPr lang="en-US" sz="1400" b="0">
                          <a:solidFill>
                            <a:schemeClr val="tx1"/>
                          </a:solidFill>
                        </a:rPr>
                        <a:t>AM</a:t>
                      </a:r>
                      <a:endParaRPr lang="nl-NL" sz="1400" b="0">
                        <a:solidFill>
                          <a:schemeClr val="tx1"/>
                        </a:solidFill>
                      </a:endParaRPr>
                    </a:p>
                  </a:txBody>
                  <a:tcPr marL="68580" marR="68580" marT="34290" marB="34290"/>
                </a:tc>
                <a:tc>
                  <a:txBody>
                    <a:bodyPr/>
                    <a:lstStyle/>
                    <a:p>
                      <a:r>
                        <a:rPr lang="en-US" sz="1400" b="0">
                          <a:solidFill>
                            <a:schemeClr val="tx1"/>
                          </a:solidFill>
                        </a:rPr>
                        <a:t>P5</a:t>
                      </a:r>
                      <a:endParaRPr lang="nl-NL" sz="1400" b="0">
                        <a:solidFill>
                          <a:schemeClr val="tx1"/>
                        </a:solidFill>
                      </a:endParaRPr>
                    </a:p>
                  </a:txBody>
                  <a:tcPr marL="68580" marR="68580" marT="34290" marB="34290"/>
                </a:tc>
                <a:tc>
                  <a:txBody>
                    <a:bodyPr/>
                    <a:lstStyle/>
                    <a:p>
                      <a:r>
                        <a:rPr lang="en-US" sz="1400" b="0">
                          <a:solidFill>
                            <a:schemeClr val="tx1"/>
                          </a:solidFill>
                        </a:rPr>
                        <a:t>P95</a:t>
                      </a:r>
                      <a:endParaRPr lang="nl-NL" sz="1400" b="0">
                        <a:solidFill>
                          <a:schemeClr val="tx1"/>
                        </a:solidFill>
                      </a:endParaRPr>
                    </a:p>
                  </a:txBody>
                  <a:tcPr marL="68580" marR="68580" marT="34290" marB="34290"/>
                </a:tc>
                <a:tc>
                  <a:txBody>
                    <a:bodyPr/>
                    <a:lstStyle/>
                    <a:p>
                      <a:endParaRPr lang="nl-NL" sz="1400" b="0">
                        <a:solidFill>
                          <a:schemeClr val="tx1"/>
                        </a:solidFill>
                      </a:endParaRPr>
                    </a:p>
                  </a:txBody>
                  <a:tcPr marL="68580" marR="68580" marT="34290" marB="34290"/>
                </a:tc>
                <a:tc>
                  <a:txBody>
                    <a:bodyPr/>
                    <a:lstStyle/>
                    <a:p>
                      <a:r>
                        <a:rPr lang="en-US" sz="1400" b="0">
                          <a:solidFill>
                            <a:schemeClr val="tx2"/>
                          </a:solidFill>
                        </a:rPr>
                        <a:t>EAR1</a:t>
                      </a:r>
                      <a:endParaRPr lang="nl-NL" sz="1400" b="0">
                        <a:solidFill>
                          <a:schemeClr val="tx2"/>
                        </a:solidFill>
                      </a:endParaRPr>
                    </a:p>
                  </a:txBody>
                  <a:tcPr marL="68580" marR="68580" marT="34290" marB="34290"/>
                </a:tc>
                <a:tc>
                  <a:txBody>
                    <a:bodyPr/>
                    <a:lstStyle/>
                    <a:p>
                      <a:r>
                        <a:rPr lang="en-US" sz="1400" b="0">
                          <a:solidFill>
                            <a:schemeClr val="tx1"/>
                          </a:solidFill>
                        </a:rPr>
                        <a:t>EAR1.p</a:t>
                      </a:r>
                      <a:endParaRPr lang="nl-NL" sz="1400" b="0">
                        <a:solidFill>
                          <a:schemeClr val="tx1"/>
                        </a:solidFill>
                      </a:endParaRPr>
                    </a:p>
                  </a:txBody>
                  <a:tcPr marL="68580" marR="68580" marT="34290" marB="34290"/>
                </a:tc>
                <a:tc>
                  <a:txBody>
                    <a:bodyPr/>
                    <a:lstStyle/>
                    <a:p>
                      <a:r>
                        <a:rPr lang="en-US" sz="1400" b="0">
                          <a:solidFill>
                            <a:schemeClr val="tx2"/>
                          </a:solidFill>
                        </a:rPr>
                        <a:t>AI</a:t>
                      </a:r>
                      <a:endParaRPr lang="nl-NL" sz="1400" b="0">
                        <a:solidFill>
                          <a:schemeClr val="tx2"/>
                        </a:solidFill>
                      </a:endParaRPr>
                    </a:p>
                  </a:txBody>
                  <a:tcPr marL="68580" marR="68580" marT="34290" marB="34290"/>
                </a:tc>
                <a:tc>
                  <a:txBody>
                    <a:bodyPr/>
                    <a:lstStyle/>
                    <a:p>
                      <a:r>
                        <a:rPr lang="en-US" sz="1400" b="0">
                          <a:solidFill>
                            <a:schemeClr val="tx1"/>
                          </a:solidFill>
                        </a:rPr>
                        <a:t>AI.p</a:t>
                      </a:r>
                      <a:endParaRPr lang="nl-NL" sz="1400" b="0">
                        <a:solidFill>
                          <a:schemeClr val="tx1"/>
                        </a:solidFill>
                      </a:endParaRPr>
                    </a:p>
                  </a:txBody>
                  <a:tcPr marL="68580" marR="68580" marT="34290" marB="34290"/>
                </a:tc>
                <a:tc>
                  <a:txBody>
                    <a:bodyPr/>
                    <a:lstStyle/>
                    <a:p>
                      <a:r>
                        <a:rPr lang="en-US" sz="1400" b="0">
                          <a:solidFill>
                            <a:schemeClr val="tx2"/>
                          </a:solidFill>
                        </a:rPr>
                        <a:t>UL1</a:t>
                      </a:r>
                      <a:endParaRPr lang="nl-NL" sz="1400" b="0">
                        <a:solidFill>
                          <a:schemeClr val="tx2"/>
                        </a:solidFill>
                      </a:endParaRPr>
                    </a:p>
                  </a:txBody>
                  <a:tcPr marL="68580" marR="68580" marT="34290" marB="34290"/>
                </a:tc>
                <a:tc>
                  <a:txBody>
                    <a:bodyPr/>
                    <a:lstStyle/>
                    <a:p>
                      <a:r>
                        <a:rPr lang="en-US" sz="1400" b="0">
                          <a:solidFill>
                            <a:schemeClr val="tx1"/>
                          </a:solidFill>
                        </a:rPr>
                        <a:t>UL1.p</a:t>
                      </a:r>
                      <a:endParaRPr lang="nl-NL" sz="1400" b="0">
                        <a:solidFill>
                          <a:schemeClr val="tx1"/>
                        </a:solidFill>
                      </a:endParaRPr>
                    </a:p>
                  </a:txBody>
                  <a:tcPr marL="68580" marR="68580" marT="34290" marB="34290"/>
                </a:tc>
                <a:extLst>
                  <a:ext uri="{0D108BD9-81ED-4DB2-BD59-A6C34878D82A}">
                    <a16:rowId xmlns:a16="http://schemas.microsoft.com/office/drawing/2014/main" val="176774276"/>
                  </a:ext>
                </a:extLst>
              </a:tr>
              <a:tr h="390169">
                <a:tc>
                  <a:txBody>
                    <a:bodyPr/>
                    <a:lstStyle/>
                    <a:p>
                      <a:r>
                        <a:rPr lang="en-US" sz="1400"/>
                        <a:t>(0,79]</a:t>
                      </a:r>
                      <a:endParaRPr lang="nl-NL" sz="1400"/>
                    </a:p>
                  </a:txBody>
                  <a:tcPr marL="68580" marR="68580" marT="34290" marB="34290"/>
                </a:tc>
                <a:tc>
                  <a:txBody>
                    <a:bodyPr/>
                    <a:lstStyle/>
                    <a:p>
                      <a:r>
                        <a:rPr lang="en-US" sz="1400"/>
                        <a:t>890</a:t>
                      </a:r>
                      <a:endParaRPr lang="nl-NL" sz="1400"/>
                    </a:p>
                  </a:txBody>
                  <a:tcPr marL="68580" marR="68580" marT="34290" marB="34290"/>
                </a:tc>
                <a:tc>
                  <a:txBody>
                    <a:bodyPr/>
                    <a:lstStyle/>
                    <a:p>
                      <a:r>
                        <a:rPr lang="en-US" sz="1400"/>
                        <a:t>474</a:t>
                      </a:r>
                      <a:endParaRPr lang="nl-NL" sz="1400"/>
                    </a:p>
                  </a:txBody>
                  <a:tcPr marL="68580" marR="68580" marT="34290" marB="34290"/>
                </a:tc>
                <a:tc>
                  <a:txBody>
                    <a:bodyPr/>
                    <a:lstStyle/>
                    <a:p>
                      <a:r>
                        <a:rPr lang="en-US" sz="1400"/>
                        <a:t>1399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3665619880"/>
                  </a:ext>
                </a:extLst>
              </a:tr>
              <a:tr h="390169">
                <a:tc>
                  <a:txBody>
                    <a:bodyPr/>
                    <a:lstStyle/>
                    <a:p>
                      <a:r>
                        <a:rPr lang="en-US" sz="1400"/>
                        <a:t>(0,8]</a:t>
                      </a:r>
                      <a:endParaRPr lang="nl-NL" sz="1400"/>
                    </a:p>
                  </a:txBody>
                  <a:tcPr marL="68580" marR="68580" marT="34290" marB="34290"/>
                </a:tc>
                <a:tc>
                  <a:txBody>
                    <a:bodyPr/>
                    <a:lstStyle/>
                    <a:p>
                      <a:r>
                        <a:rPr lang="en-US" sz="1400"/>
                        <a:t>695</a:t>
                      </a:r>
                      <a:endParaRPr lang="nl-NL" sz="1400"/>
                    </a:p>
                  </a:txBody>
                  <a:tcPr marL="68580" marR="68580" marT="34290" marB="34290"/>
                </a:tc>
                <a:tc>
                  <a:txBody>
                    <a:bodyPr/>
                    <a:lstStyle/>
                    <a:p>
                      <a:r>
                        <a:rPr lang="en-US" sz="1400"/>
                        <a:t>361</a:t>
                      </a:r>
                      <a:endParaRPr lang="nl-NL" sz="1400"/>
                    </a:p>
                  </a:txBody>
                  <a:tcPr marL="68580" marR="68580" marT="34290" marB="34290"/>
                </a:tc>
                <a:tc>
                  <a:txBody>
                    <a:bodyPr/>
                    <a:lstStyle/>
                    <a:p>
                      <a:r>
                        <a:rPr lang="en-US" sz="1400"/>
                        <a:t>1103</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500</a:t>
                      </a:r>
                      <a:endParaRPr lang="nl-NL" sz="1400">
                        <a:solidFill>
                          <a:schemeClr val="tx2"/>
                        </a:solidFill>
                      </a:endParaRPr>
                    </a:p>
                  </a:txBody>
                  <a:tcPr marL="68580" marR="68580" marT="34290" marB="34290"/>
                </a:tc>
                <a:tc>
                  <a:txBody>
                    <a:bodyPr/>
                    <a:lstStyle/>
                    <a:p>
                      <a:r>
                        <a:rPr lang="en-US" sz="1400"/>
                        <a:t>2</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2327258840"/>
                  </a:ext>
                </a:extLst>
              </a:tr>
              <a:tr h="390169">
                <a:tc>
                  <a:txBody>
                    <a:bodyPr/>
                    <a:lstStyle/>
                    <a:p>
                      <a:r>
                        <a:rPr lang="en-US" sz="1400"/>
                        <a:t>(8,13]</a:t>
                      </a:r>
                      <a:endParaRPr lang="nl-NL" sz="1400"/>
                    </a:p>
                  </a:txBody>
                  <a:tcPr marL="68580" marR="68580" marT="34290" marB="34290"/>
                </a:tc>
                <a:tc>
                  <a:txBody>
                    <a:bodyPr/>
                    <a:lstStyle/>
                    <a:p>
                      <a:r>
                        <a:rPr lang="en-US" sz="1400"/>
                        <a:t>745</a:t>
                      </a:r>
                      <a:endParaRPr lang="nl-NL" sz="1400"/>
                    </a:p>
                  </a:txBody>
                  <a:tcPr marL="68580" marR="68580" marT="34290" marB="34290"/>
                </a:tc>
                <a:tc>
                  <a:txBody>
                    <a:bodyPr/>
                    <a:lstStyle/>
                    <a:p>
                      <a:r>
                        <a:rPr lang="en-US" sz="1400"/>
                        <a:t>400</a:t>
                      </a:r>
                      <a:endParaRPr lang="nl-NL" sz="1400"/>
                    </a:p>
                  </a:txBody>
                  <a:tcPr marL="68580" marR="68580" marT="34290" marB="34290"/>
                </a:tc>
                <a:tc>
                  <a:txBody>
                    <a:bodyPr/>
                    <a:lstStyle/>
                    <a:p>
                      <a:r>
                        <a:rPr lang="en-US" sz="1400"/>
                        <a:t>1179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071936335"/>
                  </a:ext>
                </a:extLst>
              </a:tr>
              <a:tr h="390169">
                <a:tc>
                  <a:txBody>
                    <a:bodyPr/>
                    <a:lstStyle/>
                    <a:p>
                      <a:r>
                        <a:rPr lang="en-US" sz="1400"/>
                        <a:t>(13,17]</a:t>
                      </a:r>
                      <a:endParaRPr lang="nl-NL" sz="1400"/>
                    </a:p>
                  </a:txBody>
                  <a:tcPr marL="68580" marR="68580" marT="34290" marB="34290"/>
                </a:tc>
                <a:tc>
                  <a:txBody>
                    <a:bodyPr/>
                    <a:lstStyle/>
                    <a:p>
                      <a:r>
                        <a:rPr lang="en-US" sz="1400"/>
                        <a:t>777</a:t>
                      </a:r>
                      <a:endParaRPr lang="nl-NL" sz="1400"/>
                    </a:p>
                  </a:txBody>
                  <a:tcPr marL="68580" marR="68580" marT="34290" marB="34290"/>
                </a:tc>
                <a:tc>
                  <a:txBody>
                    <a:bodyPr/>
                    <a:lstStyle/>
                    <a:p>
                      <a:r>
                        <a:rPr lang="en-US" sz="1400"/>
                        <a:t>421</a:t>
                      </a:r>
                      <a:endParaRPr lang="nl-NL" sz="1400"/>
                    </a:p>
                  </a:txBody>
                  <a:tcPr marL="68580" marR="68580" marT="34290" marB="34290"/>
                </a:tc>
                <a:tc>
                  <a:txBody>
                    <a:bodyPr/>
                    <a:lstStyle/>
                    <a:p>
                      <a:r>
                        <a:rPr lang="en-US" sz="1400"/>
                        <a:t>1229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819260362"/>
                  </a:ext>
                </a:extLst>
              </a:tr>
              <a:tr h="390169">
                <a:tc>
                  <a:txBody>
                    <a:bodyPr/>
                    <a:lstStyle/>
                    <a:p>
                      <a:r>
                        <a:rPr lang="en-US" sz="1400"/>
                        <a:t>(17,30]</a:t>
                      </a:r>
                      <a:endParaRPr lang="nl-NL" sz="1400"/>
                    </a:p>
                  </a:txBody>
                  <a:tcPr marL="68580" marR="68580" marT="34290" marB="34290"/>
                </a:tc>
                <a:tc>
                  <a:txBody>
                    <a:bodyPr/>
                    <a:lstStyle/>
                    <a:p>
                      <a:r>
                        <a:rPr lang="en-US" sz="1400"/>
                        <a:t>850</a:t>
                      </a:r>
                      <a:endParaRPr lang="nl-NL" sz="1400"/>
                    </a:p>
                  </a:txBody>
                  <a:tcPr marL="68580" marR="68580" marT="34290" marB="34290"/>
                </a:tc>
                <a:tc>
                  <a:txBody>
                    <a:bodyPr/>
                    <a:lstStyle/>
                    <a:p>
                      <a:r>
                        <a:rPr lang="en-US" sz="1400"/>
                        <a:t>468</a:t>
                      </a:r>
                      <a:endParaRPr lang="nl-NL" sz="1400"/>
                    </a:p>
                  </a:txBody>
                  <a:tcPr marL="68580" marR="68580" marT="34290" marB="34290"/>
                </a:tc>
                <a:tc>
                  <a:txBody>
                    <a:bodyPr/>
                    <a:lstStyle/>
                    <a:p>
                      <a:r>
                        <a:rPr lang="en-US" sz="1400"/>
                        <a:t>1319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860</a:t>
                      </a:r>
                      <a:endParaRPr lang="nl-NL" sz="1400">
                        <a:solidFill>
                          <a:schemeClr val="tx2"/>
                        </a:solidFill>
                      </a:endParaRPr>
                    </a:p>
                  </a:txBody>
                  <a:tcPr marL="68580" marR="68580" marT="34290" marB="34290"/>
                </a:tc>
                <a:tc>
                  <a:txBody>
                    <a:bodyPr/>
                    <a:lstStyle/>
                    <a:p>
                      <a:r>
                        <a:rPr lang="en-US" sz="1400"/>
                        <a:t>46.5</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580940164"/>
                  </a:ext>
                </a:extLst>
              </a:tr>
              <a:tr h="390169">
                <a:tc>
                  <a:txBody>
                    <a:bodyPr/>
                    <a:lstStyle/>
                    <a:p>
                      <a:r>
                        <a:rPr lang="en-US" sz="1400"/>
                        <a:t>(30,50]</a:t>
                      </a:r>
                      <a:endParaRPr lang="nl-NL" sz="1400"/>
                    </a:p>
                  </a:txBody>
                  <a:tcPr marL="68580" marR="68580" marT="34290" marB="34290"/>
                </a:tc>
                <a:tc>
                  <a:txBody>
                    <a:bodyPr/>
                    <a:lstStyle/>
                    <a:p>
                      <a:r>
                        <a:rPr lang="en-US" sz="1400"/>
                        <a:t>945</a:t>
                      </a:r>
                      <a:endParaRPr lang="nl-NL" sz="1400"/>
                    </a:p>
                  </a:txBody>
                  <a:tcPr marL="68580" marR="68580" marT="34290" marB="34290"/>
                </a:tc>
                <a:tc>
                  <a:txBody>
                    <a:bodyPr/>
                    <a:lstStyle/>
                    <a:p>
                      <a:r>
                        <a:rPr lang="en-US" sz="1400"/>
                        <a:t>534</a:t>
                      </a:r>
                      <a:endParaRPr lang="nl-NL" sz="1400"/>
                    </a:p>
                  </a:txBody>
                  <a:tcPr marL="68580" marR="68580" marT="34290" marB="34290"/>
                </a:tc>
                <a:tc>
                  <a:txBody>
                    <a:bodyPr/>
                    <a:lstStyle/>
                    <a:p>
                      <a:r>
                        <a:rPr lang="en-US" sz="1400"/>
                        <a:t>1446</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750</a:t>
                      </a:r>
                      <a:endParaRPr lang="nl-NL" sz="1400">
                        <a:solidFill>
                          <a:schemeClr val="tx2"/>
                        </a:solidFill>
                      </a:endParaRPr>
                    </a:p>
                  </a:txBody>
                  <a:tcPr marL="68580" marR="68580" marT="34290" marB="34290"/>
                </a:tc>
                <a:tc>
                  <a:txBody>
                    <a:bodyPr/>
                    <a:lstStyle/>
                    <a:p>
                      <a:r>
                        <a:rPr lang="en-US" sz="1400"/>
                        <a:t>25.8</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108985212"/>
                  </a:ext>
                </a:extLst>
              </a:tr>
              <a:tr h="390169">
                <a:tc>
                  <a:txBody>
                    <a:bodyPr/>
                    <a:lstStyle/>
                    <a:p>
                      <a:r>
                        <a:rPr lang="en-US" sz="1400"/>
                        <a:t>(50,79]</a:t>
                      </a:r>
                      <a:endParaRPr lang="nl-NL" sz="1400"/>
                    </a:p>
                  </a:txBody>
                  <a:tcPr marL="68580" marR="68580" marT="34290" marB="34290"/>
                </a:tc>
                <a:tc>
                  <a:txBody>
                    <a:bodyPr/>
                    <a:lstStyle/>
                    <a:p>
                      <a:r>
                        <a:rPr lang="en-US" sz="1400"/>
                        <a:t>953</a:t>
                      </a:r>
                      <a:endParaRPr lang="nl-NL" sz="1400"/>
                    </a:p>
                  </a:txBody>
                  <a:tcPr marL="68580" marR="68580" marT="34290" marB="34290"/>
                </a:tc>
                <a:tc>
                  <a:txBody>
                    <a:bodyPr/>
                    <a:lstStyle/>
                    <a:p>
                      <a:r>
                        <a:rPr lang="en-US" sz="1400"/>
                        <a:t>541</a:t>
                      </a:r>
                      <a:endParaRPr lang="nl-NL" sz="1400"/>
                    </a:p>
                  </a:txBody>
                  <a:tcPr marL="68580" marR="68580" marT="34290" marB="34290"/>
                </a:tc>
                <a:tc>
                  <a:txBody>
                    <a:bodyPr/>
                    <a:lstStyle/>
                    <a:p>
                      <a:r>
                        <a:rPr lang="en-US" sz="1400"/>
                        <a:t>1461</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53459759"/>
                  </a:ext>
                </a:extLst>
              </a:tr>
            </a:tbl>
          </a:graphicData>
        </a:graphic>
      </p:graphicFrame>
    </p:spTree>
    <p:extLst>
      <p:ext uri="{BB962C8B-B14F-4D97-AF65-F5344CB8AC3E}">
        <p14:creationId xmlns:p14="http://schemas.microsoft.com/office/powerpoint/2010/main" val="22317337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1396093"/>
            <a:ext cx="8667750" cy="3929012"/>
          </a:xfrm>
        </p:spPr>
        <p:txBody>
          <a:bodyPr numCol="1">
            <a:noAutofit/>
          </a:bodyPr>
          <a:lstStyle/>
          <a:p>
            <a:pPr marL="0" indent="0" latinLnBrk="1" hangingPunct="0">
              <a:lnSpc>
                <a:spcPct val="100000"/>
              </a:lnSpc>
              <a:spcAft>
                <a:spcPts val="225"/>
              </a:spcAft>
              <a:buNone/>
            </a:pPr>
            <a:r>
              <a:rPr lang="nl-NL" sz="1650">
                <a:latin typeface="Verdana" panose="020B0604030504040204" pitchFamily="34" charset="0"/>
                <a:ea typeface="MS Mincho" panose="02020609040205080304" pitchFamily="49" charset="-128"/>
                <a:cs typeface="Times New Roman" panose="02020603050405020304" pitchFamily="18" charset="0"/>
              </a:rPr>
              <a:t>* * *  Statistics of observed and habitual intakes  * * *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(weighted) sample mean intake = 900.084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overall mean of habitual intakes = 889.604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difference of mean HI mean from (weighted) sample mean = -1.164 %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spade output table for  ca</a:t>
            </a:r>
            <a:br>
              <a:rPr lang="nl-NL" sz="1650">
                <a:latin typeface="Verdana" panose="020B0604030504040204" pitchFamily="34" charset="0"/>
                <a:ea typeface="MS Mincho" panose="02020609040205080304" pitchFamily="49" charset="-128"/>
                <a:cs typeface="Times New Roman" panose="02020603050405020304" pitchFamily="18" charset="0"/>
              </a:rPr>
            </a:b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67</a:t>
            </a:fld>
            <a:endParaRPr lang="nl-NL"/>
          </a:p>
        </p:txBody>
      </p:sp>
      <p:sp>
        <p:nvSpPr>
          <p:cNvPr id="7" name="Tijdelijke aanduiding voor inhoud 1">
            <a:extLst>
              <a:ext uri="{FF2B5EF4-FFF2-40B4-BE49-F238E27FC236}">
                <a16:creationId xmlns:a16="http://schemas.microsoft.com/office/drawing/2014/main" id="{C6BE0228-D3A9-401D-817A-52045253391D}"/>
              </a:ext>
            </a:extLst>
          </p:cNvPr>
          <p:cNvSpPr txBox="1">
            <a:spLocks/>
          </p:cNvSpPr>
          <p:nvPr/>
        </p:nvSpPr>
        <p:spPr>
          <a:xfrm>
            <a:off x="6743700" y="1119617"/>
            <a:ext cx="2400301" cy="337269"/>
          </a:xfrm>
          <a:prstGeom prst="rect">
            <a:avLst/>
          </a:prstGeom>
        </p:spPr>
        <p:txBody>
          <a:bodyPr vert="horz" lIns="68580" tIns="34290" rIns="68580" bIns="3429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None/>
              <a:tabLst>
                <a:tab pos="3702844" algn="l"/>
              </a:tabLst>
            </a:pPr>
            <a:r>
              <a:rPr lang="en-US" sz="1800" b="1" i="1">
                <a:solidFill>
                  <a:schemeClr val="tx2"/>
                </a:solidFill>
              </a:rPr>
              <a:t>SPADE-output</a:t>
            </a:r>
            <a:r>
              <a:rPr lang="en-US" sz="1800"/>
              <a:t>     </a:t>
            </a:r>
          </a:p>
          <a:p>
            <a:pPr>
              <a:tabLst>
                <a:tab pos="3702844" algn="l"/>
              </a:tabLst>
            </a:pPr>
            <a:endParaRPr lang="en-US" sz="1800"/>
          </a:p>
          <a:p>
            <a:pPr>
              <a:tabLst>
                <a:tab pos="3702844" algn="l"/>
              </a:tabLst>
            </a:pPr>
            <a:endParaRPr lang="en-US" sz="1800"/>
          </a:p>
          <a:p>
            <a:pPr>
              <a:tabLst>
                <a:tab pos="3702844" algn="l"/>
              </a:tabLst>
            </a:pPr>
            <a:endParaRPr lang="nl-NL" sz="1800"/>
          </a:p>
        </p:txBody>
      </p:sp>
      <p:graphicFrame>
        <p:nvGraphicFramePr>
          <p:cNvPr id="10" name="Table 9">
            <a:extLst>
              <a:ext uri="{FF2B5EF4-FFF2-40B4-BE49-F238E27FC236}">
                <a16:creationId xmlns:a16="http://schemas.microsoft.com/office/drawing/2014/main" id="{B317F751-3E10-4907-AAAA-1C6878024C8D}"/>
              </a:ext>
            </a:extLst>
          </p:cNvPr>
          <p:cNvGraphicFramePr>
            <a:graphicFrameLocks noGrp="1"/>
          </p:cNvGraphicFramePr>
          <p:nvPr>
            <p:extLst>
              <p:ext uri="{D42A27DB-BD31-4B8C-83A1-F6EECF244321}">
                <p14:modId xmlns:p14="http://schemas.microsoft.com/office/powerpoint/2010/main" val="1423868830"/>
              </p:ext>
            </p:extLst>
          </p:nvPr>
        </p:nvGraphicFramePr>
        <p:xfrm>
          <a:off x="251520" y="3100065"/>
          <a:ext cx="6883057" cy="2501520"/>
        </p:xfrm>
        <a:graphic>
          <a:graphicData uri="http://schemas.openxmlformats.org/drawingml/2006/table">
            <a:tbl>
              <a:tblPr firstRow="1" bandRow="1">
                <a:tableStyleId>{5C22544A-7EE6-4342-B048-85BDC9FD1C3A}</a:tableStyleId>
              </a:tblPr>
              <a:tblGrid>
                <a:gridCol w="883357">
                  <a:extLst>
                    <a:ext uri="{9D8B030D-6E8A-4147-A177-3AD203B41FA5}">
                      <a16:colId xmlns:a16="http://schemas.microsoft.com/office/drawing/2014/main" val="2146373696"/>
                    </a:ext>
                  </a:extLst>
                </a:gridCol>
                <a:gridCol w="536942">
                  <a:extLst>
                    <a:ext uri="{9D8B030D-6E8A-4147-A177-3AD203B41FA5}">
                      <a16:colId xmlns:a16="http://schemas.microsoft.com/office/drawing/2014/main" val="2131302116"/>
                    </a:ext>
                  </a:extLst>
                </a:gridCol>
                <a:gridCol w="536942">
                  <a:extLst>
                    <a:ext uri="{9D8B030D-6E8A-4147-A177-3AD203B41FA5}">
                      <a16:colId xmlns:a16="http://schemas.microsoft.com/office/drawing/2014/main" val="1022965091"/>
                    </a:ext>
                  </a:extLst>
                </a:gridCol>
                <a:gridCol w="623546">
                  <a:extLst>
                    <a:ext uri="{9D8B030D-6E8A-4147-A177-3AD203B41FA5}">
                      <a16:colId xmlns:a16="http://schemas.microsoft.com/office/drawing/2014/main" val="528579103"/>
                    </a:ext>
                  </a:extLst>
                </a:gridCol>
                <a:gridCol w="172437">
                  <a:extLst>
                    <a:ext uri="{9D8B030D-6E8A-4147-A177-3AD203B41FA5}">
                      <a16:colId xmlns:a16="http://schemas.microsoft.com/office/drawing/2014/main" val="3331168183"/>
                    </a:ext>
                  </a:extLst>
                </a:gridCol>
                <a:gridCol w="683013">
                  <a:extLst>
                    <a:ext uri="{9D8B030D-6E8A-4147-A177-3AD203B41FA5}">
                      <a16:colId xmlns:a16="http://schemas.microsoft.com/office/drawing/2014/main" val="3884404392"/>
                    </a:ext>
                  </a:extLst>
                </a:gridCol>
                <a:gridCol w="831393">
                  <a:extLst>
                    <a:ext uri="{9D8B030D-6E8A-4147-A177-3AD203B41FA5}">
                      <a16:colId xmlns:a16="http://schemas.microsoft.com/office/drawing/2014/main" val="304109256"/>
                    </a:ext>
                  </a:extLst>
                </a:gridCol>
                <a:gridCol w="675508">
                  <a:extLst>
                    <a:ext uri="{9D8B030D-6E8A-4147-A177-3AD203B41FA5}">
                      <a16:colId xmlns:a16="http://schemas.microsoft.com/office/drawing/2014/main" val="3340756755"/>
                    </a:ext>
                  </a:extLst>
                </a:gridCol>
                <a:gridCol w="554263">
                  <a:extLst>
                    <a:ext uri="{9D8B030D-6E8A-4147-A177-3AD203B41FA5}">
                      <a16:colId xmlns:a16="http://schemas.microsoft.com/office/drawing/2014/main" val="923384388"/>
                    </a:ext>
                  </a:extLst>
                </a:gridCol>
                <a:gridCol w="692828">
                  <a:extLst>
                    <a:ext uri="{9D8B030D-6E8A-4147-A177-3AD203B41FA5}">
                      <a16:colId xmlns:a16="http://schemas.microsoft.com/office/drawing/2014/main" val="760358039"/>
                    </a:ext>
                  </a:extLst>
                </a:gridCol>
                <a:gridCol w="692828">
                  <a:extLst>
                    <a:ext uri="{9D8B030D-6E8A-4147-A177-3AD203B41FA5}">
                      <a16:colId xmlns:a16="http://schemas.microsoft.com/office/drawing/2014/main" val="2707614917"/>
                    </a:ext>
                  </a:extLst>
                </a:gridCol>
              </a:tblGrid>
              <a:tr h="312690">
                <a:tc>
                  <a:txBody>
                    <a:bodyPr/>
                    <a:lstStyle/>
                    <a:p>
                      <a:endParaRPr lang="nl-NL" sz="1400"/>
                    </a:p>
                  </a:txBody>
                  <a:tcPr marL="68580" marR="68580" marT="34290" marB="34290"/>
                </a:tc>
                <a:tc>
                  <a:txBody>
                    <a:bodyPr/>
                    <a:lstStyle/>
                    <a:p>
                      <a:r>
                        <a:rPr lang="en-US" sz="1400" b="0">
                          <a:solidFill>
                            <a:schemeClr val="tx1"/>
                          </a:solidFill>
                        </a:rPr>
                        <a:t>AM</a:t>
                      </a:r>
                      <a:endParaRPr lang="nl-NL" sz="1400" b="0">
                        <a:solidFill>
                          <a:schemeClr val="tx1"/>
                        </a:solidFill>
                      </a:endParaRPr>
                    </a:p>
                  </a:txBody>
                  <a:tcPr marL="68580" marR="68580" marT="34290" marB="34290"/>
                </a:tc>
                <a:tc>
                  <a:txBody>
                    <a:bodyPr/>
                    <a:lstStyle/>
                    <a:p>
                      <a:r>
                        <a:rPr lang="en-US" sz="1400" b="0">
                          <a:solidFill>
                            <a:schemeClr val="tx1"/>
                          </a:solidFill>
                        </a:rPr>
                        <a:t>P5</a:t>
                      </a:r>
                      <a:endParaRPr lang="nl-NL" sz="1400" b="0">
                        <a:solidFill>
                          <a:schemeClr val="tx1"/>
                        </a:solidFill>
                      </a:endParaRPr>
                    </a:p>
                  </a:txBody>
                  <a:tcPr marL="68580" marR="68580" marT="34290" marB="34290"/>
                </a:tc>
                <a:tc>
                  <a:txBody>
                    <a:bodyPr/>
                    <a:lstStyle/>
                    <a:p>
                      <a:r>
                        <a:rPr lang="en-US" sz="1400" b="0">
                          <a:solidFill>
                            <a:schemeClr val="tx1"/>
                          </a:solidFill>
                        </a:rPr>
                        <a:t>P95</a:t>
                      </a:r>
                      <a:endParaRPr lang="nl-NL" sz="1400" b="0">
                        <a:solidFill>
                          <a:schemeClr val="tx1"/>
                        </a:solidFill>
                      </a:endParaRPr>
                    </a:p>
                  </a:txBody>
                  <a:tcPr marL="68580" marR="68580" marT="34290" marB="34290"/>
                </a:tc>
                <a:tc>
                  <a:txBody>
                    <a:bodyPr/>
                    <a:lstStyle/>
                    <a:p>
                      <a:endParaRPr lang="nl-NL" sz="1400" b="0">
                        <a:solidFill>
                          <a:schemeClr val="tx1"/>
                        </a:solidFill>
                      </a:endParaRPr>
                    </a:p>
                  </a:txBody>
                  <a:tcPr marL="68580" marR="68580" marT="34290" marB="34290"/>
                </a:tc>
                <a:tc>
                  <a:txBody>
                    <a:bodyPr/>
                    <a:lstStyle/>
                    <a:p>
                      <a:r>
                        <a:rPr lang="en-US" sz="1400" b="0">
                          <a:solidFill>
                            <a:schemeClr val="tx2"/>
                          </a:solidFill>
                        </a:rPr>
                        <a:t>EAR1</a:t>
                      </a:r>
                      <a:endParaRPr lang="nl-NL" sz="1400" b="0">
                        <a:solidFill>
                          <a:schemeClr val="tx2"/>
                        </a:solidFill>
                      </a:endParaRPr>
                    </a:p>
                  </a:txBody>
                  <a:tcPr marL="68580" marR="68580" marT="34290" marB="34290"/>
                </a:tc>
                <a:tc>
                  <a:txBody>
                    <a:bodyPr/>
                    <a:lstStyle/>
                    <a:p>
                      <a:r>
                        <a:rPr lang="en-US" sz="1400" b="0">
                          <a:solidFill>
                            <a:schemeClr val="tx1"/>
                          </a:solidFill>
                        </a:rPr>
                        <a:t>EAR1.p</a:t>
                      </a:r>
                      <a:endParaRPr lang="nl-NL" sz="1400" b="0">
                        <a:solidFill>
                          <a:schemeClr val="tx1"/>
                        </a:solidFill>
                      </a:endParaRPr>
                    </a:p>
                  </a:txBody>
                  <a:tcPr marL="68580" marR="68580" marT="34290" marB="34290"/>
                </a:tc>
                <a:tc>
                  <a:txBody>
                    <a:bodyPr/>
                    <a:lstStyle/>
                    <a:p>
                      <a:r>
                        <a:rPr lang="en-US" sz="1000" b="0">
                          <a:solidFill>
                            <a:schemeClr val="tx2"/>
                          </a:solidFill>
                        </a:rPr>
                        <a:t>AI</a:t>
                      </a:r>
                      <a:endParaRPr lang="nl-NL" sz="1000" b="0">
                        <a:solidFill>
                          <a:schemeClr val="tx2"/>
                        </a:solidFill>
                      </a:endParaRPr>
                    </a:p>
                  </a:txBody>
                  <a:tcPr marL="68580" marR="68580" marT="34290" marB="34290"/>
                </a:tc>
                <a:tc>
                  <a:txBody>
                    <a:bodyPr/>
                    <a:lstStyle/>
                    <a:p>
                      <a:r>
                        <a:rPr lang="en-US" sz="1000" b="0">
                          <a:solidFill>
                            <a:schemeClr val="tx1"/>
                          </a:solidFill>
                        </a:rPr>
                        <a:t>AI.p</a:t>
                      </a:r>
                      <a:endParaRPr lang="nl-NL" sz="1000" b="0">
                        <a:solidFill>
                          <a:schemeClr val="tx1"/>
                        </a:solidFill>
                      </a:endParaRPr>
                    </a:p>
                  </a:txBody>
                  <a:tcPr marL="68580" marR="68580" marT="34290" marB="34290"/>
                </a:tc>
                <a:tc>
                  <a:txBody>
                    <a:bodyPr/>
                    <a:lstStyle/>
                    <a:p>
                      <a:r>
                        <a:rPr lang="en-US" sz="1000" b="0">
                          <a:solidFill>
                            <a:schemeClr val="tx2"/>
                          </a:solidFill>
                        </a:rPr>
                        <a:t>UL1</a:t>
                      </a:r>
                      <a:endParaRPr lang="nl-NL" sz="1000" b="0">
                        <a:solidFill>
                          <a:schemeClr val="tx2"/>
                        </a:solidFill>
                      </a:endParaRPr>
                    </a:p>
                  </a:txBody>
                  <a:tcPr marL="68580" marR="68580" marT="34290" marB="34290"/>
                </a:tc>
                <a:tc>
                  <a:txBody>
                    <a:bodyPr/>
                    <a:lstStyle/>
                    <a:p>
                      <a:r>
                        <a:rPr lang="en-US" sz="1000" b="0">
                          <a:solidFill>
                            <a:schemeClr val="tx1"/>
                          </a:solidFill>
                        </a:rPr>
                        <a:t>UL1.p</a:t>
                      </a:r>
                      <a:endParaRPr lang="nl-NL" sz="1000" b="0">
                        <a:solidFill>
                          <a:schemeClr val="tx1"/>
                        </a:solidFill>
                      </a:endParaRPr>
                    </a:p>
                  </a:txBody>
                  <a:tcPr marL="68580" marR="68580" marT="34290" marB="34290"/>
                </a:tc>
                <a:extLst>
                  <a:ext uri="{0D108BD9-81ED-4DB2-BD59-A6C34878D82A}">
                    <a16:rowId xmlns:a16="http://schemas.microsoft.com/office/drawing/2014/main" val="176774276"/>
                  </a:ext>
                </a:extLst>
              </a:tr>
              <a:tr h="312690">
                <a:tc>
                  <a:txBody>
                    <a:bodyPr/>
                    <a:lstStyle/>
                    <a:p>
                      <a:r>
                        <a:rPr lang="en-US" sz="1400"/>
                        <a:t>(0,79]</a:t>
                      </a:r>
                      <a:endParaRPr lang="nl-NL" sz="1400"/>
                    </a:p>
                  </a:txBody>
                  <a:tcPr marL="68580" marR="68580" marT="34290" marB="34290"/>
                </a:tc>
                <a:tc>
                  <a:txBody>
                    <a:bodyPr/>
                    <a:lstStyle/>
                    <a:p>
                      <a:r>
                        <a:rPr lang="en-US" sz="1400"/>
                        <a:t>890</a:t>
                      </a:r>
                      <a:endParaRPr lang="nl-NL" sz="1400"/>
                    </a:p>
                  </a:txBody>
                  <a:tcPr marL="68580" marR="68580" marT="34290" marB="34290"/>
                </a:tc>
                <a:tc>
                  <a:txBody>
                    <a:bodyPr/>
                    <a:lstStyle/>
                    <a:p>
                      <a:r>
                        <a:rPr lang="en-US" sz="1400"/>
                        <a:t>474</a:t>
                      </a:r>
                      <a:endParaRPr lang="nl-NL" sz="1400"/>
                    </a:p>
                  </a:txBody>
                  <a:tcPr marL="68580" marR="68580" marT="34290" marB="34290"/>
                </a:tc>
                <a:tc>
                  <a:txBody>
                    <a:bodyPr/>
                    <a:lstStyle/>
                    <a:p>
                      <a:r>
                        <a:rPr lang="en-US" sz="1400"/>
                        <a:t>1399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extLst>
                  <a:ext uri="{0D108BD9-81ED-4DB2-BD59-A6C34878D82A}">
                    <a16:rowId xmlns:a16="http://schemas.microsoft.com/office/drawing/2014/main" val="3665619880"/>
                  </a:ext>
                </a:extLst>
              </a:tr>
              <a:tr h="312690">
                <a:tc>
                  <a:txBody>
                    <a:bodyPr/>
                    <a:lstStyle/>
                    <a:p>
                      <a:r>
                        <a:rPr lang="en-US" sz="1400"/>
                        <a:t>(0,8]</a:t>
                      </a:r>
                      <a:endParaRPr lang="nl-NL" sz="1400"/>
                    </a:p>
                  </a:txBody>
                  <a:tcPr marL="68580" marR="68580" marT="34290" marB="34290"/>
                </a:tc>
                <a:tc>
                  <a:txBody>
                    <a:bodyPr/>
                    <a:lstStyle/>
                    <a:p>
                      <a:r>
                        <a:rPr lang="en-US" sz="1400"/>
                        <a:t>695</a:t>
                      </a:r>
                      <a:endParaRPr lang="nl-NL" sz="1400"/>
                    </a:p>
                  </a:txBody>
                  <a:tcPr marL="68580" marR="68580" marT="34290" marB="34290"/>
                </a:tc>
                <a:tc>
                  <a:txBody>
                    <a:bodyPr/>
                    <a:lstStyle/>
                    <a:p>
                      <a:r>
                        <a:rPr lang="en-US" sz="1400"/>
                        <a:t>361</a:t>
                      </a:r>
                      <a:endParaRPr lang="nl-NL" sz="1400"/>
                    </a:p>
                  </a:txBody>
                  <a:tcPr marL="68580" marR="68580" marT="34290" marB="34290"/>
                </a:tc>
                <a:tc>
                  <a:txBody>
                    <a:bodyPr/>
                    <a:lstStyle/>
                    <a:p>
                      <a:r>
                        <a:rPr lang="en-US" sz="1400"/>
                        <a:t>1103</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000">
                          <a:solidFill>
                            <a:schemeClr val="tx2"/>
                          </a:solidFill>
                        </a:rPr>
                        <a:t>500</a:t>
                      </a:r>
                      <a:endParaRPr lang="nl-NL" sz="1000">
                        <a:solidFill>
                          <a:schemeClr val="tx2"/>
                        </a:solidFill>
                      </a:endParaRPr>
                    </a:p>
                  </a:txBody>
                  <a:tcPr marL="68580" marR="68580" marT="34290" marB="34290"/>
                </a:tc>
                <a:tc>
                  <a:txBody>
                    <a:bodyPr/>
                    <a:lstStyle/>
                    <a:p>
                      <a:r>
                        <a:rPr lang="en-US" sz="1000"/>
                        <a:t>2</a:t>
                      </a:r>
                      <a:endParaRPr lang="nl-NL" sz="10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extLst>
                  <a:ext uri="{0D108BD9-81ED-4DB2-BD59-A6C34878D82A}">
                    <a16:rowId xmlns:a16="http://schemas.microsoft.com/office/drawing/2014/main" val="2327258840"/>
                  </a:ext>
                </a:extLst>
              </a:tr>
              <a:tr h="312690">
                <a:tc>
                  <a:txBody>
                    <a:bodyPr/>
                    <a:lstStyle/>
                    <a:p>
                      <a:r>
                        <a:rPr lang="en-US" sz="1400"/>
                        <a:t>(8,13]</a:t>
                      </a:r>
                      <a:endParaRPr lang="nl-NL" sz="1400"/>
                    </a:p>
                  </a:txBody>
                  <a:tcPr marL="68580" marR="68580" marT="34290" marB="34290"/>
                </a:tc>
                <a:tc>
                  <a:txBody>
                    <a:bodyPr/>
                    <a:lstStyle/>
                    <a:p>
                      <a:r>
                        <a:rPr lang="en-US" sz="1400"/>
                        <a:t>745</a:t>
                      </a:r>
                      <a:endParaRPr lang="nl-NL" sz="1400"/>
                    </a:p>
                  </a:txBody>
                  <a:tcPr marL="68580" marR="68580" marT="34290" marB="34290"/>
                </a:tc>
                <a:tc>
                  <a:txBody>
                    <a:bodyPr/>
                    <a:lstStyle/>
                    <a:p>
                      <a:r>
                        <a:rPr lang="en-US" sz="1400"/>
                        <a:t>400</a:t>
                      </a:r>
                      <a:endParaRPr lang="nl-NL" sz="1400"/>
                    </a:p>
                  </a:txBody>
                  <a:tcPr marL="68580" marR="68580" marT="34290" marB="34290"/>
                </a:tc>
                <a:tc>
                  <a:txBody>
                    <a:bodyPr/>
                    <a:lstStyle/>
                    <a:p>
                      <a:r>
                        <a:rPr lang="en-US" sz="1400"/>
                        <a:t>1179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000">
                          <a:solidFill>
                            <a:schemeClr val="tx2"/>
                          </a:solidFill>
                        </a:rPr>
                        <a:t>1100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extLst>
                  <a:ext uri="{0D108BD9-81ED-4DB2-BD59-A6C34878D82A}">
                    <a16:rowId xmlns:a16="http://schemas.microsoft.com/office/drawing/2014/main" val="1071936335"/>
                  </a:ext>
                </a:extLst>
              </a:tr>
              <a:tr h="312690">
                <a:tc>
                  <a:txBody>
                    <a:bodyPr/>
                    <a:lstStyle/>
                    <a:p>
                      <a:r>
                        <a:rPr lang="en-US" sz="1400"/>
                        <a:t>(13,17]</a:t>
                      </a:r>
                      <a:endParaRPr lang="nl-NL" sz="1400"/>
                    </a:p>
                  </a:txBody>
                  <a:tcPr marL="68580" marR="68580" marT="34290" marB="34290"/>
                </a:tc>
                <a:tc>
                  <a:txBody>
                    <a:bodyPr/>
                    <a:lstStyle/>
                    <a:p>
                      <a:r>
                        <a:rPr lang="en-US" sz="1400"/>
                        <a:t>777</a:t>
                      </a:r>
                      <a:endParaRPr lang="nl-NL" sz="1400"/>
                    </a:p>
                  </a:txBody>
                  <a:tcPr marL="68580" marR="68580" marT="34290" marB="34290"/>
                </a:tc>
                <a:tc>
                  <a:txBody>
                    <a:bodyPr/>
                    <a:lstStyle/>
                    <a:p>
                      <a:r>
                        <a:rPr lang="en-US" sz="1400"/>
                        <a:t>421</a:t>
                      </a:r>
                      <a:endParaRPr lang="nl-NL" sz="1400"/>
                    </a:p>
                  </a:txBody>
                  <a:tcPr marL="68580" marR="68580" marT="34290" marB="34290"/>
                </a:tc>
                <a:tc>
                  <a:txBody>
                    <a:bodyPr/>
                    <a:lstStyle/>
                    <a:p>
                      <a:r>
                        <a:rPr lang="en-US" sz="1400"/>
                        <a:t>1229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000">
                          <a:solidFill>
                            <a:schemeClr val="tx2"/>
                          </a:solidFill>
                        </a:rPr>
                        <a:t>1100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extLst>
                  <a:ext uri="{0D108BD9-81ED-4DB2-BD59-A6C34878D82A}">
                    <a16:rowId xmlns:a16="http://schemas.microsoft.com/office/drawing/2014/main" val="1819260362"/>
                  </a:ext>
                </a:extLst>
              </a:tr>
              <a:tr h="312690">
                <a:tc>
                  <a:txBody>
                    <a:bodyPr/>
                    <a:lstStyle/>
                    <a:p>
                      <a:r>
                        <a:rPr lang="en-US" sz="1400"/>
                        <a:t>(17,30]</a:t>
                      </a:r>
                      <a:endParaRPr lang="nl-NL" sz="1400"/>
                    </a:p>
                  </a:txBody>
                  <a:tcPr marL="68580" marR="68580" marT="34290" marB="34290"/>
                </a:tc>
                <a:tc>
                  <a:txBody>
                    <a:bodyPr/>
                    <a:lstStyle/>
                    <a:p>
                      <a:r>
                        <a:rPr lang="en-US" sz="1400"/>
                        <a:t>850</a:t>
                      </a:r>
                      <a:endParaRPr lang="nl-NL" sz="1400"/>
                    </a:p>
                  </a:txBody>
                  <a:tcPr marL="68580" marR="68580" marT="34290" marB="34290"/>
                </a:tc>
                <a:tc>
                  <a:txBody>
                    <a:bodyPr/>
                    <a:lstStyle/>
                    <a:p>
                      <a:r>
                        <a:rPr lang="en-US" sz="1400"/>
                        <a:t>468</a:t>
                      </a:r>
                      <a:endParaRPr lang="nl-NL" sz="1400"/>
                    </a:p>
                  </a:txBody>
                  <a:tcPr marL="68580" marR="68580" marT="34290" marB="34290"/>
                </a:tc>
                <a:tc>
                  <a:txBody>
                    <a:bodyPr/>
                    <a:lstStyle/>
                    <a:p>
                      <a:r>
                        <a:rPr lang="en-US" sz="1400"/>
                        <a:t>1319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860</a:t>
                      </a:r>
                      <a:endParaRPr lang="nl-NL" sz="1400">
                        <a:solidFill>
                          <a:schemeClr val="tx2"/>
                        </a:solidFill>
                      </a:endParaRPr>
                    </a:p>
                  </a:txBody>
                  <a:tcPr marL="68580" marR="68580" marT="34290" marB="34290"/>
                </a:tc>
                <a:tc>
                  <a:txBody>
                    <a:bodyPr/>
                    <a:lstStyle/>
                    <a:p>
                      <a:r>
                        <a:rPr lang="en-US" sz="1400"/>
                        <a:t>46.5</a:t>
                      </a:r>
                      <a:endParaRPr lang="nl-NL" sz="14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tc>
                  <a:txBody>
                    <a:bodyPr/>
                    <a:lstStyle/>
                    <a:p>
                      <a:r>
                        <a:rPr lang="en-US" sz="1000">
                          <a:solidFill>
                            <a:schemeClr val="tx2"/>
                          </a:solidFill>
                        </a:rPr>
                        <a:t>2500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580940164"/>
                  </a:ext>
                </a:extLst>
              </a:tr>
              <a:tr h="312690">
                <a:tc>
                  <a:txBody>
                    <a:bodyPr/>
                    <a:lstStyle/>
                    <a:p>
                      <a:r>
                        <a:rPr lang="en-US" sz="1400"/>
                        <a:t>(30,50]</a:t>
                      </a:r>
                      <a:endParaRPr lang="nl-NL" sz="1400"/>
                    </a:p>
                  </a:txBody>
                  <a:tcPr marL="68580" marR="68580" marT="34290" marB="34290"/>
                </a:tc>
                <a:tc>
                  <a:txBody>
                    <a:bodyPr/>
                    <a:lstStyle/>
                    <a:p>
                      <a:r>
                        <a:rPr lang="en-US" sz="1400"/>
                        <a:t>945</a:t>
                      </a:r>
                      <a:endParaRPr lang="nl-NL" sz="1400"/>
                    </a:p>
                  </a:txBody>
                  <a:tcPr marL="68580" marR="68580" marT="34290" marB="34290"/>
                </a:tc>
                <a:tc>
                  <a:txBody>
                    <a:bodyPr/>
                    <a:lstStyle/>
                    <a:p>
                      <a:r>
                        <a:rPr lang="en-US" sz="1400"/>
                        <a:t>534</a:t>
                      </a:r>
                      <a:endParaRPr lang="nl-NL" sz="1400"/>
                    </a:p>
                  </a:txBody>
                  <a:tcPr marL="68580" marR="68580" marT="34290" marB="34290"/>
                </a:tc>
                <a:tc>
                  <a:txBody>
                    <a:bodyPr/>
                    <a:lstStyle/>
                    <a:p>
                      <a:r>
                        <a:rPr lang="en-US" sz="1400"/>
                        <a:t>1446</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750</a:t>
                      </a:r>
                      <a:endParaRPr lang="nl-NL" sz="1400">
                        <a:solidFill>
                          <a:schemeClr val="tx2"/>
                        </a:solidFill>
                      </a:endParaRPr>
                    </a:p>
                  </a:txBody>
                  <a:tcPr marL="68580" marR="68580" marT="34290" marB="34290"/>
                </a:tc>
                <a:tc>
                  <a:txBody>
                    <a:bodyPr/>
                    <a:lstStyle/>
                    <a:p>
                      <a:r>
                        <a:rPr lang="en-US" sz="1400"/>
                        <a:t>25.8</a:t>
                      </a:r>
                      <a:endParaRPr lang="nl-NL" sz="1400"/>
                    </a:p>
                  </a:txBody>
                  <a:tcPr marL="68580" marR="68580" marT="34290" marB="34290"/>
                </a:tc>
                <a:tc>
                  <a:txBody>
                    <a:bodyPr/>
                    <a:lstStyle/>
                    <a:p>
                      <a:r>
                        <a:rPr lang="en-US" sz="1000">
                          <a:solidFill>
                            <a:schemeClr val="tx2"/>
                          </a:solidFill>
                        </a:rPr>
                        <a:t>NA</a:t>
                      </a:r>
                      <a:endParaRPr lang="nl-NL" sz="1000">
                        <a:solidFill>
                          <a:schemeClr val="tx2"/>
                        </a:solidFill>
                      </a:endParaRPr>
                    </a:p>
                  </a:txBody>
                  <a:tcPr marL="68580" marR="68580" marT="34290" marB="34290"/>
                </a:tc>
                <a:tc>
                  <a:txBody>
                    <a:bodyPr/>
                    <a:lstStyle/>
                    <a:p>
                      <a:r>
                        <a:rPr lang="en-US" sz="1000"/>
                        <a:t>NA</a:t>
                      </a:r>
                      <a:endParaRPr lang="nl-NL" sz="1000"/>
                    </a:p>
                  </a:txBody>
                  <a:tcPr marL="68580" marR="68580" marT="34290" marB="34290"/>
                </a:tc>
                <a:tc>
                  <a:txBody>
                    <a:bodyPr/>
                    <a:lstStyle/>
                    <a:p>
                      <a:r>
                        <a:rPr lang="en-US" sz="1000">
                          <a:solidFill>
                            <a:schemeClr val="tx2"/>
                          </a:solidFill>
                        </a:rPr>
                        <a:t>2500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108985212"/>
                  </a:ext>
                </a:extLst>
              </a:tr>
              <a:tr h="312690">
                <a:tc>
                  <a:txBody>
                    <a:bodyPr/>
                    <a:lstStyle/>
                    <a:p>
                      <a:r>
                        <a:rPr lang="en-US" sz="1400"/>
                        <a:t>(50,79]</a:t>
                      </a:r>
                      <a:endParaRPr lang="nl-NL" sz="1400"/>
                    </a:p>
                  </a:txBody>
                  <a:tcPr marL="68580" marR="68580" marT="34290" marB="34290"/>
                </a:tc>
                <a:tc>
                  <a:txBody>
                    <a:bodyPr/>
                    <a:lstStyle/>
                    <a:p>
                      <a:r>
                        <a:rPr lang="en-US" sz="1400"/>
                        <a:t>953</a:t>
                      </a:r>
                      <a:endParaRPr lang="nl-NL" sz="1400"/>
                    </a:p>
                  </a:txBody>
                  <a:tcPr marL="68580" marR="68580" marT="34290" marB="34290"/>
                </a:tc>
                <a:tc>
                  <a:txBody>
                    <a:bodyPr/>
                    <a:lstStyle/>
                    <a:p>
                      <a:r>
                        <a:rPr lang="en-US" sz="1400"/>
                        <a:t>541</a:t>
                      </a:r>
                      <a:endParaRPr lang="nl-NL" sz="1400"/>
                    </a:p>
                  </a:txBody>
                  <a:tcPr marL="68580" marR="68580" marT="34290" marB="34290"/>
                </a:tc>
                <a:tc>
                  <a:txBody>
                    <a:bodyPr/>
                    <a:lstStyle/>
                    <a:p>
                      <a:r>
                        <a:rPr lang="en-US" sz="1400"/>
                        <a:t>1461</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000">
                          <a:solidFill>
                            <a:schemeClr val="tx2"/>
                          </a:solidFill>
                        </a:rPr>
                        <a:t>1100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tc>
                  <a:txBody>
                    <a:bodyPr/>
                    <a:lstStyle/>
                    <a:p>
                      <a:r>
                        <a:rPr lang="en-US" sz="1000">
                          <a:solidFill>
                            <a:schemeClr val="tx2"/>
                          </a:solidFill>
                        </a:rPr>
                        <a:t>2500</a:t>
                      </a:r>
                      <a:endParaRPr lang="nl-NL" sz="1000">
                        <a:solidFill>
                          <a:schemeClr val="tx2"/>
                        </a:solidFill>
                      </a:endParaRPr>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53459759"/>
                  </a:ext>
                </a:extLst>
              </a:tr>
            </a:tbl>
          </a:graphicData>
        </a:graphic>
      </p:graphicFrame>
      <p:sp>
        <p:nvSpPr>
          <p:cNvPr id="3" name="TextBox 2">
            <a:extLst>
              <a:ext uri="{FF2B5EF4-FFF2-40B4-BE49-F238E27FC236}">
                <a16:creationId xmlns:a16="http://schemas.microsoft.com/office/drawing/2014/main" id="{97DCED34-0C7E-43A5-AE4B-C90A1A0FD902}"/>
              </a:ext>
            </a:extLst>
          </p:cNvPr>
          <p:cNvSpPr txBox="1"/>
          <p:nvPr/>
        </p:nvSpPr>
        <p:spPr>
          <a:xfrm>
            <a:off x="4572000" y="2777583"/>
            <a:ext cx="3641272" cy="3208571"/>
          </a:xfrm>
          <a:prstGeom prst="rect">
            <a:avLst/>
          </a:prstGeom>
          <a:solidFill>
            <a:schemeClr val="bg1"/>
          </a:solidFill>
        </p:spPr>
        <p:txBody>
          <a:bodyPr wrap="square" rtlCol="0">
            <a:spAutoFit/>
          </a:bodyPr>
          <a:lstStyle/>
          <a:p>
            <a:endParaRPr lang="en-US" sz="1650"/>
          </a:p>
          <a:p>
            <a:endParaRPr lang="en-US" sz="1650"/>
          </a:p>
          <a:p>
            <a:r>
              <a:rPr lang="en-US" sz="1650" b="1">
                <a:solidFill>
                  <a:schemeClr val="tx2"/>
                </a:solidFill>
              </a:rPr>
              <a:t>%&lt; cut point (EAR1)</a:t>
            </a:r>
          </a:p>
          <a:p>
            <a:endParaRPr lang="en-US" sz="1650" b="1">
              <a:solidFill>
                <a:schemeClr val="tx2"/>
              </a:solidFill>
            </a:endParaRPr>
          </a:p>
          <a:p>
            <a:r>
              <a:rPr lang="en-US" sz="1650" b="1">
                <a:solidFill>
                  <a:schemeClr val="tx2"/>
                </a:solidFill>
              </a:rPr>
              <a:t>No EAR </a:t>
            </a:r>
            <a:r>
              <a:rPr lang="en-US" sz="1650" b="1">
                <a:solidFill>
                  <a:schemeClr val="tx2"/>
                </a:solidFill>
                <a:sym typeface="Wingdings" panose="05000000000000000000" pitchFamily="2" charset="2"/>
              </a:rPr>
              <a:t>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(0,79] not all EAR 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NA= not available</a:t>
            </a:r>
            <a:endParaRPr lang="en-US" sz="1650" b="1">
              <a:solidFill>
                <a:schemeClr val="tx2"/>
              </a:solidFill>
            </a:endParaRPr>
          </a:p>
          <a:p>
            <a:endParaRPr lang="en-US" sz="1350"/>
          </a:p>
          <a:p>
            <a:endParaRPr lang="en-US" sz="1350"/>
          </a:p>
          <a:p>
            <a:endParaRPr lang="en-US" sz="1350"/>
          </a:p>
          <a:p>
            <a:endParaRPr lang="nl-NL" sz="1350"/>
          </a:p>
        </p:txBody>
      </p:sp>
    </p:spTree>
    <p:extLst>
      <p:ext uri="{BB962C8B-B14F-4D97-AF65-F5344CB8AC3E}">
        <p14:creationId xmlns:p14="http://schemas.microsoft.com/office/powerpoint/2010/main" val="19890236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1396093"/>
            <a:ext cx="8667750" cy="3929012"/>
          </a:xfrm>
        </p:spPr>
        <p:txBody>
          <a:bodyPr numCol="1">
            <a:noAutofit/>
          </a:bodyPr>
          <a:lstStyle/>
          <a:p>
            <a:pPr marL="0" indent="0" latinLnBrk="1" hangingPunct="0">
              <a:lnSpc>
                <a:spcPct val="100000"/>
              </a:lnSpc>
              <a:spcAft>
                <a:spcPts val="225"/>
              </a:spcAft>
              <a:buNone/>
            </a:pPr>
            <a:r>
              <a:rPr lang="nl-NL" sz="1650">
                <a:latin typeface="Verdana" panose="020B0604030504040204" pitchFamily="34" charset="0"/>
                <a:ea typeface="MS Mincho" panose="02020609040205080304" pitchFamily="49" charset="-128"/>
                <a:cs typeface="Times New Roman" panose="02020603050405020304" pitchFamily="18" charset="0"/>
              </a:rPr>
              <a:t>* * *  </a:t>
            </a:r>
            <a:r>
              <a:rPr lang="nl-NL" sz="1650" err="1">
                <a:latin typeface="Verdana" panose="020B0604030504040204" pitchFamily="34" charset="0"/>
                <a:ea typeface="MS Mincho" panose="02020609040205080304" pitchFamily="49" charset="-128"/>
                <a:cs typeface="Times New Roman" panose="02020603050405020304" pitchFamily="18" charset="0"/>
              </a:rPr>
              <a:t>Statistics</a:t>
            </a:r>
            <a:r>
              <a:rPr lang="nl-NL" sz="1650">
                <a:latin typeface="Verdana" panose="020B0604030504040204" pitchFamily="34" charset="0"/>
                <a:ea typeface="MS Mincho" panose="02020609040205080304" pitchFamily="49" charset="-128"/>
                <a:cs typeface="Times New Roman" panose="02020603050405020304" pitchFamily="18" charset="0"/>
              </a:rPr>
              <a:t> of </a:t>
            </a:r>
            <a:r>
              <a:rPr lang="nl-NL" sz="1650" err="1">
                <a:latin typeface="Verdana" panose="020B0604030504040204" pitchFamily="34" charset="0"/>
                <a:ea typeface="MS Mincho" panose="02020609040205080304" pitchFamily="49" charset="-128"/>
                <a:cs typeface="Times New Roman" panose="02020603050405020304" pitchFamily="18" charset="0"/>
              </a:rPr>
              <a:t>observed</a:t>
            </a: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and</a:t>
            </a: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habitual</a:t>
            </a:r>
            <a:r>
              <a:rPr lang="nl-NL" sz="1650">
                <a:latin typeface="Verdana" panose="020B0604030504040204" pitchFamily="34" charset="0"/>
                <a:ea typeface="MS Mincho" panose="02020609040205080304" pitchFamily="49" charset="-128"/>
                <a:cs typeface="Times New Roman" panose="02020603050405020304" pitchFamily="18" charset="0"/>
              </a:rPr>
              <a:t> intakes  * * *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weighted</a:t>
            </a:r>
            <a:r>
              <a:rPr lang="nl-NL" sz="1650">
                <a:latin typeface="Verdana" panose="020B0604030504040204" pitchFamily="34" charset="0"/>
                <a:ea typeface="MS Mincho" panose="02020609040205080304" pitchFamily="49" charset="-128"/>
                <a:cs typeface="Times New Roman" panose="02020603050405020304" pitchFamily="18" charset="0"/>
              </a:rPr>
              <a:t>) sample </a:t>
            </a:r>
            <a:r>
              <a:rPr lang="nl-NL" sz="1650" err="1">
                <a:latin typeface="Verdana" panose="020B0604030504040204" pitchFamily="34" charset="0"/>
                <a:ea typeface="MS Mincho" panose="02020609040205080304" pitchFamily="49" charset="-128"/>
                <a:cs typeface="Times New Roman" panose="02020603050405020304" pitchFamily="18" charset="0"/>
              </a:rPr>
              <a:t>mean</a:t>
            </a:r>
            <a:r>
              <a:rPr lang="nl-NL" sz="1650">
                <a:latin typeface="Verdana" panose="020B0604030504040204" pitchFamily="34" charset="0"/>
                <a:ea typeface="MS Mincho" panose="02020609040205080304" pitchFamily="49" charset="-128"/>
                <a:cs typeface="Times New Roman" panose="02020603050405020304" pitchFamily="18" charset="0"/>
              </a:rPr>
              <a:t> intake = 900.084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overall </a:t>
            </a:r>
            <a:r>
              <a:rPr lang="nl-NL" sz="1650" err="1">
                <a:latin typeface="Verdana" panose="020B0604030504040204" pitchFamily="34" charset="0"/>
                <a:ea typeface="MS Mincho" panose="02020609040205080304" pitchFamily="49" charset="-128"/>
                <a:cs typeface="Times New Roman" panose="02020603050405020304" pitchFamily="18" charset="0"/>
              </a:rPr>
              <a:t>mean</a:t>
            </a:r>
            <a:r>
              <a:rPr lang="nl-NL" sz="1650">
                <a:latin typeface="Verdana" panose="020B0604030504040204" pitchFamily="34" charset="0"/>
                <a:ea typeface="MS Mincho" panose="02020609040205080304" pitchFamily="49" charset="-128"/>
                <a:cs typeface="Times New Roman" panose="02020603050405020304" pitchFamily="18" charset="0"/>
              </a:rPr>
              <a:t> of </a:t>
            </a:r>
            <a:r>
              <a:rPr lang="nl-NL" sz="1650" err="1">
                <a:latin typeface="Verdana" panose="020B0604030504040204" pitchFamily="34" charset="0"/>
                <a:ea typeface="MS Mincho" panose="02020609040205080304" pitchFamily="49" charset="-128"/>
                <a:cs typeface="Times New Roman" panose="02020603050405020304" pitchFamily="18" charset="0"/>
              </a:rPr>
              <a:t>habitual</a:t>
            </a:r>
            <a:r>
              <a:rPr lang="nl-NL" sz="1650">
                <a:latin typeface="Verdana" panose="020B0604030504040204" pitchFamily="34" charset="0"/>
                <a:ea typeface="MS Mincho" panose="02020609040205080304" pitchFamily="49" charset="-128"/>
                <a:cs typeface="Times New Roman" panose="02020603050405020304" pitchFamily="18" charset="0"/>
              </a:rPr>
              <a:t> intakes = 889.604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difference</a:t>
            </a:r>
            <a:r>
              <a:rPr lang="nl-NL" sz="1650">
                <a:latin typeface="Verdana" panose="020B0604030504040204" pitchFamily="34" charset="0"/>
                <a:ea typeface="MS Mincho" panose="02020609040205080304" pitchFamily="49" charset="-128"/>
                <a:cs typeface="Times New Roman" panose="02020603050405020304" pitchFamily="18" charset="0"/>
              </a:rPr>
              <a:t> of </a:t>
            </a:r>
            <a:r>
              <a:rPr lang="nl-NL" sz="1650" err="1">
                <a:latin typeface="Verdana" panose="020B0604030504040204" pitchFamily="34" charset="0"/>
                <a:ea typeface="MS Mincho" panose="02020609040205080304" pitchFamily="49" charset="-128"/>
                <a:cs typeface="Times New Roman" panose="02020603050405020304" pitchFamily="18" charset="0"/>
              </a:rPr>
              <a:t>mean</a:t>
            </a:r>
            <a:r>
              <a:rPr lang="nl-NL" sz="1650">
                <a:latin typeface="Verdana" panose="020B0604030504040204" pitchFamily="34" charset="0"/>
                <a:ea typeface="MS Mincho" panose="02020609040205080304" pitchFamily="49" charset="-128"/>
                <a:cs typeface="Times New Roman" panose="02020603050405020304" pitchFamily="18" charset="0"/>
              </a:rPr>
              <a:t> HI </a:t>
            </a:r>
            <a:r>
              <a:rPr lang="nl-NL" sz="1650" err="1">
                <a:latin typeface="Verdana" panose="020B0604030504040204" pitchFamily="34" charset="0"/>
                <a:ea typeface="MS Mincho" panose="02020609040205080304" pitchFamily="49" charset="-128"/>
                <a:cs typeface="Times New Roman" panose="02020603050405020304" pitchFamily="18" charset="0"/>
              </a:rPr>
              <a:t>mean</a:t>
            </a: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from</a:t>
            </a: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weighted</a:t>
            </a:r>
            <a:r>
              <a:rPr lang="nl-NL" sz="1650">
                <a:latin typeface="Verdana" panose="020B0604030504040204" pitchFamily="34" charset="0"/>
                <a:ea typeface="MS Mincho" panose="02020609040205080304" pitchFamily="49" charset="-128"/>
                <a:cs typeface="Times New Roman" panose="02020603050405020304" pitchFamily="18" charset="0"/>
              </a:rPr>
              <a:t>) sample </a:t>
            </a:r>
            <a:r>
              <a:rPr lang="nl-NL" sz="1650" err="1">
                <a:latin typeface="Verdana" panose="020B0604030504040204" pitchFamily="34" charset="0"/>
                <a:ea typeface="MS Mincho" panose="02020609040205080304" pitchFamily="49" charset="-128"/>
                <a:cs typeface="Times New Roman" panose="02020603050405020304" pitchFamily="18" charset="0"/>
              </a:rPr>
              <a:t>mean</a:t>
            </a:r>
            <a:r>
              <a:rPr lang="nl-NL" sz="1650">
                <a:latin typeface="Verdana" panose="020B0604030504040204" pitchFamily="34" charset="0"/>
                <a:ea typeface="MS Mincho" panose="02020609040205080304" pitchFamily="49" charset="-128"/>
                <a:cs typeface="Times New Roman" panose="02020603050405020304" pitchFamily="18" charset="0"/>
              </a:rPr>
              <a:t> = -1.164 %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spade output </a:t>
            </a:r>
            <a:r>
              <a:rPr lang="nl-NL" sz="1650" err="1">
                <a:latin typeface="Verdana" panose="020B0604030504040204" pitchFamily="34" charset="0"/>
                <a:ea typeface="MS Mincho" panose="02020609040205080304" pitchFamily="49" charset="-128"/>
                <a:cs typeface="Times New Roman" panose="02020603050405020304" pitchFamily="18" charset="0"/>
              </a:rPr>
              <a:t>table</a:t>
            </a:r>
            <a:r>
              <a:rPr lang="nl-NL" sz="1650">
                <a:latin typeface="Verdana" panose="020B0604030504040204" pitchFamily="34" charset="0"/>
                <a:ea typeface="MS Mincho" panose="02020609040205080304" pitchFamily="49" charset="-128"/>
                <a:cs typeface="Times New Roman" panose="02020603050405020304" pitchFamily="18" charset="0"/>
              </a:rPr>
              <a:t> </a:t>
            </a:r>
            <a:r>
              <a:rPr lang="nl-NL" sz="1650" err="1">
                <a:latin typeface="Verdana" panose="020B0604030504040204" pitchFamily="34" charset="0"/>
                <a:ea typeface="MS Mincho" panose="02020609040205080304" pitchFamily="49" charset="-128"/>
                <a:cs typeface="Times New Roman" panose="02020603050405020304" pitchFamily="18" charset="0"/>
              </a:rPr>
              <a:t>for</a:t>
            </a:r>
            <a:r>
              <a:rPr lang="nl-NL" sz="1650">
                <a:latin typeface="Verdana" panose="020B0604030504040204" pitchFamily="34" charset="0"/>
                <a:ea typeface="MS Mincho" panose="02020609040205080304" pitchFamily="49" charset="-128"/>
                <a:cs typeface="Times New Roman" panose="02020603050405020304" pitchFamily="18" charset="0"/>
              </a:rPr>
              <a:t>  ca</a:t>
            </a:r>
            <a:br>
              <a:rPr lang="nl-NL" sz="1650">
                <a:latin typeface="Verdana" panose="020B0604030504040204" pitchFamily="34" charset="0"/>
                <a:ea typeface="MS Mincho" panose="02020609040205080304" pitchFamily="49" charset="-128"/>
                <a:cs typeface="Times New Roman" panose="02020603050405020304" pitchFamily="18" charset="0"/>
              </a:rPr>
            </a:b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68</a:t>
            </a:fld>
            <a:endParaRPr lang="nl-NL"/>
          </a:p>
        </p:txBody>
      </p:sp>
      <p:sp>
        <p:nvSpPr>
          <p:cNvPr id="7" name="Tijdelijke aanduiding voor inhoud 1">
            <a:extLst>
              <a:ext uri="{FF2B5EF4-FFF2-40B4-BE49-F238E27FC236}">
                <a16:creationId xmlns:a16="http://schemas.microsoft.com/office/drawing/2014/main" id="{C6BE0228-D3A9-401D-817A-52045253391D}"/>
              </a:ext>
            </a:extLst>
          </p:cNvPr>
          <p:cNvSpPr txBox="1">
            <a:spLocks/>
          </p:cNvSpPr>
          <p:nvPr/>
        </p:nvSpPr>
        <p:spPr>
          <a:xfrm>
            <a:off x="6743700" y="1119617"/>
            <a:ext cx="2400301" cy="337269"/>
          </a:xfrm>
          <a:prstGeom prst="rect">
            <a:avLst/>
          </a:prstGeom>
        </p:spPr>
        <p:txBody>
          <a:bodyPr vert="horz" lIns="68580" tIns="34290" rIns="68580" bIns="3429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None/>
              <a:tabLst>
                <a:tab pos="3702844" algn="l"/>
              </a:tabLst>
            </a:pPr>
            <a:r>
              <a:rPr lang="en-US" sz="1800" b="1" i="1">
                <a:solidFill>
                  <a:schemeClr val="tx2"/>
                </a:solidFill>
              </a:rPr>
              <a:t>SPADE-output</a:t>
            </a:r>
            <a:r>
              <a:rPr lang="en-US" sz="1800"/>
              <a:t>     </a:t>
            </a:r>
          </a:p>
          <a:p>
            <a:pPr>
              <a:tabLst>
                <a:tab pos="3702844" algn="l"/>
              </a:tabLst>
            </a:pPr>
            <a:endParaRPr lang="en-US" sz="1800"/>
          </a:p>
          <a:p>
            <a:pPr>
              <a:tabLst>
                <a:tab pos="3702844" algn="l"/>
              </a:tabLst>
            </a:pPr>
            <a:endParaRPr lang="en-US" sz="1800"/>
          </a:p>
          <a:p>
            <a:pPr>
              <a:tabLst>
                <a:tab pos="3702844" algn="l"/>
              </a:tabLst>
            </a:pPr>
            <a:endParaRPr lang="nl-NL" sz="1800"/>
          </a:p>
        </p:txBody>
      </p:sp>
      <p:graphicFrame>
        <p:nvGraphicFramePr>
          <p:cNvPr id="10" name="Table 9">
            <a:extLst>
              <a:ext uri="{FF2B5EF4-FFF2-40B4-BE49-F238E27FC236}">
                <a16:creationId xmlns:a16="http://schemas.microsoft.com/office/drawing/2014/main" id="{8BE8ECA9-9A2D-4FEF-85B7-9EF098B65B63}"/>
              </a:ext>
            </a:extLst>
          </p:cNvPr>
          <p:cNvGraphicFramePr>
            <a:graphicFrameLocks noGrp="1"/>
          </p:cNvGraphicFramePr>
          <p:nvPr>
            <p:extLst>
              <p:ext uri="{D42A27DB-BD31-4B8C-83A1-F6EECF244321}">
                <p14:modId xmlns:p14="http://schemas.microsoft.com/office/powerpoint/2010/main" val="2641223719"/>
              </p:ext>
            </p:extLst>
          </p:nvPr>
        </p:nvGraphicFramePr>
        <p:xfrm>
          <a:off x="645780" y="3100065"/>
          <a:ext cx="7166578" cy="2857080"/>
        </p:xfrm>
        <a:graphic>
          <a:graphicData uri="http://schemas.openxmlformats.org/drawingml/2006/table">
            <a:tbl>
              <a:tblPr firstRow="1" bandRow="1">
                <a:tableStyleId>{5C22544A-7EE6-4342-B048-85BDC9FD1C3A}</a:tableStyleId>
              </a:tblPr>
              <a:tblGrid>
                <a:gridCol w="919743">
                  <a:extLst>
                    <a:ext uri="{9D8B030D-6E8A-4147-A177-3AD203B41FA5}">
                      <a16:colId xmlns:a16="http://schemas.microsoft.com/office/drawing/2014/main" val="2146373696"/>
                    </a:ext>
                  </a:extLst>
                </a:gridCol>
                <a:gridCol w="559059">
                  <a:extLst>
                    <a:ext uri="{9D8B030D-6E8A-4147-A177-3AD203B41FA5}">
                      <a16:colId xmlns:a16="http://schemas.microsoft.com/office/drawing/2014/main" val="2131302116"/>
                    </a:ext>
                  </a:extLst>
                </a:gridCol>
                <a:gridCol w="559059">
                  <a:extLst>
                    <a:ext uri="{9D8B030D-6E8A-4147-A177-3AD203B41FA5}">
                      <a16:colId xmlns:a16="http://schemas.microsoft.com/office/drawing/2014/main" val="1022965091"/>
                    </a:ext>
                  </a:extLst>
                </a:gridCol>
                <a:gridCol w="649230">
                  <a:extLst>
                    <a:ext uri="{9D8B030D-6E8A-4147-A177-3AD203B41FA5}">
                      <a16:colId xmlns:a16="http://schemas.microsoft.com/office/drawing/2014/main" val="528579103"/>
                    </a:ext>
                  </a:extLst>
                </a:gridCol>
                <a:gridCol w="179540">
                  <a:extLst>
                    <a:ext uri="{9D8B030D-6E8A-4147-A177-3AD203B41FA5}">
                      <a16:colId xmlns:a16="http://schemas.microsoft.com/office/drawing/2014/main" val="3331168183"/>
                    </a:ext>
                  </a:extLst>
                </a:gridCol>
                <a:gridCol w="711147">
                  <a:extLst>
                    <a:ext uri="{9D8B030D-6E8A-4147-A177-3AD203B41FA5}">
                      <a16:colId xmlns:a16="http://schemas.microsoft.com/office/drawing/2014/main" val="3884404392"/>
                    </a:ext>
                  </a:extLst>
                </a:gridCol>
                <a:gridCol w="865639">
                  <a:extLst>
                    <a:ext uri="{9D8B030D-6E8A-4147-A177-3AD203B41FA5}">
                      <a16:colId xmlns:a16="http://schemas.microsoft.com/office/drawing/2014/main" val="304109256"/>
                    </a:ext>
                  </a:extLst>
                </a:gridCol>
                <a:gridCol w="703333">
                  <a:extLst>
                    <a:ext uri="{9D8B030D-6E8A-4147-A177-3AD203B41FA5}">
                      <a16:colId xmlns:a16="http://schemas.microsoft.com/office/drawing/2014/main" val="3340756755"/>
                    </a:ext>
                  </a:extLst>
                </a:gridCol>
                <a:gridCol w="577094">
                  <a:extLst>
                    <a:ext uri="{9D8B030D-6E8A-4147-A177-3AD203B41FA5}">
                      <a16:colId xmlns:a16="http://schemas.microsoft.com/office/drawing/2014/main" val="923384388"/>
                    </a:ext>
                  </a:extLst>
                </a:gridCol>
                <a:gridCol w="721367">
                  <a:extLst>
                    <a:ext uri="{9D8B030D-6E8A-4147-A177-3AD203B41FA5}">
                      <a16:colId xmlns:a16="http://schemas.microsoft.com/office/drawing/2014/main" val="760358039"/>
                    </a:ext>
                  </a:extLst>
                </a:gridCol>
                <a:gridCol w="721367">
                  <a:extLst>
                    <a:ext uri="{9D8B030D-6E8A-4147-A177-3AD203B41FA5}">
                      <a16:colId xmlns:a16="http://schemas.microsoft.com/office/drawing/2014/main" val="2707614917"/>
                    </a:ext>
                  </a:extLst>
                </a:gridCol>
              </a:tblGrid>
              <a:tr h="357135">
                <a:tc>
                  <a:txBody>
                    <a:bodyPr/>
                    <a:lstStyle/>
                    <a:p>
                      <a:endParaRPr lang="nl-NL" sz="1400"/>
                    </a:p>
                  </a:txBody>
                  <a:tcPr marL="68580" marR="68580" marT="34290" marB="34290"/>
                </a:tc>
                <a:tc>
                  <a:txBody>
                    <a:bodyPr/>
                    <a:lstStyle/>
                    <a:p>
                      <a:r>
                        <a:rPr lang="en-US" sz="1400" b="0">
                          <a:solidFill>
                            <a:schemeClr val="tx1"/>
                          </a:solidFill>
                        </a:rPr>
                        <a:t>AM</a:t>
                      </a:r>
                      <a:endParaRPr lang="nl-NL" sz="1400" b="0">
                        <a:solidFill>
                          <a:schemeClr val="tx1"/>
                        </a:solidFill>
                      </a:endParaRPr>
                    </a:p>
                  </a:txBody>
                  <a:tcPr marL="68580" marR="68580" marT="34290" marB="34290"/>
                </a:tc>
                <a:tc>
                  <a:txBody>
                    <a:bodyPr/>
                    <a:lstStyle/>
                    <a:p>
                      <a:r>
                        <a:rPr lang="en-US" sz="1400" b="0">
                          <a:solidFill>
                            <a:schemeClr val="tx1"/>
                          </a:solidFill>
                        </a:rPr>
                        <a:t>P5</a:t>
                      </a:r>
                      <a:endParaRPr lang="nl-NL" sz="1400" b="0">
                        <a:solidFill>
                          <a:schemeClr val="tx1"/>
                        </a:solidFill>
                      </a:endParaRPr>
                    </a:p>
                  </a:txBody>
                  <a:tcPr marL="68580" marR="68580" marT="34290" marB="34290"/>
                </a:tc>
                <a:tc>
                  <a:txBody>
                    <a:bodyPr/>
                    <a:lstStyle/>
                    <a:p>
                      <a:r>
                        <a:rPr lang="en-US" sz="1400" b="0">
                          <a:solidFill>
                            <a:schemeClr val="tx1"/>
                          </a:solidFill>
                        </a:rPr>
                        <a:t>P95</a:t>
                      </a:r>
                      <a:endParaRPr lang="nl-NL" sz="1400" b="0">
                        <a:solidFill>
                          <a:schemeClr val="tx1"/>
                        </a:solidFill>
                      </a:endParaRPr>
                    </a:p>
                  </a:txBody>
                  <a:tcPr marL="68580" marR="68580" marT="34290" marB="34290"/>
                </a:tc>
                <a:tc>
                  <a:txBody>
                    <a:bodyPr/>
                    <a:lstStyle/>
                    <a:p>
                      <a:endParaRPr lang="nl-NL" sz="1400" b="0">
                        <a:solidFill>
                          <a:schemeClr val="tx1"/>
                        </a:solidFill>
                      </a:endParaRPr>
                    </a:p>
                  </a:txBody>
                  <a:tcPr marL="68580" marR="68580" marT="34290" marB="34290"/>
                </a:tc>
                <a:tc>
                  <a:txBody>
                    <a:bodyPr/>
                    <a:lstStyle/>
                    <a:p>
                      <a:r>
                        <a:rPr lang="en-US" sz="1400" b="0">
                          <a:solidFill>
                            <a:schemeClr val="tx2"/>
                          </a:solidFill>
                        </a:rPr>
                        <a:t>EAR1</a:t>
                      </a:r>
                      <a:endParaRPr lang="nl-NL" sz="1400" b="0">
                        <a:solidFill>
                          <a:schemeClr val="tx2"/>
                        </a:solidFill>
                      </a:endParaRPr>
                    </a:p>
                  </a:txBody>
                  <a:tcPr marL="68580" marR="68580" marT="34290" marB="34290"/>
                </a:tc>
                <a:tc>
                  <a:txBody>
                    <a:bodyPr/>
                    <a:lstStyle/>
                    <a:p>
                      <a:r>
                        <a:rPr lang="en-US" sz="1400" b="0">
                          <a:solidFill>
                            <a:schemeClr val="tx1"/>
                          </a:solidFill>
                        </a:rPr>
                        <a:t>EAR1.p</a:t>
                      </a:r>
                      <a:endParaRPr lang="nl-NL" sz="1400" b="0">
                        <a:solidFill>
                          <a:schemeClr val="tx1"/>
                        </a:solidFill>
                      </a:endParaRPr>
                    </a:p>
                  </a:txBody>
                  <a:tcPr marL="68580" marR="68580" marT="34290" marB="34290"/>
                </a:tc>
                <a:tc>
                  <a:txBody>
                    <a:bodyPr/>
                    <a:lstStyle/>
                    <a:p>
                      <a:r>
                        <a:rPr lang="en-US" sz="1400" b="0">
                          <a:solidFill>
                            <a:schemeClr val="tx2"/>
                          </a:solidFill>
                        </a:rPr>
                        <a:t>AI</a:t>
                      </a:r>
                      <a:endParaRPr lang="nl-NL" sz="1400" b="0">
                        <a:solidFill>
                          <a:schemeClr val="tx2"/>
                        </a:solidFill>
                      </a:endParaRPr>
                    </a:p>
                  </a:txBody>
                  <a:tcPr marL="68580" marR="68580" marT="34290" marB="34290"/>
                </a:tc>
                <a:tc>
                  <a:txBody>
                    <a:bodyPr/>
                    <a:lstStyle/>
                    <a:p>
                      <a:r>
                        <a:rPr lang="en-US" sz="1400" b="0" err="1">
                          <a:solidFill>
                            <a:schemeClr val="tx1"/>
                          </a:solidFill>
                        </a:rPr>
                        <a:t>AI.p</a:t>
                      </a:r>
                      <a:endParaRPr lang="nl-NL" sz="1400" b="0">
                        <a:solidFill>
                          <a:schemeClr val="tx1"/>
                        </a:solidFill>
                      </a:endParaRPr>
                    </a:p>
                  </a:txBody>
                  <a:tcPr marL="68580" marR="68580" marT="34290" marB="34290"/>
                </a:tc>
                <a:tc>
                  <a:txBody>
                    <a:bodyPr/>
                    <a:lstStyle/>
                    <a:p>
                      <a:r>
                        <a:rPr lang="en-US" sz="1400" b="0">
                          <a:solidFill>
                            <a:schemeClr val="tx2"/>
                          </a:solidFill>
                        </a:rPr>
                        <a:t>UL1</a:t>
                      </a:r>
                      <a:endParaRPr lang="nl-NL" sz="1400" b="0">
                        <a:solidFill>
                          <a:schemeClr val="tx2"/>
                        </a:solidFill>
                      </a:endParaRPr>
                    </a:p>
                  </a:txBody>
                  <a:tcPr marL="68580" marR="68580" marT="34290" marB="34290"/>
                </a:tc>
                <a:tc>
                  <a:txBody>
                    <a:bodyPr/>
                    <a:lstStyle/>
                    <a:p>
                      <a:r>
                        <a:rPr lang="en-US" sz="1400" b="0">
                          <a:solidFill>
                            <a:schemeClr val="tx1"/>
                          </a:solidFill>
                        </a:rPr>
                        <a:t>UL1.p</a:t>
                      </a:r>
                      <a:endParaRPr lang="nl-NL" sz="1400" b="0">
                        <a:solidFill>
                          <a:schemeClr val="tx1"/>
                        </a:solidFill>
                      </a:endParaRPr>
                    </a:p>
                  </a:txBody>
                  <a:tcPr marL="68580" marR="68580" marT="34290" marB="34290"/>
                </a:tc>
                <a:extLst>
                  <a:ext uri="{0D108BD9-81ED-4DB2-BD59-A6C34878D82A}">
                    <a16:rowId xmlns:a16="http://schemas.microsoft.com/office/drawing/2014/main" val="176774276"/>
                  </a:ext>
                </a:extLst>
              </a:tr>
              <a:tr h="357135">
                <a:tc>
                  <a:txBody>
                    <a:bodyPr/>
                    <a:lstStyle/>
                    <a:p>
                      <a:r>
                        <a:rPr lang="en-US" sz="1400"/>
                        <a:t>(0,79]</a:t>
                      </a:r>
                      <a:endParaRPr lang="nl-NL" sz="1400"/>
                    </a:p>
                  </a:txBody>
                  <a:tcPr marL="68580" marR="68580" marT="34290" marB="34290"/>
                </a:tc>
                <a:tc>
                  <a:txBody>
                    <a:bodyPr/>
                    <a:lstStyle/>
                    <a:p>
                      <a:r>
                        <a:rPr lang="en-US" sz="1400"/>
                        <a:t>890</a:t>
                      </a:r>
                      <a:endParaRPr lang="nl-NL" sz="1400"/>
                    </a:p>
                  </a:txBody>
                  <a:tcPr marL="68580" marR="68580" marT="34290" marB="34290"/>
                </a:tc>
                <a:tc>
                  <a:txBody>
                    <a:bodyPr/>
                    <a:lstStyle/>
                    <a:p>
                      <a:r>
                        <a:rPr lang="en-US" sz="1400"/>
                        <a:t>474</a:t>
                      </a:r>
                      <a:endParaRPr lang="nl-NL" sz="1400"/>
                    </a:p>
                  </a:txBody>
                  <a:tcPr marL="68580" marR="68580" marT="34290" marB="34290"/>
                </a:tc>
                <a:tc>
                  <a:txBody>
                    <a:bodyPr/>
                    <a:lstStyle/>
                    <a:p>
                      <a:r>
                        <a:rPr lang="en-US" sz="1400"/>
                        <a:t>1399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3665619880"/>
                  </a:ext>
                </a:extLst>
              </a:tr>
              <a:tr h="357135">
                <a:tc>
                  <a:txBody>
                    <a:bodyPr/>
                    <a:lstStyle/>
                    <a:p>
                      <a:r>
                        <a:rPr lang="en-US" sz="1400"/>
                        <a:t>(0,8]</a:t>
                      </a:r>
                      <a:endParaRPr lang="nl-NL" sz="1400"/>
                    </a:p>
                  </a:txBody>
                  <a:tcPr marL="68580" marR="68580" marT="34290" marB="34290"/>
                </a:tc>
                <a:tc>
                  <a:txBody>
                    <a:bodyPr/>
                    <a:lstStyle/>
                    <a:p>
                      <a:r>
                        <a:rPr lang="en-US" sz="1400"/>
                        <a:t>695</a:t>
                      </a:r>
                      <a:endParaRPr lang="nl-NL" sz="1400"/>
                    </a:p>
                  </a:txBody>
                  <a:tcPr marL="68580" marR="68580" marT="34290" marB="34290"/>
                </a:tc>
                <a:tc>
                  <a:txBody>
                    <a:bodyPr/>
                    <a:lstStyle/>
                    <a:p>
                      <a:r>
                        <a:rPr lang="en-US" sz="1400"/>
                        <a:t>361</a:t>
                      </a:r>
                      <a:endParaRPr lang="nl-NL" sz="1400"/>
                    </a:p>
                  </a:txBody>
                  <a:tcPr marL="68580" marR="68580" marT="34290" marB="34290"/>
                </a:tc>
                <a:tc>
                  <a:txBody>
                    <a:bodyPr/>
                    <a:lstStyle/>
                    <a:p>
                      <a:r>
                        <a:rPr lang="en-US" sz="1400"/>
                        <a:t>1103</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500</a:t>
                      </a:r>
                      <a:endParaRPr lang="nl-NL" sz="1400">
                        <a:solidFill>
                          <a:schemeClr val="tx2"/>
                        </a:solidFill>
                      </a:endParaRPr>
                    </a:p>
                  </a:txBody>
                  <a:tcPr marL="68580" marR="68580" marT="34290" marB="34290"/>
                </a:tc>
                <a:tc>
                  <a:txBody>
                    <a:bodyPr/>
                    <a:lstStyle/>
                    <a:p>
                      <a:r>
                        <a:rPr lang="en-US" sz="1400"/>
                        <a:t>2</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2327258840"/>
                  </a:ext>
                </a:extLst>
              </a:tr>
              <a:tr h="357135">
                <a:tc>
                  <a:txBody>
                    <a:bodyPr/>
                    <a:lstStyle/>
                    <a:p>
                      <a:r>
                        <a:rPr lang="en-US" sz="1400"/>
                        <a:t>(8,13]</a:t>
                      </a:r>
                      <a:endParaRPr lang="nl-NL" sz="1400"/>
                    </a:p>
                  </a:txBody>
                  <a:tcPr marL="68580" marR="68580" marT="34290" marB="34290"/>
                </a:tc>
                <a:tc>
                  <a:txBody>
                    <a:bodyPr/>
                    <a:lstStyle/>
                    <a:p>
                      <a:r>
                        <a:rPr lang="en-US" sz="1400"/>
                        <a:t>745</a:t>
                      </a:r>
                      <a:endParaRPr lang="nl-NL" sz="1400"/>
                    </a:p>
                  </a:txBody>
                  <a:tcPr marL="68580" marR="68580" marT="34290" marB="34290"/>
                </a:tc>
                <a:tc>
                  <a:txBody>
                    <a:bodyPr/>
                    <a:lstStyle/>
                    <a:p>
                      <a:r>
                        <a:rPr lang="en-US" sz="1400"/>
                        <a:t>400</a:t>
                      </a:r>
                      <a:endParaRPr lang="nl-NL" sz="1400"/>
                    </a:p>
                  </a:txBody>
                  <a:tcPr marL="68580" marR="68580" marT="34290" marB="34290"/>
                </a:tc>
                <a:tc>
                  <a:txBody>
                    <a:bodyPr/>
                    <a:lstStyle/>
                    <a:p>
                      <a:r>
                        <a:rPr lang="en-US" sz="1400"/>
                        <a:t>1179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071936335"/>
                  </a:ext>
                </a:extLst>
              </a:tr>
              <a:tr h="357135">
                <a:tc>
                  <a:txBody>
                    <a:bodyPr/>
                    <a:lstStyle/>
                    <a:p>
                      <a:r>
                        <a:rPr lang="en-US" sz="1400"/>
                        <a:t>(13,17]</a:t>
                      </a:r>
                      <a:endParaRPr lang="nl-NL" sz="1400"/>
                    </a:p>
                  </a:txBody>
                  <a:tcPr marL="68580" marR="68580" marT="34290" marB="34290"/>
                </a:tc>
                <a:tc>
                  <a:txBody>
                    <a:bodyPr/>
                    <a:lstStyle/>
                    <a:p>
                      <a:r>
                        <a:rPr lang="en-US" sz="1400"/>
                        <a:t>777</a:t>
                      </a:r>
                      <a:endParaRPr lang="nl-NL" sz="1400"/>
                    </a:p>
                  </a:txBody>
                  <a:tcPr marL="68580" marR="68580" marT="34290" marB="34290"/>
                </a:tc>
                <a:tc>
                  <a:txBody>
                    <a:bodyPr/>
                    <a:lstStyle/>
                    <a:p>
                      <a:r>
                        <a:rPr lang="en-US" sz="1400"/>
                        <a:t>421</a:t>
                      </a:r>
                      <a:endParaRPr lang="nl-NL" sz="1400"/>
                    </a:p>
                  </a:txBody>
                  <a:tcPr marL="68580" marR="68580" marT="34290" marB="34290"/>
                </a:tc>
                <a:tc>
                  <a:txBody>
                    <a:bodyPr/>
                    <a:lstStyle/>
                    <a:p>
                      <a:r>
                        <a:rPr lang="en-US" sz="1400"/>
                        <a:t>1229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819260362"/>
                  </a:ext>
                </a:extLst>
              </a:tr>
              <a:tr h="357135">
                <a:tc>
                  <a:txBody>
                    <a:bodyPr/>
                    <a:lstStyle/>
                    <a:p>
                      <a:r>
                        <a:rPr lang="en-US" sz="1400"/>
                        <a:t>(17,30]</a:t>
                      </a:r>
                      <a:endParaRPr lang="nl-NL" sz="1400"/>
                    </a:p>
                  </a:txBody>
                  <a:tcPr marL="68580" marR="68580" marT="34290" marB="34290"/>
                </a:tc>
                <a:tc>
                  <a:txBody>
                    <a:bodyPr/>
                    <a:lstStyle/>
                    <a:p>
                      <a:r>
                        <a:rPr lang="en-US" sz="1400"/>
                        <a:t>850</a:t>
                      </a:r>
                      <a:endParaRPr lang="nl-NL" sz="1400"/>
                    </a:p>
                  </a:txBody>
                  <a:tcPr marL="68580" marR="68580" marT="34290" marB="34290"/>
                </a:tc>
                <a:tc>
                  <a:txBody>
                    <a:bodyPr/>
                    <a:lstStyle/>
                    <a:p>
                      <a:r>
                        <a:rPr lang="en-US" sz="1400"/>
                        <a:t>468</a:t>
                      </a:r>
                      <a:endParaRPr lang="nl-NL" sz="1400"/>
                    </a:p>
                  </a:txBody>
                  <a:tcPr marL="68580" marR="68580" marT="34290" marB="34290"/>
                </a:tc>
                <a:tc>
                  <a:txBody>
                    <a:bodyPr/>
                    <a:lstStyle/>
                    <a:p>
                      <a:r>
                        <a:rPr lang="en-US" sz="1400"/>
                        <a:t>1319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860</a:t>
                      </a:r>
                      <a:endParaRPr lang="nl-NL" sz="1400">
                        <a:solidFill>
                          <a:schemeClr val="tx2"/>
                        </a:solidFill>
                      </a:endParaRPr>
                    </a:p>
                  </a:txBody>
                  <a:tcPr marL="68580" marR="68580" marT="34290" marB="34290"/>
                </a:tc>
                <a:tc>
                  <a:txBody>
                    <a:bodyPr/>
                    <a:lstStyle/>
                    <a:p>
                      <a:r>
                        <a:rPr lang="en-US" sz="1400"/>
                        <a:t>46.5</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580940164"/>
                  </a:ext>
                </a:extLst>
              </a:tr>
              <a:tr h="357135">
                <a:tc>
                  <a:txBody>
                    <a:bodyPr/>
                    <a:lstStyle/>
                    <a:p>
                      <a:r>
                        <a:rPr lang="en-US" sz="1400"/>
                        <a:t>(30,50]</a:t>
                      </a:r>
                      <a:endParaRPr lang="nl-NL" sz="1400"/>
                    </a:p>
                  </a:txBody>
                  <a:tcPr marL="68580" marR="68580" marT="34290" marB="34290"/>
                </a:tc>
                <a:tc>
                  <a:txBody>
                    <a:bodyPr/>
                    <a:lstStyle/>
                    <a:p>
                      <a:r>
                        <a:rPr lang="en-US" sz="1400"/>
                        <a:t>945</a:t>
                      </a:r>
                      <a:endParaRPr lang="nl-NL" sz="1400"/>
                    </a:p>
                  </a:txBody>
                  <a:tcPr marL="68580" marR="68580" marT="34290" marB="34290"/>
                </a:tc>
                <a:tc>
                  <a:txBody>
                    <a:bodyPr/>
                    <a:lstStyle/>
                    <a:p>
                      <a:r>
                        <a:rPr lang="en-US" sz="1400"/>
                        <a:t>534</a:t>
                      </a:r>
                      <a:endParaRPr lang="nl-NL" sz="1400"/>
                    </a:p>
                  </a:txBody>
                  <a:tcPr marL="68580" marR="68580" marT="34290" marB="34290"/>
                </a:tc>
                <a:tc>
                  <a:txBody>
                    <a:bodyPr/>
                    <a:lstStyle/>
                    <a:p>
                      <a:r>
                        <a:rPr lang="en-US" sz="1400"/>
                        <a:t>1446</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750</a:t>
                      </a:r>
                      <a:endParaRPr lang="nl-NL" sz="1400">
                        <a:solidFill>
                          <a:schemeClr val="tx2"/>
                        </a:solidFill>
                      </a:endParaRPr>
                    </a:p>
                  </a:txBody>
                  <a:tcPr marL="68580" marR="68580" marT="34290" marB="34290"/>
                </a:tc>
                <a:tc>
                  <a:txBody>
                    <a:bodyPr/>
                    <a:lstStyle/>
                    <a:p>
                      <a:r>
                        <a:rPr lang="en-US" sz="1400"/>
                        <a:t>25.8</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108985212"/>
                  </a:ext>
                </a:extLst>
              </a:tr>
              <a:tr h="357135">
                <a:tc>
                  <a:txBody>
                    <a:bodyPr/>
                    <a:lstStyle/>
                    <a:p>
                      <a:r>
                        <a:rPr lang="en-US" sz="1400"/>
                        <a:t>(50,79]</a:t>
                      </a:r>
                      <a:endParaRPr lang="nl-NL" sz="1400"/>
                    </a:p>
                  </a:txBody>
                  <a:tcPr marL="68580" marR="68580" marT="34290" marB="34290"/>
                </a:tc>
                <a:tc>
                  <a:txBody>
                    <a:bodyPr/>
                    <a:lstStyle/>
                    <a:p>
                      <a:r>
                        <a:rPr lang="en-US" sz="1400"/>
                        <a:t>953</a:t>
                      </a:r>
                      <a:endParaRPr lang="nl-NL" sz="1400"/>
                    </a:p>
                  </a:txBody>
                  <a:tcPr marL="68580" marR="68580" marT="34290" marB="34290"/>
                </a:tc>
                <a:tc>
                  <a:txBody>
                    <a:bodyPr/>
                    <a:lstStyle/>
                    <a:p>
                      <a:r>
                        <a:rPr lang="en-US" sz="1400"/>
                        <a:t>541</a:t>
                      </a:r>
                      <a:endParaRPr lang="nl-NL" sz="1400"/>
                    </a:p>
                  </a:txBody>
                  <a:tcPr marL="68580" marR="68580" marT="34290" marB="34290"/>
                </a:tc>
                <a:tc>
                  <a:txBody>
                    <a:bodyPr/>
                    <a:lstStyle/>
                    <a:p>
                      <a:r>
                        <a:rPr lang="en-US" sz="1400"/>
                        <a:t>1461</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53459759"/>
                  </a:ext>
                </a:extLst>
              </a:tr>
            </a:tbl>
          </a:graphicData>
        </a:graphic>
      </p:graphicFrame>
      <p:sp>
        <p:nvSpPr>
          <p:cNvPr id="3" name="TextBox 2">
            <a:extLst>
              <a:ext uri="{FF2B5EF4-FFF2-40B4-BE49-F238E27FC236}">
                <a16:creationId xmlns:a16="http://schemas.microsoft.com/office/drawing/2014/main" id="{97DCED34-0C7E-43A5-AE4B-C90A1A0FD902}"/>
              </a:ext>
            </a:extLst>
          </p:cNvPr>
          <p:cNvSpPr txBox="1"/>
          <p:nvPr/>
        </p:nvSpPr>
        <p:spPr>
          <a:xfrm>
            <a:off x="3297956" y="3005111"/>
            <a:ext cx="3074243" cy="3046988"/>
          </a:xfrm>
          <a:prstGeom prst="rect">
            <a:avLst/>
          </a:prstGeom>
          <a:solidFill>
            <a:schemeClr val="bg1"/>
          </a:solidFill>
        </p:spPr>
        <p:txBody>
          <a:bodyPr wrap="square" rtlCol="0">
            <a:spAutoFit/>
          </a:bodyPr>
          <a:lstStyle/>
          <a:p>
            <a:endParaRPr lang="en-US" sz="1650"/>
          </a:p>
          <a:p>
            <a:endParaRPr lang="en-US" sz="1650"/>
          </a:p>
          <a:p>
            <a:r>
              <a:rPr lang="en-US" sz="1650" b="1">
                <a:solidFill>
                  <a:schemeClr val="tx2"/>
                </a:solidFill>
              </a:rPr>
              <a:t>%&gt;  cut point (UL1)</a:t>
            </a:r>
          </a:p>
          <a:p>
            <a:endParaRPr lang="en-US" sz="1650" b="1">
              <a:solidFill>
                <a:schemeClr val="tx2"/>
              </a:solidFill>
            </a:endParaRPr>
          </a:p>
          <a:p>
            <a:r>
              <a:rPr lang="en-US" sz="1650" b="1">
                <a:solidFill>
                  <a:schemeClr val="tx2"/>
                </a:solidFill>
              </a:rPr>
              <a:t>No UL </a:t>
            </a:r>
            <a:r>
              <a:rPr lang="en-US" sz="1650" b="1">
                <a:solidFill>
                  <a:schemeClr val="tx2"/>
                </a:solidFill>
                <a:sym typeface="Wingdings" panose="05000000000000000000" pitchFamily="2" charset="2"/>
              </a:rPr>
              <a:t>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(0,79] not all UL 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NA= not available</a:t>
            </a:r>
          </a:p>
          <a:p>
            <a:endParaRPr lang="en-US" sz="1650" b="1">
              <a:solidFill>
                <a:schemeClr val="tx2"/>
              </a:solidFill>
              <a:sym typeface="Wingdings" panose="05000000000000000000" pitchFamily="2" charset="2"/>
            </a:endParaRPr>
          </a:p>
          <a:p>
            <a:endParaRPr lang="en-US" sz="1350"/>
          </a:p>
          <a:p>
            <a:endParaRPr lang="nl-NL" sz="1350"/>
          </a:p>
        </p:txBody>
      </p:sp>
    </p:spTree>
    <p:extLst>
      <p:ext uri="{BB962C8B-B14F-4D97-AF65-F5344CB8AC3E}">
        <p14:creationId xmlns:p14="http://schemas.microsoft.com/office/powerpoint/2010/main" val="16076668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1396093"/>
            <a:ext cx="8667750" cy="3929012"/>
          </a:xfrm>
        </p:spPr>
        <p:txBody>
          <a:bodyPr numCol="1">
            <a:noAutofit/>
          </a:bodyPr>
          <a:lstStyle/>
          <a:p>
            <a:pPr marL="0" indent="0" latinLnBrk="1" hangingPunct="0">
              <a:lnSpc>
                <a:spcPct val="100000"/>
              </a:lnSpc>
              <a:spcAft>
                <a:spcPts val="225"/>
              </a:spcAft>
              <a:buNone/>
            </a:pPr>
            <a:r>
              <a:rPr lang="nl-NL" sz="1650">
                <a:latin typeface="Verdana" panose="020B0604030504040204" pitchFamily="34" charset="0"/>
                <a:ea typeface="MS Mincho" panose="02020609040205080304" pitchFamily="49" charset="-128"/>
                <a:cs typeface="Times New Roman" panose="02020603050405020304" pitchFamily="18" charset="0"/>
              </a:rPr>
              <a:t>* * *  Statistics of observed and habitual intakes  * * *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(weighted) sample mean intake = 900.084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overall mean of habitual intakes = 889.604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difference of mean HI mean from (weighted) sample mean = -1.164 %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a:t>
            </a:r>
            <a:br>
              <a:rPr lang="nl-NL" sz="1650">
                <a:latin typeface="Verdana" panose="020B0604030504040204" pitchFamily="34" charset="0"/>
                <a:ea typeface="MS Mincho" panose="02020609040205080304" pitchFamily="49" charset="-128"/>
                <a:cs typeface="Times New Roman" panose="02020603050405020304" pitchFamily="18" charset="0"/>
              </a:rPr>
            </a:br>
            <a:r>
              <a:rPr lang="nl-NL" sz="1650">
                <a:latin typeface="Verdana" panose="020B0604030504040204" pitchFamily="34" charset="0"/>
                <a:ea typeface="MS Mincho" panose="02020609040205080304" pitchFamily="49" charset="-128"/>
                <a:cs typeface="Times New Roman" panose="02020603050405020304" pitchFamily="18" charset="0"/>
              </a:rPr>
              <a:t>  spade output table for  ca</a:t>
            </a:r>
            <a:br>
              <a:rPr lang="nl-NL" sz="1650">
                <a:latin typeface="Verdana" panose="020B0604030504040204" pitchFamily="34" charset="0"/>
                <a:ea typeface="MS Mincho" panose="02020609040205080304" pitchFamily="49" charset="-128"/>
                <a:cs typeface="Times New Roman" panose="02020603050405020304" pitchFamily="18" charset="0"/>
              </a:rPr>
            </a:br>
            <a:r>
              <a:rPr lang="en-US"/>
              <a:t>     </a:t>
            </a:r>
          </a:p>
          <a:p>
            <a:pPr>
              <a:tabLst>
                <a:tab pos="3702844" algn="l"/>
              </a:tabLst>
            </a:pPr>
            <a:endParaRPr lang="en-US"/>
          </a:p>
          <a:p>
            <a:pPr>
              <a:tabLst>
                <a:tab pos="3702844" algn="l"/>
              </a:tabLst>
            </a:pPr>
            <a:endParaRPr lang="en-US"/>
          </a:p>
          <a:p>
            <a:pPr>
              <a:tabLst>
                <a:tab pos="3702844" algn="l"/>
              </a:tabLst>
            </a:pP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69</a:t>
            </a:fld>
            <a:endParaRPr lang="nl-NL"/>
          </a:p>
        </p:txBody>
      </p:sp>
      <p:sp>
        <p:nvSpPr>
          <p:cNvPr id="7" name="Tijdelijke aanduiding voor inhoud 1">
            <a:extLst>
              <a:ext uri="{FF2B5EF4-FFF2-40B4-BE49-F238E27FC236}">
                <a16:creationId xmlns:a16="http://schemas.microsoft.com/office/drawing/2014/main" id="{C6BE0228-D3A9-401D-817A-52045253391D}"/>
              </a:ext>
            </a:extLst>
          </p:cNvPr>
          <p:cNvSpPr txBox="1">
            <a:spLocks/>
          </p:cNvSpPr>
          <p:nvPr/>
        </p:nvSpPr>
        <p:spPr>
          <a:xfrm>
            <a:off x="6743700" y="1119617"/>
            <a:ext cx="2400301" cy="337269"/>
          </a:xfrm>
          <a:prstGeom prst="rect">
            <a:avLst/>
          </a:prstGeom>
        </p:spPr>
        <p:txBody>
          <a:bodyPr vert="horz" lIns="68580" tIns="34290" rIns="68580" bIns="3429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None/>
              <a:tabLst>
                <a:tab pos="3702844" algn="l"/>
              </a:tabLst>
            </a:pPr>
            <a:r>
              <a:rPr lang="en-US" sz="1800" b="1" i="1">
                <a:solidFill>
                  <a:schemeClr val="tx2"/>
                </a:solidFill>
              </a:rPr>
              <a:t>SPADE-output</a:t>
            </a:r>
            <a:r>
              <a:rPr lang="en-US" sz="1800"/>
              <a:t>     </a:t>
            </a:r>
          </a:p>
          <a:p>
            <a:pPr>
              <a:tabLst>
                <a:tab pos="3702844" algn="l"/>
              </a:tabLst>
            </a:pPr>
            <a:endParaRPr lang="en-US" sz="1800"/>
          </a:p>
          <a:p>
            <a:pPr>
              <a:tabLst>
                <a:tab pos="3702844" algn="l"/>
              </a:tabLst>
            </a:pPr>
            <a:endParaRPr lang="en-US" sz="1800"/>
          </a:p>
          <a:p>
            <a:pPr>
              <a:tabLst>
                <a:tab pos="3702844" algn="l"/>
              </a:tabLst>
            </a:pPr>
            <a:endParaRPr lang="nl-NL" sz="1800"/>
          </a:p>
        </p:txBody>
      </p:sp>
      <p:graphicFrame>
        <p:nvGraphicFramePr>
          <p:cNvPr id="11" name="Table 9">
            <a:extLst>
              <a:ext uri="{FF2B5EF4-FFF2-40B4-BE49-F238E27FC236}">
                <a16:creationId xmlns:a16="http://schemas.microsoft.com/office/drawing/2014/main" id="{C5409B13-8075-4E9A-97C0-FDE4DFCC27B6}"/>
              </a:ext>
            </a:extLst>
          </p:cNvPr>
          <p:cNvGraphicFramePr>
            <a:graphicFrameLocks noGrp="1"/>
          </p:cNvGraphicFramePr>
          <p:nvPr>
            <p:extLst>
              <p:ext uri="{D42A27DB-BD31-4B8C-83A1-F6EECF244321}">
                <p14:modId xmlns:p14="http://schemas.microsoft.com/office/powerpoint/2010/main" val="370526535"/>
              </p:ext>
            </p:extLst>
          </p:nvPr>
        </p:nvGraphicFramePr>
        <p:xfrm>
          <a:off x="645780" y="3100064"/>
          <a:ext cx="7568294" cy="2961464"/>
        </p:xfrm>
        <a:graphic>
          <a:graphicData uri="http://schemas.openxmlformats.org/drawingml/2006/table">
            <a:tbl>
              <a:tblPr firstRow="1" bandRow="1">
                <a:tableStyleId>{5C22544A-7EE6-4342-B048-85BDC9FD1C3A}</a:tableStyleId>
              </a:tblPr>
              <a:tblGrid>
                <a:gridCol w="971298">
                  <a:extLst>
                    <a:ext uri="{9D8B030D-6E8A-4147-A177-3AD203B41FA5}">
                      <a16:colId xmlns:a16="http://schemas.microsoft.com/office/drawing/2014/main" val="2146373696"/>
                    </a:ext>
                  </a:extLst>
                </a:gridCol>
                <a:gridCol w="590397">
                  <a:extLst>
                    <a:ext uri="{9D8B030D-6E8A-4147-A177-3AD203B41FA5}">
                      <a16:colId xmlns:a16="http://schemas.microsoft.com/office/drawing/2014/main" val="2131302116"/>
                    </a:ext>
                  </a:extLst>
                </a:gridCol>
                <a:gridCol w="590397">
                  <a:extLst>
                    <a:ext uri="{9D8B030D-6E8A-4147-A177-3AD203B41FA5}">
                      <a16:colId xmlns:a16="http://schemas.microsoft.com/office/drawing/2014/main" val="1022965091"/>
                    </a:ext>
                  </a:extLst>
                </a:gridCol>
                <a:gridCol w="685622">
                  <a:extLst>
                    <a:ext uri="{9D8B030D-6E8A-4147-A177-3AD203B41FA5}">
                      <a16:colId xmlns:a16="http://schemas.microsoft.com/office/drawing/2014/main" val="528579103"/>
                    </a:ext>
                  </a:extLst>
                </a:gridCol>
                <a:gridCol w="189604">
                  <a:extLst>
                    <a:ext uri="{9D8B030D-6E8A-4147-A177-3AD203B41FA5}">
                      <a16:colId xmlns:a16="http://schemas.microsoft.com/office/drawing/2014/main" val="3331168183"/>
                    </a:ext>
                  </a:extLst>
                </a:gridCol>
                <a:gridCol w="751010">
                  <a:extLst>
                    <a:ext uri="{9D8B030D-6E8A-4147-A177-3AD203B41FA5}">
                      <a16:colId xmlns:a16="http://schemas.microsoft.com/office/drawing/2014/main" val="3884404392"/>
                    </a:ext>
                  </a:extLst>
                </a:gridCol>
                <a:gridCol w="914162">
                  <a:extLst>
                    <a:ext uri="{9D8B030D-6E8A-4147-A177-3AD203B41FA5}">
                      <a16:colId xmlns:a16="http://schemas.microsoft.com/office/drawing/2014/main" val="304109256"/>
                    </a:ext>
                  </a:extLst>
                </a:gridCol>
                <a:gridCol w="742758">
                  <a:extLst>
                    <a:ext uri="{9D8B030D-6E8A-4147-A177-3AD203B41FA5}">
                      <a16:colId xmlns:a16="http://schemas.microsoft.com/office/drawing/2014/main" val="3340756755"/>
                    </a:ext>
                  </a:extLst>
                </a:gridCol>
                <a:gridCol w="609442">
                  <a:extLst>
                    <a:ext uri="{9D8B030D-6E8A-4147-A177-3AD203B41FA5}">
                      <a16:colId xmlns:a16="http://schemas.microsoft.com/office/drawing/2014/main" val="923384388"/>
                    </a:ext>
                  </a:extLst>
                </a:gridCol>
                <a:gridCol w="761802">
                  <a:extLst>
                    <a:ext uri="{9D8B030D-6E8A-4147-A177-3AD203B41FA5}">
                      <a16:colId xmlns:a16="http://schemas.microsoft.com/office/drawing/2014/main" val="760358039"/>
                    </a:ext>
                  </a:extLst>
                </a:gridCol>
                <a:gridCol w="761802">
                  <a:extLst>
                    <a:ext uri="{9D8B030D-6E8A-4147-A177-3AD203B41FA5}">
                      <a16:colId xmlns:a16="http://schemas.microsoft.com/office/drawing/2014/main" val="2707614917"/>
                    </a:ext>
                  </a:extLst>
                </a:gridCol>
              </a:tblGrid>
              <a:tr h="370183">
                <a:tc>
                  <a:txBody>
                    <a:bodyPr/>
                    <a:lstStyle/>
                    <a:p>
                      <a:endParaRPr lang="nl-NL" sz="1400"/>
                    </a:p>
                  </a:txBody>
                  <a:tcPr marL="68580" marR="68580" marT="34290" marB="34290"/>
                </a:tc>
                <a:tc>
                  <a:txBody>
                    <a:bodyPr/>
                    <a:lstStyle/>
                    <a:p>
                      <a:r>
                        <a:rPr lang="en-US" sz="1400" b="0">
                          <a:solidFill>
                            <a:schemeClr val="tx1"/>
                          </a:solidFill>
                        </a:rPr>
                        <a:t>AM</a:t>
                      </a:r>
                      <a:endParaRPr lang="nl-NL" sz="1400" b="0">
                        <a:solidFill>
                          <a:schemeClr val="tx1"/>
                        </a:solidFill>
                      </a:endParaRPr>
                    </a:p>
                  </a:txBody>
                  <a:tcPr marL="68580" marR="68580" marT="34290" marB="34290"/>
                </a:tc>
                <a:tc>
                  <a:txBody>
                    <a:bodyPr/>
                    <a:lstStyle/>
                    <a:p>
                      <a:r>
                        <a:rPr lang="en-US" sz="1400" b="0">
                          <a:solidFill>
                            <a:schemeClr val="tx1"/>
                          </a:solidFill>
                        </a:rPr>
                        <a:t>P5</a:t>
                      </a:r>
                      <a:endParaRPr lang="nl-NL" sz="1400" b="0">
                        <a:solidFill>
                          <a:schemeClr val="tx1"/>
                        </a:solidFill>
                      </a:endParaRPr>
                    </a:p>
                  </a:txBody>
                  <a:tcPr marL="68580" marR="68580" marT="34290" marB="34290"/>
                </a:tc>
                <a:tc>
                  <a:txBody>
                    <a:bodyPr/>
                    <a:lstStyle/>
                    <a:p>
                      <a:r>
                        <a:rPr lang="en-US" sz="1400" b="0">
                          <a:solidFill>
                            <a:schemeClr val="tx1"/>
                          </a:solidFill>
                        </a:rPr>
                        <a:t>P95</a:t>
                      </a:r>
                      <a:endParaRPr lang="nl-NL" sz="1400" b="0">
                        <a:solidFill>
                          <a:schemeClr val="tx1"/>
                        </a:solidFill>
                      </a:endParaRPr>
                    </a:p>
                  </a:txBody>
                  <a:tcPr marL="68580" marR="68580" marT="34290" marB="34290"/>
                </a:tc>
                <a:tc>
                  <a:txBody>
                    <a:bodyPr/>
                    <a:lstStyle/>
                    <a:p>
                      <a:endParaRPr lang="nl-NL" sz="1400" b="0">
                        <a:solidFill>
                          <a:schemeClr val="tx1"/>
                        </a:solidFill>
                      </a:endParaRPr>
                    </a:p>
                  </a:txBody>
                  <a:tcPr marL="68580" marR="68580" marT="34290" marB="34290"/>
                </a:tc>
                <a:tc>
                  <a:txBody>
                    <a:bodyPr/>
                    <a:lstStyle/>
                    <a:p>
                      <a:r>
                        <a:rPr lang="en-US" sz="1400" b="0">
                          <a:solidFill>
                            <a:schemeClr val="tx2"/>
                          </a:solidFill>
                        </a:rPr>
                        <a:t>EAR1</a:t>
                      </a:r>
                      <a:endParaRPr lang="nl-NL" sz="1400" b="0">
                        <a:solidFill>
                          <a:schemeClr val="tx2"/>
                        </a:solidFill>
                      </a:endParaRPr>
                    </a:p>
                  </a:txBody>
                  <a:tcPr marL="68580" marR="68580" marT="34290" marB="34290"/>
                </a:tc>
                <a:tc>
                  <a:txBody>
                    <a:bodyPr/>
                    <a:lstStyle/>
                    <a:p>
                      <a:r>
                        <a:rPr lang="en-US" sz="1400" b="0">
                          <a:solidFill>
                            <a:schemeClr val="tx1"/>
                          </a:solidFill>
                        </a:rPr>
                        <a:t>EAR1.p</a:t>
                      </a:r>
                      <a:endParaRPr lang="nl-NL" sz="1400" b="0">
                        <a:solidFill>
                          <a:schemeClr val="tx1"/>
                        </a:solidFill>
                      </a:endParaRPr>
                    </a:p>
                  </a:txBody>
                  <a:tcPr marL="68580" marR="68580" marT="34290" marB="34290"/>
                </a:tc>
                <a:tc>
                  <a:txBody>
                    <a:bodyPr/>
                    <a:lstStyle/>
                    <a:p>
                      <a:r>
                        <a:rPr lang="en-US" sz="1400" b="0">
                          <a:solidFill>
                            <a:schemeClr val="tx2"/>
                          </a:solidFill>
                        </a:rPr>
                        <a:t>AI</a:t>
                      </a:r>
                      <a:endParaRPr lang="nl-NL" sz="1400" b="0">
                        <a:solidFill>
                          <a:schemeClr val="tx2"/>
                        </a:solidFill>
                      </a:endParaRPr>
                    </a:p>
                  </a:txBody>
                  <a:tcPr marL="68580" marR="68580" marT="34290" marB="34290"/>
                </a:tc>
                <a:tc>
                  <a:txBody>
                    <a:bodyPr/>
                    <a:lstStyle/>
                    <a:p>
                      <a:r>
                        <a:rPr lang="en-US" sz="1400" b="0">
                          <a:solidFill>
                            <a:schemeClr val="tx1"/>
                          </a:solidFill>
                        </a:rPr>
                        <a:t>AI.p</a:t>
                      </a:r>
                      <a:endParaRPr lang="nl-NL" sz="1400" b="0">
                        <a:solidFill>
                          <a:schemeClr val="tx1"/>
                        </a:solidFill>
                      </a:endParaRPr>
                    </a:p>
                  </a:txBody>
                  <a:tcPr marL="68580" marR="68580" marT="34290" marB="34290"/>
                </a:tc>
                <a:tc>
                  <a:txBody>
                    <a:bodyPr/>
                    <a:lstStyle/>
                    <a:p>
                      <a:r>
                        <a:rPr lang="en-US" sz="1400" b="0">
                          <a:solidFill>
                            <a:schemeClr val="tx2"/>
                          </a:solidFill>
                        </a:rPr>
                        <a:t>UL1</a:t>
                      </a:r>
                      <a:endParaRPr lang="nl-NL" sz="1400" b="0">
                        <a:solidFill>
                          <a:schemeClr val="tx2"/>
                        </a:solidFill>
                      </a:endParaRPr>
                    </a:p>
                  </a:txBody>
                  <a:tcPr marL="68580" marR="68580" marT="34290" marB="34290"/>
                </a:tc>
                <a:tc>
                  <a:txBody>
                    <a:bodyPr/>
                    <a:lstStyle/>
                    <a:p>
                      <a:r>
                        <a:rPr lang="en-US" sz="1400" b="0">
                          <a:solidFill>
                            <a:schemeClr val="tx1"/>
                          </a:solidFill>
                        </a:rPr>
                        <a:t>UL1.p</a:t>
                      </a:r>
                      <a:endParaRPr lang="nl-NL" sz="1400" b="0">
                        <a:solidFill>
                          <a:schemeClr val="tx1"/>
                        </a:solidFill>
                      </a:endParaRPr>
                    </a:p>
                  </a:txBody>
                  <a:tcPr marL="68580" marR="68580" marT="34290" marB="34290"/>
                </a:tc>
                <a:extLst>
                  <a:ext uri="{0D108BD9-81ED-4DB2-BD59-A6C34878D82A}">
                    <a16:rowId xmlns:a16="http://schemas.microsoft.com/office/drawing/2014/main" val="176774276"/>
                  </a:ext>
                </a:extLst>
              </a:tr>
              <a:tr h="370183">
                <a:tc>
                  <a:txBody>
                    <a:bodyPr/>
                    <a:lstStyle/>
                    <a:p>
                      <a:r>
                        <a:rPr lang="en-US" sz="1400"/>
                        <a:t>(0,79]</a:t>
                      </a:r>
                      <a:endParaRPr lang="nl-NL" sz="1400"/>
                    </a:p>
                  </a:txBody>
                  <a:tcPr marL="68580" marR="68580" marT="34290" marB="34290"/>
                </a:tc>
                <a:tc>
                  <a:txBody>
                    <a:bodyPr/>
                    <a:lstStyle/>
                    <a:p>
                      <a:r>
                        <a:rPr lang="en-US" sz="1400"/>
                        <a:t>890</a:t>
                      </a:r>
                      <a:endParaRPr lang="nl-NL" sz="1400"/>
                    </a:p>
                  </a:txBody>
                  <a:tcPr marL="68580" marR="68580" marT="34290" marB="34290"/>
                </a:tc>
                <a:tc>
                  <a:txBody>
                    <a:bodyPr/>
                    <a:lstStyle/>
                    <a:p>
                      <a:r>
                        <a:rPr lang="en-US" sz="1400"/>
                        <a:t>474</a:t>
                      </a:r>
                      <a:endParaRPr lang="nl-NL" sz="1400"/>
                    </a:p>
                  </a:txBody>
                  <a:tcPr marL="68580" marR="68580" marT="34290" marB="34290"/>
                </a:tc>
                <a:tc>
                  <a:txBody>
                    <a:bodyPr/>
                    <a:lstStyle/>
                    <a:p>
                      <a:r>
                        <a:rPr lang="en-US" sz="1400"/>
                        <a:t>1399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3665619880"/>
                  </a:ext>
                </a:extLst>
              </a:tr>
              <a:tr h="370183">
                <a:tc>
                  <a:txBody>
                    <a:bodyPr/>
                    <a:lstStyle/>
                    <a:p>
                      <a:r>
                        <a:rPr lang="en-US" sz="1400"/>
                        <a:t>(0,8]</a:t>
                      </a:r>
                      <a:endParaRPr lang="nl-NL" sz="1400"/>
                    </a:p>
                  </a:txBody>
                  <a:tcPr marL="68580" marR="68580" marT="34290" marB="34290"/>
                </a:tc>
                <a:tc>
                  <a:txBody>
                    <a:bodyPr/>
                    <a:lstStyle/>
                    <a:p>
                      <a:r>
                        <a:rPr lang="en-US" sz="1400"/>
                        <a:t>695</a:t>
                      </a:r>
                      <a:endParaRPr lang="nl-NL" sz="1400"/>
                    </a:p>
                  </a:txBody>
                  <a:tcPr marL="68580" marR="68580" marT="34290" marB="34290"/>
                </a:tc>
                <a:tc>
                  <a:txBody>
                    <a:bodyPr/>
                    <a:lstStyle/>
                    <a:p>
                      <a:r>
                        <a:rPr lang="en-US" sz="1400"/>
                        <a:t>361</a:t>
                      </a:r>
                      <a:endParaRPr lang="nl-NL" sz="1400"/>
                    </a:p>
                  </a:txBody>
                  <a:tcPr marL="68580" marR="68580" marT="34290" marB="34290"/>
                </a:tc>
                <a:tc>
                  <a:txBody>
                    <a:bodyPr/>
                    <a:lstStyle/>
                    <a:p>
                      <a:r>
                        <a:rPr lang="en-US" sz="1400"/>
                        <a:t>1103</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500</a:t>
                      </a:r>
                      <a:endParaRPr lang="nl-NL" sz="1400">
                        <a:solidFill>
                          <a:schemeClr val="tx2"/>
                        </a:solidFill>
                      </a:endParaRPr>
                    </a:p>
                  </a:txBody>
                  <a:tcPr marL="68580" marR="68580" marT="34290" marB="34290"/>
                </a:tc>
                <a:tc>
                  <a:txBody>
                    <a:bodyPr/>
                    <a:lstStyle/>
                    <a:p>
                      <a:r>
                        <a:rPr lang="en-US" sz="1400"/>
                        <a:t>2</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2327258840"/>
                  </a:ext>
                </a:extLst>
              </a:tr>
              <a:tr h="370183">
                <a:tc>
                  <a:txBody>
                    <a:bodyPr/>
                    <a:lstStyle/>
                    <a:p>
                      <a:r>
                        <a:rPr lang="en-US" sz="1400"/>
                        <a:t>(8,13]</a:t>
                      </a:r>
                      <a:endParaRPr lang="nl-NL" sz="1400"/>
                    </a:p>
                  </a:txBody>
                  <a:tcPr marL="68580" marR="68580" marT="34290" marB="34290"/>
                </a:tc>
                <a:tc>
                  <a:txBody>
                    <a:bodyPr/>
                    <a:lstStyle/>
                    <a:p>
                      <a:r>
                        <a:rPr lang="en-US" sz="1400"/>
                        <a:t>745</a:t>
                      </a:r>
                      <a:endParaRPr lang="nl-NL" sz="1400"/>
                    </a:p>
                  </a:txBody>
                  <a:tcPr marL="68580" marR="68580" marT="34290" marB="34290"/>
                </a:tc>
                <a:tc>
                  <a:txBody>
                    <a:bodyPr/>
                    <a:lstStyle/>
                    <a:p>
                      <a:r>
                        <a:rPr lang="en-US" sz="1400"/>
                        <a:t>400</a:t>
                      </a:r>
                      <a:endParaRPr lang="nl-NL" sz="1400"/>
                    </a:p>
                  </a:txBody>
                  <a:tcPr marL="68580" marR="68580" marT="34290" marB="34290"/>
                </a:tc>
                <a:tc>
                  <a:txBody>
                    <a:bodyPr/>
                    <a:lstStyle/>
                    <a:p>
                      <a:r>
                        <a:rPr lang="en-US" sz="1400"/>
                        <a:t>1179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071936335"/>
                  </a:ext>
                </a:extLst>
              </a:tr>
              <a:tr h="370183">
                <a:tc>
                  <a:txBody>
                    <a:bodyPr/>
                    <a:lstStyle/>
                    <a:p>
                      <a:r>
                        <a:rPr lang="en-US" sz="1400"/>
                        <a:t>(13,17]</a:t>
                      </a:r>
                      <a:endParaRPr lang="nl-NL" sz="1400"/>
                    </a:p>
                  </a:txBody>
                  <a:tcPr marL="68580" marR="68580" marT="34290" marB="34290"/>
                </a:tc>
                <a:tc>
                  <a:txBody>
                    <a:bodyPr/>
                    <a:lstStyle/>
                    <a:p>
                      <a:r>
                        <a:rPr lang="en-US" sz="1400"/>
                        <a:t>777</a:t>
                      </a:r>
                      <a:endParaRPr lang="nl-NL" sz="1400"/>
                    </a:p>
                  </a:txBody>
                  <a:tcPr marL="68580" marR="68580" marT="34290" marB="34290"/>
                </a:tc>
                <a:tc>
                  <a:txBody>
                    <a:bodyPr/>
                    <a:lstStyle/>
                    <a:p>
                      <a:r>
                        <a:rPr lang="en-US" sz="1400"/>
                        <a:t>421</a:t>
                      </a:r>
                      <a:endParaRPr lang="nl-NL" sz="1400"/>
                    </a:p>
                  </a:txBody>
                  <a:tcPr marL="68580" marR="68580" marT="34290" marB="34290"/>
                </a:tc>
                <a:tc>
                  <a:txBody>
                    <a:bodyPr/>
                    <a:lstStyle/>
                    <a:p>
                      <a:r>
                        <a:rPr lang="en-US" sz="1400"/>
                        <a:t>1229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extLst>
                  <a:ext uri="{0D108BD9-81ED-4DB2-BD59-A6C34878D82A}">
                    <a16:rowId xmlns:a16="http://schemas.microsoft.com/office/drawing/2014/main" val="1819260362"/>
                  </a:ext>
                </a:extLst>
              </a:tr>
              <a:tr h="370183">
                <a:tc>
                  <a:txBody>
                    <a:bodyPr/>
                    <a:lstStyle/>
                    <a:p>
                      <a:r>
                        <a:rPr lang="en-US" sz="1400"/>
                        <a:t>(17,30]</a:t>
                      </a:r>
                      <a:endParaRPr lang="nl-NL" sz="1400"/>
                    </a:p>
                  </a:txBody>
                  <a:tcPr marL="68580" marR="68580" marT="34290" marB="34290"/>
                </a:tc>
                <a:tc>
                  <a:txBody>
                    <a:bodyPr/>
                    <a:lstStyle/>
                    <a:p>
                      <a:r>
                        <a:rPr lang="en-US" sz="1400"/>
                        <a:t>850</a:t>
                      </a:r>
                      <a:endParaRPr lang="nl-NL" sz="1400"/>
                    </a:p>
                  </a:txBody>
                  <a:tcPr marL="68580" marR="68580" marT="34290" marB="34290"/>
                </a:tc>
                <a:tc>
                  <a:txBody>
                    <a:bodyPr/>
                    <a:lstStyle/>
                    <a:p>
                      <a:r>
                        <a:rPr lang="en-US" sz="1400"/>
                        <a:t>468</a:t>
                      </a:r>
                      <a:endParaRPr lang="nl-NL" sz="1400"/>
                    </a:p>
                  </a:txBody>
                  <a:tcPr marL="68580" marR="68580" marT="34290" marB="34290"/>
                </a:tc>
                <a:tc>
                  <a:txBody>
                    <a:bodyPr/>
                    <a:lstStyle/>
                    <a:p>
                      <a:r>
                        <a:rPr lang="en-US" sz="1400"/>
                        <a:t>1319</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860</a:t>
                      </a:r>
                      <a:endParaRPr lang="nl-NL" sz="1400">
                        <a:solidFill>
                          <a:schemeClr val="tx2"/>
                        </a:solidFill>
                      </a:endParaRPr>
                    </a:p>
                  </a:txBody>
                  <a:tcPr marL="68580" marR="68580" marT="34290" marB="34290"/>
                </a:tc>
                <a:tc>
                  <a:txBody>
                    <a:bodyPr/>
                    <a:lstStyle/>
                    <a:p>
                      <a:r>
                        <a:rPr lang="en-US" sz="1400"/>
                        <a:t>46.5</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580940164"/>
                  </a:ext>
                </a:extLst>
              </a:tr>
              <a:tr h="370183">
                <a:tc>
                  <a:txBody>
                    <a:bodyPr/>
                    <a:lstStyle/>
                    <a:p>
                      <a:r>
                        <a:rPr lang="en-US" sz="1400"/>
                        <a:t>(30,50]</a:t>
                      </a:r>
                      <a:endParaRPr lang="nl-NL" sz="1400"/>
                    </a:p>
                  </a:txBody>
                  <a:tcPr marL="68580" marR="68580" marT="34290" marB="34290"/>
                </a:tc>
                <a:tc>
                  <a:txBody>
                    <a:bodyPr/>
                    <a:lstStyle/>
                    <a:p>
                      <a:r>
                        <a:rPr lang="en-US" sz="1400"/>
                        <a:t>945</a:t>
                      </a:r>
                      <a:endParaRPr lang="nl-NL" sz="1400"/>
                    </a:p>
                  </a:txBody>
                  <a:tcPr marL="68580" marR="68580" marT="34290" marB="34290"/>
                </a:tc>
                <a:tc>
                  <a:txBody>
                    <a:bodyPr/>
                    <a:lstStyle/>
                    <a:p>
                      <a:r>
                        <a:rPr lang="en-US" sz="1400"/>
                        <a:t>534</a:t>
                      </a:r>
                      <a:endParaRPr lang="nl-NL" sz="1400"/>
                    </a:p>
                  </a:txBody>
                  <a:tcPr marL="68580" marR="68580" marT="34290" marB="34290"/>
                </a:tc>
                <a:tc>
                  <a:txBody>
                    <a:bodyPr/>
                    <a:lstStyle/>
                    <a:p>
                      <a:r>
                        <a:rPr lang="en-US" sz="1400"/>
                        <a:t>1446</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750</a:t>
                      </a:r>
                      <a:endParaRPr lang="nl-NL" sz="1400">
                        <a:solidFill>
                          <a:schemeClr val="tx2"/>
                        </a:solidFill>
                      </a:endParaRPr>
                    </a:p>
                  </a:txBody>
                  <a:tcPr marL="68580" marR="68580" marT="34290" marB="34290"/>
                </a:tc>
                <a:tc>
                  <a:txBody>
                    <a:bodyPr/>
                    <a:lstStyle/>
                    <a:p>
                      <a:r>
                        <a:rPr lang="en-US" sz="1400"/>
                        <a:t>25.8</a:t>
                      </a:r>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108985212"/>
                  </a:ext>
                </a:extLst>
              </a:tr>
              <a:tr h="370183">
                <a:tc>
                  <a:txBody>
                    <a:bodyPr/>
                    <a:lstStyle/>
                    <a:p>
                      <a:r>
                        <a:rPr lang="en-US" sz="1400"/>
                        <a:t>(50,79]</a:t>
                      </a:r>
                      <a:endParaRPr lang="nl-NL" sz="1400"/>
                    </a:p>
                  </a:txBody>
                  <a:tcPr marL="68580" marR="68580" marT="34290" marB="34290"/>
                </a:tc>
                <a:tc>
                  <a:txBody>
                    <a:bodyPr/>
                    <a:lstStyle/>
                    <a:p>
                      <a:r>
                        <a:rPr lang="en-US" sz="1400"/>
                        <a:t>953</a:t>
                      </a:r>
                      <a:endParaRPr lang="nl-NL" sz="1400"/>
                    </a:p>
                  </a:txBody>
                  <a:tcPr marL="68580" marR="68580" marT="34290" marB="34290"/>
                </a:tc>
                <a:tc>
                  <a:txBody>
                    <a:bodyPr/>
                    <a:lstStyle/>
                    <a:p>
                      <a:r>
                        <a:rPr lang="en-US" sz="1400"/>
                        <a:t>541</a:t>
                      </a:r>
                      <a:endParaRPr lang="nl-NL" sz="1400"/>
                    </a:p>
                  </a:txBody>
                  <a:tcPr marL="68580" marR="68580" marT="34290" marB="34290"/>
                </a:tc>
                <a:tc>
                  <a:txBody>
                    <a:bodyPr/>
                    <a:lstStyle/>
                    <a:p>
                      <a:r>
                        <a:rPr lang="en-US" sz="1400"/>
                        <a:t>1461</a:t>
                      </a:r>
                      <a:endParaRPr lang="nl-NL" sz="1400"/>
                    </a:p>
                  </a:txBody>
                  <a:tcPr marL="68580" marR="68580" marT="34290" marB="34290"/>
                </a:tc>
                <a:tc>
                  <a:txBody>
                    <a:bodyPr/>
                    <a:lstStyle/>
                    <a:p>
                      <a:endParaRPr lang="nl-NL" sz="1400"/>
                    </a:p>
                  </a:txBody>
                  <a:tcPr marL="68580" marR="68580" marT="34290" marB="34290"/>
                </a:tc>
                <a:tc>
                  <a:txBody>
                    <a:bodyPr/>
                    <a:lstStyle/>
                    <a:p>
                      <a:r>
                        <a:rPr lang="en-US" sz="1400">
                          <a:solidFill>
                            <a:schemeClr val="tx2"/>
                          </a:solidFill>
                        </a:rPr>
                        <a:t>NA</a:t>
                      </a:r>
                      <a:endParaRPr lang="nl-NL" sz="1400">
                        <a:solidFill>
                          <a:schemeClr val="tx2"/>
                        </a:solidFill>
                      </a:endParaRPr>
                    </a:p>
                  </a:txBody>
                  <a:tcPr marL="68580" marR="68580" marT="34290" marB="34290"/>
                </a:tc>
                <a:tc>
                  <a:txBody>
                    <a:bodyPr/>
                    <a:lstStyle/>
                    <a:p>
                      <a:r>
                        <a:rPr lang="en-US" sz="1400"/>
                        <a:t>NA</a:t>
                      </a:r>
                      <a:endParaRPr lang="nl-NL" sz="1400"/>
                    </a:p>
                  </a:txBody>
                  <a:tcPr marL="68580" marR="68580" marT="34290" marB="34290"/>
                </a:tc>
                <a:tc>
                  <a:txBody>
                    <a:bodyPr/>
                    <a:lstStyle/>
                    <a:p>
                      <a:r>
                        <a:rPr lang="en-US" sz="1400">
                          <a:solidFill>
                            <a:schemeClr val="tx2"/>
                          </a:solidFill>
                        </a:rPr>
                        <a:t>1100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tc>
                  <a:txBody>
                    <a:bodyPr/>
                    <a:lstStyle/>
                    <a:p>
                      <a:r>
                        <a:rPr lang="en-US" sz="1400">
                          <a:solidFill>
                            <a:schemeClr val="tx2"/>
                          </a:solidFill>
                        </a:rPr>
                        <a:t>2500</a:t>
                      </a:r>
                      <a:endParaRPr lang="nl-NL" sz="1400">
                        <a:solidFill>
                          <a:schemeClr val="tx2"/>
                        </a:solidFill>
                      </a:endParaRPr>
                    </a:p>
                  </a:txBody>
                  <a:tcPr marL="68580" marR="68580" marT="34290" marB="34290"/>
                </a:tc>
                <a:tc>
                  <a:txBody>
                    <a:bodyPr/>
                    <a:lstStyle/>
                    <a:p>
                      <a:r>
                        <a:rPr lang="en-US" sz="1400"/>
                        <a:t>0</a:t>
                      </a:r>
                      <a:endParaRPr lang="nl-NL" sz="1400"/>
                    </a:p>
                  </a:txBody>
                  <a:tcPr marL="68580" marR="68580" marT="34290" marB="34290"/>
                </a:tc>
                <a:extLst>
                  <a:ext uri="{0D108BD9-81ED-4DB2-BD59-A6C34878D82A}">
                    <a16:rowId xmlns:a16="http://schemas.microsoft.com/office/drawing/2014/main" val="253459759"/>
                  </a:ext>
                </a:extLst>
              </a:tr>
            </a:tbl>
          </a:graphicData>
        </a:graphic>
      </p:graphicFrame>
      <p:sp>
        <p:nvSpPr>
          <p:cNvPr id="3" name="TextBox 2">
            <a:extLst>
              <a:ext uri="{FF2B5EF4-FFF2-40B4-BE49-F238E27FC236}">
                <a16:creationId xmlns:a16="http://schemas.microsoft.com/office/drawing/2014/main" id="{97DCED34-0C7E-43A5-AE4B-C90A1A0FD902}"/>
              </a:ext>
            </a:extLst>
          </p:cNvPr>
          <p:cNvSpPr txBox="1"/>
          <p:nvPr/>
        </p:nvSpPr>
        <p:spPr>
          <a:xfrm>
            <a:off x="1610047" y="3061827"/>
            <a:ext cx="3754042" cy="3139321"/>
          </a:xfrm>
          <a:prstGeom prst="rect">
            <a:avLst/>
          </a:prstGeom>
          <a:solidFill>
            <a:schemeClr val="bg1"/>
          </a:solidFill>
        </p:spPr>
        <p:txBody>
          <a:bodyPr wrap="square" rtlCol="0">
            <a:spAutoFit/>
          </a:bodyPr>
          <a:lstStyle/>
          <a:p>
            <a:r>
              <a:rPr lang="en-US" sz="1650" b="1">
                <a:solidFill>
                  <a:schemeClr val="tx2"/>
                </a:solidFill>
              </a:rPr>
              <a:t>Median intake ≥ AI </a:t>
            </a:r>
            <a:r>
              <a:rPr lang="en-US" sz="1650" b="1">
                <a:solidFill>
                  <a:schemeClr val="tx2"/>
                </a:solidFill>
                <a:sym typeface="Wingdings" panose="05000000000000000000" pitchFamily="2" charset="2"/>
              </a:rPr>
              <a:t> 1</a:t>
            </a:r>
          </a:p>
          <a:p>
            <a:r>
              <a:rPr lang="en-US" sz="1650" b="1">
                <a:solidFill>
                  <a:schemeClr val="tx2"/>
                </a:solidFill>
                <a:sym typeface="Wingdings" panose="05000000000000000000" pitchFamily="2" charset="2"/>
              </a:rPr>
              <a:t>Median intake &lt; AI  0</a:t>
            </a:r>
          </a:p>
          <a:p>
            <a:r>
              <a:rPr lang="en-US" sz="1650" b="1">
                <a:solidFill>
                  <a:schemeClr val="tx2"/>
                </a:solidFill>
                <a:sym typeface="Wingdings" panose="05000000000000000000" pitchFamily="2" charset="2"/>
              </a:rPr>
              <a:t>Within age class different results per age unit  2</a:t>
            </a:r>
            <a:endParaRPr lang="en-US" sz="1650" b="1">
              <a:solidFill>
                <a:schemeClr val="tx2"/>
              </a:solidFill>
            </a:endParaRPr>
          </a:p>
          <a:p>
            <a:endParaRPr lang="en-US" sz="1650"/>
          </a:p>
          <a:p>
            <a:r>
              <a:rPr lang="en-US" sz="1650" b="1">
                <a:solidFill>
                  <a:schemeClr val="tx2"/>
                </a:solidFill>
              </a:rPr>
              <a:t>No AI </a:t>
            </a:r>
            <a:r>
              <a:rPr lang="en-US" sz="1650" b="1">
                <a:solidFill>
                  <a:schemeClr val="tx2"/>
                </a:solidFill>
                <a:sym typeface="Wingdings" panose="05000000000000000000" pitchFamily="2" charset="2"/>
              </a:rPr>
              <a:t>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(0,79] not all AI  NA</a:t>
            </a:r>
          </a:p>
          <a:p>
            <a:endParaRPr lang="en-US" sz="1650" b="1">
              <a:solidFill>
                <a:schemeClr val="tx2"/>
              </a:solidFill>
              <a:sym typeface="Wingdings" panose="05000000000000000000" pitchFamily="2" charset="2"/>
            </a:endParaRPr>
          </a:p>
          <a:p>
            <a:r>
              <a:rPr lang="en-US" sz="1650" b="1">
                <a:solidFill>
                  <a:schemeClr val="tx2"/>
                </a:solidFill>
                <a:sym typeface="Wingdings" panose="05000000000000000000" pitchFamily="2" charset="2"/>
              </a:rPr>
              <a:t>NA= not available</a:t>
            </a:r>
          </a:p>
          <a:p>
            <a:endParaRPr lang="en-US" sz="1650" b="1">
              <a:solidFill>
                <a:schemeClr val="tx2"/>
              </a:solidFill>
              <a:sym typeface="Wingdings" panose="05000000000000000000" pitchFamily="2" charset="2"/>
            </a:endParaRPr>
          </a:p>
          <a:p>
            <a:endParaRPr lang="en-US" sz="1650" b="1">
              <a:solidFill>
                <a:schemeClr val="tx2"/>
              </a:solidFill>
            </a:endParaRPr>
          </a:p>
        </p:txBody>
      </p:sp>
      <p:sp>
        <p:nvSpPr>
          <p:cNvPr id="10" name="TextBox 9">
            <a:extLst>
              <a:ext uri="{FF2B5EF4-FFF2-40B4-BE49-F238E27FC236}">
                <a16:creationId xmlns:a16="http://schemas.microsoft.com/office/drawing/2014/main" id="{7AF7F24C-F50C-4533-8C7E-7BFB0ADE65B4}"/>
              </a:ext>
            </a:extLst>
          </p:cNvPr>
          <p:cNvSpPr txBox="1"/>
          <p:nvPr/>
        </p:nvSpPr>
        <p:spPr>
          <a:xfrm>
            <a:off x="6622353" y="3021699"/>
            <a:ext cx="2400301" cy="3416320"/>
          </a:xfrm>
          <a:prstGeom prst="rect">
            <a:avLst/>
          </a:prstGeom>
          <a:solidFill>
            <a:schemeClr val="bg1"/>
          </a:solidFill>
        </p:spPr>
        <p:txBody>
          <a:bodyPr wrap="square" rtlCol="0">
            <a:spAutoFit/>
          </a:bodyPr>
          <a:lstStyle/>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a:p>
            <a:endParaRPr lang="nl-NL" sz="1350"/>
          </a:p>
        </p:txBody>
      </p:sp>
    </p:spTree>
    <p:extLst>
      <p:ext uri="{BB962C8B-B14F-4D97-AF65-F5344CB8AC3E}">
        <p14:creationId xmlns:p14="http://schemas.microsoft.com/office/powerpoint/2010/main" val="13660673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vert="horz" lIns="91440" tIns="45720" rIns="91440" bIns="45720" numCol="1" spcCol="468000" rtlCol="0" anchor="t">
            <a:normAutofit fontScale="85000" lnSpcReduction="10000"/>
          </a:bodyPr>
          <a:lstStyle/>
          <a:p>
            <a:pPr marL="234315" lvl="1" indent="0" hangingPunct="0">
              <a:buNone/>
            </a:pPr>
            <a:r>
              <a:rPr lang="en-GB" sz="2100" b="1">
                <a:solidFill>
                  <a:schemeClr val="tx2"/>
                </a:solidFill>
              </a:rPr>
              <a:t>Exercise 4                                     	</a:t>
            </a:r>
            <a:endParaRPr lang="nl-NL" sz="1200" b="1">
              <a:solidFill>
                <a:schemeClr val="tx2"/>
              </a:solidFill>
              <a:ea typeface="Verdana"/>
            </a:endParaRPr>
          </a:p>
          <a:p>
            <a:pPr marL="0" indent="0" hangingPunct="0">
              <a:buNone/>
            </a:pPr>
            <a:r>
              <a:rPr lang="en-GB">
                <a:solidFill>
                  <a:srgbClr val="984806"/>
                </a:solidFill>
                <a:ea typeface="MS Mincho"/>
                <a:cs typeface="Times New Roman"/>
              </a:rPr>
              <a:t>seed =</a:t>
            </a:r>
            <a:r>
              <a:rPr lang="en-GB">
                <a:solidFill>
                  <a:srgbClr val="CC3300"/>
                </a:solidFill>
                <a:ea typeface="MS Mincho"/>
                <a:cs typeface="Times New Roman"/>
              </a:rPr>
              <a:t> 29062020 </a:t>
            </a:r>
          </a:p>
          <a:p>
            <a:pPr marL="0" indent="0" hangingPunct="0">
              <a:buNone/>
            </a:pPr>
            <a:r>
              <a:rPr lang="en-GB"/>
              <a:t>a) What proportion of men (30-40 </a:t>
            </a:r>
            <a:r>
              <a:rPr lang="en-GB" err="1"/>
              <a:t>yr</a:t>
            </a:r>
            <a:r>
              <a:rPr lang="en-GB"/>
              <a:t>) had a weighted habitual 	calcium intake above the UL (i.e. 2500 µg/d)? – use age-	dependent modelling</a:t>
            </a:r>
            <a:br>
              <a:rPr lang="en-GB">
                <a:ea typeface="Verdana"/>
              </a:rPr>
            </a:br>
            <a:br>
              <a:rPr lang="en-GB">
                <a:ea typeface="Verdana"/>
              </a:rPr>
            </a:br>
            <a:r>
              <a:rPr lang="en-GB">
                <a:ea typeface="Verdana"/>
              </a:rPr>
              <a:t>Hint: The UL information is in the file "HC2018_UL.men".</a:t>
            </a:r>
            <a:br>
              <a:rPr lang="en-GB">
                <a:ea typeface="Verdana"/>
              </a:rPr>
            </a:br>
            <a:r>
              <a:rPr lang="en-GB">
                <a:ea typeface="Verdana"/>
              </a:rPr>
              <a:t>To load it in, type: </a:t>
            </a:r>
            <a:r>
              <a:rPr lang="en-GB" i="1">
                <a:ea typeface="Verdana"/>
              </a:rPr>
              <a:t>data(HC2018_UL.men)</a:t>
            </a:r>
          </a:p>
          <a:p>
            <a:pPr marL="342900" indent="-342900" hangingPunct="0">
              <a:buAutoNum type="arabicParenR"/>
            </a:pPr>
            <a:endParaRPr lang="nl-NL" sz="825"/>
          </a:p>
          <a:p>
            <a:pPr marL="0" indent="0" hangingPunct="0">
              <a:buNone/>
            </a:pPr>
            <a:r>
              <a:rPr lang="en-GB"/>
              <a:t>b) What is the weighted habitual calcium intake for girls 1-9 and 10-17 </a:t>
            </a:r>
            <a:r>
              <a:rPr lang="en-GB" err="1"/>
              <a:t>yr</a:t>
            </a:r>
            <a:r>
              <a:rPr lang="en-GB"/>
              <a:t> (10th, 50th and 90th percentile) and what is the result of the comparison with the AI (i.e. 500-1100 µg/d) – use age dependent modelling?</a:t>
            </a:r>
            <a:endParaRPr lang="en-GB">
              <a:ea typeface="Verdana"/>
            </a:endParaRPr>
          </a:p>
          <a:p>
            <a:pPr marL="0" indent="0">
              <a:buNone/>
            </a:pPr>
            <a:endParaRPr lang="en-GB" sz="1400">
              <a:ea typeface="Verdana"/>
            </a:endParaRPr>
          </a:p>
          <a:p>
            <a:pPr marL="0" indent="0">
              <a:buNone/>
            </a:pPr>
            <a:r>
              <a:rPr lang="en-GB" sz="1600">
                <a:ea typeface="Verdana"/>
              </a:rPr>
              <a:t>Hint: The AI information is in the file "HC2018_AI.women".</a:t>
            </a:r>
            <a:br>
              <a:rPr lang="en-GB" sz="1600">
                <a:ea typeface="Verdana"/>
              </a:rPr>
            </a:br>
            <a:r>
              <a:rPr lang="en-GB" sz="1600">
                <a:ea typeface="Verdana"/>
              </a:rPr>
              <a:t>To load it in, type: </a:t>
            </a:r>
            <a:r>
              <a:rPr lang="en-GB" sz="1600" i="1">
                <a:ea typeface="Verdana"/>
              </a:rPr>
              <a:t>data(HC2018_AI.women)</a:t>
            </a:r>
            <a:endParaRPr lang="en-GB" sz="1600"/>
          </a:p>
          <a:p>
            <a:pPr marL="0" indent="0" hangingPunct="0">
              <a:buNone/>
            </a:pPr>
            <a:endParaRPr lang="en-GB" sz="825"/>
          </a:p>
          <a:p>
            <a:pPr marL="0" indent="0" hangingPunct="0">
              <a:buNone/>
            </a:pPr>
            <a:r>
              <a:rPr lang="en-GB"/>
              <a:t>c) What is the weighted habitual calcium intake for men 30 </a:t>
            </a:r>
            <a:r>
              <a:rPr lang="en-GB" err="1"/>
              <a:t>yr</a:t>
            </a:r>
            <a:r>
              <a:rPr lang="en-GB"/>
              <a:t> (median, 25th and 75th percentile) and proportion with intake below the EAR – compare the results of age-dependent and not age-dependent modelling? Check the plots and logbooks of the analysis. What do the diagnostics tell you? </a:t>
            </a:r>
            <a:endParaRPr lang="en-GB">
              <a:ea typeface="Verdana"/>
            </a:endParaRPr>
          </a:p>
          <a:p>
            <a:pPr marL="237490" indent="-237490"/>
            <a:endParaRPr lang="nl-NL">
              <a:ea typeface="Verdana"/>
            </a:endParaRPr>
          </a:p>
        </p:txBody>
      </p:sp>
      <p:sp>
        <p:nvSpPr>
          <p:cNvPr id="4" name="Date Placeholder 3">
            <a:extLst>
              <a:ext uri="{FF2B5EF4-FFF2-40B4-BE49-F238E27FC236}">
                <a16:creationId xmlns:a16="http://schemas.microsoft.com/office/drawing/2014/main" id="{A3B2714C-A5B4-4FF0-9562-561058106E75}"/>
              </a:ext>
            </a:extLst>
          </p:cNvPr>
          <p:cNvSpPr>
            <a:spLocks noGrp="1"/>
          </p:cNvSpPr>
          <p:nvPr>
            <p:ph type="dt" sz="half" idx="10"/>
          </p:nvPr>
        </p:nvSpPr>
        <p:spPr/>
        <p:txBody>
          <a:bodyPr/>
          <a:lstStyle/>
          <a:p>
            <a:r>
              <a:rPr lang="nl-NL"/>
              <a:t>Zero Hidden Hunger, July 8-9, 2025 </a:t>
            </a:r>
          </a:p>
        </p:txBody>
      </p:sp>
      <p:sp>
        <p:nvSpPr>
          <p:cNvPr id="5" name="Footer Placeholder 4">
            <a:extLst>
              <a:ext uri="{FF2B5EF4-FFF2-40B4-BE49-F238E27FC236}">
                <a16:creationId xmlns:a16="http://schemas.microsoft.com/office/drawing/2014/main" id="{BD29AFC1-B25C-4447-B63A-5B1D8AAB49A2}"/>
              </a:ext>
            </a:extLst>
          </p:cNvPr>
          <p:cNvSpPr>
            <a:spLocks noGrp="1"/>
          </p:cNvSpPr>
          <p:nvPr>
            <p:ph type="ftr" sz="quarter" idx="11"/>
          </p:nvPr>
        </p:nvSpPr>
        <p:spPr/>
        <p:txBody>
          <a:bodyPr/>
          <a:lstStyle/>
          <a:p>
            <a:r>
              <a:rPr lang="en-US"/>
              <a:t>Assessing a population’s nutrient (in)adequacy</a:t>
            </a:r>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70</a:t>
            </a:fld>
            <a:endParaRPr lang="nl-NL"/>
          </a:p>
        </p:txBody>
      </p:sp>
    </p:spTree>
    <p:extLst>
      <p:ext uri="{BB962C8B-B14F-4D97-AF65-F5344CB8AC3E}">
        <p14:creationId xmlns:p14="http://schemas.microsoft.com/office/powerpoint/2010/main" val="13158543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5"/>
            <a:ext cx="8192691" cy="1821516"/>
          </a:xfrm>
        </p:spPr>
        <p:txBody>
          <a:bodyPr numCol="1">
            <a:normAutofit/>
          </a:bodyPr>
          <a:lstStyle/>
          <a:p>
            <a:pPr marL="234900" lvl="1" indent="0" hangingPunct="0">
              <a:buNone/>
            </a:pPr>
            <a:r>
              <a:rPr lang="en-GB" sz="2100" b="1">
                <a:solidFill>
                  <a:schemeClr val="tx2"/>
                </a:solidFill>
              </a:rPr>
              <a:t>Results exercise 4a                                     </a:t>
            </a:r>
            <a:endParaRPr lang="nl-NL" sz="1200" b="1">
              <a:solidFill>
                <a:schemeClr val="tx2"/>
              </a:solidFill>
            </a:endParaRPr>
          </a:p>
          <a:p>
            <a:pPr marL="0" indent="0" hangingPunct="0">
              <a:buNone/>
            </a:pPr>
            <a:endParaRPr lang="en-GB" sz="600"/>
          </a:p>
          <a:p>
            <a:pPr marL="0" indent="0" hangingPunct="0">
              <a:buNone/>
            </a:pPr>
            <a:r>
              <a:rPr lang="en-GB"/>
              <a:t>a) </a:t>
            </a:r>
            <a:r>
              <a:rPr lang="en-GB">
                <a:solidFill>
                  <a:schemeClr val="accent4"/>
                </a:solidFill>
              </a:rPr>
              <a:t>What proportion of men (30-40 </a:t>
            </a:r>
            <a:r>
              <a:rPr lang="en-GB" err="1">
                <a:solidFill>
                  <a:schemeClr val="accent4"/>
                </a:solidFill>
              </a:rPr>
              <a:t>yr</a:t>
            </a:r>
            <a:r>
              <a:rPr lang="en-GB">
                <a:solidFill>
                  <a:schemeClr val="accent4"/>
                </a:solidFill>
              </a:rPr>
              <a:t>) had a weighted habitual 	calcium intake above the UL (i.e. 2500 µg/d)? – use age-	dependent modelling</a:t>
            </a:r>
          </a:p>
          <a:p>
            <a:pPr marL="342900" indent="-342900" hangingPunct="0">
              <a:buAutoNum type="arabicParenR"/>
            </a:pPr>
            <a:endParaRPr lang="nl-NL" sz="825"/>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71</a:t>
            </a:fld>
            <a:endParaRPr lang="nl-NL"/>
          </a:p>
        </p:txBody>
      </p:sp>
      <p:sp>
        <p:nvSpPr>
          <p:cNvPr id="3" name="TextBox 2">
            <a:extLst>
              <a:ext uri="{FF2B5EF4-FFF2-40B4-BE49-F238E27FC236}">
                <a16:creationId xmlns:a16="http://schemas.microsoft.com/office/drawing/2014/main" id="{BC014B66-5245-45E1-BFA1-CD72F51073D7}"/>
              </a:ext>
            </a:extLst>
          </p:cNvPr>
          <p:cNvSpPr txBox="1"/>
          <p:nvPr/>
        </p:nvSpPr>
        <p:spPr>
          <a:xfrm>
            <a:off x="3602081" y="2533904"/>
            <a:ext cx="8191500" cy="3393237"/>
          </a:xfrm>
          <a:prstGeom prst="rect">
            <a:avLst/>
          </a:prstGeom>
          <a:noFill/>
        </p:spPr>
        <p:txBody>
          <a:bodyPr wrap="square" numCol="1" rtlCol="0">
            <a:spAutoFit/>
          </a:bodyPr>
          <a:lstStyle/>
          <a:p>
            <a:r>
              <a:rPr lang="nl-NL" sz="1650" err="1"/>
              <a:t>f.spade</a:t>
            </a:r>
            <a:r>
              <a:rPr lang="nl-NL" sz="1650"/>
              <a:t>(</a:t>
            </a:r>
          </a:p>
          <a:p>
            <a:r>
              <a:rPr lang="nl-NL" sz="1650"/>
              <a:t>  </a:t>
            </a:r>
            <a:r>
              <a:rPr lang="nl-NL" sz="1650" err="1"/>
              <a:t>frml.ia</a:t>
            </a:r>
            <a:r>
              <a:rPr lang="nl-NL" sz="1650"/>
              <a:t> = ca ~ </a:t>
            </a:r>
            <a:r>
              <a:rPr lang="nl-NL" sz="1650" err="1"/>
              <a:t>fp</a:t>
            </a:r>
            <a:r>
              <a:rPr lang="nl-NL" sz="1650"/>
              <a:t>(</a:t>
            </a:r>
            <a:r>
              <a:rPr lang="nl-NL" sz="1650" err="1"/>
              <a:t>age</a:t>
            </a:r>
            <a:r>
              <a:rPr lang="nl-NL" sz="1650"/>
              <a:t>),</a:t>
            </a:r>
          </a:p>
          <a:p>
            <a:r>
              <a:rPr lang="nl-NL" sz="1650"/>
              <a:t>  </a:t>
            </a:r>
            <a:r>
              <a:rPr lang="nl-NL" sz="1650" err="1"/>
              <a:t>frml.if</a:t>
            </a:r>
            <a:r>
              <a:rPr lang="nl-NL" sz="1650"/>
              <a:t> = "</a:t>
            </a:r>
            <a:r>
              <a:rPr lang="nl-NL" sz="1650" err="1"/>
              <a:t>no.if</a:t>
            </a:r>
            <a:r>
              <a:rPr lang="nl-NL" sz="1650"/>
              <a:t>",</a:t>
            </a:r>
          </a:p>
          <a:p>
            <a:r>
              <a:rPr lang="nl-NL" sz="1650"/>
              <a:t>  data = </a:t>
            </a:r>
            <a:r>
              <a:rPr lang="nl-NL" sz="1650" err="1"/>
              <a:t>DNFCSmanual</a:t>
            </a:r>
            <a:r>
              <a:rPr lang="nl-NL" sz="1650"/>
              <a:t>,</a:t>
            </a:r>
          </a:p>
          <a:p>
            <a:r>
              <a:rPr lang="nl-NL" sz="1650"/>
              <a:t>  </a:t>
            </a:r>
            <a:r>
              <a:rPr lang="nl-NL" sz="1650" err="1"/>
              <a:t>min.age</a:t>
            </a:r>
            <a:r>
              <a:rPr lang="nl-NL" sz="1650"/>
              <a:t> = 1,</a:t>
            </a:r>
          </a:p>
          <a:p>
            <a:r>
              <a:rPr lang="nl-NL" sz="1650"/>
              <a:t>  </a:t>
            </a:r>
            <a:r>
              <a:rPr lang="nl-NL" sz="1650" err="1"/>
              <a:t>max.age</a:t>
            </a:r>
            <a:r>
              <a:rPr lang="nl-NL" sz="1650"/>
              <a:t> = 79,</a:t>
            </a:r>
          </a:p>
          <a:p>
            <a:r>
              <a:rPr lang="nl-NL" sz="1650"/>
              <a:t>  </a:t>
            </a:r>
            <a:r>
              <a:rPr lang="nl-NL" sz="1650" err="1"/>
              <a:t>sex.label</a:t>
            </a:r>
            <a:r>
              <a:rPr lang="nl-NL" sz="1650"/>
              <a:t> = "male",</a:t>
            </a:r>
          </a:p>
          <a:p>
            <a:r>
              <a:rPr lang="nl-NL" sz="1650"/>
              <a:t>  </a:t>
            </a:r>
            <a:r>
              <a:rPr lang="nl-NL" sz="1650" err="1"/>
              <a:t>age.classes</a:t>
            </a:r>
            <a:r>
              <a:rPr lang="nl-NL" sz="1650"/>
              <a:t> = c(29,40),</a:t>
            </a:r>
          </a:p>
          <a:p>
            <a:r>
              <a:rPr lang="nl-NL" sz="1650"/>
              <a:t>  weights.name = "</a:t>
            </a:r>
            <a:r>
              <a:rPr lang="nl-NL" sz="1650" err="1"/>
              <a:t>w_demog_season_wk_wknd</a:t>
            </a:r>
            <a:r>
              <a:rPr lang="nl-NL" sz="1650"/>
              <a:t>",</a:t>
            </a:r>
          </a:p>
          <a:p>
            <a:r>
              <a:rPr lang="nl-NL" sz="1650"/>
              <a:t>  </a:t>
            </a:r>
            <a:r>
              <a:rPr lang="nl-NL" sz="1650" err="1"/>
              <a:t>prb</a:t>
            </a:r>
            <a:r>
              <a:rPr lang="nl-NL" sz="1650"/>
              <a:t> = c(0.25, 0.50, 0.75),</a:t>
            </a:r>
          </a:p>
          <a:p>
            <a:r>
              <a:rPr lang="nl-NL" sz="1650"/>
              <a:t>  </a:t>
            </a:r>
            <a:r>
              <a:rPr lang="nl-NL" sz="1650" err="1"/>
              <a:t>UL.names</a:t>
            </a:r>
            <a:r>
              <a:rPr lang="nl-NL" sz="1650"/>
              <a:t> = c("HC2018_UL.men"),</a:t>
            </a:r>
          </a:p>
          <a:p>
            <a:r>
              <a:rPr lang="nl-NL" sz="1650"/>
              <a:t>  output.name = "DNFCSmanual_ca_m_30-40_UL",</a:t>
            </a:r>
          </a:p>
          <a:p>
            <a:r>
              <a:rPr lang="nl-NL" sz="1650"/>
              <a:t>  </a:t>
            </a:r>
            <a:r>
              <a:rPr lang="nl-NL" sz="1650" err="1"/>
              <a:t>seed</a:t>
            </a:r>
            <a:r>
              <a:rPr lang="nl-NL" sz="1650"/>
              <a:t> = 29062020)</a:t>
            </a:r>
          </a:p>
        </p:txBody>
      </p:sp>
      <p:sp>
        <p:nvSpPr>
          <p:cNvPr id="10" name="TextBox 9">
            <a:extLst>
              <a:ext uri="{FF2B5EF4-FFF2-40B4-BE49-F238E27FC236}">
                <a16:creationId xmlns:a16="http://schemas.microsoft.com/office/drawing/2014/main" id="{06EEC2DD-80A5-4500-9AF5-50B79EB4348E}"/>
              </a:ext>
            </a:extLst>
          </p:cNvPr>
          <p:cNvSpPr txBox="1"/>
          <p:nvPr/>
        </p:nvSpPr>
        <p:spPr>
          <a:xfrm>
            <a:off x="1116874" y="3232792"/>
            <a:ext cx="3272246" cy="415498"/>
          </a:xfrm>
          <a:prstGeom prst="rect">
            <a:avLst/>
          </a:prstGeom>
          <a:noFill/>
        </p:spPr>
        <p:txBody>
          <a:bodyPr wrap="square" rtlCol="0">
            <a:spAutoFit/>
          </a:bodyPr>
          <a:lstStyle/>
          <a:p>
            <a:r>
              <a:rPr lang="en-US" sz="2100" b="1">
                <a:solidFill>
                  <a:schemeClr val="accent4"/>
                </a:solidFill>
              </a:rPr>
              <a:t>0.14% </a:t>
            </a:r>
            <a:r>
              <a:rPr lang="en-US" sz="2100" b="1">
                <a:solidFill>
                  <a:schemeClr val="accent4"/>
                </a:solidFill>
                <a:sym typeface="Wingdings" panose="05000000000000000000" pitchFamily="2" charset="2"/>
              </a:rPr>
              <a:t> 0%</a:t>
            </a:r>
            <a:endParaRPr lang="nl-NL" sz="2100" b="1">
              <a:solidFill>
                <a:schemeClr val="accent4"/>
              </a:solidFill>
            </a:endParaRPr>
          </a:p>
        </p:txBody>
      </p:sp>
      <p:sp>
        <p:nvSpPr>
          <p:cNvPr id="4" name="Date Placeholder 3">
            <a:extLst>
              <a:ext uri="{FF2B5EF4-FFF2-40B4-BE49-F238E27FC236}">
                <a16:creationId xmlns:a16="http://schemas.microsoft.com/office/drawing/2014/main" id="{283CF565-2639-96BF-BD1B-802C577D2C21}"/>
              </a:ext>
            </a:extLst>
          </p:cNvPr>
          <p:cNvSpPr>
            <a:spLocks noGrp="1"/>
          </p:cNvSpPr>
          <p:nvPr>
            <p:ph type="dt" sz="half" idx="10"/>
          </p:nvPr>
        </p:nvSpPr>
        <p:spPr/>
        <p:txBody>
          <a:bodyPr/>
          <a:lstStyle/>
          <a:p>
            <a:r>
              <a:rPr lang="nl-NL"/>
              <a:t>Zero Hidden Hunger, July 8-9, 2025 </a:t>
            </a:r>
          </a:p>
        </p:txBody>
      </p:sp>
      <p:sp>
        <p:nvSpPr>
          <p:cNvPr id="5" name="Footer Placeholder 4">
            <a:extLst>
              <a:ext uri="{FF2B5EF4-FFF2-40B4-BE49-F238E27FC236}">
                <a16:creationId xmlns:a16="http://schemas.microsoft.com/office/drawing/2014/main" id="{EF2FBCAA-BB7E-3FDB-C766-5169E38697A3}"/>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8427752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numCol="1">
            <a:normAutofit/>
          </a:bodyPr>
          <a:lstStyle/>
          <a:p>
            <a:pPr marL="234900" lvl="1" indent="0" hangingPunct="0">
              <a:buNone/>
            </a:pPr>
            <a:r>
              <a:rPr lang="en-GB" sz="2100" b="1">
                <a:solidFill>
                  <a:schemeClr val="tx2"/>
                </a:solidFill>
              </a:rPr>
              <a:t>Results exercise 4b                                   	</a:t>
            </a:r>
            <a:endParaRPr lang="en-GB"/>
          </a:p>
          <a:p>
            <a:pPr marL="342900" indent="-342900" hangingPunct="0">
              <a:buAutoNum type="arabicParenR"/>
            </a:pPr>
            <a:endParaRPr lang="nl-NL" sz="825"/>
          </a:p>
          <a:p>
            <a:pPr marL="0" indent="0" hangingPunct="0">
              <a:buNone/>
            </a:pPr>
            <a:r>
              <a:rPr lang="en-GB"/>
              <a:t>b) </a:t>
            </a:r>
            <a:r>
              <a:rPr lang="en-GB">
                <a:solidFill>
                  <a:schemeClr val="accent4"/>
                </a:solidFill>
              </a:rPr>
              <a:t>What is the weighted habitual calcium intake for girls 1-9 and 10-	17 </a:t>
            </a:r>
            <a:r>
              <a:rPr lang="en-GB" err="1">
                <a:solidFill>
                  <a:schemeClr val="accent4"/>
                </a:solidFill>
              </a:rPr>
              <a:t>yr</a:t>
            </a:r>
            <a:r>
              <a:rPr lang="en-GB">
                <a:solidFill>
                  <a:schemeClr val="accent4"/>
                </a:solidFill>
              </a:rPr>
              <a:t> (10th, 50th and 90th percentile) and what is the result of 	the comparison with the AI (i.e. 500-1100 µg/d) – use age 	dependent modelling?</a:t>
            </a:r>
          </a:p>
          <a:p>
            <a:pPr marL="0" indent="0" hangingPunct="0">
              <a:buNone/>
            </a:pPr>
            <a:endParaRPr lang="en-GB" sz="825"/>
          </a:p>
          <a:p>
            <a:pPr marL="0" indent="0" hangingPunct="0">
              <a:buNone/>
            </a:pPr>
            <a:endParaRPr lang="en-GB"/>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72</a:t>
            </a:fld>
            <a:endParaRPr lang="nl-NL"/>
          </a:p>
        </p:txBody>
      </p:sp>
      <p:graphicFrame>
        <p:nvGraphicFramePr>
          <p:cNvPr id="9" name="Table 3">
            <a:extLst>
              <a:ext uri="{FF2B5EF4-FFF2-40B4-BE49-F238E27FC236}">
                <a16:creationId xmlns:a16="http://schemas.microsoft.com/office/drawing/2014/main" id="{9BF77EC3-30E2-4A35-8460-E274B97D7650}"/>
              </a:ext>
            </a:extLst>
          </p:cNvPr>
          <p:cNvGraphicFramePr>
            <a:graphicFrameLocks noGrp="1"/>
          </p:cNvGraphicFramePr>
          <p:nvPr/>
        </p:nvGraphicFramePr>
        <p:xfrm>
          <a:off x="475059" y="2914499"/>
          <a:ext cx="8192690" cy="1966314"/>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007324">
                  <a:extLst>
                    <a:ext uri="{9D8B030D-6E8A-4147-A177-3AD203B41FA5}">
                      <a16:colId xmlns:a16="http://schemas.microsoft.com/office/drawing/2014/main" val="712896343"/>
                    </a:ext>
                  </a:extLst>
                </a:gridCol>
                <a:gridCol w="789071">
                  <a:extLst>
                    <a:ext uri="{9D8B030D-6E8A-4147-A177-3AD203B41FA5}">
                      <a16:colId xmlns:a16="http://schemas.microsoft.com/office/drawing/2014/main" val="2073769245"/>
                    </a:ext>
                  </a:extLst>
                </a:gridCol>
                <a:gridCol w="1114769">
                  <a:extLst>
                    <a:ext uri="{9D8B030D-6E8A-4147-A177-3AD203B41FA5}">
                      <a16:colId xmlns:a16="http://schemas.microsoft.com/office/drawing/2014/main" val="2095220058"/>
                    </a:ext>
                  </a:extLst>
                </a:gridCol>
                <a:gridCol w="901337">
                  <a:extLst>
                    <a:ext uri="{9D8B030D-6E8A-4147-A177-3AD203B41FA5}">
                      <a16:colId xmlns:a16="http://schemas.microsoft.com/office/drawing/2014/main" val="2183289002"/>
                    </a:ext>
                  </a:extLst>
                </a:gridCol>
                <a:gridCol w="1535430">
                  <a:extLst>
                    <a:ext uri="{9D8B030D-6E8A-4147-A177-3AD203B41FA5}">
                      <a16:colId xmlns:a16="http://schemas.microsoft.com/office/drawing/2014/main" val="355708113"/>
                    </a:ext>
                  </a:extLst>
                </a:gridCol>
              </a:tblGrid>
              <a:tr h="655438">
                <a:tc>
                  <a:txBody>
                    <a:bodyPr/>
                    <a:lstStyle/>
                    <a:p>
                      <a:endParaRPr lang="nl-NL" sz="1800"/>
                    </a:p>
                  </a:txBody>
                  <a:tcPr marL="68580" marR="68580" marT="34290" marB="34290"/>
                </a:tc>
                <a:tc>
                  <a:txBody>
                    <a:bodyPr/>
                    <a:lstStyle/>
                    <a:p>
                      <a:pPr algn="ctr"/>
                      <a:r>
                        <a:rPr lang="en-US" sz="1800"/>
                        <a:t>mean</a:t>
                      </a:r>
                      <a:endParaRPr lang="nl-NL" sz="1800"/>
                    </a:p>
                  </a:txBody>
                  <a:tcPr marL="68580" marR="68580" marT="34290" marB="34290"/>
                </a:tc>
                <a:tc>
                  <a:txBody>
                    <a:bodyPr/>
                    <a:lstStyle/>
                    <a:p>
                      <a:pPr algn="ctr"/>
                      <a:r>
                        <a:rPr lang="en-US" sz="1800"/>
                        <a:t>P10</a:t>
                      </a:r>
                      <a:endParaRPr lang="nl-NL" sz="1800"/>
                    </a:p>
                  </a:txBody>
                  <a:tcPr marL="68580" marR="68580" marT="34290" marB="34290"/>
                </a:tc>
                <a:tc>
                  <a:txBody>
                    <a:bodyPr/>
                    <a:lstStyle/>
                    <a:p>
                      <a:pPr algn="ctr"/>
                      <a:r>
                        <a:rPr lang="en-US" sz="1800"/>
                        <a:t>median</a:t>
                      </a:r>
                      <a:endParaRPr lang="nl-NL" sz="1800"/>
                    </a:p>
                  </a:txBody>
                  <a:tcPr marL="68580" marR="68580" marT="34290" marB="34290"/>
                </a:tc>
                <a:tc>
                  <a:txBody>
                    <a:bodyPr/>
                    <a:lstStyle/>
                    <a:p>
                      <a:pPr algn="ctr"/>
                      <a:r>
                        <a:rPr lang="en-US" sz="1800"/>
                        <a:t>P90</a:t>
                      </a:r>
                      <a:endParaRPr lang="nl-NL" sz="1800"/>
                    </a:p>
                  </a:txBody>
                  <a:tcPr marL="68580" marR="68580" marT="34290" marB="34290"/>
                </a:tc>
                <a:tc>
                  <a:txBody>
                    <a:bodyPr/>
                    <a:lstStyle/>
                    <a:p>
                      <a:pPr algn="ctr"/>
                      <a:r>
                        <a:rPr lang="en-US" sz="1800"/>
                        <a:t>Evaluation with AI</a:t>
                      </a:r>
                      <a:endParaRPr lang="nl-NL" sz="1800"/>
                    </a:p>
                  </a:txBody>
                  <a:tcPr marL="68580" marR="68580" marT="34290" marB="34290"/>
                </a:tc>
                <a:extLst>
                  <a:ext uri="{0D108BD9-81ED-4DB2-BD59-A6C34878D82A}">
                    <a16:rowId xmlns:a16="http://schemas.microsoft.com/office/drawing/2014/main" val="1878934290"/>
                  </a:ext>
                </a:extLst>
              </a:tr>
              <a:tr h="655438">
                <a:tc>
                  <a:txBody>
                    <a:bodyPr/>
                    <a:lstStyle/>
                    <a:p>
                      <a:r>
                        <a:rPr lang="en-US" sz="1800"/>
                        <a:t>Girls 1-9 yr. (0,9]</a:t>
                      </a:r>
                      <a:endParaRPr lang="nl-NL" sz="1800"/>
                    </a:p>
                  </a:txBody>
                  <a:tcPr marL="68580" marR="68580" marT="34290" marB="34290"/>
                </a:tc>
                <a:tc>
                  <a:txBody>
                    <a:bodyPr/>
                    <a:lstStyle/>
                    <a:p>
                      <a:r>
                        <a:rPr lang="en-US" sz="1800"/>
                        <a:t>694</a:t>
                      </a:r>
                      <a:endParaRPr lang="nl-NL" sz="1800"/>
                    </a:p>
                  </a:txBody>
                  <a:tcPr marL="68580" marR="68580" marT="34290" marB="34290"/>
                </a:tc>
                <a:tc>
                  <a:txBody>
                    <a:bodyPr/>
                    <a:lstStyle/>
                    <a:p>
                      <a:r>
                        <a:rPr lang="en-US" sz="1800"/>
                        <a:t>419</a:t>
                      </a:r>
                      <a:endParaRPr lang="nl-NL" sz="1800"/>
                    </a:p>
                  </a:txBody>
                  <a:tcPr marL="68580" marR="68580" marT="34290" marB="34290"/>
                </a:tc>
                <a:tc>
                  <a:txBody>
                    <a:bodyPr/>
                    <a:lstStyle/>
                    <a:p>
                      <a:r>
                        <a:rPr lang="en-US" sz="1800"/>
                        <a:t>669</a:t>
                      </a:r>
                      <a:endParaRPr lang="nl-NL" sz="1800"/>
                    </a:p>
                  </a:txBody>
                  <a:tcPr marL="68580" marR="68580" marT="34290" marB="34290"/>
                </a:tc>
                <a:tc>
                  <a:txBody>
                    <a:bodyPr/>
                    <a:lstStyle/>
                    <a:p>
                      <a:r>
                        <a:rPr lang="en-US" sz="1800"/>
                        <a:t>1003</a:t>
                      </a:r>
                      <a:endParaRPr lang="nl-NL" sz="1800"/>
                    </a:p>
                  </a:txBody>
                  <a:tcPr marL="68580" marR="68580" marT="34290" marB="34290"/>
                </a:tc>
                <a:tc>
                  <a:txBody>
                    <a:bodyPr/>
                    <a:lstStyle/>
                    <a:p>
                      <a:r>
                        <a:rPr lang="en-US" sz="1800"/>
                        <a:t>2</a:t>
                      </a:r>
                      <a:endParaRPr lang="nl-NL" sz="1800"/>
                    </a:p>
                  </a:txBody>
                  <a:tcPr marL="68580" marR="68580" marT="34290" marB="34290"/>
                </a:tc>
                <a:extLst>
                  <a:ext uri="{0D108BD9-81ED-4DB2-BD59-A6C34878D82A}">
                    <a16:rowId xmlns:a16="http://schemas.microsoft.com/office/drawing/2014/main" val="3370325470"/>
                  </a:ext>
                </a:extLst>
              </a:tr>
              <a:tr h="655438">
                <a:tc>
                  <a:txBody>
                    <a:bodyPr/>
                    <a:lstStyle/>
                    <a:p>
                      <a:r>
                        <a:rPr lang="en-US" sz="1800"/>
                        <a:t>Girls 10-17 yr. (9-17]</a:t>
                      </a:r>
                      <a:endParaRPr lang="nl-NL" sz="1800"/>
                    </a:p>
                  </a:txBody>
                  <a:tcPr marL="68580" marR="68580" marT="34290" marB="34290"/>
                </a:tc>
                <a:tc>
                  <a:txBody>
                    <a:bodyPr/>
                    <a:lstStyle/>
                    <a:p>
                      <a:r>
                        <a:rPr lang="en-US" sz="1800"/>
                        <a:t>767</a:t>
                      </a:r>
                      <a:endParaRPr lang="nl-NL" sz="1800"/>
                    </a:p>
                  </a:txBody>
                  <a:tcPr marL="68580" marR="68580" marT="34290" marB="34290"/>
                </a:tc>
                <a:tc>
                  <a:txBody>
                    <a:bodyPr/>
                    <a:lstStyle/>
                    <a:p>
                      <a:r>
                        <a:rPr lang="en-US" sz="1800"/>
                        <a:t>475</a:t>
                      </a:r>
                      <a:endParaRPr lang="nl-NL" sz="1800"/>
                    </a:p>
                  </a:txBody>
                  <a:tcPr marL="68580" marR="68580" marT="34290" marB="34290"/>
                </a:tc>
                <a:tc>
                  <a:txBody>
                    <a:bodyPr/>
                    <a:lstStyle/>
                    <a:p>
                      <a:r>
                        <a:rPr lang="en-US" sz="1800"/>
                        <a:t>741</a:t>
                      </a:r>
                      <a:endParaRPr lang="nl-NL" sz="1800"/>
                    </a:p>
                  </a:txBody>
                  <a:tcPr marL="68580" marR="68580" marT="34290" marB="34290"/>
                </a:tc>
                <a:tc>
                  <a:txBody>
                    <a:bodyPr/>
                    <a:lstStyle/>
                    <a:p>
                      <a:r>
                        <a:rPr lang="en-US" sz="1800"/>
                        <a:t>1096</a:t>
                      </a:r>
                      <a:endParaRPr lang="nl-NL" sz="1800"/>
                    </a:p>
                  </a:txBody>
                  <a:tcPr marL="68580" marR="68580" marT="34290" marB="34290"/>
                </a:tc>
                <a:tc>
                  <a:txBody>
                    <a:bodyPr/>
                    <a:lstStyle/>
                    <a:p>
                      <a:r>
                        <a:rPr lang="en-US" sz="1800"/>
                        <a:t>0</a:t>
                      </a:r>
                      <a:endParaRPr lang="nl-NL" sz="1800"/>
                    </a:p>
                  </a:txBody>
                  <a:tcPr marL="68580" marR="68580" marT="34290" marB="34290"/>
                </a:tc>
                <a:extLst>
                  <a:ext uri="{0D108BD9-81ED-4DB2-BD59-A6C34878D82A}">
                    <a16:rowId xmlns:a16="http://schemas.microsoft.com/office/drawing/2014/main" val="1515492798"/>
                  </a:ext>
                </a:extLst>
              </a:tr>
            </a:tbl>
          </a:graphicData>
        </a:graphic>
      </p:graphicFrame>
      <p:sp>
        <p:nvSpPr>
          <p:cNvPr id="10" name="TextBox 9">
            <a:extLst>
              <a:ext uri="{FF2B5EF4-FFF2-40B4-BE49-F238E27FC236}">
                <a16:creationId xmlns:a16="http://schemas.microsoft.com/office/drawing/2014/main" id="{8051B232-264C-4DB0-9C05-52A8F7B10E84}"/>
              </a:ext>
            </a:extLst>
          </p:cNvPr>
          <p:cNvSpPr txBox="1"/>
          <p:nvPr/>
        </p:nvSpPr>
        <p:spPr>
          <a:xfrm>
            <a:off x="475059" y="5226776"/>
            <a:ext cx="8192691" cy="646331"/>
          </a:xfrm>
          <a:prstGeom prst="rect">
            <a:avLst/>
          </a:prstGeom>
          <a:noFill/>
        </p:spPr>
        <p:txBody>
          <a:bodyPr wrap="square" rtlCol="0">
            <a:spAutoFit/>
          </a:bodyPr>
          <a:lstStyle/>
          <a:p>
            <a:r>
              <a:rPr lang="en-US"/>
              <a:t>10-17 </a:t>
            </a:r>
            <a:r>
              <a:rPr lang="en-US" err="1"/>
              <a:t>yrs</a:t>
            </a:r>
            <a:r>
              <a:rPr lang="en-US"/>
              <a:t> </a:t>
            </a:r>
            <a:r>
              <a:rPr lang="en-US">
                <a:sym typeface="Wingdings" panose="05000000000000000000" pitchFamily="2" charset="2"/>
              </a:rPr>
              <a:t> median &lt; AI   no statement on adequacy possible, 					additional research needed</a:t>
            </a:r>
            <a:endParaRPr lang="nl-NL"/>
          </a:p>
        </p:txBody>
      </p:sp>
      <p:sp>
        <p:nvSpPr>
          <p:cNvPr id="3" name="Date Placeholder 2">
            <a:extLst>
              <a:ext uri="{FF2B5EF4-FFF2-40B4-BE49-F238E27FC236}">
                <a16:creationId xmlns:a16="http://schemas.microsoft.com/office/drawing/2014/main" id="{756CE575-8896-ACE4-A2D0-83BCD962A43C}"/>
              </a:ext>
            </a:extLst>
          </p:cNvPr>
          <p:cNvSpPr>
            <a:spLocks noGrp="1"/>
          </p:cNvSpPr>
          <p:nvPr>
            <p:ph type="dt" sz="half" idx="10"/>
          </p:nvPr>
        </p:nvSpPr>
        <p:spPr/>
        <p:txBody>
          <a:bodyPr/>
          <a:lstStyle/>
          <a:p>
            <a:r>
              <a:rPr lang="nl-NL"/>
              <a:t>Zero Hidden Hunger, July 8-9, 2025 </a:t>
            </a:r>
          </a:p>
        </p:txBody>
      </p:sp>
      <p:sp>
        <p:nvSpPr>
          <p:cNvPr id="4" name="Footer Placeholder 3">
            <a:extLst>
              <a:ext uri="{FF2B5EF4-FFF2-40B4-BE49-F238E27FC236}">
                <a16:creationId xmlns:a16="http://schemas.microsoft.com/office/drawing/2014/main" id="{E41DCFEB-E2DB-D3C3-E0EF-0DD77275077A}"/>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2056254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numCol="1">
            <a:normAutofit/>
          </a:bodyPr>
          <a:lstStyle/>
          <a:p>
            <a:pPr marL="234900" lvl="1" indent="0" hangingPunct="0">
              <a:buNone/>
            </a:pPr>
            <a:r>
              <a:rPr lang="en-GB" sz="2100" b="1">
                <a:solidFill>
                  <a:schemeClr val="tx2"/>
                </a:solidFill>
              </a:rPr>
              <a:t>Results exercise 4b                                     	</a:t>
            </a:r>
            <a:endParaRPr lang="en-GB"/>
          </a:p>
          <a:p>
            <a:pPr marL="342900" indent="-342900" hangingPunct="0">
              <a:buAutoNum type="arabicParenR"/>
            </a:pPr>
            <a:endParaRPr lang="nl-NL" sz="825"/>
          </a:p>
          <a:p>
            <a:pPr marL="0" indent="0" hangingPunct="0">
              <a:buNone/>
            </a:pPr>
            <a:r>
              <a:rPr lang="en-GB"/>
              <a:t>b) </a:t>
            </a:r>
            <a:r>
              <a:rPr lang="en-GB">
                <a:solidFill>
                  <a:schemeClr val="accent4"/>
                </a:solidFill>
              </a:rPr>
              <a:t>What is the weighted habitual calcium intake for girls 1-9 and 10-	17 </a:t>
            </a:r>
            <a:r>
              <a:rPr lang="en-GB" err="1">
                <a:solidFill>
                  <a:schemeClr val="accent4"/>
                </a:solidFill>
              </a:rPr>
              <a:t>yr</a:t>
            </a:r>
            <a:r>
              <a:rPr lang="en-GB">
                <a:solidFill>
                  <a:schemeClr val="accent4"/>
                </a:solidFill>
              </a:rPr>
              <a:t> (10th, 50th and 90th percentile) and what is the result of 	the comparison with the AI (i.e. 500-1100 µg/d) – use age 	dependent modelling?</a:t>
            </a:r>
          </a:p>
          <a:p>
            <a:pPr marL="0" indent="0" hangingPunct="0">
              <a:buNone/>
            </a:pPr>
            <a:endParaRPr lang="en-GB" sz="825"/>
          </a:p>
          <a:p>
            <a:pPr marL="0" indent="0" hangingPunct="0">
              <a:buNone/>
            </a:pPr>
            <a:endParaRPr lang="en-GB"/>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73</a:t>
            </a:fld>
            <a:endParaRPr lang="nl-NL"/>
          </a:p>
        </p:txBody>
      </p:sp>
      <p:graphicFrame>
        <p:nvGraphicFramePr>
          <p:cNvPr id="9" name="Table 3">
            <a:extLst>
              <a:ext uri="{FF2B5EF4-FFF2-40B4-BE49-F238E27FC236}">
                <a16:creationId xmlns:a16="http://schemas.microsoft.com/office/drawing/2014/main" id="{9BF77EC3-30E2-4A35-8460-E274B97D7650}"/>
              </a:ext>
            </a:extLst>
          </p:cNvPr>
          <p:cNvGraphicFramePr>
            <a:graphicFrameLocks noGrp="1"/>
          </p:cNvGraphicFramePr>
          <p:nvPr/>
        </p:nvGraphicFramePr>
        <p:xfrm>
          <a:off x="191811" y="2903257"/>
          <a:ext cx="4380189" cy="1966314"/>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535430">
                  <a:extLst>
                    <a:ext uri="{9D8B030D-6E8A-4147-A177-3AD203B41FA5}">
                      <a16:colId xmlns:a16="http://schemas.microsoft.com/office/drawing/2014/main" val="355708113"/>
                    </a:ext>
                  </a:extLst>
                </a:gridCol>
              </a:tblGrid>
              <a:tr h="655438">
                <a:tc>
                  <a:txBody>
                    <a:bodyPr/>
                    <a:lstStyle/>
                    <a:p>
                      <a:endParaRPr lang="nl-NL" sz="1800"/>
                    </a:p>
                  </a:txBody>
                  <a:tcPr marL="68580" marR="68580" marT="34290" marB="34290"/>
                </a:tc>
                <a:tc>
                  <a:txBody>
                    <a:bodyPr/>
                    <a:lstStyle/>
                    <a:p>
                      <a:pPr algn="ctr"/>
                      <a:r>
                        <a:rPr lang="en-US" sz="1800"/>
                        <a:t>Evaluation with AI</a:t>
                      </a:r>
                      <a:endParaRPr lang="nl-NL" sz="1800"/>
                    </a:p>
                  </a:txBody>
                  <a:tcPr marL="68580" marR="68580" marT="34290" marB="34290"/>
                </a:tc>
                <a:extLst>
                  <a:ext uri="{0D108BD9-81ED-4DB2-BD59-A6C34878D82A}">
                    <a16:rowId xmlns:a16="http://schemas.microsoft.com/office/drawing/2014/main" val="1878934290"/>
                  </a:ext>
                </a:extLst>
              </a:tr>
              <a:tr h="655438">
                <a:tc>
                  <a:txBody>
                    <a:bodyPr/>
                    <a:lstStyle/>
                    <a:p>
                      <a:r>
                        <a:rPr lang="en-US" sz="1800"/>
                        <a:t>Girls 1-9 yr. (0,9]</a:t>
                      </a:r>
                      <a:endParaRPr lang="nl-NL" sz="1800"/>
                    </a:p>
                  </a:txBody>
                  <a:tcPr marL="68580" marR="68580" marT="34290" marB="34290"/>
                </a:tc>
                <a:tc>
                  <a:txBody>
                    <a:bodyPr/>
                    <a:lstStyle/>
                    <a:p>
                      <a:r>
                        <a:rPr lang="en-US" sz="1800"/>
                        <a:t>2</a:t>
                      </a:r>
                      <a:endParaRPr lang="nl-NL" sz="1800"/>
                    </a:p>
                  </a:txBody>
                  <a:tcPr marL="68580" marR="68580" marT="34290" marB="34290"/>
                </a:tc>
                <a:extLst>
                  <a:ext uri="{0D108BD9-81ED-4DB2-BD59-A6C34878D82A}">
                    <a16:rowId xmlns:a16="http://schemas.microsoft.com/office/drawing/2014/main" val="3370325470"/>
                  </a:ext>
                </a:extLst>
              </a:tr>
              <a:tr h="655438">
                <a:tc>
                  <a:txBody>
                    <a:bodyPr/>
                    <a:lstStyle/>
                    <a:p>
                      <a:r>
                        <a:rPr lang="en-US" sz="1800"/>
                        <a:t>Girls 10-17 yr. (9-17]</a:t>
                      </a:r>
                      <a:endParaRPr lang="nl-NL" sz="1800"/>
                    </a:p>
                  </a:txBody>
                  <a:tcPr marL="68580" marR="68580" marT="34290" marB="34290"/>
                </a:tc>
                <a:tc>
                  <a:txBody>
                    <a:bodyPr/>
                    <a:lstStyle/>
                    <a:p>
                      <a:r>
                        <a:rPr lang="en-US" sz="1800"/>
                        <a:t>0</a:t>
                      </a:r>
                      <a:endParaRPr lang="nl-NL" sz="1800"/>
                    </a:p>
                  </a:txBody>
                  <a:tcPr marL="68580" marR="68580" marT="34290" marB="34290"/>
                </a:tc>
                <a:extLst>
                  <a:ext uri="{0D108BD9-81ED-4DB2-BD59-A6C34878D82A}">
                    <a16:rowId xmlns:a16="http://schemas.microsoft.com/office/drawing/2014/main" val="1515492798"/>
                  </a:ext>
                </a:extLst>
              </a:tr>
            </a:tbl>
          </a:graphicData>
        </a:graphic>
      </p:graphicFrame>
      <p:sp>
        <p:nvSpPr>
          <p:cNvPr id="5" name="TextBox 4">
            <a:extLst>
              <a:ext uri="{FF2B5EF4-FFF2-40B4-BE49-F238E27FC236}">
                <a16:creationId xmlns:a16="http://schemas.microsoft.com/office/drawing/2014/main" id="{3A0A7056-A223-4472-A9A4-EBFECC254C8E}"/>
              </a:ext>
            </a:extLst>
          </p:cNvPr>
          <p:cNvSpPr txBox="1"/>
          <p:nvPr/>
        </p:nvSpPr>
        <p:spPr>
          <a:xfrm>
            <a:off x="51385" y="5020840"/>
            <a:ext cx="4863515" cy="646331"/>
          </a:xfrm>
          <a:prstGeom prst="rect">
            <a:avLst/>
          </a:prstGeom>
          <a:noFill/>
        </p:spPr>
        <p:txBody>
          <a:bodyPr wrap="square" rtlCol="0">
            <a:spAutoFit/>
          </a:bodyPr>
          <a:lstStyle/>
          <a:p>
            <a:r>
              <a:rPr lang="en-US"/>
              <a:t>Check: spade_DNFCSmanual_ca_f_girls_AI_AI2</a:t>
            </a:r>
            <a:endParaRPr lang="nl-NL"/>
          </a:p>
        </p:txBody>
      </p:sp>
      <p:graphicFrame>
        <p:nvGraphicFramePr>
          <p:cNvPr id="7" name="Table 7">
            <a:extLst>
              <a:ext uri="{FF2B5EF4-FFF2-40B4-BE49-F238E27FC236}">
                <a16:creationId xmlns:a16="http://schemas.microsoft.com/office/drawing/2014/main" id="{0C695F46-5DDC-43C9-9991-96C238E6B2C5}"/>
              </a:ext>
            </a:extLst>
          </p:cNvPr>
          <p:cNvGraphicFramePr>
            <a:graphicFrameLocks noGrp="1"/>
          </p:cNvGraphicFramePr>
          <p:nvPr/>
        </p:nvGraphicFramePr>
        <p:xfrm>
          <a:off x="5339765" y="2691258"/>
          <a:ext cx="3592034" cy="2880360"/>
        </p:xfrm>
        <a:graphic>
          <a:graphicData uri="http://schemas.openxmlformats.org/drawingml/2006/table">
            <a:tbl>
              <a:tblPr firstRow="1" bandRow="1">
                <a:tableStyleId>{5C22544A-7EE6-4342-B048-85BDC9FD1C3A}</a:tableStyleId>
              </a:tblPr>
              <a:tblGrid>
                <a:gridCol w="731073">
                  <a:extLst>
                    <a:ext uri="{9D8B030D-6E8A-4147-A177-3AD203B41FA5}">
                      <a16:colId xmlns:a16="http://schemas.microsoft.com/office/drawing/2014/main" val="3027955431"/>
                    </a:ext>
                  </a:extLst>
                </a:gridCol>
                <a:gridCol w="743388">
                  <a:extLst>
                    <a:ext uri="{9D8B030D-6E8A-4147-A177-3AD203B41FA5}">
                      <a16:colId xmlns:a16="http://schemas.microsoft.com/office/drawing/2014/main" val="4051242694"/>
                    </a:ext>
                  </a:extLst>
                </a:gridCol>
                <a:gridCol w="939998">
                  <a:extLst>
                    <a:ext uri="{9D8B030D-6E8A-4147-A177-3AD203B41FA5}">
                      <a16:colId xmlns:a16="http://schemas.microsoft.com/office/drawing/2014/main" val="3007231855"/>
                    </a:ext>
                  </a:extLst>
                </a:gridCol>
                <a:gridCol w="1177575">
                  <a:extLst>
                    <a:ext uri="{9D8B030D-6E8A-4147-A177-3AD203B41FA5}">
                      <a16:colId xmlns:a16="http://schemas.microsoft.com/office/drawing/2014/main" val="3646837854"/>
                    </a:ext>
                  </a:extLst>
                </a:gridCol>
              </a:tblGrid>
              <a:tr h="377190">
                <a:tc>
                  <a:txBody>
                    <a:bodyPr/>
                    <a:lstStyle/>
                    <a:p>
                      <a:r>
                        <a:rPr lang="en-US" sz="1000"/>
                        <a:t>age</a:t>
                      </a:r>
                      <a:endParaRPr lang="nl-NL" sz="1000"/>
                    </a:p>
                  </a:txBody>
                  <a:tcPr marL="68580" marR="68580" marT="34290" marB="34290"/>
                </a:tc>
                <a:tc>
                  <a:txBody>
                    <a:bodyPr/>
                    <a:lstStyle/>
                    <a:p>
                      <a:r>
                        <a:rPr lang="en-US" sz="1000"/>
                        <a:t>AI</a:t>
                      </a:r>
                      <a:endParaRPr lang="nl-NL" sz="1000"/>
                    </a:p>
                  </a:txBody>
                  <a:tcPr marL="68580" marR="68580" marT="34290" marB="34290"/>
                </a:tc>
                <a:tc>
                  <a:txBody>
                    <a:bodyPr/>
                    <a:lstStyle/>
                    <a:p>
                      <a:r>
                        <a:rPr lang="en-US" sz="1000"/>
                        <a:t>median</a:t>
                      </a:r>
                      <a:endParaRPr lang="nl-NL" sz="1000"/>
                    </a:p>
                  </a:txBody>
                  <a:tcPr marL="68580" marR="68580" marT="34290" marB="34290"/>
                </a:tc>
                <a:tc>
                  <a:txBody>
                    <a:bodyPr/>
                    <a:lstStyle/>
                    <a:p>
                      <a:r>
                        <a:rPr lang="en-US" sz="1000"/>
                        <a:t>Evaluation </a:t>
                      </a:r>
                    </a:p>
                    <a:p>
                      <a:r>
                        <a:rPr lang="en-US" sz="1000"/>
                        <a:t>with AI</a:t>
                      </a:r>
                      <a:endParaRPr lang="nl-NL" sz="1000"/>
                    </a:p>
                  </a:txBody>
                  <a:tcPr marL="68580" marR="68580" marT="34290" marB="34290"/>
                </a:tc>
                <a:extLst>
                  <a:ext uri="{0D108BD9-81ED-4DB2-BD59-A6C34878D82A}">
                    <a16:rowId xmlns:a16="http://schemas.microsoft.com/office/drawing/2014/main" val="3137819100"/>
                  </a:ext>
                </a:extLst>
              </a:tr>
              <a:tr h="278130">
                <a:tc>
                  <a:txBody>
                    <a:bodyPr/>
                    <a:lstStyle/>
                    <a:p>
                      <a:r>
                        <a:rPr lang="en-US" sz="1000"/>
                        <a:t>1</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633</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704449820"/>
                  </a:ext>
                </a:extLst>
              </a:tr>
              <a:tr h="278130">
                <a:tc>
                  <a:txBody>
                    <a:bodyPr/>
                    <a:lstStyle/>
                    <a:p>
                      <a:r>
                        <a:rPr lang="en-US" sz="1000"/>
                        <a:t>2</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642</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271579186"/>
                  </a:ext>
                </a:extLst>
              </a:tr>
              <a:tr h="278130">
                <a:tc>
                  <a:txBody>
                    <a:bodyPr/>
                    <a:lstStyle/>
                    <a:p>
                      <a:r>
                        <a:rPr lang="en-US" sz="1000"/>
                        <a:t>3</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653</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2024729003"/>
                  </a:ext>
                </a:extLst>
              </a:tr>
              <a:tr h="278130">
                <a:tc>
                  <a:txBody>
                    <a:bodyPr/>
                    <a:lstStyle/>
                    <a:p>
                      <a:r>
                        <a:rPr lang="en-US" sz="1000"/>
                        <a:t>4</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653</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3588503425"/>
                  </a:ext>
                </a:extLst>
              </a:tr>
              <a:tr h="278130">
                <a:tc>
                  <a:txBody>
                    <a:bodyPr/>
                    <a:lstStyle/>
                    <a:p>
                      <a:r>
                        <a:rPr lang="en-US" sz="1000"/>
                        <a:t>5</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671</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182039461"/>
                  </a:ext>
                </a:extLst>
              </a:tr>
              <a:tr h="278130">
                <a:tc>
                  <a:txBody>
                    <a:bodyPr/>
                    <a:lstStyle/>
                    <a:p>
                      <a:r>
                        <a:rPr lang="en-US" sz="1000"/>
                        <a:t>6</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676</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1114133711"/>
                  </a:ext>
                </a:extLst>
              </a:tr>
              <a:tr h="278130">
                <a:tc>
                  <a:txBody>
                    <a:bodyPr/>
                    <a:lstStyle/>
                    <a:p>
                      <a:r>
                        <a:rPr lang="en-US" sz="1000"/>
                        <a:t>7</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694</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80107012"/>
                  </a:ext>
                </a:extLst>
              </a:tr>
              <a:tr h="278130">
                <a:tc>
                  <a:txBody>
                    <a:bodyPr/>
                    <a:lstStyle/>
                    <a:p>
                      <a:r>
                        <a:rPr lang="en-US" sz="1000"/>
                        <a:t>8</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690</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379059699"/>
                  </a:ext>
                </a:extLst>
              </a:tr>
              <a:tr h="278130">
                <a:tc>
                  <a:txBody>
                    <a:bodyPr/>
                    <a:lstStyle/>
                    <a:p>
                      <a:r>
                        <a:rPr lang="en-US" sz="1000"/>
                        <a:t>9</a:t>
                      </a:r>
                      <a:endParaRPr lang="nl-NL" sz="1000"/>
                    </a:p>
                  </a:txBody>
                  <a:tcPr marL="68580" marR="68580" marT="34290" marB="34290"/>
                </a:tc>
                <a:tc>
                  <a:txBody>
                    <a:bodyPr/>
                    <a:lstStyle/>
                    <a:p>
                      <a:r>
                        <a:rPr lang="en-US" sz="1000"/>
                        <a:t>1100</a:t>
                      </a:r>
                      <a:endParaRPr lang="nl-NL" sz="1000"/>
                    </a:p>
                  </a:txBody>
                  <a:tcPr marL="68580" marR="68580" marT="34290" marB="34290"/>
                </a:tc>
                <a:tc>
                  <a:txBody>
                    <a:bodyPr/>
                    <a:lstStyle/>
                    <a:p>
                      <a:r>
                        <a:rPr lang="en-US" sz="1000"/>
                        <a:t>701</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212645178"/>
                  </a:ext>
                </a:extLst>
              </a:tr>
            </a:tbl>
          </a:graphicData>
        </a:graphic>
      </p:graphicFrame>
      <p:cxnSp>
        <p:nvCxnSpPr>
          <p:cNvPr id="12" name="Straight Arrow Connector 11">
            <a:extLst>
              <a:ext uri="{FF2B5EF4-FFF2-40B4-BE49-F238E27FC236}">
                <a16:creationId xmlns:a16="http://schemas.microsoft.com/office/drawing/2014/main" id="{44C80344-70DF-4BC8-B95A-B407BAF35C4A}"/>
              </a:ext>
            </a:extLst>
          </p:cNvPr>
          <p:cNvCxnSpPr/>
          <p:nvPr/>
        </p:nvCxnSpPr>
        <p:spPr>
          <a:xfrm>
            <a:off x="4572000" y="3886412"/>
            <a:ext cx="767765"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E86EE5CE-1ABC-8F02-53B9-D47FF8F81ADC}"/>
              </a:ext>
            </a:extLst>
          </p:cNvPr>
          <p:cNvSpPr>
            <a:spLocks noGrp="1"/>
          </p:cNvSpPr>
          <p:nvPr>
            <p:ph type="dt" sz="half" idx="10"/>
          </p:nvPr>
        </p:nvSpPr>
        <p:spPr/>
        <p:txBody>
          <a:bodyPr/>
          <a:lstStyle/>
          <a:p>
            <a:r>
              <a:rPr lang="nl-NL"/>
              <a:t>Zero Hidden Hunger, July 8-9, 2025 </a:t>
            </a:r>
          </a:p>
        </p:txBody>
      </p:sp>
      <p:sp>
        <p:nvSpPr>
          <p:cNvPr id="4" name="Footer Placeholder 3">
            <a:extLst>
              <a:ext uri="{FF2B5EF4-FFF2-40B4-BE49-F238E27FC236}">
                <a16:creationId xmlns:a16="http://schemas.microsoft.com/office/drawing/2014/main" id="{F32AE4A0-A96A-4672-8BF0-BC3049E87D75}"/>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13600939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numCol="1">
            <a:normAutofit/>
          </a:bodyPr>
          <a:lstStyle/>
          <a:p>
            <a:pPr marL="234900" lvl="1" indent="0" hangingPunct="0">
              <a:buNone/>
            </a:pPr>
            <a:r>
              <a:rPr lang="en-GB" sz="2100" b="1">
                <a:solidFill>
                  <a:schemeClr val="tx2"/>
                </a:solidFill>
              </a:rPr>
              <a:t>Results exercise 4b                                     	</a:t>
            </a:r>
            <a:endParaRPr lang="en-GB"/>
          </a:p>
          <a:p>
            <a:pPr marL="342900" indent="-342900" hangingPunct="0">
              <a:buAutoNum type="arabicParenR"/>
            </a:pPr>
            <a:endParaRPr lang="nl-NL" sz="825"/>
          </a:p>
          <a:p>
            <a:pPr marL="0" indent="0" hangingPunct="0">
              <a:buNone/>
            </a:pPr>
            <a:r>
              <a:rPr lang="en-GB"/>
              <a:t>b) </a:t>
            </a:r>
            <a:r>
              <a:rPr lang="en-GB">
                <a:solidFill>
                  <a:schemeClr val="accent4"/>
                </a:solidFill>
              </a:rPr>
              <a:t>What is the weighted habitual calcium intake for girls 1-9 and 10-	17 </a:t>
            </a:r>
            <a:r>
              <a:rPr lang="en-GB" err="1">
                <a:solidFill>
                  <a:schemeClr val="accent4"/>
                </a:solidFill>
              </a:rPr>
              <a:t>yr</a:t>
            </a:r>
            <a:r>
              <a:rPr lang="en-GB">
                <a:solidFill>
                  <a:schemeClr val="accent4"/>
                </a:solidFill>
              </a:rPr>
              <a:t> (10th, 50th and 90th percentile) and what is the result of 	the comparison with the AI (i.e. 500-1100 µg/d) – use age 	dependent modelling?</a:t>
            </a:r>
          </a:p>
          <a:p>
            <a:pPr marL="0" indent="0" hangingPunct="0">
              <a:buNone/>
            </a:pPr>
            <a:endParaRPr lang="en-GB" sz="825"/>
          </a:p>
          <a:p>
            <a:pPr marL="0" indent="0" hangingPunct="0">
              <a:buNone/>
            </a:pPr>
            <a:endParaRPr lang="en-GB"/>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74</a:t>
            </a:fld>
            <a:endParaRPr lang="nl-NL"/>
          </a:p>
        </p:txBody>
      </p:sp>
      <p:graphicFrame>
        <p:nvGraphicFramePr>
          <p:cNvPr id="9" name="Table 3">
            <a:extLst>
              <a:ext uri="{FF2B5EF4-FFF2-40B4-BE49-F238E27FC236}">
                <a16:creationId xmlns:a16="http://schemas.microsoft.com/office/drawing/2014/main" id="{9BF77EC3-30E2-4A35-8460-E274B97D7650}"/>
              </a:ext>
            </a:extLst>
          </p:cNvPr>
          <p:cNvGraphicFramePr>
            <a:graphicFrameLocks noGrp="1"/>
          </p:cNvGraphicFramePr>
          <p:nvPr/>
        </p:nvGraphicFramePr>
        <p:xfrm>
          <a:off x="191811" y="2903257"/>
          <a:ext cx="4380189" cy="1966314"/>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535430">
                  <a:extLst>
                    <a:ext uri="{9D8B030D-6E8A-4147-A177-3AD203B41FA5}">
                      <a16:colId xmlns:a16="http://schemas.microsoft.com/office/drawing/2014/main" val="355708113"/>
                    </a:ext>
                  </a:extLst>
                </a:gridCol>
              </a:tblGrid>
              <a:tr h="655438">
                <a:tc>
                  <a:txBody>
                    <a:bodyPr/>
                    <a:lstStyle/>
                    <a:p>
                      <a:endParaRPr lang="nl-NL" sz="1800"/>
                    </a:p>
                  </a:txBody>
                  <a:tcPr marL="68580" marR="68580" marT="34290" marB="34290"/>
                </a:tc>
                <a:tc>
                  <a:txBody>
                    <a:bodyPr/>
                    <a:lstStyle/>
                    <a:p>
                      <a:pPr algn="ctr"/>
                      <a:r>
                        <a:rPr lang="en-US" sz="1800"/>
                        <a:t>Evaluation with AI</a:t>
                      </a:r>
                      <a:endParaRPr lang="nl-NL" sz="1800"/>
                    </a:p>
                  </a:txBody>
                  <a:tcPr marL="68580" marR="68580" marT="34290" marB="34290"/>
                </a:tc>
                <a:extLst>
                  <a:ext uri="{0D108BD9-81ED-4DB2-BD59-A6C34878D82A}">
                    <a16:rowId xmlns:a16="http://schemas.microsoft.com/office/drawing/2014/main" val="1878934290"/>
                  </a:ext>
                </a:extLst>
              </a:tr>
              <a:tr h="655438">
                <a:tc>
                  <a:txBody>
                    <a:bodyPr/>
                    <a:lstStyle/>
                    <a:p>
                      <a:r>
                        <a:rPr lang="en-US" sz="1800"/>
                        <a:t>Girls 1-9 yr. (0,9]</a:t>
                      </a:r>
                      <a:endParaRPr lang="nl-NL" sz="1800"/>
                    </a:p>
                  </a:txBody>
                  <a:tcPr marL="68580" marR="68580" marT="34290" marB="34290"/>
                </a:tc>
                <a:tc>
                  <a:txBody>
                    <a:bodyPr/>
                    <a:lstStyle/>
                    <a:p>
                      <a:r>
                        <a:rPr lang="en-US" sz="1800"/>
                        <a:t>2</a:t>
                      </a:r>
                      <a:endParaRPr lang="nl-NL" sz="1800"/>
                    </a:p>
                  </a:txBody>
                  <a:tcPr marL="68580" marR="68580" marT="34290" marB="34290"/>
                </a:tc>
                <a:extLst>
                  <a:ext uri="{0D108BD9-81ED-4DB2-BD59-A6C34878D82A}">
                    <a16:rowId xmlns:a16="http://schemas.microsoft.com/office/drawing/2014/main" val="3370325470"/>
                  </a:ext>
                </a:extLst>
              </a:tr>
              <a:tr h="655438">
                <a:tc>
                  <a:txBody>
                    <a:bodyPr/>
                    <a:lstStyle/>
                    <a:p>
                      <a:r>
                        <a:rPr lang="en-US" sz="1800"/>
                        <a:t>Girls 10-17 yr. (9-17]</a:t>
                      </a:r>
                      <a:endParaRPr lang="nl-NL" sz="1800"/>
                    </a:p>
                  </a:txBody>
                  <a:tcPr marL="68580" marR="68580" marT="34290" marB="34290"/>
                </a:tc>
                <a:tc>
                  <a:txBody>
                    <a:bodyPr/>
                    <a:lstStyle/>
                    <a:p>
                      <a:r>
                        <a:rPr lang="en-US" sz="1800"/>
                        <a:t>0</a:t>
                      </a:r>
                      <a:endParaRPr lang="nl-NL" sz="1800"/>
                    </a:p>
                  </a:txBody>
                  <a:tcPr marL="68580" marR="68580" marT="34290" marB="34290"/>
                </a:tc>
                <a:extLst>
                  <a:ext uri="{0D108BD9-81ED-4DB2-BD59-A6C34878D82A}">
                    <a16:rowId xmlns:a16="http://schemas.microsoft.com/office/drawing/2014/main" val="1515492798"/>
                  </a:ext>
                </a:extLst>
              </a:tr>
            </a:tbl>
          </a:graphicData>
        </a:graphic>
      </p:graphicFrame>
      <p:sp>
        <p:nvSpPr>
          <p:cNvPr id="5" name="TextBox 4">
            <a:extLst>
              <a:ext uri="{FF2B5EF4-FFF2-40B4-BE49-F238E27FC236}">
                <a16:creationId xmlns:a16="http://schemas.microsoft.com/office/drawing/2014/main" id="{3A0A7056-A223-4472-A9A4-EBFECC254C8E}"/>
              </a:ext>
            </a:extLst>
          </p:cNvPr>
          <p:cNvSpPr txBox="1"/>
          <p:nvPr/>
        </p:nvSpPr>
        <p:spPr>
          <a:xfrm>
            <a:off x="51385" y="5020840"/>
            <a:ext cx="4863515" cy="646331"/>
          </a:xfrm>
          <a:prstGeom prst="rect">
            <a:avLst/>
          </a:prstGeom>
          <a:noFill/>
        </p:spPr>
        <p:txBody>
          <a:bodyPr wrap="square" rtlCol="0">
            <a:spAutoFit/>
          </a:bodyPr>
          <a:lstStyle/>
          <a:p>
            <a:r>
              <a:rPr lang="en-US"/>
              <a:t>Check: spade_DNFCSmanual_ca_f_girls_AI_AI2</a:t>
            </a:r>
            <a:endParaRPr lang="nl-NL"/>
          </a:p>
        </p:txBody>
      </p:sp>
      <p:graphicFrame>
        <p:nvGraphicFramePr>
          <p:cNvPr id="7" name="Table 7">
            <a:extLst>
              <a:ext uri="{FF2B5EF4-FFF2-40B4-BE49-F238E27FC236}">
                <a16:creationId xmlns:a16="http://schemas.microsoft.com/office/drawing/2014/main" id="{0C695F46-5DDC-43C9-9991-96C238E6B2C5}"/>
              </a:ext>
            </a:extLst>
          </p:cNvPr>
          <p:cNvGraphicFramePr>
            <a:graphicFrameLocks noGrp="1"/>
          </p:cNvGraphicFramePr>
          <p:nvPr/>
        </p:nvGraphicFramePr>
        <p:xfrm>
          <a:off x="5339765" y="2691258"/>
          <a:ext cx="3592034" cy="2880360"/>
        </p:xfrm>
        <a:graphic>
          <a:graphicData uri="http://schemas.openxmlformats.org/drawingml/2006/table">
            <a:tbl>
              <a:tblPr firstRow="1" bandRow="1">
                <a:tableStyleId>{5C22544A-7EE6-4342-B048-85BDC9FD1C3A}</a:tableStyleId>
              </a:tblPr>
              <a:tblGrid>
                <a:gridCol w="731073">
                  <a:extLst>
                    <a:ext uri="{9D8B030D-6E8A-4147-A177-3AD203B41FA5}">
                      <a16:colId xmlns:a16="http://schemas.microsoft.com/office/drawing/2014/main" val="3027955431"/>
                    </a:ext>
                  </a:extLst>
                </a:gridCol>
                <a:gridCol w="743388">
                  <a:extLst>
                    <a:ext uri="{9D8B030D-6E8A-4147-A177-3AD203B41FA5}">
                      <a16:colId xmlns:a16="http://schemas.microsoft.com/office/drawing/2014/main" val="4051242694"/>
                    </a:ext>
                  </a:extLst>
                </a:gridCol>
                <a:gridCol w="939998">
                  <a:extLst>
                    <a:ext uri="{9D8B030D-6E8A-4147-A177-3AD203B41FA5}">
                      <a16:colId xmlns:a16="http://schemas.microsoft.com/office/drawing/2014/main" val="3007231855"/>
                    </a:ext>
                  </a:extLst>
                </a:gridCol>
                <a:gridCol w="1177575">
                  <a:extLst>
                    <a:ext uri="{9D8B030D-6E8A-4147-A177-3AD203B41FA5}">
                      <a16:colId xmlns:a16="http://schemas.microsoft.com/office/drawing/2014/main" val="3646837854"/>
                    </a:ext>
                  </a:extLst>
                </a:gridCol>
              </a:tblGrid>
              <a:tr h="377190">
                <a:tc>
                  <a:txBody>
                    <a:bodyPr/>
                    <a:lstStyle/>
                    <a:p>
                      <a:r>
                        <a:rPr lang="en-US" sz="1000"/>
                        <a:t>age</a:t>
                      </a:r>
                      <a:endParaRPr lang="nl-NL" sz="1000"/>
                    </a:p>
                  </a:txBody>
                  <a:tcPr marL="68580" marR="68580" marT="34290" marB="34290"/>
                </a:tc>
                <a:tc>
                  <a:txBody>
                    <a:bodyPr/>
                    <a:lstStyle/>
                    <a:p>
                      <a:r>
                        <a:rPr lang="en-US" sz="1000"/>
                        <a:t>AI</a:t>
                      </a:r>
                      <a:endParaRPr lang="nl-NL" sz="1000"/>
                    </a:p>
                  </a:txBody>
                  <a:tcPr marL="68580" marR="68580" marT="34290" marB="34290"/>
                </a:tc>
                <a:tc>
                  <a:txBody>
                    <a:bodyPr/>
                    <a:lstStyle/>
                    <a:p>
                      <a:r>
                        <a:rPr lang="en-US" sz="1000"/>
                        <a:t>median</a:t>
                      </a:r>
                      <a:endParaRPr lang="nl-NL" sz="1000"/>
                    </a:p>
                  </a:txBody>
                  <a:tcPr marL="68580" marR="68580" marT="34290" marB="34290"/>
                </a:tc>
                <a:tc>
                  <a:txBody>
                    <a:bodyPr/>
                    <a:lstStyle/>
                    <a:p>
                      <a:r>
                        <a:rPr lang="en-US" sz="1000"/>
                        <a:t>Evaluation </a:t>
                      </a:r>
                    </a:p>
                    <a:p>
                      <a:r>
                        <a:rPr lang="en-US" sz="1000"/>
                        <a:t>with AI</a:t>
                      </a:r>
                      <a:endParaRPr lang="nl-NL" sz="1000"/>
                    </a:p>
                  </a:txBody>
                  <a:tcPr marL="68580" marR="68580" marT="34290" marB="34290"/>
                </a:tc>
                <a:extLst>
                  <a:ext uri="{0D108BD9-81ED-4DB2-BD59-A6C34878D82A}">
                    <a16:rowId xmlns:a16="http://schemas.microsoft.com/office/drawing/2014/main" val="3137819100"/>
                  </a:ext>
                </a:extLst>
              </a:tr>
              <a:tr h="278130">
                <a:tc>
                  <a:txBody>
                    <a:bodyPr/>
                    <a:lstStyle/>
                    <a:p>
                      <a:r>
                        <a:rPr lang="en-US" sz="1000"/>
                        <a:t>1</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646</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704449820"/>
                  </a:ext>
                </a:extLst>
              </a:tr>
              <a:tr h="278130">
                <a:tc>
                  <a:txBody>
                    <a:bodyPr/>
                    <a:lstStyle/>
                    <a:p>
                      <a:r>
                        <a:rPr lang="en-US" sz="1000"/>
                        <a:t>2</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633</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271579186"/>
                  </a:ext>
                </a:extLst>
              </a:tr>
              <a:tr h="278130">
                <a:tc>
                  <a:txBody>
                    <a:bodyPr/>
                    <a:lstStyle/>
                    <a:p>
                      <a:r>
                        <a:rPr lang="en-US" sz="1000"/>
                        <a:t>3</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664</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2024729003"/>
                  </a:ext>
                </a:extLst>
              </a:tr>
              <a:tr h="278130">
                <a:tc>
                  <a:txBody>
                    <a:bodyPr/>
                    <a:lstStyle/>
                    <a:p>
                      <a:r>
                        <a:rPr lang="en-US" sz="1000"/>
                        <a:t>4</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676</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3588503425"/>
                  </a:ext>
                </a:extLst>
              </a:tr>
              <a:tr h="278130">
                <a:tc>
                  <a:txBody>
                    <a:bodyPr/>
                    <a:lstStyle/>
                    <a:p>
                      <a:r>
                        <a:rPr lang="en-US" sz="1000"/>
                        <a:t>5</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678</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182039461"/>
                  </a:ext>
                </a:extLst>
              </a:tr>
              <a:tr h="278130">
                <a:tc>
                  <a:txBody>
                    <a:bodyPr/>
                    <a:lstStyle/>
                    <a:p>
                      <a:r>
                        <a:rPr lang="en-US" sz="1000"/>
                        <a:t>6</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685</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1114133711"/>
                  </a:ext>
                </a:extLst>
              </a:tr>
              <a:tr h="278130">
                <a:tc>
                  <a:txBody>
                    <a:bodyPr/>
                    <a:lstStyle/>
                    <a:p>
                      <a:r>
                        <a:rPr lang="en-US" sz="1000"/>
                        <a:t>7</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692</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80107012"/>
                  </a:ext>
                </a:extLst>
              </a:tr>
              <a:tr h="278130">
                <a:tc>
                  <a:txBody>
                    <a:bodyPr/>
                    <a:lstStyle/>
                    <a:p>
                      <a:r>
                        <a:rPr lang="en-US" sz="1000"/>
                        <a:t>8</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698</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379059699"/>
                  </a:ext>
                </a:extLst>
              </a:tr>
              <a:tr h="278130">
                <a:tc>
                  <a:txBody>
                    <a:bodyPr/>
                    <a:lstStyle/>
                    <a:p>
                      <a:r>
                        <a:rPr lang="en-US" sz="1000"/>
                        <a:t>9</a:t>
                      </a:r>
                      <a:endParaRPr lang="nl-NL" sz="1000"/>
                    </a:p>
                  </a:txBody>
                  <a:tcPr marL="68580" marR="68580" marT="34290" marB="34290"/>
                </a:tc>
                <a:tc>
                  <a:txBody>
                    <a:bodyPr/>
                    <a:lstStyle/>
                    <a:p>
                      <a:r>
                        <a:rPr lang="en-US" sz="1000"/>
                        <a:t>1100</a:t>
                      </a:r>
                      <a:endParaRPr lang="nl-NL" sz="1000"/>
                    </a:p>
                  </a:txBody>
                  <a:tcPr marL="68580" marR="68580" marT="34290" marB="34290"/>
                </a:tc>
                <a:tc>
                  <a:txBody>
                    <a:bodyPr/>
                    <a:lstStyle/>
                    <a:p>
                      <a:r>
                        <a:rPr lang="en-US" sz="1000"/>
                        <a:t>703</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212645178"/>
                  </a:ext>
                </a:extLst>
              </a:tr>
            </a:tbl>
          </a:graphicData>
        </a:graphic>
      </p:graphicFrame>
      <p:cxnSp>
        <p:nvCxnSpPr>
          <p:cNvPr id="12" name="Straight Arrow Connector 11">
            <a:extLst>
              <a:ext uri="{FF2B5EF4-FFF2-40B4-BE49-F238E27FC236}">
                <a16:creationId xmlns:a16="http://schemas.microsoft.com/office/drawing/2014/main" id="{44C80344-70DF-4BC8-B95A-B407BAF35C4A}"/>
              </a:ext>
            </a:extLst>
          </p:cNvPr>
          <p:cNvCxnSpPr/>
          <p:nvPr/>
        </p:nvCxnSpPr>
        <p:spPr>
          <a:xfrm>
            <a:off x="4572000" y="3886412"/>
            <a:ext cx="767765"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F7A98F7B-56DC-43D6-82B1-5907832342C0}"/>
              </a:ext>
            </a:extLst>
          </p:cNvPr>
          <p:cNvSpPr/>
          <p:nvPr/>
        </p:nvSpPr>
        <p:spPr>
          <a:xfrm>
            <a:off x="5063247" y="2691258"/>
            <a:ext cx="3604503" cy="1405299"/>
          </a:xfrm>
          <a:prstGeom prst="ellipse">
            <a:avLst/>
          </a:prstGeom>
          <a:noFill/>
          <a:ln w="539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4" name="TextBox 3">
            <a:extLst>
              <a:ext uri="{FF2B5EF4-FFF2-40B4-BE49-F238E27FC236}">
                <a16:creationId xmlns:a16="http://schemas.microsoft.com/office/drawing/2014/main" id="{B431C512-0191-436E-A1E7-18EF2CC94B30}"/>
              </a:ext>
            </a:extLst>
          </p:cNvPr>
          <p:cNvSpPr txBox="1"/>
          <p:nvPr/>
        </p:nvSpPr>
        <p:spPr>
          <a:xfrm>
            <a:off x="1324055" y="2840378"/>
            <a:ext cx="3752852" cy="1477328"/>
          </a:xfrm>
          <a:prstGeom prst="rect">
            <a:avLst/>
          </a:prstGeom>
          <a:solidFill>
            <a:schemeClr val="bg1"/>
          </a:solidFill>
        </p:spPr>
        <p:txBody>
          <a:bodyPr wrap="square" rtlCol="0">
            <a:spAutoFit/>
          </a:bodyPr>
          <a:lstStyle/>
          <a:p>
            <a:endParaRPr lang="en-US" sz="1350"/>
          </a:p>
          <a:p>
            <a:endParaRPr lang="en-US" sz="1350"/>
          </a:p>
          <a:p>
            <a:r>
              <a:rPr lang="en-US"/>
              <a:t>Low risk on inadequate intakes</a:t>
            </a:r>
          </a:p>
          <a:p>
            <a:endParaRPr lang="en-US" sz="1350"/>
          </a:p>
          <a:p>
            <a:endParaRPr lang="nl-NL" sz="1350"/>
          </a:p>
        </p:txBody>
      </p:sp>
      <p:sp>
        <p:nvSpPr>
          <p:cNvPr id="8" name="Date Placeholder 7">
            <a:extLst>
              <a:ext uri="{FF2B5EF4-FFF2-40B4-BE49-F238E27FC236}">
                <a16:creationId xmlns:a16="http://schemas.microsoft.com/office/drawing/2014/main" id="{D0176098-C263-88C5-E19F-7B413082CF96}"/>
              </a:ext>
            </a:extLst>
          </p:cNvPr>
          <p:cNvSpPr>
            <a:spLocks noGrp="1"/>
          </p:cNvSpPr>
          <p:nvPr>
            <p:ph type="dt" sz="half" idx="10"/>
          </p:nvPr>
        </p:nvSpPr>
        <p:spPr/>
        <p:txBody>
          <a:bodyPr/>
          <a:lstStyle/>
          <a:p>
            <a:r>
              <a:rPr lang="nl-NL"/>
              <a:t>Zero Hidden Hunger, July 8-9, 2025 </a:t>
            </a:r>
          </a:p>
        </p:txBody>
      </p:sp>
      <p:sp>
        <p:nvSpPr>
          <p:cNvPr id="10" name="Footer Placeholder 9">
            <a:extLst>
              <a:ext uri="{FF2B5EF4-FFF2-40B4-BE49-F238E27FC236}">
                <a16:creationId xmlns:a16="http://schemas.microsoft.com/office/drawing/2014/main" id="{EBCF8CCC-570D-EA93-3416-E2DC4E86667B}"/>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26372990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numCol="1">
            <a:normAutofit/>
          </a:bodyPr>
          <a:lstStyle/>
          <a:p>
            <a:pPr marL="234900" lvl="1" indent="0" hangingPunct="0">
              <a:buNone/>
            </a:pPr>
            <a:r>
              <a:rPr lang="en-GB" sz="2100" b="1">
                <a:solidFill>
                  <a:schemeClr val="tx2"/>
                </a:solidFill>
              </a:rPr>
              <a:t>Results exercise 4b	</a:t>
            </a:r>
            <a:endParaRPr lang="en-GB"/>
          </a:p>
          <a:p>
            <a:pPr marL="342900" indent="-342900" hangingPunct="0">
              <a:buAutoNum type="arabicParenR"/>
            </a:pPr>
            <a:endParaRPr lang="nl-NL" sz="825"/>
          </a:p>
          <a:p>
            <a:pPr marL="0" indent="0" hangingPunct="0">
              <a:buNone/>
            </a:pPr>
            <a:r>
              <a:rPr lang="en-GB"/>
              <a:t>b) </a:t>
            </a:r>
            <a:r>
              <a:rPr lang="en-GB">
                <a:solidFill>
                  <a:schemeClr val="accent4"/>
                </a:solidFill>
              </a:rPr>
              <a:t>What is the weighted habitual calcium intake for girls 1-9 and 10-	17 </a:t>
            </a:r>
            <a:r>
              <a:rPr lang="en-GB" err="1">
                <a:solidFill>
                  <a:schemeClr val="accent4"/>
                </a:solidFill>
              </a:rPr>
              <a:t>yr</a:t>
            </a:r>
            <a:r>
              <a:rPr lang="en-GB">
                <a:solidFill>
                  <a:schemeClr val="accent4"/>
                </a:solidFill>
              </a:rPr>
              <a:t> (10th, 50th and 90th percentile) and what is the result of 	the comparison with the AI (i.e. 500-1100 µg/d) – use age 	dependent modelling?</a:t>
            </a:r>
          </a:p>
          <a:p>
            <a:pPr marL="0" indent="0" hangingPunct="0">
              <a:buNone/>
            </a:pPr>
            <a:endParaRPr lang="en-GB" sz="825"/>
          </a:p>
          <a:p>
            <a:pPr marL="0" indent="0" hangingPunct="0">
              <a:buNone/>
            </a:pPr>
            <a:endParaRPr lang="en-GB"/>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75</a:t>
            </a:fld>
            <a:endParaRPr lang="nl-NL"/>
          </a:p>
        </p:txBody>
      </p:sp>
      <p:graphicFrame>
        <p:nvGraphicFramePr>
          <p:cNvPr id="9" name="Table 3">
            <a:extLst>
              <a:ext uri="{FF2B5EF4-FFF2-40B4-BE49-F238E27FC236}">
                <a16:creationId xmlns:a16="http://schemas.microsoft.com/office/drawing/2014/main" id="{9BF77EC3-30E2-4A35-8460-E274B97D7650}"/>
              </a:ext>
            </a:extLst>
          </p:cNvPr>
          <p:cNvGraphicFramePr>
            <a:graphicFrameLocks noGrp="1"/>
          </p:cNvGraphicFramePr>
          <p:nvPr/>
        </p:nvGraphicFramePr>
        <p:xfrm>
          <a:off x="191811" y="2903257"/>
          <a:ext cx="4380189" cy="1966314"/>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535430">
                  <a:extLst>
                    <a:ext uri="{9D8B030D-6E8A-4147-A177-3AD203B41FA5}">
                      <a16:colId xmlns:a16="http://schemas.microsoft.com/office/drawing/2014/main" val="355708113"/>
                    </a:ext>
                  </a:extLst>
                </a:gridCol>
              </a:tblGrid>
              <a:tr h="655438">
                <a:tc>
                  <a:txBody>
                    <a:bodyPr/>
                    <a:lstStyle/>
                    <a:p>
                      <a:endParaRPr lang="nl-NL" sz="1800"/>
                    </a:p>
                  </a:txBody>
                  <a:tcPr marL="68580" marR="68580" marT="34290" marB="34290"/>
                </a:tc>
                <a:tc>
                  <a:txBody>
                    <a:bodyPr/>
                    <a:lstStyle/>
                    <a:p>
                      <a:pPr algn="ctr"/>
                      <a:r>
                        <a:rPr lang="en-US" sz="1800"/>
                        <a:t>Evaluation with AI</a:t>
                      </a:r>
                      <a:endParaRPr lang="nl-NL" sz="1800"/>
                    </a:p>
                  </a:txBody>
                  <a:tcPr marL="68580" marR="68580" marT="34290" marB="34290"/>
                </a:tc>
                <a:extLst>
                  <a:ext uri="{0D108BD9-81ED-4DB2-BD59-A6C34878D82A}">
                    <a16:rowId xmlns:a16="http://schemas.microsoft.com/office/drawing/2014/main" val="1878934290"/>
                  </a:ext>
                </a:extLst>
              </a:tr>
              <a:tr h="655438">
                <a:tc>
                  <a:txBody>
                    <a:bodyPr/>
                    <a:lstStyle/>
                    <a:p>
                      <a:r>
                        <a:rPr lang="en-US" sz="1800"/>
                        <a:t>Girls 1-9 yr. (0,9]</a:t>
                      </a:r>
                      <a:endParaRPr lang="nl-NL" sz="1800"/>
                    </a:p>
                  </a:txBody>
                  <a:tcPr marL="68580" marR="68580" marT="34290" marB="34290"/>
                </a:tc>
                <a:tc>
                  <a:txBody>
                    <a:bodyPr/>
                    <a:lstStyle/>
                    <a:p>
                      <a:r>
                        <a:rPr lang="en-US" sz="1800"/>
                        <a:t>2</a:t>
                      </a:r>
                      <a:endParaRPr lang="nl-NL" sz="1800"/>
                    </a:p>
                  </a:txBody>
                  <a:tcPr marL="68580" marR="68580" marT="34290" marB="34290"/>
                </a:tc>
                <a:extLst>
                  <a:ext uri="{0D108BD9-81ED-4DB2-BD59-A6C34878D82A}">
                    <a16:rowId xmlns:a16="http://schemas.microsoft.com/office/drawing/2014/main" val="3370325470"/>
                  </a:ext>
                </a:extLst>
              </a:tr>
              <a:tr h="655438">
                <a:tc>
                  <a:txBody>
                    <a:bodyPr/>
                    <a:lstStyle/>
                    <a:p>
                      <a:r>
                        <a:rPr lang="en-US" sz="1800"/>
                        <a:t>Girls 10-17 yr. (9-17]</a:t>
                      </a:r>
                      <a:endParaRPr lang="nl-NL" sz="1800"/>
                    </a:p>
                  </a:txBody>
                  <a:tcPr marL="68580" marR="68580" marT="34290" marB="34290"/>
                </a:tc>
                <a:tc>
                  <a:txBody>
                    <a:bodyPr/>
                    <a:lstStyle/>
                    <a:p>
                      <a:r>
                        <a:rPr lang="en-US" sz="1800"/>
                        <a:t>0</a:t>
                      </a:r>
                      <a:endParaRPr lang="nl-NL" sz="1800"/>
                    </a:p>
                  </a:txBody>
                  <a:tcPr marL="68580" marR="68580" marT="34290" marB="34290"/>
                </a:tc>
                <a:extLst>
                  <a:ext uri="{0D108BD9-81ED-4DB2-BD59-A6C34878D82A}">
                    <a16:rowId xmlns:a16="http://schemas.microsoft.com/office/drawing/2014/main" val="1515492798"/>
                  </a:ext>
                </a:extLst>
              </a:tr>
            </a:tbl>
          </a:graphicData>
        </a:graphic>
      </p:graphicFrame>
      <p:sp>
        <p:nvSpPr>
          <p:cNvPr id="5" name="TextBox 4">
            <a:extLst>
              <a:ext uri="{FF2B5EF4-FFF2-40B4-BE49-F238E27FC236}">
                <a16:creationId xmlns:a16="http://schemas.microsoft.com/office/drawing/2014/main" id="{3A0A7056-A223-4472-A9A4-EBFECC254C8E}"/>
              </a:ext>
            </a:extLst>
          </p:cNvPr>
          <p:cNvSpPr txBox="1"/>
          <p:nvPr/>
        </p:nvSpPr>
        <p:spPr>
          <a:xfrm>
            <a:off x="51385" y="5020840"/>
            <a:ext cx="4863515" cy="646331"/>
          </a:xfrm>
          <a:prstGeom prst="rect">
            <a:avLst/>
          </a:prstGeom>
          <a:noFill/>
        </p:spPr>
        <p:txBody>
          <a:bodyPr wrap="square" rtlCol="0">
            <a:spAutoFit/>
          </a:bodyPr>
          <a:lstStyle/>
          <a:p>
            <a:r>
              <a:rPr lang="en-US"/>
              <a:t>Check: spade_DNFCSmanual_ca_f_girls_AI_AI2</a:t>
            </a:r>
            <a:endParaRPr lang="nl-NL"/>
          </a:p>
        </p:txBody>
      </p:sp>
      <p:graphicFrame>
        <p:nvGraphicFramePr>
          <p:cNvPr id="7" name="Table 7">
            <a:extLst>
              <a:ext uri="{FF2B5EF4-FFF2-40B4-BE49-F238E27FC236}">
                <a16:creationId xmlns:a16="http://schemas.microsoft.com/office/drawing/2014/main" id="{0C695F46-5DDC-43C9-9991-96C238E6B2C5}"/>
              </a:ext>
            </a:extLst>
          </p:cNvPr>
          <p:cNvGraphicFramePr>
            <a:graphicFrameLocks noGrp="1"/>
          </p:cNvGraphicFramePr>
          <p:nvPr/>
        </p:nvGraphicFramePr>
        <p:xfrm>
          <a:off x="5339765" y="2691258"/>
          <a:ext cx="3592034" cy="2880360"/>
        </p:xfrm>
        <a:graphic>
          <a:graphicData uri="http://schemas.openxmlformats.org/drawingml/2006/table">
            <a:tbl>
              <a:tblPr firstRow="1" bandRow="1">
                <a:tableStyleId>{5C22544A-7EE6-4342-B048-85BDC9FD1C3A}</a:tableStyleId>
              </a:tblPr>
              <a:tblGrid>
                <a:gridCol w="731073">
                  <a:extLst>
                    <a:ext uri="{9D8B030D-6E8A-4147-A177-3AD203B41FA5}">
                      <a16:colId xmlns:a16="http://schemas.microsoft.com/office/drawing/2014/main" val="3027955431"/>
                    </a:ext>
                  </a:extLst>
                </a:gridCol>
                <a:gridCol w="743388">
                  <a:extLst>
                    <a:ext uri="{9D8B030D-6E8A-4147-A177-3AD203B41FA5}">
                      <a16:colId xmlns:a16="http://schemas.microsoft.com/office/drawing/2014/main" val="4051242694"/>
                    </a:ext>
                  </a:extLst>
                </a:gridCol>
                <a:gridCol w="939998">
                  <a:extLst>
                    <a:ext uri="{9D8B030D-6E8A-4147-A177-3AD203B41FA5}">
                      <a16:colId xmlns:a16="http://schemas.microsoft.com/office/drawing/2014/main" val="3007231855"/>
                    </a:ext>
                  </a:extLst>
                </a:gridCol>
                <a:gridCol w="1177575">
                  <a:extLst>
                    <a:ext uri="{9D8B030D-6E8A-4147-A177-3AD203B41FA5}">
                      <a16:colId xmlns:a16="http://schemas.microsoft.com/office/drawing/2014/main" val="3646837854"/>
                    </a:ext>
                  </a:extLst>
                </a:gridCol>
              </a:tblGrid>
              <a:tr h="377190">
                <a:tc>
                  <a:txBody>
                    <a:bodyPr/>
                    <a:lstStyle/>
                    <a:p>
                      <a:r>
                        <a:rPr lang="en-US" sz="1000"/>
                        <a:t>age</a:t>
                      </a:r>
                      <a:endParaRPr lang="nl-NL" sz="1000"/>
                    </a:p>
                  </a:txBody>
                  <a:tcPr marL="68580" marR="68580" marT="34290" marB="34290"/>
                </a:tc>
                <a:tc>
                  <a:txBody>
                    <a:bodyPr/>
                    <a:lstStyle/>
                    <a:p>
                      <a:r>
                        <a:rPr lang="en-US" sz="1000"/>
                        <a:t>AI</a:t>
                      </a:r>
                      <a:endParaRPr lang="nl-NL" sz="1000"/>
                    </a:p>
                  </a:txBody>
                  <a:tcPr marL="68580" marR="68580" marT="34290" marB="34290"/>
                </a:tc>
                <a:tc>
                  <a:txBody>
                    <a:bodyPr/>
                    <a:lstStyle/>
                    <a:p>
                      <a:r>
                        <a:rPr lang="en-US" sz="1000"/>
                        <a:t>median</a:t>
                      </a:r>
                      <a:endParaRPr lang="nl-NL" sz="1000"/>
                    </a:p>
                  </a:txBody>
                  <a:tcPr marL="68580" marR="68580" marT="34290" marB="34290"/>
                </a:tc>
                <a:tc>
                  <a:txBody>
                    <a:bodyPr/>
                    <a:lstStyle/>
                    <a:p>
                      <a:r>
                        <a:rPr lang="en-US" sz="1000"/>
                        <a:t>Evaluation </a:t>
                      </a:r>
                    </a:p>
                    <a:p>
                      <a:r>
                        <a:rPr lang="en-US" sz="1000"/>
                        <a:t>with AI</a:t>
                      </a:r>
                      <a:endParaRPr lang="nl-NL" sz="1000"/>
                    </a:p>
                  </a:txBody>
                  <a:tcPr marL="68580" marR="68580" marT="34290" marB="34290"/>
                </a:tc>
                <a:extLst>
                  <a:ext uri="{0D108BD9-81ED-4DB2-BD59-A6C34878D82A}">
                    <a16:rowId xmlns:a16="http://schemas.microsoft.com/office/drawing/2014/main" val="3137819100"/>
                  </a:ext>
                </a:extLst>
              </a:tr>
              <a:tr h="278130">
                <a:tc>
                  <a:txBody>
                    <a:bodyPr/>
                    <a:lstStyle/>
                    <a:p>
                      <a:r>
                        <a:rPr lang="en-US" sz="1000"/>
                        <a:t>1</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646</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704449820"/>
                  </a:ext>
                </a:extLst>
              </a:tr>
              <a:tr h="278130">
                <a:tc>
                  <a:txBody>
                    <a:bodyPr/>
                    <a:lstStyle/>
                    <a:p>
                      <a:r>
                        <a:rPr lang="en-US" sz="1000"/>
                        <a:t>2</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633</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1271579186"/>
                  </a:ext>
                </a:extLst>
              </a:tr>
              <a:tr h="278130">
                <a:tc>
                  <a:txBody>
                    <a:bodyPr/>
                    <a:lstStyle/>
                    <a:p>
                      <a:r>
                        <a:rPr lang="en-US" sz="1000"/>
                        <a:t>3</a:t>
                      </a:r>
                      <a:endParaRPr lang="nl-NL" sz="1000"/>
                    </a:p>
                  </a:txBody>
                  <a:tcPr marL="68580" marR="68580" marT="34290" marB="34290"/>
                </a:tc>
                <a:tc>
                  <a:txBody>
                    <a:bodyPr/>
                    <a:lstStyle/>
                    <a:p>
                      <a:r>
                        <a:rPr lang="en-US" sz="1000"/>
                        <a:t>500</a:t>
                      </a:r>
                      <a:endParaRPr lang="nl-NL" sz="1000"/>
                    </a:p>
                  </a:txBody>
                  <a:tcPr marL="68580" marR="68580" marT="34290" marB="34290"/>
                </a:tc>
                <a:tc>
                  <a:txBody>
                    <a:bodyPr/>
                    <a:lstStyle/>
                    <a:p>
                      <a:r>
                        <a:rPr lang="en-US" sz="1000"/>
                        <a:t>664</a:t>
                      </a:r>
                      <a:endParaRPr lang="nl-NL" sz="1000"/>
                    </a:p>
                  </a:txBody>
                  <a:tcPr marL="68580" marR="68580" marT="34290" marB="34290"/>
                </a:tc>
                <a:tc>
                  <a:txBody>
                    <a:bodyPr/>
                    <a:lstStyle/>
                    <a:p>
                      <a:r>
                        <a:rPr lang="en-US" sz="1000"/>
                        <a:t>1</a:t>
                      </a:r>
                      <a:endParaRPr lang="nl-NL" sz="1000"/>
                    </a:p>
                  </a:txBody>
                  <a:tcPr marL="68580" marR="68580" marT="34290" marB="34290"/>
                </a:tc>
                <a:extLst>
                  <a:ext uri="{0D108BD9-81ED-4DB2-BD59-A6C34878D82A}">
                    <a16:rowId xmlns:a16="http://schemas.microsoft.com/office/drawing/2014/main" val="2024729003"/>
                  </a:ext>
                </a:extLst>
              </a:tr>
              <a:tr h="278130">
                <a:tc>
                  <a:txBody>
                    <a:bodyPr/>
                    <a:lstStyle/>
                    <a:p>
                      <a:r>
                        <a:rPr lang="en-US" sz="1000"/>
                        <a:t>4</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676</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3588503425"/>
                  </a:ext>
                </a:extLst>
              </a:tr>
              <a:tr h="278130">
                <a:tc>
                  <a:txBody>
                    <a:bodyPr/>
                    <a:lstStyle/>
                    <a:p>
                      <a:r>
                        <a:rPr lang="en-US" sz="1000"/>
                        <a:t>5</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678</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182039461"/>
                  </a:ext>
                </a:extLst>
              </a:tr>
              <a:tr h="278130">
                <a:tc>
                  <a:txBody>
                    <a:bodyPr/>
                    <a:lstStyle/>
                    <a:p>
                      <a:r>
                        <a:rPr lang="en-US" sz="1000"/>
                        <a:t>6</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685</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1114133711"/>
                  </a:ext>
                </a:extLst>
              </a:tr>
              <a:tr h="278130">
                <a:tc>
                  <a:txBody>
                    <a:bodyPr/>
                    <a:lstStyle/>
                    <a:p>
                      <a:r>
                        <a:rPr lang="en-US" sz="1000"/>
                        <a:t>7</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692</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80107012"/>
                  </a:ext>
                </a:extLst>
              </a:tr>
              <a:tr h="278130">
                <a:tc>
                  <a:txBody>
                    <a:bodyPr/>
                    <a:lstStyle/>
                    <a:p>
                      <a:r>
                        <a:rPr lang="en-US" sz="1000"/>
                        <a:t>8</a:t>
                      </a:r>
                      <a:endParaRPr lang="nl-NL" sz="1000"/>
                    </a:p>
                  </a:txBody>
                  <a:tcPr marL="68580" marR="68580" marT="34290" marB="34290"/>
                </a:tc>
                <a:tc>
                  <a:txBody>
                    <a:bodyPr/>
                    <a:lstStyle/>
                    <a:p>
                      <a:r>
                        <a:rPr lang="en-US" sz="1000"/>
                        <a:t>700</a:t>
                      </a:r>
                      <a:endParaRPr lang="nl-NL" sz="1000"/>
                    </a:p>
                  </a:txBody>
                  <a:tcPr marL="68580" marR="68580" marT="34290" marB="34290"/>
                </a:tc>
                <a:tc>
                  <a:txBody>
                    <a:bodyPr/>
                    <a:lstStyle/>
                    <a:p>
                      <a:r>
                        <a:rPr lang="en-US" sz="1000"/>
                        <a:t>698</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2379059699"/>
                  </a:ext>
                </a:extLst>
              </a:tr>
              <a:tr h="278130">
                <a:tc>
                  <a:txBody>
                    <a:bodyPr/>
                    <a:lstStyle/>
                    <a:p>
                      <a:r>
                        <a:rPr lang="en-US" sz="1000"/>
                        <a:t>9</a:t>
                      </a:r>
                      <a:endParaRPr lang="nl-NL" sz="1000"/>
                    </a:p>
                  </a:txBody>
                  <a:tcPr marL="68580" marR="68580" marT="34290" marB="34290"/>
                </a:tc>
                <a:tc>
                  <a:txBody>
                    <a:bodyPr/>
                    <a:lstStyle/>
                    <a:p>
                      <a:r>
                        <a:rPr lang="en-US" sz="1000"/>
                        <a:t>1100</a:t>
                      </a:r>
                      <a:endParaRPr lang="nl-NL" sz="1000"/>
                    </a:p>
                  </a:txBody>
                  <a:tcPr marL="68580" marR="68580" marT="34290" marB="34290"/>
                </a:tc>
                <a:tc>
                  <a:txBody>
                    <a:bodyPr/>
                    <a:lstStyle/>
                    <a:p>
                      <a:r>
                        <a:rPr lang="en-US" sz="1000"/>
                        <a:t>703</a:t>
                      </a:r>
                      <a:endParaRPr lang="nl-NL" sz="1000"/>
                    </a:p>
                  </a:txBody>
                  <a:tcPr marL="68580" marR="68580" marT="34290" marB="34290"/>
                </a:tc>
                <a:tc>
                  <a:txBody>
                    <a:bodyPr/>
                    <a:lstStyle/>
                    <a:p>
                      <a:r>
                        <a:rPr lang="en-US" sz="1000"/>
                        <a:t>0</a:t>
                      </a:r>
                      <a:endParaRPr lang="nl-NL" sz="1000"/>
                    </a:p>
                  </a:txBody>
                  <a:tcPr marL="68580" marR="68580" marT="34290" marB="34290"/>
                </a:tc>
                <a:extLst>
                  <a:ext uri="{0D108BD9-81ED-4DB2-BD59-A6C34878D82A}">
                    <a16:rowId xmlns:a16="http://schemas.microsoft.com/office/drawing/2014/main" val="4212645178"/>
                  </a:ext>
                </a:extLst>
              </a:tr>
            </a:tbl>
          </a:graphicData>
        </a:graphic>
      </p:graphicFrame>
      <p:cxnSp>
        <p:nvCxnSpPr>
          <p:cNvPr id="12" name="Straight Arrow Connector 11">
            <a:extLst>
              <a:ext uri="{FF2B5EF4-FFF2-40B4-BE49-F238E27FC236}">
                <a16:creationId xmlns:a16="http://schemas.microsoft.com/office/drawing/2014/main" id="{44C80344-70DF-4BC8-B95A-B407BAF35C4A}"/>
              </a:ext>
            </a:extLst>
          </p:cNvPr>
          <p:cNvCxnSpPr/>
          <p:nvPr/>
        </p:nvCxnSpPr>
        <p:spPr>
          <a:xfrm>
            <a:off x="4572000" y="3886412"/>
            <a:ext cx="767765"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F7A98F7B-56DC-43D6-82B1-5907832342C0}"/>
              </a:ext>
            </a:extLst>
          </p:cNvPr>
          <p:cNvSpPr/>
          <p:nvPr/>
        </p:nvSpPr>
        <p:spPr>
          <a:xfrm>
            <a:off x="5076907" y="3864541"/>
            <a:ext cx="3604503" cy="1966309"/>
          </a:xfrm>
          <a:prstGeom prst="ellipse">
            <a:avLst/>
          </a:prstGeom>
          <a:noFill/>
          <a:ln w="539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4" name="TextBox 3">
            <a:extLst>
              <a:ext uri="{FF2B5EF4-FFF2-40B4-BE49-F238E27FC236}">
                <a16:creationId xmlns:a16="http://schemas.microsoft.com/office/drawing/2014/main" id="{B431C512-0191-436E-A1E7-18EF2CC94B30}"/>
              </a:ext>
            </a:extLst>
          </p:cNvPr>
          <p:cNvSpPr txBox="1"/>
          <p:nvPr/>
        </p:nvSpPr>
        <p:spPr>
          <a:xfrm>
            <a:off x="1287242" y="4244601"/>
            <a:ext cx="3752852" cy="1477328"/>
          </a:xfrm>
          <a:prstGeom prst="rect">
            <a:avLst/>
          </a:prstGeom>
          <a:solidFill>
            <a:schemeClr val="bg1"/>
          </a:solidFill>
        </p:spPr>
        <p:txBody>
          <a:bodyPr wrap="square" rtlCol="0">
            <a:spAutoFit/>
          </a:bodyPr>
          <a:lstStyle/>
          <a:p>
            <a:endParaRPr lang="en-US" sz="1350"/>
          </a:p>
          <a:p>
            <a:endParaRPr lang="en-US" sz="1350"/>
          </a:p>
          <a:p>
            <a:r>
              <a:rPr lang="en-US"/>
              <a:t>No statement possible, additional research needed</a:t>
            </a:r>
          </a:p>
          <a:p>
            <a:endParaRPr lang="en-US" sz="1350"/>
          </a:p>
          <a:p>
            <a:endParaRPr lang="nl-NL" sz="1350"/>
          </a:p>
        </p:txBody>
      </p:sp>
      <p:sp>
        <p:nvSpPr>
          <p:cNvPr id="8" name="Date Placeholder 7">
            <a:extLst>
              <a:ext uri="{FF2B5EF4-FFF2-40B4-BE49-F238E27FC236}">
                <a16:creationId xmlns:a16="http://schemas.microsoft.com/office/drawing/2014/main" id="{EB44C674-6D3D-9C9C-67C5-4357181E6B8A}"/>
              </a:ext>
            </a:extLst>
          </p:cNvPr>
          <p:cNvSpPr>
            <a:spLocks noGrp="1"/>
          </p:cNvSpPr>
          <p:nvPr>
            <p:ph type="dt" sz="half" idx="10"/>
          </p:nvPr>
        </p:nvSpPr>
        <p:spPr/>
        <p:txBody>
          <a:bodyPr/>
          <a:lstStyle/>
          <a:p>
            <a:r>
              <a:rPr lang="nl-NL"/>
              <a:t>Zero Hidden Hunger, July 8-9, 2025 </a:t>
            </a:r>
          </a:p>
        </p:txBody>
      </p:sp>
      <p:sp>
        <p:nvSpPr>
          <p:cNvPr id="10" name="Footer Placeholder 9">
            <a:extLst>
              <a:ext uri="{FF2B5EF4-FFF2-40B4-BE49-F238E27FC236}">
                <a16:creationId xmlns:a16="http://schemas.microsoft.com/office/drawing/2014/main" id="{8F8D7FA3-3BEE-22E2-238D-0F785D40D348}"/>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5860039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4"/>
            <a:ext cx="8192691" cy="4430176"/>
          </a:xfrm>
        </p:spPr>
        <p:txBody>
          <a:bodyPr numCol="1">
            <a:normAutofit/>
          </a:bodyPr>
          <a:lstStyle/>
          <a:p>
            <a:pPr marL="234900" lvl="1" indent="0" hangingPunct="0">
              <a:buNone/>
            </a:pPr>
            <a:r>
              <a:rPr lang="en-GB" sz="2100" b="1">
                <a:solidFill>
                  <a:schemeClr val="tx2"/>
                </a:solidFill>
              </a:rPr>
              <a:t>Results exercise 4b                                     	</a:t>
            </a:r>
            <a:endParaRPr lang="en-GB"/>
          </a:p>
          <a:p>
            <a:pPr marL="342900" indent="-342900" hangingPunct="0">
              <a:buAutoNum type="arabicParenR"/>
            </a:pPr>
            <a:endParaRPr lang="nl-NL" sz="825"/>
          </a:p>
          <a:p>
            <a:pPr marL="0" indent="0" hangingPunct="0">
              <a:buNone/>
            </a:pPr>
            <a:r>
              <a:rPr lang="en-GB"/>
              <a:t>b) </a:t>
            </a:r>
            <a:r>
              <a:rPr lang="en-GB">
                <a:solidFill>
                  <a:schemeClr val="accent4"/>
                </a:solidFill>
              </a:rPr>
              <a:t>What is the weighted habitual calcium intake for girls 1-9 and 10-	17 </a:t>
            </a:r>
            <a:r>
              <a:rPr lang="en-GB" err="1">
                <a:solidFill>
                  <a:schemeClr val="accent4"/>
                </a:solidFill>
              </a:rPr>
              <a:t>yr</a:t>
            </a:r>
            <a:r>
              <a:rPr lang="en-GB">
                <a:solidFill>
                  <a:schemeClr val="accent4"/>
                </a:solidFill>
              </a:rPr>
              <a:t> (10th, 50th and 90th percentile) and what is the result of 	the comparison with the AI (i.e. 500-1100 µg/d) – use age 	dependent modelling?</a:t>
            </a:r>
          </a:p>
          <a:p>
            <a:pPr marL="0" indent="0" hangingPunct="0">
              <a:buNone/>
            </a:pPr>
            <a:r>
              <a:rPr lang="en-GB"/>
              <a:t>Recommended to study the age groups for which the DRI is established:</a:t>
            </a:r>
          </a:p>
          <a:p>
            <a:pPr marL="0" indent="0" hangingPunct="0">
              <a:buNone/>
            </a:pPr>
            <a:endParaRPr lang="en-GB"/>
          </a:p>
          <a:p>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76</a:t>
            </a:fld>
            <a:endParaRPr lang="nl-NL"/>
          </a:p>
        </p:txBody>
      </p:sp>
      <p:sp>
        <p:nvSpPr>
          <p:cNvPr id="8" name="Date Placeholder 7">
            <a:extLst>
              <a:ext uri="{FF2B5EF4-FFF2-40B4-BE49-F238E27FC236}">
                <a16:creationId xmlns:a16="http://schemas.microsoft.com/office/drawing/2014/main" id="{EB44C674-6D3D-9C9C-67C5-4357181E6B8A}"/>
              </a:ext>
            </a:extLst>
          </p:cNvPr>
          <p:cNvSpPr>
            <a:spLocks noGrp="1"/>
          </p:cNvSpPr>
          <p:nvPr>
            <p:ph type="dt" sz="half" idx="10"/>
          </p:nvPr>
        </p:nvSpPr>
        <p:spPr/>
        <p:txBody>
          <a:bodyPr/>
          <a:lstStyle/>
          <a:p>
            <a:r>
              <a:rPr lang="nl-NL"/>
              <a:t>Zero Hidden Hunger, July 8-9, 2025 </a:t>
            </a:r>
          </a:p>
        </p:txBody>
      </p:sp>
      <p:sp>
        <p:nvSpPr>
          <p:cNvPr id="10" name="Footer Placeholder 9">
            <a:extLst>
              <a:ext uri="{FF2B5EF4-FFF2-40B4-BE49-F238E27FC236}">
                <a16:creationId xmlns:a16="http://schemas.microsoft.com/office/drawing/2014/main" id="{8F8D7FA3-3BEE-22E2-238D-0F785D40D348}"/>
              </a:ext>
            </a:extLst>
          </p:cNvPr>
          <p:cNvSpPr>
            <a:spLocks noGrp="1"/>
          </p:cNvSpPr>
          <p:nvPr>
            <p:ph type="ftr" sz="quarter" idx="11"/>
          </p:nvPr>
        </p:nvSpPr>
        <p:spPr/>
        <p:txBody>
          <a:bodyPr/>
          <a:lstStyle/>
          <a:p>
            <a:r>
              <a:rPr lang="en-US"/>
              <a:t>Assessing a population’s nutrient (in)adequacy</a:t>
            </a:r>
            <a:endParaRPr lang="nl-NL"/>
          </a:p>
        </p:txBody>
      </p:sp>
      <p:graphicFrame>
        <p:nvGraphicFramePr>
          <p:cNvPr id="11" name="Table 3">
            <a:extLst>
              <a:ext uri="{FF2B5EF4-FFF2-40B4-BE49-F238E27FC236}">
                <a16:creationId xmlns:a16="http://schemas.microsoft.com/office/drawing/2014/main" id="{5A43CE9E-7805-2CB6-7C7E-9B4B28E55680}"/>
              </a:ext>
            </a:extLst>
          </p:cNvPr>
          <p:cNvGraphicFramePr>
            <a:graphicFrameLocks noGrp="1"/>
          </p:cNvGraphicFramePr>
          <p:nvPr>
            <p:extLst>
              <p:ext uri="{D42A27DB-BD31-4B8C-83A1-F6EECF244321}">
                <p14:modId xmlns:p14="http://schemas.microsoft.com/office/powerpoint/2010/main" val="4026697354"/>
              </p:ext>
            </p:extLst>
          </p:nvPr>
        </p:nvGraphicFramePr>
        <p:xfrm>
          <a:off x="475059" y="3341319"/>
          <a:ext cx="8192691" cy="2857854"/>
        </p:xfrm>
        <a:graphic>
          <a:graphicData uri="http://schemas.openxmlformats.org/drawingml/2006/table">
            <a:tbl>
              <a:tblPr firstRow="1" bandRow="1">
                <a:tableStyleId>{5C22544A-7EE6-4342-B048-85BDC9FD1C3A}</a:tableStyleId>
              </a:tblPr>
              <a:tblGrid>
                <a:gridCol w="2224733">
                  <a:extLst>
                    <a:ext uri="{9D8B030D-6E8A-4147-A177-3AD203B41FA5}">
                      <a16:colId xmlns:a16="http://schemas.microsoft.com/office/drawing/2014/main" val="216366849"/>
                    </a:ext>
                  </a:extLst>
                </a:gridCol>
                <a:gridCol w="864096">
                  <a:extLst>
                    <a:ext uri="{9D8B030D-6E8A-4147-A177-3AD203B41FA5}">
                      <a16:colId xmlns:a16="http://schemas.microsoft.com/office/drawing/2014/main" val="712896343"/>
                    </a:ext>
                  </a:extLst>
                </a:gridCol>
                <a:gridCol w="720080">
                  <a:extLst>
                    <a:ext uri="{9D8B030D-6E8A-4147-A177-3AD203B41FA5}">
                      <a16:colId xmlns:a16="http://schemas.microsoft.com/office/drawing/2014/main" val="2073769245"/>
                    </a:ext>
                  </a:extLst>
                </a:gridCol>
                <a:gridCol w="1152128">
                  <a:extLst>
                    <a:ext uri="{9D8B030D-6E8A-4147-A177-3AD203B41FA5}">
                      <a16:colId xmlns:a16="http://schemas.microsoft.com/office/drawing/2014/main" val="2095220058"/>
                    </a:ext>
                  </a:extLst>
                </a:gridCol>
                <a:gridCol w="792088">
                  <a:extLst>
                    <a:ext uri="{9D8B030D-6E8A-4147-A177-3AD203B41FA5}">
                      <a16:colId xmlns:a16="http://schemas.microsoft.com/office/drawing/2014/main" val="2183289002"/>
                    </a:ext>
                  </a:extLst>
                </a:gridCol>
                <a:gridCol w="1146479">
                  <a:extLst>
                    <a:ext uri="{9D8B030D-6E8A-4147-A177-3AD203B41FA5}">
                      <a16:colId xmlns:a16="http://schemas.microsoft.com/office/drawing/2014/main" val="205245428"/>
                    </a:ext>
                  </a:extLst>
                </a:gridCol>
                <a:gridCol w="1293087">
                  <a:extLst>
                    <a:ext uri="{9D8B030D-6E8A-4147-A177-3AD203B41FA5}">
                      <a16:colId xmlns:a16="http://schemas.microsoft.com/office/drawing/2014/main" val="355708113"/>
                    </a:ext>
                  </a:extLst>
                </a:gridCol>
              </a:tblGrid>
              <a:tr h="655438">
                <a:tc>
                  <a:txBody>
                    <a:bodyPr/>
                    <a:lstStyle/>
                    <a:p>
                      <a:endParaRPr lang="nl-NL" sz="1800"/>
                    </a:p>
                  </a:txBody>
                  <a:tcPr marL="68580" marR="68580" marT="34290" marB="34290"/>
                </a:tc>
                <a:tc>
                  <a:txBody>
                    <a:bodyPr/>
                    <a:lstStyle/>
                    <a:p>
                      <a:pPr algn="ctr"/>
                      <a:r>
                        <a:rPr lang="en-US" sz="1800"/>
                        <a:t>Mean</a:t>
                      </a:r>
                      <a:endParaRPr lang="nl-NL" sz="1800"/>
                    </a:p>
                  </a:txBody>
                  <a:tcPr marL="68580" marR="68580" marT="34290" marB="34290"/>
                </a:tc>
                <a:tc>
                  <a:txBody>
                    <a:bodyPr/>
                    <a:lstStyle/>
                    <a:p>
                      <a:pPr algn="ctr"/>
                      <a:r>
                        <a:rPr lang="en-US" sz="1800"/>
                        <a:t>P10</a:t>
                      </a:r>
                      <a:endParaRPr lang="nl-NL" sz="1800"/>
                    </a:p>
                  </a:txBody>
                  <a:tcPr marL="68580" marR="68580" marT="34290" marB="34290"/>
                </a:tc>
                <a:tc>
                  <a:txBody>
                    <a:bodyPr/>
                    <a:lstStyle/>
                    <a:p>
                      <a:pPr algn="ctr"/>
                      <a:r>
                        <a:rPr lang="en-US" sz="1800"/>
                        <a:t>median</a:t>
                      </a:r>
                      <a:endParaRPr lang="nl-NL" sz="1800"/>
                    </a:p>
                  </a:txBody>
                  <a:tcPr marL="68580" marR="68580" marT="34290" marB="34290"/>
                </a:tc>
                <a:tc>
                  <a:txBody>
                    <a:bodyPr/>
                    <a:lstStyle/>
                    <a:p>
                      <a:pPr algn="ctr"/>
                      <a:r>
                        <a:rPr lang="en-US" sz="1800"/>
                        <a:t>P90</a:t>
                      </a:r>
                      <a:endParaRPr lang="nl-NL" sz="1800"/>
                    </a:p>
                  </a:txBody>
                  <a:tcPr marL="68580" marR="68580" marT="34290" marB="34290"/>
                </a:tc>
                <a:tc>
                  <a:txBody>
                    <a:bodyPr/>
                    <a:lstStyle/>
                    <a:p>
                      <a:pPr algn="ctr"/>
                      <a:r>
                        <a:rPr lang="en-US" sz="1800"/>
                        <a:t>AI</a:t>
                      </a:r>
                      <a:endParaRPr lang="nl-NL" sz="1800"/>
                    </a:p>
                  </a:txBody>
                  <a:tcPr marL="68580" marR="68580" marT="34290" marB="34290"/>
                </a:tc>
                <a:tc>
                  <a:txBody>
                    <a:bodyPr/>
                    <a:lstStyle/>
                    <a:p>
                      <a:pPr algn="ctr"/>
                      <a:r>
                        <a:rPr lang="en-US" sz="1800"/>
                        <a:t>Evaluation with AI</a:t>
                      </a:r>
                      <a:endParaRPr lang="nl-NL" sz="1800"/>
                    </a:p>
                  </a:txBody>
                  <a:tcPr marL="68580" marR="68580" marT="34290" marB="34290"/>
                </a:tc>
                <a:extLst>
                  <a:ext uri="{0D108BD9-81ED-4DB2-BD59-A6C34878D82A}">
                    <a16:rowId xmlns:a16="http://schemas.microsoft.com/office/drawing/2014/main" val="1878934290"/>
                  </a:ext>
                </a:extLst>
              </a:tr>
              <a:tr h="655438">
                <a:tc>
                  <a:txBody>
                    <a:bodyPr/>
                    <a:lstStyle/>
                    <a:p>
                      <a:r>
                        <a:rPr lang="en-US" sz="1800"/>
                        <a:t>Girls 1-3 yr. (0,3]</a:t>
                      </a:r>
                      <a:endParaRPr lang="nl-NL" sz="1800"/>
                    </a:p>
                  </a:txBody>
                  <a:tcPr marL="68580" marR="68580" marT="34290" marB="34290"/>
                </a:tc>
                <a:tc>
                  <a:txBody>
                    <a:bodyPr/>
                    <a:lstStyle/>
                    <a:p>
                      <a:r>
                        <a:rPr lang="en-US" sz="1800"/>
                        <a:t>667</a:t>
                      </a:r>
                      <a:endParaRPr lang="nl-NL" sz="1800"/>
                    </a:p>
                  </a:txBody>
                  <a:tcPr marL="68580" marR="68580" marT="34290" marB="34290"/>
                </a:tc>
                <a:tc>
                  <a:txBody>
                    <a:bodyPr/>
                    <a:lstStyle/>
                    <a:p>
                      <a:r>
                        <a:rPr lang="en-US" sz="1800"/>
                        <a:t>398</a:t>
                      </a:r>
                      <a:endParaRPr lang="nl-NL" sz="1800"/>
                    </a:p>
                  </a:txBody>
                  <a:tcPr marL="68580" marR="68580" marT="34290" marB="34290"/>
                </a:tc>
                <a:tc>
                  <a:txBody>
                    <a:bodyPr/>
                    <a:lstStyle/>
                    <a:p>
                      <a:r>
                        <a:rPr lang="nl-NL" sz="1800"/>
                        <a:t>643</a:t>
                      </a:r>
                    </a:p>
                  </a:txBody>
                  <a:tcPr marL="68580" marR="68580" marT="34290" marB="34290"/>
                </a:tc>
                <a:tc>
                  <a:txBody>
                    <a:bodyPr/>
                    <a:lstStyle/>
                    <a:p>
                      <a:r>
                        <a:rPr lang="nl-NL" sz="1800"/>
                        <a:t>972</a:t>
                      </a:r>
                    </a:p>
                  </a:txBody>
                  <a:tcPr marL="68580" marR="68580" marT="34290" marB="34290"/>
                </a:tc>
                <a:tc>
                  <a:txBody>
                    <a:bodyPr/>
                    <a:lstStyle/>
                    <a:p>
                      <a:r>
                        <a:rPr lang="en-US" sz="1800"/>
                        <a:t>500</a:t>
                      </a:r>
                      <a:endParaRPr lang="nl-NL" sz="1800"/>
                    </a:p>
                  </a:txBody>
                  <a:tcPr marL="68580" marR="68580" marT="34290" marB="34290"/>
                </a:tc>
                <a:tc>
                  <a:txBody>
                    <a:bodyPr/>
                    <a:lstStyle/>
                    <a:p>
                      <a:r>
                        <a:rPr lang="nl-NL" sz="1800"/>
                        <a:t>1</a:t>
                      </a:r>
                    </a:p>
                  </a:txBody>
                  <a:tcPr marL="68580" marR="68580" marT="34290" marB="34290"/>
                </a:tc>
                <a:extLst>
                  <a:ext uri="{0D108BD9-81ED-4DB2-BD59-A6C34878D82A}">
                    <a16:rowId xmlns:a16="http://schemas.microsoft.com/office/drawing/2014/main" val="3370325470"/>
                  </a:ext>
                </a:extLst>
              </a:tr>
              <a:tr h="655438">
                <a:tc>
                  <a:txBody>
                    <a:bodyPr/>
                    <a:lstStyle/>
                    <a:p>
                      <a:r>
                        <a:rPr lang="en-US" sz="1800"/>
                        <a:t>Girls 4-8 yr. (3-8]</a:t>
                      </a:r>
                      <a:endParaRPr lang="nl-NL" sz="1800"/>
                    </a:p>
                  </a:txBody>
                  <a:tcPr marL="68580" marR="68580" marT="34290" marB="34290"/>
                </a:tc>
                <a:tc>
                  <a:txBody>
                    <a:bodyPr/>
                    <a:lstStyle/>
                    <a:p>
                      <a:r>
                        <a:rPr lang="en-US" sz="1800"/>
                        <a:t>703</a:t>
                      </a:r>
                      <a:endParaRPr lang="nl-NL" sz="1800"/>
                    </a:p>
                  </a:txBody>
                  <a:tcPr marL="68580" marR="68580" marT="34290" marB="34290"/>
                </a:tc>
                <a:tc>
                  <a:txBody>
                    <a:bodyPr/>
                    <a:lstStyle/>
                    <a:p>
                      <a:r>
                        <a:rPr lang="en-US" sz="1800"/>
                        <a:t>425</a:t>
                      </a:r>
                      <a:endParaRPr lang="nl-NL" sz="1800"/>
                    </a:p>
                  </a:txBody>
                  <a:tcPr marL="68580" marR="68580" marT="34290" marB="34290"/>
                </a:tc>
                <a:tc>
                  <a:txBody>
                    <a:bodyPr/>
                    <a:lstStyle/>
                    <a:p>
                      <a:r>
                        <a:rPr lang="nl-NL" sz="1800"/>
                        <a:t>677</a:t>
                      </a:r>
                    </a:p>
                  </a:txBody>
                  <a:tcPr marL="68580" marR="68580" marT="34290" marB="34290"/>
                </a:tc>
                <a:tc>
                  <a:txBody>
                    <a:bodyPr/>
                    <a:lstStyle/>
                    <a:p>
                      <a:r>
                        <a:rPr lang="nl-NL" sz="1800"/>
                        <a:t>1014</a:t>
                      </a:r>
                    </a:p>
                  </a:txBody>
                  <a:tcPr marL="68580" marR="68580" marT="34290" marB="34290"/>
                </a:tc>
                <a:tc>
                  <a:txBody>
                    <a:bodyPr/>
                    <a:lstStyle/>
                    <a:p>
                      <a:r>
                        <a:rPr lang="en-US" sz="1800"/>
                        <a:t>700</a:t>
                      </a:r>
                      <a:endParaRPr lang="nl-NL" sz="1800"/>
                    </a:p>
                  </a:txBody>
                  <a:tcPr marL="68580" marR="68580" marT="34290" marB="34290"/>
                </a:tc>
                <a:tc>
                  <a:txBody>
                    <a:bodyPr/>
                    <a:lstStyle/>
                    <a:p>
                      <a:r>
                        <a:rPr lang="nl-NL" sz="1800"/>
                        <a:t>0</a:t>
                      </a:r>
                    </a:p>
                  </a:txBody>
                  <a:tcPr marL="68580" marR="68580" marT="34290" marB="34290"/>
                </a:tc>
                <a:extLst>
                  <a:ext uri="{0D108BD9-81ED-4DB2-BD59-A6C34878D82A}">
                    <a16:rowId xmlns:a16="http://schemas.microsoft.com/office/drawing/2014/main" val="1515492798"/>
                  </a:ext>
                </a:extLst>
              </a:tr>
              <a:tr h="655438">
                <a:tc>
                  <a:txBody>
                    <a:bodyPr/>
                    <a:lstStyle/>
                    <a:p>
                      <a:r>
                        <a:rPr lang="nl-NL" sz="1800"/>
                        <a:t>Girls 9-17 </a:t>
                      </a:r>
                      <a:r>
                        <a:rPr lang="nl-NL" sz="1800" err="1"/>
                        <a:t>yr</a:t>
                      </a:r>
                      <a:r>
                        <a:rPr lang="nl-NL" sz="1800"/>
                        <a:t> (8-17]</a:t>
                      </a:r>
                    </a:p>
                  </a:txBody>
                  <a:tcPr marL="68580" marR="68580" marT="34290" marB="34290"/>
                </a:tc>
                <a:tc>
                  <a:txBody>
                    <a:bodyPr/>
                    <a:lstStyle/>
                    <a:p>
                      <a:r>
                        <a:rPr lang="nl-NL" sz="1800"/>
                        <a:t>761</a:t>
                      </a:r>
                    </a:p>
                  </a:txBody>
                  <a:tcPr marL="68580" marR="68580" marT="34290" marB="34290"/>
                </a:tc>
                <a:tc>
                  <a:txBody>
                    <a:bodyPr/>
                    <a:lstStyle/>
                    <a:p>
                      <a:r>
                        <a:rPr lang="nl-NL" sz="1800"/>
                        <a:t>472</a:t>
                      </a:r>
                    </a:p>
                  </a:txBody>
                  <a:tcPr marL="68580" marR="68580" marT="34290" marB="34290"/>
                </a:tc>
                <a:tc>
                  <a:txBody>
                    <a:bodyPr/>
                    <a:lstStyle/>
                    <a:p>
                      <a:r>
                        <a:rPr lang="nl-NL" sz="1800"/>
                        <a:t>736</a:t>
                      </a:r>
                    </a:p>
                  </a:txBody>
                  <a:tcPr marL="68580" marR="68580" marT="34290" marB="34290"/>
                </a:tc>
                <a:tc>
                  <a:txBody>
                    <a:bodyPr/>
                    <a:lstStyle/>
                    <a:p>
                      <a:r>
                        <a:rPr lang="nl-NL" sz="1800"/>
                        <a:t>1089</a:t>
                      </a:r>
                    </a:p>
                  </a:txBody>
                  <a:tcPr marL="68580" marR="68580" marT="34290" marB="34290"/>
                </a:tc>
                <a:tc>
                  <a:txBody>
                    <a:bodyPr/>
                    <a:lstStyle/>
                    <a:p>
                      <a:r>
                        <a:rPr lang="en-US" sz="1800"/>
                        <a:t>1100</a:t>
                      </a:r>
                      <a:endParaRPr lang="nl-NL" sz="1800"/>
                    </a:p>
                  </a:txBody>
                  <a:tcPr marL="68580" marR="68580" marT="34290" marB="34290"/>
                </a:tc>
                <a:tc>
                  <a:txBody>
                    <a:bodyPr/>
                    <a:lstStyle/>
                    <a:p>
                      <a:r>
                        <a:rPr lang="nl-NL" sz="1800"/>
                        <a:t>0</a:t>
                      </a:r>
                    </a:p>
                  </a:txBody>
                  <a:tcPr marL="68580" marR="68580" marT="34290" marB="34290"/>
                </a:tc>
                <a:extLst>
                  <a:ext uri="{0D108BD9-81ED-4DB2-BD59-A6C34878D82A}">
                    <a16:rowId xmlns:a16="http://schemas.microsoft.com/office/drawing/2014/main" val="2176490638"/>
                  </a:ext>
                </a:extLst>
              </a:tr>
            </a:tbl>
          </a:graphicData>
        </a:graphic>
      </p:graphicFrame>
    </p:spTree>
    <p:extLst>
      <p:ext uri="{BB962C8B-B14F-4D97-AF65-F5344CB8AC3E}">
        <p14:creationId xmlns:p14="http://schemas.microsoft.com/office/powerpoint/2010/main" val="8959778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5"/>
            <a:ext cx="8192691" cy="1070747"/>
          </a:xfrm>
        </p:spPr>
        <p:txBody>
          <a:bodyPr numCol="1">
            <a:normAutofit/>
          </a:bodyPr>
          <a:lstStyle/>
          <a:p>
            <a:pPr marL="234900" lvl="1" indent="0" hangingPunct="0">
              <a:buNone/>
            </a:pPr>
            <a:r>
              <a:rPr lang="en-GB" sz="2100" b="1">
                <a:solidFill>
                  <a:schemeClr val="tx2"/>
                </a:solidFill>
              </a:rPr>
              <a:t>Results exercise 4c                      		 </a:t>
            </a:r>
            <a:r>
              <a:rPr lang="en-GB">
                <a:solidFill>
                  <a:srgbClr val="984806"/>
                </a:solidFill>
                <a:ea typeface="MS Mincho" panose="02020609040205080304" pitchFamily="49" charset="-128"/>
                <a:cs typeface="Times New Roman" panose="02020603050405020304" pitchFamily="18" charset="0"/>
              </a:rPr>
              <a:t>seed =</a:t>
            </a:r>
            <a:r>
              <a:rPr lang="en-GB">
                <a:solidFill>
                  <a:srgbClr val="CC3300"/>
                </a:solidFill>
                <a:ea typeface="MS Mincho" panose="02020609040205080304" pitchFamily="49" charset="-128"/>
                <a:cs typeface="Times New Roman" panose="02020603050405020304" pitchFamily="18" charset="0"/>
              </a:rPr>
              <a:t> 29062020 </a:t>
            </a:r>
          </a:p>
          <a:p>
            <a:pPr marL="0" indent="0" hangingPunct="0">
              <a:buNone/>
            </a:pPr>
            <a:r>
              <a:rPr lang="en-GB"/>
              <a:t>c) Script age-dependent &amp; age independent</a:t>
            </a:r>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77</a:t>
            </a:fld>
            <a:endParaRPr lang="nl-NL"/>
          </a:p>
        </p:txBody>
      </p:sp>
      <p:sp>
        <p:nvSpPr>
          <p:cNvPr id="9" name="TextBox 8">
            <a:extLst>
              <a:ext uri="{FF2B5EF4-FFF2-40B4-BE49-F238E27FC236}">
                <a16:creationId xmlns:a16="http://schemas.microsoft.com/office/drawing/2014/main" id="{7D2986F5-9231-40B1-B5B6-E4D54A922F97}"/>
              </a:ext>
            </a:extLst>
          </p:cNvPr>
          <p:cNvSpPr txBox="1"/>
          <p:nvPr/>
        </p:nvSpPr>
        <p:spPr>
          <a:xfrm>
            <a:off x="475655" y="2026722"/>
            <a:ext cx="8192691" cy="5055230"/>
          </a:xfrm>
          <a:prstGeom prst="rect">
            <a:avLst/>
          </a:prstGeom>
          <a:noFill/>
        </p:spPr>
        <p:txBody>
          <a:bodyPr wrap="square" numCol="2" rtlCol="0">
            <a:spAutoFit/>
          </a:bodyPr>
          <a:lstStyle/>
          <a:p>
            <a:r>
              <a:rPr lang="nl-NL" sz="1575" b="1">
                <a:solidFill>
                  <a:schemeClr val="accent4"/>
                </a:solidFill>
              </a:rPr>
              <a:t>Age-</a:t>
            </a:r>
            <a:r>
              <a:rPr lang="nl-NL" sz="1575" b="1" err="1">
                <a:solidFill>
                  <a:schemeClr val="accent4"/>
                </a:solidFill>
              </a:rPr>
              <a:t>dependent</a:t>
            </a:r>
            <a:endParaRPr lang="nl-NL" sz="1575" b="1">
              <a:solidFill>
                <a:schemeClr val="accent4"/>
              </a:solidFill>
            </a:endParaRPr>
          </a:p>
          <a:p>
            <a:r>
              <a:rPr lang="nl-NL" sz="1575" err="1"/>
              <a:t>f.spade</a:t>
            </a:r>
            <a:r>
              <a:rPr lang="nl-NL" sz="1575"/>
              <a:t>(</a:t>
            </a:r>
          </a:p>
          <a:p>
            <a:r>
              <a:rPr lang="nl-NL" sz="1575"/>
              <a:t>  </a:t>
            </a:r>
            <a:r>
              <a:rPr lang="nl-NL" sz="1575" err="1"/>
              <a:t>frml.ia</a:t>
            </a:r>
            <a:r>
              <a:rPr lang="nl-NL" sz="1575"/>
              <a:t> = ca ~ </a:t>
            </a:r>
            <a:r>
              <a:rPr lang="nl-NL" sz="1575" err="1"/>
              <a:t>fp</a:t>
            </a:r>
            <a:r>
              <a:rPr lang="nl-NL" sz="1575"/>
              <a:t>(</a:t>
            </a:r>
            <a:r>
              <a:rPr lang="nl-NL" sz="1575" err="1"/>
              <a:t>age</a:t>
            </a:r>
            <a:r>
              <a:rPr lang="nl-NL" sz="1575"/>
              <a:t>),</a:t>
            </a:r>
          </a:p>
          <a:p>
            <a:r>
              <a:rPr lang="nl-NL" sz="1575"/>
              <a:t>  </a:t>
            </a:r>
            <a:r>
              <a:rPr lang="nl-NL" sz="1575" err="1"/>
              <a:t>frml.if</a:t>
            </a:r>
            <a:r>
              <a:rPr lang="nl-NL" sz="1575"/>
              <a:t> = "</a:t>
            </a:r>
            <a:r>
              <a:rPr lang="nl-NL" sz="1575" err="1"/>
              <a:t>no.if</a:t>
            </a:r>
            <a:r>
              <a:rPr lang="nl-NL" sz="1575"/>
              <a:t>",</a:t>
            </a:r>
          </a:p>
          <a:p>
            <a:r>
              <a:rPr lang="nl-NL" sz="1575"/>
              <a:t>  data = </a:t>
            </a:r>
            <a:r>
              <a:rPr lang="nl-NL" sz="1575" err="1"/>
              <a:t>DNFCSmanual</a:t>
            </a:r>
            <a:r>
              <a:rPr lang="nl-NL" sz="1575"/>
              <a:t>,</a:t>
            </a:r>
          </a:p>
          <a:p>
            <a:r>
              <a:rPr lang="nl-NL" sz="1575"/>
              <a:t>  </a:t>
            </a:r>
            <a:r>
              <a:rPr lang="nl-NL" sz="1575" err="1"/>
              <a:t>min.age</a:t>
            </a:r>
            <a:r>
              <a:rPr lang="nl-NL" sz="1575"/>
              <a:t> = 1,</a:t>
            </a:r>
          </a:p>
          <a:p>
            <a:r>
              <a:rPr lang="nl-NL" sz="1575"/>
              <a:t>  </a:t>
            </a:r>
            <a:r>
              <a:rPr lang="nl-NL" sz="1575" err="1"/>
              <a:t>max.age</a:t>
            </a:r>
            <a:r>
              <a:rPr lang="nl-NL" sz="1575"/>
              <a:t> = 79,</a:t>
            </a:r>
          </a:p>
          <a:p>
            <a:r>
              <a:rPr lang="nl-NL" sz="1575"/>
              <a:t>  </a:t>
            </a:r>
            <a:r>
              <a:rPr lang="nl-NL" sz="1575" err="1"/>
              <a:t>sex.label</a:t>
            </a:r>
            <a:r>
              <a:rPr lang="nl-NL" sz="1575"/>
              <a:t> = "male",</a:t>
            </a:r>
          </a:p>
          <a:p>
            <a:r>
              <a:rPr lang="nl-NL" sz="1575"/>
              <a:t>  </a:t>
            </a:r>
            <a:r>
              <a:rPr lang="nl-NL" sz="1575" err="1"/>
              <a:t>age.classes</a:t>
            </a:r>
            <a:r>
              <a:rPr lang="nl-NL" sz="1575"/>
              <a:t> = c(29,30,31),</a:t>
            </a:r>
          </a:p>
          <a:p>
            <a:r>
              <a:rPr lang="nl-NL" sz="1575"/>
              <a:t>  weights.name = "</a:t>
            </a:r>
            <a:r>
              <a:rPr lang="nl-NL" sz="1575" err="1"/>
              <a:t>w_demog_season_wk_wknd</a:t>
            </a:r>
            <a:r>
              <a:rPr lang="nl-NL" sz="1575"/>
              <a:t>",</a:t>
            </a:r>
          </a:p>
          <a:p>
            <a:r>
              <a:rPr lang="nl-NL" sz="1575"/>
              <a:t>  </a:t>
            </a:r>
            <a:r>
              <a:rPr lang="nl-NL" sz="1575" err="1"/>
              <a:t>prb</a:t>
            </a:r>
            <a:r>
              <a:rPr lang="nl-NL" sz="1575"/>
              <a:t> = c(0.25, 0.50, 0.75),</a:t>
            </a:r>
          </a:p>
          <a:p>
            <a:r>
              <a:rPr lang="nl-NL" sz="1575"/>
              <a:t>  </a:t>
            </a:r>
            <a:r>
              <a:rPr lang="nl-NL" sz="1575" err="1"/>
              <a:t>EAR.names</a:t>
            </a:r>
            <a:r>
              <a:rPr lang="nl-NL" sz="1575"/>
              <a:t> = c("HC2018_EAR.men"),</a:t>
            </a:r>
          </a:p>
          <a:p>
            <a:r>
              <a:rPr lang="nl-NL" sz="1575"/>
              <a:t>   output.name = "DNFCSmanual_ca_m_30_AD",</a:t>
            </a:r>
          </a:p>
          <a:p>
            <a:r>
              <a:rPr lang="nl-NL" sz="1575"/>
              <a:t>  </a:t>
            </a:r>
            <a:r>
              <a:rPr lang="nl-NL" sz="1575" err="1"/>
              <a:t>seed</a:t>
            </a:r>
            <a:r>
              <a:rPr lang="nl-NL" sz="1575"/>
              <a:t> = 29062020)</a:t>
            </a:r>
            <a:endParaRPr lang="nl-NL" sz="1575" b="1">
              <a:solidFill>
                <a:schemeClr val="accent4"/>
              </a:solidFill>
            </a:endParaRPr>
          </a:p>
          <a:p>
            <a:endParaRPr lang="nl-NL" sz="1575" b="1">
              <a:solidFill>
                <a:schemeClr val="accent4"/>
              </a:solidFill>
            </a:endParaRPr>
          </a:p>
          <a:p>
            <a:endParaRPr lang="nl-NL" sz="1575" b="1">
              <a:solidFill>
                <a:schemeClr val="accent4"/>
              </a:solidFill>
            </a:endParaRPr>
          </a:p>
          <a:p>
            <a:endParaRPr lang="nl-NL" sz="1575" b="1">
              <a:solidFill>
                <a:schemeClr val="accent4"/>
              </a:solidFill>
            </a:endParaRPr>
          </a:p>
          <a:p>
            <a:endParaRPr lang="nl-NL" sz="1575" b="1">
              <a:solidFill>
                <a:schemeClr val="accent4"/>
              </a:solidFill>
            </a:endParaRPr>
          </a:p>
          <a:p>
            <a:r>
              <a:rPr lang="nl-NL" sz="1575" b="1">
                <a:solidFill>
                  <a:schemeClr val="accent4"/>
                </a:solidFill>
              </a:rPr>
              <a:t>Age independent</a:t>
            </a:r>
          </a:p>
          <a:p>
            <a:r>
              <a:rPr lang="nl-NL" sz="1575" err="1"/>
              <a:t>f.spade</a:t>
            </a:r>
            <a:r>
              <a:rPr lang="nl-NL" sz="1575"/>
              <a:t>(</a:t>
            </a:r>
          </a:p>
          <a:p>
            <a:r>
              <a:rPr lang="nl-NL" sz="1575"/>
              <a:t>  </a:t>
            </a:r>
            <a:r>
              <a:rPr lang="nl-NL" sz="1575" err="1"/>
              <a:t>frml.ia</a:t>
            </a:r>
            <a:r>
              <a:rPr lang="nl-NL" sz="1575"/>
              <a:t> = ca ~ 1,</a:t>
            </a:r>
          </a:p>
          <a:p>
            <a:r>
              <a:rPr lang="nl-NL" sz="1575"/>
              <a:t>  </a:t>
            </a:r>
            <a:r>
              <a:rPr lang="nl-NL" sz="1575" err="1"/>
              <a:t>frml.if</a:t>
            </a:r>
            <a:r>
              <a:rPr lang="nl-NL" sz="1575"/>
              <a:t> = "</a:t>
            </a:r>
            <a:r>
              <a:rPr lang="nl-NL" sz="1575" err="1"/>
              <a:t>no.if</a:t>
            </a:r>
            <a:r>
              <a:rPr lang="nl-NL" sz="1575"/>
              <a:t>",</a:t>
            </a:r>
          </a:p>
          <a:p>
            <a:r>
              <a:rPr lang="nl-NL" sz="1575"/>
              <a:t>  data = </a:t>
            </a:r>
            <a:r>
              <a:rPr lang="nl-NL" sz="1575" err="1"/>
              <a:t>DNFCSmanual</a:t>
            </a:r>
            <a:r>
              <a:rPr lang="nl-NL" sz="1575"/>
              <a:t>,</a:t>
            </a:r>
          </a:p>
          <a:p>
            <a:r>
              <a:rPr lang="nl-NL" sz="1575"/>
              <a:t>  </a:t>
            </a:r>
            <a:r>
              <a:rPr lang="nl-NL" sz="1575" err="1"/>
              <a:t>min.age</a:t>
            </a:r>
            <a:r>
              <a:rPr lang="nl-NL" sz="1575"/>
              <a:t> = 1,</a:t>
            </a:r>
          </a:p>
          <a:p>
            <a:r>
              <a:rPr lang="nl-NL" sz="1575"/>
              <a:t>  </a:t>
            </a:r>
            <a:r>
              <a:rPr lang="nl-NL" sz="1575" err="1"/>
              <a:t>max.age</a:t>
            </a:r>
            <a:r>
              <a:rPr lang="nl-NL" sz="1575"/>
              <a:t> = 79,</a:t>
            </a:r>
          </a:p>
          <a:p>
            <a:r>
              <a:rPr lang="nl-NL" sz="1575"/>
              <a:t>  </a:t>
            </a:r>
            <a:r>
              <a:rPr lang="nl-NL" sz="1575" err="1"/>
              <a:t>sex.label</a:t>
            </a:r>
            <a:r>
              <a:rPr lang="nl-NL" sz="1575"/>
              <a:t> = "male",</a:t>
            </a:r>
          </a:p>
          <a:p>
            <a:r>
              <a:rPr lang="nl-NL" sz="1575"/>
              <a:t>  </a:t>
            </a:r>
            <a:r>
              <a:rPr lang="nl-NL" sz="1575" err="1"/>
              <a:t>age.classes</a:t>
            </a:r>
            <a:r>
              <a:rPr lang="nl-NL" sz="1575"/>
              <a:t> = c(29,30,31),</a:t>
            </a:r>
          </a:p>
          <a:p>
            <a:r>
              <a:rPr lang="nl-NL" sz="1575"/>
              <a:t>  weights.name = "</a:t>
            </a:r>
            <a:r>
              <a:rPr lang="nl-NL" sz="1575" err="1"/>
              <a:t>w_demog_season_wk_wknd</a:t>
            </a:r>
            <a:r>
              <a:rPr lang="nl-NL" sz="1575"/>
              <a:t>",</a:t>
            </a:r>
          </a:p>
          <a:p>
            <a:r>
              <a:rPr lang="nl-NL" sz="1575"/>
              <a:t>  </a:t>
            </a:r>
            <a:r>
              <a:rPr lang="nl-NL" sz="1575" err="1"/>
              <a:t>prb</a:t>
            </a:r>
            <a:r>
              <a:rPr lang="nl-NL" sz="1575"/>
              <a:t> = c(0.25, 0.50, 0.75),</a:t>
            </a:r>
          </a:p>
          <a:p>
            <a:r>
              <a:rPr lang="nl-NL" sz="1575"/>
              <a:t>  </a:t>
            </a:r>
            <a:r>
              <a:rPr lang="nl-NL" sz="1575" err="1"/>
              <a:t>EAR.names</a:t>
            </a:r>
            <a:r>
              <a:rPr lang="nl-NL" sz="1575"/>
              <a:t> = c("HC2018_EAR.men"),</a:t>
            </a:r>
          </a:p>
          <a:p>
            <a:r>
              <a:rPr lang="nl-NL" sz="1575"/>
              <a:t>  output.name = "DNFCSmanual_ca_m_30_AID",</a:t>
            </a:r>
          </a:p>
          <a:p>
            <a:r>
              <a:rPr lang="nl-NL" sz="1575"/>
              <a:t>  </a:t>
            </a:r>
            <a:r>
              <a:rPr lang="nl-NL" sz="1575" err="1"/>
              <a:t>seed</a:t>
            </a:r>
            <a:r>
              <a:rPr lang="nl-NL" sz="1575"/>
              <a:t> = 29062020)</a:t>
            </a:r>
          </a:p>
        </p:txBody>
      </p:sp>
      <p:sp>
        <p:nvSpPr>
          <p:cNvPr id="10" name="Oval 9">
            <a:extLst>
              <a:ext uri="{FF2B5EF4-FFF2-40B4-BE49-F238E27FC236}">
                <a16:creationId xmlns:a16="http://schemas.microsoft.com/office/drawing/2014/main" id="{43D7A24C-DC9B-4402-AB5A-7C352CD0200C}"/>
              </a:ext>
            </a:extLst>
          </p:cNvPr>
          <p:cNvSpPr/>
          <p:nvPr/>
        </p:nvSpPr>
        <p:spPr>
          <a:xfrm>
            <a:off x="475059" y="2486481"/>
            <a:ext cx="6394184" cy="438463"/>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3" name="Date Placeholder 2">
            <a:extLst>
              <a:ext uri="{FF2B5EF4-FFF2-40B4-BE49-F238E27FC236}">
                <a16:creationId xmlns:a16="http://schemas.microsoft.com/office/drawing/2014/main" id="{594DED0F-9E79-650A-E9DE-0E82BC2BB6AF}"/>
              </a:ext>
            </a:extLst>
          </p:cNvPr>
          <p:cNvSpPr>
            <a:spLocks noGrp="1"/>
          </p:cNvSpPr>
          <p:nvPr>
            <p:ph type="dt" sz="half" idx="10"/>
          </p:nvPr>
        </p:nvSpPr>
        <p:spPr/>
        <p:txBody>
          <a:bodyPr/>
          <a:lstStyle/>
          <a:p>
            <a:r>
              <a:rPr lang="nl-NL"/>
              <a:t>Zero Hidden Hunger, July 8-9, 2025 </a:t>
            </a:r>
          </a:p>
        </p:txBody>
      </p:sp>
      <p:sp>
        <p:nvSpPr>
          <p:cNvPr id="4" name="Footer Placeholder 3">
            <a:extLst>
              <a:ext uri="{FF2B5EF4-FFF2-40B4-BE49-F238E27FC236}">
                <a16:creationId xmlns:a16="http://schemas.microsoft.com/office/drawing/2014/main" id="{EB3D087E-9679-9596-A425-59F3003B5BF9}"/>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24051997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5"/>
            <a:ext cx="8192691" cy="1607906"/>
          </a:xfrm>
        </p:spPr>
        <p:txBody>
          <a:bodyPr numCol="1">
            <a:normAutofit lnSpcReduction="10000"/>
          </a:bodyPr>
          <a:lstStyle/>
          <a:p>
            <a:pPr marL="234900" lvl="1" indent="0" hangingPunct="0">
              <a:buNone/>
            </a:pPr>
            <a:r>
              <a:rPr lang="en-GB" sz="2100" b="1">
                <a:solidFill>
                  <a:schemeClr val="tx2"/>
                </a:solidFill>
              </a:rPr>
              <a:t>Results exercise 4c                      		 </a:t>
            </a:r>
            <a:r>
              <a:rPr lang="en-GB" sz="1200" b="1">
                <a:solidFill>
                  <a:schemeClr val="tx2"/>
                </a:solidFill>
              </a:rPr>
              <a:t>(manual chapter 10)</a:t>
            </a:r>
            <a:endParaRPr lang="nl-NL" sz="1200" b="1">
              <a:solidFill>
                <a:schemeClr val="tx2"/>
              </a:solidFill>
            </a:endParaRPr>
          </a:p>
          <a:p>
            <a:pPr marL="0" indent="0" hangingPunct="0">
              <a:buNone/>
            </a:pPr>
            <a:r>
              <a:rPr lang="en-GB">
                <a:solidFill>
                  <a:srgbClr val="984806"/>
                </a:solidFill>
                <a:ea typeface="MS Mincho" panose="02020609040205080304" pitchFamily="49" charset="-128"/>
                <a:cs typeface="Times New Roman" panose="02020603050405020304" pitchFamily="18" charset="0"/>
              </a:rPr>
              <a:t>seed =</a:t>
            </a:r>
            <a:r>
              <a:rPr lang="en-GB">
                <a:solidFill>
                  <a:srgbClr val="CC3300"/>
                </a:solidFill>
                <a:ea typeface="MS Mincho" panose="02020609040205080304" pitchFamily="49" charset="-128"/>
                <a:cs typeface="Times New Roman" panose="02020603050405020304" pitchFamily="18" charset="0"/>
              </a:rPr>
              <a:t> 29062020 </a:t>
            </a:r>
          </a:p>
          <a:p>
            <a:pPr marL="0" indent="0" hangingPunct="0">
              <a:buNone/>
            </a:pPr>
            <a:endParaRPr lang="en-GB"/>
          </a:p>
          <a:p>
            <a:pPr marL="0" indent="0" hangingPunct="0">
              <a:buNone/>
            </a:pPr>
            <a:r>
              <a:rPr lang="en-GB"/>
              <a:t>Habitual calcium intake men 30 </a:t>
            </a:r>
            <a:r>
              <a:rPr lang="en-GB" err="1"/>
              <a:t>yr</a:t>
            </a:r>
            <a:r>
              <a:rPr lang="en-GB"/>
              <a:t> and proportion &lt; EAR</a:t>
            </a:r>
            <a:endParaRPr lang="nl-NL"/>
          </a:p>
          <a:p>
            <a:pPr marL="0" indent="0" hangingPunct="0">
              <a:buNone/>
            </a:pPr>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78</a:t>
            </a:fld>
            <a:endParaRPr lang="nl-NL"/>
          </a:p>
        </p:txBody>
      </p:sp>
      <p:graphicFrame>
        <p:nvGraphicFramePr>
          <p:cNvPr id="3" name="Table 3">
            <a:extLst>
              <a:ext uri="{FF2B5EF4-FFF2-40B4-BE49-F238E27FC236}">
                <a16:creationId xmlns:a16="http://schemas.microsoft.com/office/drawing/2014/main" id="{9D44489F-F720-415F-B989-5D763537DE46}"/>
              </a:ext>
            </a:extLst>
          </p:cNvPr>
          <p:cNvGraphicFramePr>
            <a:graphicFrameLocks noGrp="1"/>
          </p:cNvGraphicFramePr>
          <p:nvPr/>
        </p:nvGraphicFramePr>
        <p:xfrm>
          <a:off x="475655" y="2540024"/>
          <a:ext cx="8192691" cy="1135650"/>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007324">
                  <a:extLst>
                    <a:ext uri="{9D8B030D-6E8A-4147-A177-3AD203B41FA5}">
                      <a16:colId xmlns:a16="http://schemas.microsoft.com/office/drawing/2014/main" val="712896343"/>
                    </a:ext>
                  </a:extLst>
                </a:gridCol>
                <a:gridCol w="789071">
                  <a:extLst>
                    <a:ext uri="{9D8B030D-6E8A-4147-A177-3AD203B41FA5}">
                      <a16:colId xmlns:a16="http://schemas.microsoft.com/office/drawing/2014/main" val="2073769245"/>
                    </a:ext>
                  </a:extLst>
                </a:gridCol>
                <a:gridCol w="1359887">
                  <a:extLst>
                    <a:ext uri="{9D8B030D-6E8A-4147-A177-3AD203B41FA5}">
                      <a16:colId xmlns:a16="http://schemas.microsoft.com/office/drawing/2014/main" val="2095220058"/>
                    </a:ext>
                  </a:extLst>
                </a:gridCol>
                <a:gridCol w="940169">
                  <a:extLst>
                    <a:ext uri="{9D8B030D-6E8A-4147-A177-3AD203B41FA5}">
                      <a16:colId xmlns:a16="http://schemas.microsoft.com/office/drawing/2014/main" val="2183289002"/>
                    </a:ext>
                  </a:extLst>
                </a:gridCol>
                <a:gridCol w="1251481">
                  <a:extLst>
                    <a:ext uri="{9D8B030D-6E8A-4147-A177-3AD203B41FA5}">
                      <a16:colId xmlns:a16="http://schemas.microsoft.com/office/drawing/2014/main" val="355708113"/>
                    </a:ext>
                  </a:extLst>
                </a:gridCol>
              </a:tblGrid>
              <a:tr h="342900">
                <a:tc>
                  <a:txBody>
                    <a:bodyPr/>
                    <a:lstStyle/>
                    <a:p>
                      <a:endParaRPr lang="nl-NL" sz="1800"/>
                    </a:p>
                  </a:txBody>
                  <a:tcPr marL="68580" marR="68580" marT="34290" marB="34290"/>
                </a:tc>
                <a:tc>
                  <a:txBody>
                    <a:bodyPr/>
                    <a:lstStyle/>
                    <a:p>
                      <a:r>
                        <a:rPr lang="en-US" sz="1800"/>
                        <a:t>mean</a:t>
                      </a:r>
                      <a:endParaRPr lang="nl-NL" sz="1800"/>
                    </a:p>
                  </a:txBody>
                  <a:tcPr marL="68580" marR="68580" marT="34290" marB="34290"/>
                </a:tc>
                <a:tc>
                  <a:txBody>
                    <a:bodyPr/>
                    <a:lstStyle/>
                    <a:p>
                      <a:r>
                        <a:rPr lang="en-US" sz="1800"/>
                        <a:t>P25</a:t>
                      </a:r>
                      <a:endParaRPr lang="nl-NL" sz="1800"/>
                    </a:p>
                  </a:txBody>
                  <a:tcPr marL="68580" marR="68580" marT="34290" marB="34290"/>
                </a:tc>
                <a:tc>
                  <a:txBody>
                    <a:bodyPr/>
                    <a:lstStyle/>
                    <a:p>
                      <a:r>
                        <a:rPr lang="en-US" sz="1800"/>
                        <a:t>median</a:t>
                      </a:r>
                      <a:endParaRPr lang="nl-NL" sz="1800"/>
                    </a:p>
                  </a:txBody>
                  <a:tcPr marL="68580" marR="68580" marT="34290" marB="34290"/>
                </a:tc>
                <a:tc>
                  <a:txBody>
                    <a:bodyPr/>
                    <a:lstStyle/>
                    <a:p>
                      <a:r>
                        <a:rPr lang="en-US" sz="1800"/>
                        <a:t>P75</a:t>
                      </a:r>
                      <a:endParaRPr lang="nl-NL" sz="1800"/>
                    </a:p>
                  </a:txBody>
                  <a:tcPr marL="68580" marR="68580" marT="34290" marB="34290"/>
                </a:tc>
                <a:tc>
                  <a:txBody>
                    <a:bodyPr/>
                    <a:lstStyle/>
                    <a:p>
                      <a:r>
                        <a:rPr lang="en-US" sz="1800"/>
                        <a:t>&lt; EAR</a:t>
                      </a:r>
                      <a:endParaRPr lang="nl-NL" sz="1800"/>
                    </a:p>
                  </a:txBody>
                  <a:tcPr marL="68580" marR="68580" marT="34290" marB="34290"/>
                </a:tc>
                <a:extLst>
                  <a:ext uri="{0D108BD9-81ED-4DB2-BD59-A6C34878D82A}">
                    <a16:rowId xmlns:a16="http://schemas.microsoft.com/office/drawing/2014/main" val="1878934290"/>
                  </a:ext>
                </a:extLst>
              </a:tr>
              <a:tr h="449850">
                <a:tc>
                  <a:txBody>
                    <a:bodyPr/>
                    <a:lstStyle/>
                    <a:p>
                      <a:r>
                        <a:rPr lang="en-US" sz="1800"/>
                        <a:t>Age dependent</a:t>
                      </a:r>
                      <a:endParaRPr lang="nl-NL" sz="1800"/>
                    </a:p>
                  </a:txBody>
                  <a:tcPr marL="68580" marR="68580" marT="34290" marB="34290"/>
                </a:tc>
                <a:tc>
                  <a:txBody>
                    <a:bodyPr/>
                    <a:lstStyle/>
                    <a:p>
                      <a:r>
                        <a:rPr lang="en-US" sz="1800"/>
                        <a:t>1067</a:t>
                      </a:r>
                      <a:endParaRPr lang="nl-NL" sz="1800"/>
                    </a:p>
                  </a:txBody>
                  <a:tcPr marL="68580" marR="68580" marT="34290" marB="34290"/>
                </a:tc>
                <a:tc>
                  <a:txBody>
                    <a:bodyPr/>
                    <a:lstStyle/>
                    <a:p>
                      <a:r>
                        <a:rPr lang="en-US" sz="1800"/>
                        <a:t>812</a:t>
                      </a:r>
                      <a:endParaRPr lang="nl-NL" sz="1800"/>
                    </a:p>
                  </a:txBody>
                  <a:tcPr marL="68580" marR="68580" marT="34290" marB="34290"/>
                </a:tc>
                <a:tc>
                  <a:txBody>
                    <a:bodyPr/>
                    <a:lstStyle/>
                    <a:p>
                      <a:r>
                        <a:rPr lang="en-US" sz="1800"/>
                        <a:t>1024</a:t>
                      </a:r>
                      <a:endParaRPr lang="nl-NL" sz="1800"/>
                    </a:p>
                  </a:txBody>
                  <a:tcPr marL="68580" marR="68580" marT="34290" marB="34290"/>
                </a:tc>
                <a:tc>
                  <a:txBody>
                    <a:bodyPr/>
                    <a:lstStyle/>
                    <a:p>
                      <a:r>
                        <a:rPr lang="en-US" sz="1800"/>
                        <a:t>1278</a:t>
                      </a:r>
                      <a:endParaRPr lang="nl-NL" sz="1800"/>
                    </a:p>
                  </a:txBody>
                  <a:tcPr marL="68580" marR="68580" marT="34290" marB="34290"/>
                </a:tc>
                <a:tc>
                  <a:txBody>
                    <a:bodyPr/>
                    <a:lstStyle/>
                    <a:p>
                      <a:r>
                        <a:rPr lang="en-US" sz="1800"/>
                        <a:t>18.8%</a:t>
                      </a:r>
                      <a:endParaRPr lang="nl-NL" sz="1800"/>
                    </a:p>
                  </a:txBody>
                  <a:tcPr marL="68580" marR="68580" marT="34290" marB="34290"/>
                </a:tc>
                <a:extLst>
                  <a:ext uri="{0D108BD9-81ED-4DB2-BD59-A6C34878D82A}">
                    <a16:rowId xmlns:a16="http://schemas.microsoft.com/office/drawing/2014/main" val="3370325470"/>
                  </a:ext>
                </a:extLst>
              </a:tr>
              <a:tr h="342900">
                <a:tc>
                  <a:txBody>
                    <a:bodyPr/>
                    <a:lstStyle/>
                    <a:p>
                      <a:r>
                        <a:rPr lang="en-US" sz="1800"/>
                        <a:t>Age independent</a:t>
                      </a:r>
                      <a:endParaRPr lang="nl-NL" sz="1800"/>
                    </a:p>
                  </a:txBody>
                  <a:tcPr marL="68580" marR="68580" marT="34290" marB="34290"/>
                </a:tc>
                <a:tc>
                  <a:txBody>
                    <a:bodyPr/>
                    <a:lstStyle/>
                    <a:p>
                      <a:r>
                        <a:rPr lang="en-US" sz="1800"/>
                        <a:t>1031</a:t>
                      </a:r>
                      <a:endParaRPr lang="nl-NL" sz="1800"/>
                    </a:p>
                  </a:txBody>
                  <a:tcPr marL="68580" marR="68580" marT="34290" marB="34290"/>
                </a:tc>
                <a:tc>
                  <a:txBody>
                    <a:bodyPr/>
                    <a:lstStyle/>
                    <a:p>
                      <a:r>
                        <a:rPr lang="en-US" sz="1800"/>
                        <a:t>769</a:t>
                      </a:r>
                      <a:endParaRPr lang="nl-NL" sz="1800"/>
                    </a:p>
                  </a:txBody>
                  <a:tcPr marL="68580" marR="68580" marT="34290" marB="34290"/>
                </a:tc>
                <a:tc>
                  <a:txBody>
                    <a:bodyPr/>
                    <a:lstStyle/>
                    <a:p>
                      <a:r>
                        <a:rPr lang="en-US" sz="1800"/>
                        <a:t>984</a:t>
                      </a:r>
                      <a:endParaRPr lang="nl-NL" sz="1800"/>
                    </a:p>
                  </a:txBody>
                  <a:tcPr marL="68580" marR="68580" marT="34290" marB="34290"/>
                </a:tc>
                <a:tc>
                  <a:txBody>
                    <a:bodyPr/>
                    <a:lstStyle/>
                    <a:p>
                      <a:r>
                        <a:rPr lang="en-US" sz="1800"/>
                        <a:t>1244</a:t>
                      </a:r>
                      <a:endParaRPr lang="nl-NL" sz="1800"/>
                    </a:p>
                  </a:txBody>
                  <a:tcPr marL="68580" marR="68580" marT="34290" marB="34290"/>
                </a:tc>
                <a:tc>
                  <a:txBody>
                    <a:bodyPr/>
                    <a:lstStyle/>
                    <a:p>
                      <a:r>
                        <a:rPr lang="en-US" sz="1800"/>
                        <a:t>22.8%</a:t>
                      </a:r>
                      <a:endParaRPr lang="nl-NL" sz="1800"/>
                    </a:p>
                  </a:txBody>
                  <a:tcPr marL="68580" marR="68580" marT="34290" marB="34290"/>
                </a:tc>
                <a:extLst>
                  <a:ext uri="{0D108BD9-81ED-4DB2-BD59-A6C34878D82A}">
                    <a16:rowId xmlns:a16="http://schemas.microsoft.com/office/drawing/2014/main" val="1515492798"/>
                  </a:ext>
                </a:extLst>
              </a:tr>
            </a:tbl>
          </a:graphicData>
        </a:graphic>
      </p:graphicFrame>
      <p:sp>
        <p:nvSpPr>
          <p:cNvPr id="4" name="Date Placeholder 3">
            <a:extLst>
              <a:ext uri="{FF2B5EF4-FFF2-40B4-BE49-F238E27FC236}">
                <a16:creationId xmlns:a16="http://schemas.microsoft.com/office/drawing/2014/main" id="{FE1B4A0E-EE03-CC8E-5F05-C5B38CB0F52B}"/>
              </a:ext>
            </a:extLst>
          </p:cNvPr>
          <p:cNvSpPr>
            <a:spLocks noGrp="1"/>
          </p:cNvSpPr>
          <p:nvPr>
            <p:ph type="dt" sz="half" idx="10"/>
          </p:nvPr>
        </p:nvSpPr>
        <p:spPr/>
        <p:txBody>
          <a:bodyPr/>
          <a:lstStyle/>
          <a:p>
            <a:r>
              <a:rPr lang="nl-NL"/>
              <a:t>Zero Hidden Hunger, July 8-9, 2025 </a:t>
            </a:r>
          </a:p>
        </p:txBody>
      </p:sp>
      <p:sp>
        <p:nvSpPr>
          <p:cNvPr id="5" name="Footer Placeholder 4">
            <a:extLst>
              <a:ext uri="{FF2B5EF4-FFF2-40B4-BE49-F238E27FC236}">
                <a16:creationId xmlns:a16="http://schemas.microsoft.com/office/drawing/2014/main" id="{2060BF0E-51D3-848E-5DF2-350A04D7C1F1}"/>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4151666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0B414-1641-47E1-824C-0BB3D5A3D8F7}"/>
              </a:ext>
            </a:extLst>
          </p:cNvPr>
          <p:cNvSpPr>
            <a:spLocks noGrp="1"/>
          </p:cNvSpPr>
          <p:nvPr>
            <p:ph idx="1"/>
          </p:nvPr>
        </p:nvSpPr>
        <p:spPr>
          <a:xfrm>
            <a:off x="476250" y="1093135"/>
            <a:ext cx="8192691" cy="1607906"/>
          </a:xfrm>
        </p:spPr>
        <p:txBody>
          <a:bodyPr numCol="1">
            <a:normAutofit lnSpcReduction="10000"/>
          </a:bodyPr>
          <a:lstStyle/>
          <a:p>
            <a:pPr marL="234900" lvl="1" indent="0" hangingPunct="0">
              <a:buNone/>
            </a:pPr>
            <a:r>
              <a:rPr lang="en-GB" sz="2100" b="1">
                <a:solidFill>
                  <a:schemeClr val="tx2"/>
                </a:solidFill>
              </a:rPr>
              <a:t>Results exercise 4c                      		 </a:t>
            </a:r>
            <a:r>
              <a:rPr lang="en-GB" sz="1200" b="1">
                <a:solidFill>
                  <a:schemeClr val="tx2"/>
                </a:solidFill>
              </a:rPr>
              <a:t>(manual chapter 10)</a:t>
            </a:r>
            <a:endParaRPr lang="nl-NL" sz="1200" b="1">
              <a:solidFill>
                <a:schemeClr val="tx2"/>
              </a:solidFill>
            </a:endParaRPr>
          </a:p>
          <a:p>
            <a:pPr marL="0" indent="0" hangingPunct="0">
              <a:buNone/>
            </a:pPr>
            <a:r>
              <a:rPr lang="en-GB">
                <a:solidFill>
                  <a:srgbClr val="984806"/>
                </a:solidFill>
                <a:ea typeface="MS Mincho" panose="02020609040205080304" pitchFamily="49" charset="-128"/>
                <a:cs typeface="Times New Roman" panose="02020603050405020304" pitchFamily="18" charset="0"/>
              </a:rPr>
              <a:t>seed =</a:t>
            </a:r>
            <a:r>
              <a:rPr lang="en-GB">
                <a:solidFill>
                  <a:srgbClr val="CC3300"/>
                </a:solidFill>
                <a:ea typeface="MS Mincho" panose="02020609040205080304" pitchFamily="49" charset="-128"/>
                <a:cs typeface="Times New Roman" panose="02020603050405020304" pitchFamily="18" charset="0"/>
              </a:rPr>
              <a:t> 29062020 </a:t>
            </a:r>
          </a:p>
          <a:p>
            <a:pPr marL="0" indent="0" hangingPunct="0">
              <a:buNone/>
            </a:pPr>
            <a:endParaRPr lang="en-GB"/>
          </a:p>
          <a:p>
            <a:pPr marL="0" indent="0" hangingPunct="0">
              <a:buNone/>
            </a:pPr>
            <a:r>
              <a:rPr lang="en-GB"/>
              <a:t>Habitual calcium intake men 30 </a:t>
            </a:r>
            <a:r>
              <a:rPr lang="en-GB" err="1"/>
              <a:t>yr</a:t>
            </a:r>
            <a:r>
              <a:rPr lang="en-GB"/>
              <a:t> and proportion &lt; EAR</a:t>
            </a:r>
            <a:endParaRPr lang="nl-NL"/>
          </a:p>
          <a:p>
            <a:pPr marL="0" indent="0" hangingPunct="0">
              <a:buNone/>
            </a:pPr>
            <a:endParaRPr lang="nl-NL"/>
          </a:p>
        </p:txBody>
      </p:sp>
      <p:sp>
        <p:nvSpPr>
          <p:cNvPr id="6" name="Slide Number Placeholder 5">
            <a:extLst>
              <a:ext uri="{FF2B5EF4-FFF2-40B4-BE49-F238E27FC236}">
                <a16:creationId xmlns:a16="http://schemas.microsoft.com/office/drawing/2014/main" id="{FEBE0B2D-7BAD-4F90-86B2-A941CDF7B2B6}"/>
              </a:ext>
            </a:extLst>
          </p:cNvPr>
          <p:cNvSpPr>
            <a:spLocks noGrp="1"/>
          </p:cNvSpPr>
          <p:nvPr>
            <p:ph type="sldNum" sz="quarter" idx="12"/>
          </p:nvPr>
        </p:nvSpPr>
        <p:spPr/>
        <p:txBody>
          <a:bodyPr/>
          <a:lstStyle/>
          <a:p>
            <a:fld id="{10A0A6AF-03C5-477E-939A-E28F7E7F05EA}" type="slidenum">
              <a:rPr lang="nl-NL" smtClean="0"/>
              <a:pPr/>
              <a:t>79</a:t>
            </a:fld>
            <a:endParaRPr lang="nl-NL"/>
          </a:p>
        </p:txBody>
      </p:sp>
      <p:graphicFrame>
        <p:nvGraphicFramePr>
          <p:cNvPr id="3" name="Table 3">
            <a:extLst>
              <a:ext uri="{FF2B5EF4-FFF2-40B4-BE49-F238E27FC236}">
                <a16:creationId xmlns:a16="http://schemas.microsoft.com/office/drawing/2014/main" id="{9D44489F-F720-415F-B989-5D763537DE46}"/>
              </a:ext>
            </a:extLst>
          </p:cNvPr>
          <p:cNvGraphicFramePr>
            <a:graphicFrameLocks noGrp="1"/>
          </p:cNvGraphicFramePr>
          <p:nvPr>
            <p:extLst>
              <p:ext uri="{D42A27DB-BD31-4B8C-83A1-F6EECF244321}">
                <p14:modId xmlns:p14="http://schemas.microsoft.com/office/powerpoint/2010/main" val="83144021"/>
              </p:ext>
            </p:extLst>
          </p:nvPr>
        </p:nvGraphicFramePr>
        <p:xfrm>
          <a:off x="475655" y="2540024"/>
          <a:ext cx="8192691" cy="1135650"/>
        </p:xfrm>
        <a:graphic>
          <a:graphicData uri="http://schemas.openxmlformats.org/drawingml/2006/table">
            <a:tbl>
              <a:tblPr firstRow="1" bandRow="1">
                <a:tableStyleId>{5C22544A-7EE6-4342-B048-85BDC9FD1C3A}</a:tableStyleId>
              </a:tblPr>
              <a:tblGrid>
                <a:gridCol w="2844759">
                  <a:extLst>
                    <a:ext uri="{9D8B030D-6E8A-4147-A177-3AD203B41FA5}">
                      <a16:colId xmlns:a16="http://schemas.microsoft.com/office/drawing/2014/main" val="216366849"/>
                    </a:ext>
                  </a:extLst>
                </a:gridCol>
                <a:gridCol w="1007324">
                  <a:extLst>
                    <a:ext uri="{9D8B030D-6E8A-4147-A177-3AD203B41FA5}">
                      <a16:colId xmlns:a16="http://schemas.microsoft.com/office/drawing/2014/main" val="712896343"/>
                    </a:ext>
                  </a:extLst>
                </a:gridCol>
                <a:gridCol w="789071">
                  <a:extLst>
                    <a:ext uri="{9D8B030D-6E8A-4147-A177-3AD203B41FA5}">
                      <a16:colId xmlns:a16="http://schemas.microsoft.com/office/drawing/2014/main" val="2073769245"/>
                    </a:ext>
                  </a:extLst>
                </a:gridCol>
                <a:gridCol w="1359887">
                  <a:extLst>
                    <a:ext uri="{9D8B030D-6E8A-4147-A177-3AD203B41FA5}">
                      <a16:colId xmlns:a16="http://schemas.microsoft.com/office/drawing/2014/main" val="2095220058"/>
                    </a:ext>
                  </a:extLst>
                </a:gridCol>
                <a:gridCol w="940169">
                  <a:extLst>
                    <a:ext uri="{9D8B030D-6E8A-4147-A177-3AD203B41FA5}">
                      <a16:colId xmlns:a16="http://schemas.microsoft.com/office/drawing/2014/main" val="2183289002"/>
                    </a:ext>
                  </a:extLst>
                </a:gridCol>
                <a:gridCol w="1251481">
                  <a:extLst>
                    <a:ext uri="{9D8B030D-6E8A-4147-A177-3AD203B41FA5}">
                      <a16:colId xmlns:a16="http://schemas.microsoft.com/office/drawing/2014/main" val="355708113"/>
                    </a:ext>
                  </a:extLst>
                </a:gridCol>
              </a:tblGrid>
              <a:tr h="342900">
                <a:tc>
                  <a:txBody>
                    <a:bodyPr/>
                    <a:lstStyle/>
                    <a:p>
                      <a:endParaRPr lang="nl-NL" sz="1800"/>
                    </a:p>
                  </a:txBody>
                  <a:tcPr marL="68580" marR="68580" marT="34290" marB="34290"/>
                </a:tc>
                <a:tc>
                  <a:txBody>
                    <a:bodyPr/>
                    <a:lstStyle/>
                    <a:p>
                      <a:r>
                        <a:rPr lang="en-US" sz="1800"/>
                        <a:t>mean</a:t>
                      </a:r>
                      <a:endParaRPr lang="nl-NL" sz="1800"/>
                    </a:p>
                  </a:txBody>
                  <a:tcPr marL="68580" marR="68580" marT="34290" marB="34290"/>
                </a:tc>
                <a:tc>
                  <a:txBody>
                    <a:bodyPr/>
                    <a:lstStyle/>
                    <a:p>
                      <a:r>
                        <a:rPr lang="en-US" sz="1800"/>
                        <a:t>P25</a:t>
                      </a:r>
                      <a:endParaRPr lang="nl-NL" sz="1800"/>
                    </a:p>
                  </a:txBody>
                  <a:tcPr marL="68580" marR="68580" marT="34290" marB="34290"/>
                </a:tc>
                <a:tc>
                  <a:txBody>
                    <a:bodyPr/>
                    <a:lstStyle/>
                    <a:p>
                      <a:r>
                        <a:rPr lang="en-US" sz="1800"/>
                        <a:t>median</a:t>
                      </a:r>
                      <a:endParaRPr lang="nl-NL" sz="1800"/>
                    </a:p>
                  </a:txBody>
                  <a:tcPr marL="68580" marR="68580" marT="34290" marB="34290"/>
                </a:tc>
                <a:tc>
                  <a:txBody>
                    <a:bodyPr/>
                    <a:lstStyle/>
                    <a:p>
                      <a:r>
                        <a:rPr lang="en-US" sz="1800"/>
                        <a:t>P75</a:t>
                      </a:r>
                      <a:endParaRPr lang="nl-NL" sz="1800"/>
                    </a:p>
                  </a:txBody>
                  <a:tcPr marL="68580" marR="68580" marT="34290" marB="34290"/>
                </a:tc>
                <a:tc>
                  <a:txBody>
                    <a:bodyPr/>
                    <a:lstStyle/>
                    <a:p>
                      <a:r>
                        <a:rPr lang="en-US" sz="1800"/>
                        <a:t>&lt; EAR</a:t>
                      </a:r>
                      <a:endParaRPr lang="nl-NL" sz="1800"/>
                    </a:p>
                  </a:txBody>
                  <a:tcPr marL="68580" marR="68580" marT="34290" marB="34290"/>
                </a:tc>
                <a:extLst>
                  <a:ext uri="{0D108BD9-81ED-4DB2-BD59-A6C34878D82A}">
                    <a16:rowId xmlns:a16="http://schemas.microsoft.com/office/drawing/2014/main" val="1878934290"/>
                  </a:ext>
                </a:extLst>
              </a:tr>
              <a:tr h="449850">
                <a:tc>
                  <a:txBody>
                    <a:bodyPr/>
                    <a:lstStyle/>
                    <a:p>
                      <a:r>
                        <a:rPr lang="en-US" sz="1800"/>
                        <a:t>Age dependent</a:t>
                      </a:r>
                      <a:endParaRPr lang="nl-NL" sz="1800"/>
                    </a:p>
                  </a:txBody>
                  <a:tcPr marL="68580" marR="68580" marT="34290" marB="34290"/>
                </a:tc>
                <a:tc>
                  <a:txBody>
                    <a:bodyPr/>
                    <a:lstStyle/>
                    <a:p>
                      <a:r>
                        <a:rPr lang="en-US" sz="1800"/>
                        <a:t>1067</a:t>
                      </a:r>
                      <a:endParaRPr lang="nl-NL" sz="1800"/>
                    </a:p>
                  </a:txBody>
                  <a:tcPr marL="68580" marR="68580" marT="34290" marB="34290"/>
                </a:tc>
                <a:tc>
                  <a:txBody>
                    <a:bodyPr/>
                    <a:lstStyle/>
                    <a:p>
                      <a:r>
                        <a:rPr lang="en-US" sz="1800"/>
                        <a:t>818</a:t>
                      </a:r>
                      <a:endParaRPr lang="nl-NL" sz="1800"/>
                    </a:p>
                  </a:txBody>
                  <a:tcPr marL="68580" marR="68580" marT="34290" marB="34290"/>
                </a:tc>
                <a:tc>
                  <a:txBody>
                    <a:bodyPr/>
                    <a:lstStyle/>
                    <a:p>
                      <a:r>
                        <a:rPr lang="en-US" sz="1800"/>
                        <a:t>1018</a:t>
                      </a:r>
                      <a:endParaRPr lang="nl-NL" sz="1800"/>
                    </a:p>
                  </a:txBody>
                  <a:tcPr marL="68580" marR="68580" marT="34290" marB="34290"/>
                </a:tc>
                <a:tc>
                  <a:txBody>
                    <a:bodyPr/>
                    <a:lstStyle/>
                    <a:p>
                      <a:r>
                        <a:rPr lang="en-US" sz="1800"/>
                        <a:t>1279</a:t>
                      </a:r>
                      <a:endParaRPr lang="nl-NL" sz="1800"/>
                    </a:p>
                  </a:txBody>
                  <a:tcPr marL="68580" marR="68580" marT="34290" marB="34290"/>
                </a:tc>
                <a:tc>
                  <a:txBody>
                    <a:bodyPr/>
                    <a:lstStyle/>
                    <a:p>
                      <a:r>
                        <a:rPr lang="en-US" sz="1800"/>
                        <a:t>18.8%</a:t>
                      </a:r>
                      <a:endParaRPr lang="nl-NL" sz="1800"/>
                    </a:p>
                  </a:txBody>
                  <a:tcPr marL="68580" marR="68580" marT="34290" marB="34290"/>
                </a:tc>
                <a:extLst>
                  <a:ext uri="{0D108BD9-81ED-4DB2-BD59-A6C34878D82A}">
                    <a16:rowId xmlns:a16="http://schemas.microsoft.com/office/drawing/2014/main" val="3370325470"/>
                  </a:ext>
                </a:extLst>
              </a:tr>
              <a:tr h="342900">
                <a:tc>
                  <a:txBody>
                    <a:bodyPr/>
                    <a:lstStyle/>
                    <a:p>
                      <a:r>
                        <a:rPr lang="en-US" sz="1800"/>
                        <a:t>Age independent</a:t>
                      </a:r>
                      <a:endParaRPr lang="nl-NL" sz="1800"/>
                    </a:p>
                  </a:txBody>
                  <a:tcPr marL="68580" marR="68580" marT="34290" marB="34290"/>
                </a:tc>
                <a:tc>
                  <a:txBody>
                    <a:bodyPr/>
                    <a:lstStyle/>
                    <a:p>
                      <a:r>
                        <a:rPr lang="en-US" sz="1800"/>
                        <a:t>1031</a:t>
                      </a:r>
                      <a:endParaRPr lang="nl-NL" sz="1800"/>
                    </a:p>
                  </a:txBody>
                  <a:tcPr marL="68580" marR="68580" marT="34290" marB="34290"/>
                </a:tc>
                <a:tc>
                  <a:txBody>
                    <a:bodyPr/>
                    <a:lstStyle/>
                    <a:p>
                      <a:r>
                        <a:rPr lang="en-US" sz="1800"/>
                        <a:t>776</a:t>
                      </a:r>
                      <a:endParaRPr lang="nl-NL" sz="1800"/>
                    </a:p>
                  </a:txBody>
                  <a:tcPr marL="68580" marR="68580" marT="34290" marB="34290"/>
                </a:tc>
                <a:tc>
                  <a:txBody>
                    <a:bodyPr/>
                    <a:lstStyle/>
                    <a:p>
                      <a:r>
                        <a:rPr lang="en-US" sz="1800"/>
                        <a:t>978</a:t>
                      </a:r>
                      <a:endParaRPr lang="nl-NL" sz="1800"/>
                    </a:p>
                  </a:txBody>
                  <a:tcPr marL="68580" marR="68580" marT="34290" marB="34290"/>
                </a:tc>
                <a:tc>
                  <a:txBody>
                    <a:bodyPr/>
                    <a:lstStyle/>
                    <a:p>
                      <a:r>
                        <a:rPr lang="en-US" sz="1800"/>
                        <a:t>1245</a:t>
                      </a:r>
                      <a:endParaRPr lang="nl-NL" sz="1800"/>
                    </a:p>
                  </a:txBody>
                  <a:tcPr marL="68580" marR="68580" marT="34290" marB="34290"/>
                </a:tc>
                <a:tc>
                  <a:txBody>
                    <a:bodyPr/>
                    <a:lstStyle/>
                    <a:p>
                      <a:r>
                        <a:rPr lang="en-US" sz="1800"/>
                        <a:t>22.8%</a:t>
                      </a:r>
                      <a:endParaRPr lang="nl-NL" sz="1800"/>
                    </a:p>
                  </a:txBody>
                  <a:tcPr marL="68580" marR="68580" marT="34290" marB="34290"/>
                </a:tc>
                <a:extLst>
                  <a:ext uri="{0D108BD9-81ED-4DB2-BD59-A6C34878D82A}">
                    <a16:rowId xmlns:a16="http://schemas.microsoft.com/office/drawing/2014/main" val="1515492798"/>
                  </a:ext>
                </a:extLst>
              </a:tr>
            </a:tbl>
          </a:graphicData>
        </a:graphic>
      </p:graphicFrame>
      <p:pic>
        <p:nvPicPr>
          <p:cNvPr id="5" name="Picture 4">
            <a:extLst>
              <a:ext uri="{FF2B5EF4-FFF2-40B4-BE49-F238E27FC236}">
                <a16:creationId xmlns:a16="http://schemas.microsoft.com/office/drawing/2014/main" id="{8E701E05-F80B-435E-973E-647CB4A0AB11}"/>
              </a:ext>
            </a:extLst>
          </p:cNvPr>
          <p:cNvPicPr>
            <a:picLocks noChangeAspect="1"/>
          </p:cNvPicPr>
          <p:nvPr/>
        </p:nvPicPr>
        <p:blipFill>
          <a:blip r:embed="rId3"/>
          <a:stretch>
            <a:fillRect/>
          </a:stretch>
        </p:blipFill>
        <p:spPr>
          <a:xfrm>
            <a:off x="2987564" y="1511117"/>
            <a:ext cx="4371975" cy="4329113"/>
          </a:xfrm>
          <a:prstGeom prst="rect">
            <a:avLst/>
          </a:prstGeom>
        </p:spPr>
      </p:pic>
      <p:sp>
        <p:nvSpPr>
          <p:cNvPr id="4" name="Date Placeholder 3">
            <a:extLst>
              <a:ext uri="{FF2B5EF4-FFF2-40B4-BE49-F238E27FC236}">
                <a16:creationId xmlns:a16="http://schemas.microsoft.com/office/drawing/2014/main" id="{0F533816-7F73-47FE-A67C-254AA0B4D4CD}"/>
              </a:ext>
            </a:extLst>
          </p:cNvPr>
          <p:cNvSpPr>
            <a:spLocks noGrp="1"/>
          </p:cNvSpPr>
          <p:nvPr>
            <p:ph type="dt" sz="half" idx="10"/>
          </p:nvPr>
        </p:nvSpPr>
        <p:spPr/>
        <p:txBody>
          <a:bodyPr/>
          <a:lstStyle/>
          <a:p>
            <a:r>
              <a:rPr lang="nl-NL"/>
              <a:t>Zero Hidden Hunger, July 8-9, 2025 </a:t>
            </a:r>
          </a:p>
        </p:txBody>
      </p:sp>
      <p:sp>
        <p:nvSpPr>
          <p:cNvPr id="7" name="Footer Placeholder 6">
            <a:extLst>
              <a:ext uri="{FF2B5EF4-FFF2-40B4-BE49-F238E27FC236}">
                <a16:creationId xmlns:a16="http://schemas.microsoft.com/office/drawing/2014/main" id="{F484E155-D19B-D86B-19FA-A0A0F4326469}"/>
              </a:ext>
            </a:extLst>
          </p:cNvPr>
          <p:cNvSpPr>
            <a:spLocks noGrp="1"/>
          </p:cNvSpPr>
          <p:nvPr>
            <p:ph type="ftr" sz="quarter" idx="11"/>
          </p:nvPr>
        </p:nvSpPr>
        <p:spPr/>
        <p:txBody>
          <a:bodyPr/>
          <a:lstStyle/>
          <a:p>
            <a:r>
              <a:rPr lang="en-US"/>
              <a:t>Assessing a population’s nutrient (in)adequacy</a:t>
            </a:r>
            <a:endParaRPr lang="nl-NL"/>
          </a:p>
        </p:txBody>
      </p:sp>
    </p:spTree>
    <p:extLst>
      <p:ext uri="{BB962C8B-B14F-4D97-AF65-F5344CB8AC3E}">
        <p14:creationId xmlns:p14="http://schemas.microsoft.com/office/powerpoint/2010/main" val="28906750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228850"/>
            <a:ext cx="8667750" cy="3294460"/>
          </a:xfrm>
        </p:spPr>
        <p:txBody>
          <a:bodyPr numCol="1">
            <a:normAutofit/>
          </a:bodyPr>
          <a:lstStyle/>
          <a:p>
            <a:pPr>
              <a:tabLst>
                <a:tab pos="3702844" algn="l"/>
              </a:tabLst>
            </a:pPr>
            <a:r>
              <a:rPr lang="en-US" sz="1950" i="1">
                <a:solidFill>
                  <a:schemeClr val="tx2"/>
                </a:solidFill>
              </a:rPr>
              <a:t>Age-category dietary reference value versus consumption data</a:t>
            </a:r>
          </a:p>
          <a:p>
            <a:pPr>
              <a:tabLst>
                <a:tab pos="3702844" algn="l"/>
              </a:tabLst>
            </a:pPr>
            <a:endParaRPr lang="en-US" sz="1950"/>
          </a:p>
          <a:p>
            <a:pPr marL="0" indent="0">
              <a:buNone/>
              <a:tabLst>
                <a:tab pos="3702844" algn="l"/>
              </a:tabLst>
            </a:pPr>
            <a:r>
              <a:rPr lang="en-US" sz="1950"/>
              <a:t>DRV’s are set in age-categories.</a:t>
            </a:r>
          </a:p>
          <a:p>
            <a:pPr marL="0" indent="0">
              <a:buNone/>
              <a:tabLst>
                <a:tab pos="3702844" algn="l"/>
              </a:tabLst>
            </a:pPr>
            <a:r>
              <a:rPr lang="en-US" sz="1950"/>
              <a:t>SPADE compares consumption in age units with DRV’s and combines results in age-categories.</a:t>
            </a:r>
          </a:p>
          <a:p>
            <a:pPr marL="0" indent="0">
              <a:buNone/>
              <a:tabLst>
                <a:tab pos="3702844" algn="l"/>
              </a:tabLst>
            </a:pPr>
            <a:endParaRPr lang="en-US" sz="1950"/>
          </a:p>
          <a:p>
            <a:pPr marL="0" indent="0">
              <a:buNone/>
              <a:tabLst>
                <a:tab pos="3702844" algn="l"/>
              </a:tabLst>
            </a:pPr>
            <a:r>
              <a:rPr lang="en-US" sz="1950" b="1">
                <a:solidFill>
                  <a:schemeClr val="tx2"/>
                </a:solidFill>
              </a:rPr>
              <a:t>What if, </a:t>
            </a:r>
            <a:r>
              <a:rPr lang="en-US" sz="1950"/>
              <a:t>you have consumption data of 2-3 yr. olds and EAR (or UL) is set for 1-3 yr. old?</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5655" y="1093135"/>
            <a:ext cx="8192691" cy="711035"/>
          </a:xfrm>
        </p:spPr>
        <p:txBody>
          <a:bodyPr/>
          <a:lstStyle/>
          <a:p>
            <a:r>
              <a:rPr lang="en-US"/>
              <a:t>Interpretation – be aware I</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80</a:t>
            </a:fld>
            <a:endParaRPr lang="nl-NL"/>
          </a:p>
        </p:txBody>
      </p:sp>
    </p:spTree>
    <p:extLst>
      <p:ext uri="{BB962C8B-B14F-4D97-AF65-F5344CB8AC3E}">
        <p14:creationId xmlns:p14="http://schemas.microsoft.com/office/powerpoint/2010/main" val="39055042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60158" y="2108072"/>
            <a:ext cx="9144000" cy="3294460"/>
          </a:xfrm>
        </p:spPr>
        <p:txBody>
          <a:bodyPr numCol="1">
            <a:normAutofit lnSpcReduction="10000"/>
          </a:bodyPr>
          <a:lstStyle/>
          <a:p>
            <a:pPr marL="0" indent="0">
              <a:buNone/>
              <a:tabLst>
                <a:tab pos="3702844" algn="l"/>
              </a:tabLst>
            </a:pPr>
            <a:r>
              <a:rPr lang="en-US" sz="1950" b="1">
                <a:solidFill>
                  <a:schemeClr val="tx2"/>
                </a:solidFill>
              </a:rPr>
              <a:t>What if, </a:t>
            </a:r>
            <a:r>
              <a:rPr lang="en-US" sz="1950"/>
              <a:t>you have consumption data of 2-3 yr. olds and EAR (or UL) is set for 1-3 yr. old?</a:t>
            </a:r>
          </a:p>
          <a:p>
            <a:pPr marL="0" indent="0">
              <a:buNone/>
              <a:tabLst>
                <a:tab pos="3702844" algn="l"/>
              </a:tabLst>
            </a:pPr>
            <a:endParaRPr lang="en-US" sz="1950"/>
          </a:p>
          <a:p>
            <a:pPr marL="0" indent="0">
              <a:buNone/>
              <a:tabLst>
                <a:tab pos="3702844" algn="l"/>
              </a:tabLst>
            </a:pPr>
            <a:r>
              <a:rPr lang="en-US" sz="1950"/>
              <a:t>DRV based on average body weight 1-3 yr. (e.g. 20 kg)</a:t>
            </a:r>
          </a:p>
          <a:p>
            <a:pPr marL="0" indent="0">
              <a:buNone/>
              <a:tabLst>
                <a:tab pos="3702844" algn="l"/>
              </a:tabLst>
            </a:pPr>
            <a:r>
              <a:rPr lang="en-US" sz="1950"/>
              <a:t>1 year old (e.g. 10 kg) less weight than 3 yr old (e.g. 30 kg)</a:t>
            </a:r>
          </a:p>
          <a:p>
            <a:pPr marL="0" indent="0">
              <a:buNone/>
              <a:tabLst>
                <a:tab pos="3702844" algn="l"/>
              </a:tabLst>
            </a:pPr>
            <a:r>
              <a:rPr lang="en-US" sz="1950"/>
              <a:t>DRV 1-3 yr </a:t>
            </a:r>
            <a:r>
              <a:rPr lang="en-US" sz="1950">
                <a:sym typeface="Wingdings" panose="05000000000000000000" pitchFamily="2" charset="2"/>
              </a:rPr>
              <a:t> e.g. 50 mg based on average of 20 kg </a:t>
            </a:r>
          </a:p>
          <a:p>
            <a:pPr marL="0" indent="0">
              <a:buNone/>
              <a:tabLst>
                <a:tab pos="3702844" algn="l"/>
              </a:tabLst>
            </a:pPr>
            <a:r>
              <a:rPr lang="en-US" sz="1950">
                <a:sym typeface="Wingdings" panose="05000000000000000000" pitchFamily="2" charset="2"/>
              </a:rPr>
              <a:t>overestimate 1 yr old (36.3 mg*), underestimate 3 yr old (62.5 mg)</a:t>
            </a:r>
          </a:p>
          <a:p>
            <a:pPr marL="0" indent="0">
              <a:buNone/>
              <a:tabLst>
                <a:tab pos="3702844" algn="l"/>
              </a:tabLst>
            </a:pPr>
            <a:endParaRPr lang="en-US" sz="1950"/>
          </a:p>
          <a:p>
            <a:pPr marL="0" indent="0">
              <a:buNone/>
              <a:tabLst>
                <a:tab pos="3702844" algn="l"/>
              </a:tabLst>
            </a:pPr>
            <a:r>
              <a:rPr lang="en-US" sz="1950"/>
              <a:t>%&lt;EAR or &gt;UL not valid if consumption data not for age-category DRV</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5655" y="1093135"/>
            <a:ext cx="8192691" cy="711035"/>
          </a:xfrm>
        </p:spPr>
        <p:txBody>
          <a:bodyPr/>
          <a:lstStyle/>
          <a:p>
            <a:r>
              <a:rPr lang="en-US"/>
              <a:t>Interpretation – be aware I.a</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81</a:t>
            </a:fld>
            <a:endParaRPr lang="nl-NL"/>
          </a:p>
        </p:txBody>
      </p:sp>
      <p:sp>
        <p:nvSpPr>
          <p:cNvPr id="7" name="TextBox 6">
            <a:extLst>
              <a:ext uri="{FF2B5EF4-FFF2-40B4-BE49-F238E27FC236}">
                <a16:creationId xmlns:a16="http://schemas.microsoft.com/office/drawing/2014/main" id="{2323E22B-5624-4382-BA41-B800FEFD6FAD}"/>
              </a:ext>
            </a:extLst>
          </p:cNvPr>
          <p:cNvSpPr txBox="1"/>
          <p:nvPr/>
        </p:nvSpPr>
        <p:spPr>
          <a:xfrm>
            <a:off x="6791920" y="5531766"/>
            <a:ext cx="1858879" cy="300082"/>
          </a:xfrm>
          <a:prstGeom prst="rect">
            <a:avLst/>
          </a:prstGeom>
          <a:noFill/>
        </p:spPr>
        <p:txBody>
          <a:bodyPr wrap="square" rtlCol="0">
            <a:spAutoFit/>
          </a:bodyPr>
          <a:lstStyle/>
          <a:p>
            <a:r>
              <a:rPr lang="en-US" sz="1350"/>
              <a:t>* =25 + 1.25*BW</a:t>
            </a:r>
            <a:endParaRPr lang="nl-NL" sz="1350"/>
          </a:p>
        </p:txBody>
      </p:sp>
    </p:spTree>
    <p:extLst>
      <p:ext uri="{BB962C8B-B14F-4D97-AF65-F5344CB8AC3E}">
        <p14:creationId xmlns:p14="http://schemas.microsoft.com/office/powerpoint/2010/main" val="11909799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228850"/>
            <a:ext cx="8667750" cy="3294460"/>
          </a:xfrm>
        </p:spPr>
        <p:txBody>
          <a:bodyPr numCol="1">
            <a:normAutofit lnSpcReduction="10000"/>
          </a:bodyPr>
          <a:lstStyle/>
          <a:p>
            <a:pPr>
              <a:tabLst>
                <a:tab pos="3702844" algn="l"/>
              </a:tabLst>
            </a:pPr>
            <a:r>
              <a:rPr lang="en-US" sz="1950" i="1">
                <a:solidFill>
                  <a:schemeClr val="tx2"/>
                </a:solidFill>
              </a:rPr>
              <a:t>Age-category dietary reference value versus consumption data</a:t>
            </a:r>
          </a:p>
          <a:p>
            <a:pPr>
              <a:tabLst>
                <a:tab pos="3702844" algn="l"/>
              </a:tabLst>
            </a:pPr>
            <a:endParaRPr lang="en-US" sz="1950"/>
          </a:p>
          <a:p>
            <a:pPr marL="0" indent="0">
              <a:buNone/>
              <a:tabLst>
                <a:tab pos="3702844" algn="l"/>
              </a:tabLst>
            </a:pPr>
            <a:r>
              <a:rPr lang="en-US" sz="1950"/>
              <a:t>AI is set in age-categories.</a:t>
            </a:r>
          </a:p>
          <a:p>
            <a:pPr marL="0" indent="0">
              <a:buNone/>
              <a:tabLst>
                <a:tab pos="3702844" algn="l"/>
              </a:tabLst>
            </a:pPr>
            <a:r>
              <a:rPr lang="en-US" sz="1950"/>
              <a:t>SPADE compares median consumption in age units with AI. If results is equal in age-group SPADE returns 0 (&lt;) or 1 (≥), if not then a 2 (&lt; &amp; ≥).</a:t>
            </a:r>
          </a:p>
          <a:p>
            <a:pPr marL="0" indent="0">
              <a:buNone/>
              <a:tabLst>
                <a:tab pos="3702844" algn="l"/>
              </a:tabLst>
            </a:pPr>
            <a:endParaRPr lang="en-US" sz="1950"/>
          </a:p>
          <a:p>
            <a:pPr marL="0" indent="0">
              <a:buNone/>
              <a:tabLst>
                <a:tab pos="3702844" algn="l"/>
              </a:tabLst>
            </a:pPr>
            <a:r>
              <a:rPr lang="en-US" sz="1950" b="1">
                <a:solidFill>
                  <a:schemeClr val="tx2"/>
                </a:solidFill>
              </a:rPr>
              <a:t>What if, </a:t>
            </a:r>
            <a:r>
              <a:rPr lang="en-US" sz="1950"/>
              <a:t>you have consumption data of 19-30 yr. olds and AI set for 19-30 yr. olds and SPADE returns 2? Ages 19, 20, 21, 22 year have median intake &lt; AI, all other ages have median intake &gt; AI.</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5655" y="1093135"/>
            <a:ext cx="8192691" cy="711035"/>
          </a:xfrm>
        </p:spPr>
        <p:txBody>
          <a:bodyPr/>
          <a:lstStyle/>
          <a:p>
            <a:r>
              <a:rPr lang="en-US"/>
              <a:t>Interpretation – be aware II</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82</a:t>
            </a:fld>
            <a:endParaRPr lang="nl-NL"/>
          </a:p>
        </p:txBody>
      </p:sp>
    </p:spTree>
    <p:extLst>
      <p:ext uri="{BB962C8B-B14F-4D97-AF65-F5344CB8AC3E}">
        <p14:creationId xmlns:p14="http://schemas.microsoft.com/office/powerpoint/2010/main" val="18614622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91CAC1-DC2C-4CE1-9A4E-51200E2AE0E8}"/>
              </a:ext>
            </a:extLst>
          </p:cNvPr>
          <p:cNvSpPr>
            <a:spLocks noGrp="1"/>
          </p:cNvSpPr>
          <p:nvPr>
            <p:ph idx="1"/>
          </p:nvPr>
        </p:nvSpPr>
        <p:spPr>
          <a:xfrm>
            <a:off x="476250" y="2228850"/>
            <a:ext cx="8667750" cy="3294460"/>
          </a:xfrm>
        </p:spPr>
        <p:txBody>
          <a:bodyPr numCol="1">
            <a:normAutofit/>
          </a:bodyPr>
          <a:lstStyle/>
          <a:p>
            <a:pPr marL="0" indent="0">
              <a:buNone/>
              <a:tabLst>
                <a:tab pos="3702844" algn="l"/>
              </a:tabLst>
            </a:pPr>
            <a:r>
              <a:rPr lang="en-US" sz="1950" b="1">
                <a:solidFill>
                  <a:schemeClr val="tx2"/>
                </a:solidFill>
              </a:rPr>
              <a:t>What if, </a:t>
            </a:r>
            <a:r>
              <a:rPr lang="en-US" sz="1950"/>
              <a:t>you have consumption data of 19-30 yr. olds and AI set for 19-30 yr. olds and SPADE returns 2? Ages 19, 20, 21, 22 year have median intake &lt; AI, all other ages have median intake &gt; AI.</a:t>
            </a:r>
          </a:p>
          <a:p>
            <a:pPr marL="0" indent="0">
              <a:buNone/>
              <a:tabLst>
                <a:tab pos="3702844" algn="l"/>
              </a:tabLst>
            </a:pPr>
            <a:endParaRPr lang="en-US" sz="1950"/>
          </a:p>
          <a:p>
            <a:pPr marL="0" indent="0">
              <a:buNone/>
              <a:tabLst>
                <a:tab pos="3702844" algn="l"/>
              </a:tabLst>
            </a:pPr>
            <a:r>
              <a:rPr lang="en-US" sz="1950"/>
              <a:t>AI is set for specific age-category</a:t>
            </a:r>
          </a:p>
          <a:p>
            <a:pPr marL="0" indent="0">
              <a:buNone/>
              <a:tabLst>
                <a:tab pos="3702844" algn="l"/>
              </a:tabLst>
            </a:pPr>
            <a:r>
              <a:rPr lang="en-US" sz="1950"/>
              <a:t>Compare habitual median intake of that age-category with AI, this will give you the overall conclusion.</a:t>
            </a:r>
          </a:p>
          <a:p>
            <a:pPr marL="0" indent="0">
              <a:buNone/>
              <a:tabLst>
                <a:tab pos="3702844" algn="l"/>
              </a:tabLst>
            </a:pPr>
            <a:endParaRPr lang="en-US" sz="1950"/>
          </a:p>
          <a:p>
            <a:pPr marL="0" indent="0">
              <a:buNone/>
              <a:tabLst>
                <a:tab pos="3702844" algn="l"/>
              </a:tabLst>
            </a:pPr>
            <a:r>
              <a:rPr lang="en-US" sz="1950" i="1">
                <a:solidFill>
                  <a:schemeClr val="tx2"/>
                </a:solidFill>
              </a:rPr>
              <a:t>On list for future adjustment of SPADE</a:t>
            </a:r>
          </a:p>
        </p:txBody>
      </p:sp>
      <p:sp>
        <p:nvSpPr>
          <p:cNvPr id="3" name="Titel 2">
            <a:extLst>
              <a:ext uri="{FF2B5EF4-FFF2-40B4-BE49-F238E27FC236}">
                <a16:creationId xmlns:a16="http://schemas.microsoft.com/office/drawing/2014/main" id="{76C9D7C4-9AA4-4D44-A8A2-38248E16753C}"/>
              </a:ext>
            </a:extLst>
          </p:cNvPr>
          <p:cNvSpPr>
            <a:spLocks noGrp="1"/>
          </p:cNvSpPr>
          <p:nvPr>
            <p:ph type="title"/>
          </p:nvPr>
        </p:nvSpPr>
        <p:spPr>
          <a:xfrm>
            <a:off x="475655" y="1093135"/>
            <a:ext cx="8192691" cy="711035"/>
          </a:xfrm>
        </p:spPr>
        <p:txBody>
          <a:bodyPr/>
          <a:lstStyle/>
          <a:p>
            <a:r>
              <a:rPr lang="en-US"/>
              <a:t>Interpretation – be aware II.a</a:t>
            </a:r>
            <a:endParaRPr lang="nl-NL"/>
          </a:p>
        </p:txBody>
      </p:sp>
      <p:sp>
        <p:nvSpPr>
          <p:cNvPr id="4" name="Tijdelijke aanduiding voor datum 3">
            <a:extLst>
              <a:ext uri="{FF2B5EF4-FFF2-40B4-BE49-F238E27FC236}">
                <a16:creationId xmlns:a16="http://schemas.microsoft.com/office/drawing/2014/main" id="{338D7753-BFBA-45AA-A9BB-62ECDA216940}"/>
              </a:ext>
            </a:extLst>
          </p:cNvPr>
          <p:cNvSpPr>
            <a:spLocks noGrp="1"/>
          </p:cNvSpPr>
          <p:nvPr>
            <p:ph type="dt" sz="half" idx="10"/>
          </p:nvPr>
        </p:nvSpPr>
        <p:spPr/>
        <p:txBody>
          <a:bodyPr/>
          <a:lstStyle/>
          <a:p>
            <a:r>
              <a:rPr lang="nl-NL"/>
              <a:t>Zero Hidden Hunger, July 8-9, 2025 </a:t>
            </a:r>
          </a:p>
        </p:txBody>
      </p:sp>
      <p:sp>
        <p:nvSpPr>
          <p:cNvPr id="5" name="Tijdelijke aanduiding voor voettekst 4">
            <a:extLst>
              <a:ext uri="{FF2B5EF4-FFF2-40B4-BE49-F238E27FC236}">
                <a16:creationId xmlns:a16="http://schemas.microsoft.com/office/drawing/2014/main" id="{E069193E-7AA7-4ACB-A103-6B984B1A4967}"/>
              </a:ext>
            </a:extLst>
          </p:cNvPr>
          <p:cNvSpPr>
            <a:spLocks noGrp="1"/>
          </p:cNvSpPr>
          <p:nvPr>
            <p:ph type="ftr" sz="quarter" idx="11"/>
          </p:nvPr>
        </p:nvSpPr>
        <p:spPr/>
        <p:txBody>
          <a:bodyPr/>
          <a:lstStyle/>
          <a:p>
            <a:r>
              <a:rPr lang="en-US"/>
              <a:t>Assessing a population’s nutrient (in)adequacy</a:t>
            </a:r>
            <a:endParaRPr lang="nl-NL"/>
          </a:p>
        </p:txBody>
      </p:sp>
      <p:sp>
        <p:nvSpPr>
          <p:cNvPr id="6" name="Tijdelijke aanduiding voor dianummer 5">
            <a:extLst>
              <a:ext uri="{FF2B5EF4-FFF2-40B4-BE49-F238E27FC236}">
                <a16:creationId xmlns:a16="http://schemas.microsoft.com/office/drawing/2014/main" id="{13DCF811-9752-4AF2-895D-6778C4D8CA8D}"/>
              </a:ext>
            </a:extLst>
          </p:cNvPr>
          <p:cNvSpPr>
            <a:spLocks noGrp="1"/>
          </p:cNvSpPr>
          <p:nvPr>
            <p:ph type="sldNum" sz="quarter" idx="12"/>
          </p:nvPr>
        </p:nvSpPr>
        <p:spPr/>
        <p:txBody>
          <a:bodyPr/>
          <a:lstStyle/>
          <a:p>
            <a:fld id="{10A0A6AF-03C5-477E-939A-E28F7E7F05EA}" type="slidenum">
              <a:rPr lang="nl-NL" smtClean="0"/>
              <a:pPr/>
              <a:t>83</a:t>
            </a:fld>
            <a:endParaRPr lang="nl-NL"/>
          </a:p>
        </p:txBody>
      </p:sp>
    </p:spTree>
    <p:extLst>
      <p:ext uri="{BB962C8B-B14F-4D97-AF65-F5344CB8AC3E}">
        <p14:creationId xmlns:p14="http://schemas.microsoft.com/office/powerpoint/2010/main" val="21773864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9DB9C-2EB9-4B35-9D51-B832DB00429C}"/>
              </a:ext>
            </a:extLst>
          </p:cNvPr>
          <p:cNvSpPr>
            <a:spLocks noGrp="1"/>
          </p:cNvSpPr>
          <p:nvPr>
            <p:ph type="title"/>
          </p:nvPr>
        </p:nvSpPr>
        <p:spPr/>
        <p:txBody>
          <a:bodyPr/>
          <a:lstStyle/>
          <a:p>
            <a:r>
              <a:rPr lang="en-GB"/>
              <a:t>Summary</a:t>
            </a:r>
          </a:p>
        </p:txBody>
      </p:sp>
      <p:sp>
        <p:nvSpPr>
          <p:cNvPr id="3" name="Content Placeholder 2">
            <a:extLst>
              <a:ext uri="{FF2B5EF4-FFF2-40B4-BE49-F238E27FC236}">
                <a16:creationId xmlns:a16="http://schemas.microsoft.com/office/drawing/2014/main" id="{66A48BC4-F66A-4628-A1FF-9D8E0A615076}"/>
              </a:ext>
            </a:extLst>
          </p:cNvPr>
          <p:cNvSpPr>
            <a:spLocks noGrp="1"/>
          </p:cNvSpPr>
          <p:nvPr>
            <p:ph idx="1"/>
          </p:nvPr>
        </p:nvSpPr>
        <p:spPr/>
        <p:txBody>
          <a:bodyPr/>
          <a:lstStyle/>
          <a:p>
            <a:r>
              <a:rPr lang="en-GB"/>
              <a:t>SPADE 1-part model: habitual intake of intake variables which are </a:t>
            </a:r>
            <a:r>
              <a:rPr lang="en-GB" b="1">
                <a:solidFill>
                  <a:schemeClr val="tx2"/>
                </a:solidFill>
              </a:rPr>
              <a:t>daily</a:t>
            </a:r>
            <a:r>
              <a:rPr lang="en-GB">
                <a:solidFill>
                  <a:schemeClr val="tx2"/>
                </a:solidFill>
              </a:rPr>
              <a:t> </a:t>
            </a:r>
            <a:r>
              <a:rPr lang="en-GB" b="1">
                <a:solidFill>
                  <a:schemeClr val="tx2"/>
                </a:solidFill>
              </a:rPr>
              <a:t>consumed by (almost) everyone </a:t>
            </a:r>
            <a:r>
              <a:rPr lang="en-GB"/>
              <a:t>in the population </a:t>
            </a:r>
          </a:p>
          <a:p>
            <a:r>
              <a:rPr lang="en-GB"/>
              <a:t>Transformation, modelling and back transformation for: </a:t>
            </a:r>
          </a:p>
          <a:p>
            <a:pPr lvl="1"/>
            <a:r>
              <a:rPr lang="en-GB"/>
              <a:t>Distribution dependent of age</a:t>
            </a:r>
          </a:p>
          <a:p>
            <a:pPr lvl="1"/>
            <a:r>
              <a:rPr lang="en-GB"/>
              <a:t>Elimination of within person variance</a:t>
            </a:r>
          </a:p>
          <a:p>
            <a:r>
              <a:rPr lang="en-GB" b="1">
                <a:solidFill>
                  <a:schemeClr val="tx2"/>
                </a:solidFill>
              </a:rPr>
              <a:t>id</a:t>
            </a:r>
            <a:r>
              <a:rPr lang="en-GB"/>
              <a:t>, </a:t>
            </a:r>
            <a:r>
              <a:rPr lang="en-GB" b="1">
                <a:solidFill>
                  <a:schemeClr val="tx2"/>
                </a:solidFill>
              </a:rPr>
              <a:t>sex</a:t>
            </a:r>
            <a:r>
              <a:rPr lang="en-GB"/>
              <a:t> and </a:t>
            </a:r>
            <a:r>
              <a:rPr lang="en-GB" b="1">
                <a:solidFill>
                  <a:schemeClr val="tx2"/>
                </a:solidFill>
              </a:rPr>
              <a:t>age</a:t>
            </a:r>
            <a:r>
              <a:rPr lang="en-GB"/>
              <a:t> are essential</a:t>
            </a:r>
          </a:p>
          <a:p>
            <a:r>
              <a:rPr lang="en-GB"/>
              <a:t>Check your output and plots!</a:t>
            </a:r>
          </a:p>
          <a:p>
            <a:r>
              <a:rPr lang="en-GB"/>
              <a:t>Habitual intakes can be found in excel files</a:t>
            </a:r>
          </a:p>
          <a:p>
            <a:r>
              <a:rPr lang="en-GB"/>
              <a:t>Additional options for age classes, percentiles and survey weights</a:t>
            </a:r>
          </a:p>
        </p:txBody>
      </p:sp>
      <p:sp>
        <p:nvSpPr>
          <p:cNvPr id="5" name="Slide Number Placeholder 4">
            <a:extLst>
              <a:ext uri="{FF2B5EF4-FFF2-40B4-BE49-F238E27FC236}">
                <a16:creationId xmlns:a16="http://schemas.microsoft.com/office/drawing/2014/main" id="{3E99BF67-658E-40AB-8503-32F7B4CDFDC9}"/>
              </a:ext>
            </a:extLst>
          </p:cNvPr>
          <p:cNvSpPr>
            <a:spLocks noGrp="1"/>
          </p:cNvSpPr>
          <p:nvPr>
            <p:ph type="sldNum" sz="quarter" idx="12"/>
          </p:nvPr>
        </p:nvSpPr>
        <p:spPr/>
        <p:txBody>
          <a:bodyPr/>
          <a:lstStyle/>
          <a:p>
            <a:fld id="{8FC21E99-CB6E-4E1C-8709-25BF64FEA530}" type="slidenum">
              <a:rPr lang="nl-NL" smtClean="0"/>
              <a:pPr/>
              <a:t>84</a:t>
            </a:fld>
            <a:endParaRPr lang="nl-NL"/>
          </a:p>
        </p:txBody>
      </p:sp>
      <p:sp>
        <p:nvSpPr>
          <p:cNvPr id="6" name="Footer Placeholder 5">
            <a:extLst>
              <a:ext uri="{FF2B5EF4-FFF2-40B4-BE49-F238E27FC236}">
                <a16:creationId xmlns:a16="http://schemas.microsoft.com/office/drawing/2014/main" id="{2A3A30AB-83FB-0A9F-8585-6E4942AF33BB}"/>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4ED0CB43-240C-571B-79B3-D2A7F77B59E3}"/>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28266206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 5</a:t>
            </a:r>
            <a:endParaRPr lang="nl-NL"/>
          </a:p>
        </p:txBody>
      </p:sp>
      <p:sp>
        <p:nvSpPr>
          <p:cNvPr id="3" name="Content Placeholder 2"/>
          <p:cNvSpPr>
            <a:spLocks noGrp="1"/>
          </p:cNvSpPr>
          <p:nvPr>
            <p:ph idx="1"/>
          </p:nvPr>
        </p:nvSpPr>
        <p:spPr>
          <a:xfrm>
            <a:off x="485775" y="1844674"/>
            <a:ext cx="8172450" cy="4562475"/>
          </a:xfrm>
        </p:spPr>
        <p:txBody>
          <a:bodyPr/>
          <a:lstStyle/>
          <a:p>
            <a:pPr marL="0" indent="0">
              <a:buNone/>
            </a:pPr>
            <a:r>
              <a:rPr lang="en-US"/>
              <a:t>Recalculate the basic script for calcium, but:</a:t>
            </a:r>
          </a:p>
          <a:p>
            <a:pPr marL="0" indent="0">
              <a:buNone/>
            </a:pPr>
            <a:endParaRPr lang="en-US"/>
          </a:p>
          <a:p>
            <a:pPr marL="228600" indent="-228600">
              <a:buFont typeface="+mj-lt"/>
              <a:buAutoNum type="alphaLcParenR"/>
            </a:pPr>
            <a:endParaRPr lang="en-US" sz="400"/>
          </a:p>
          <a:p>
            <a:pPr marL="342900" lvl="0" indent="-342900">
              <a:buFont typeface="+mj-lt"/>
              <a:buAutoNum type="alphaLcParenR"/>
            </a:pPr>
            <a:r>
              <a:rPr lang="en-US"/>
              <a:t>Can you change the age classes in 1-13, 14-17, 18-50 and 51-79 </a:t>
            </a:r>
            <a:r>
              <a:rPr lang="en-US" err="1"/>
              <a:t>yrs</a:t>
            </a:r>
            <a:r>
              <a:rPr lang="en-US"/>
              <a:t>?</a:t>
            </a:r>
          </a:p>
          <a:p>
            <a:pPr marL="342900" lvl="0" indent="-342900">
              <a:buFont typeface="+mj-lt"/>
              <a:buAutoNum type="alphaLcParenR"/>
            </a:pPr>
            <a:r>
              <a:rPr lang="en-US"/>
              <a:t>Calculate in addition to the standard percentiles also the first and 99</a:t>
            </a:r>
            <a:r>
              <a:rPr lang="en-US" baseline="30000"/>
              <a:t>th</a:t>
            </a:r>
            <a:r>
              <a:rPr lang="en-US"/>
              <a:t> percentile</a:t>
            </a:r>
          </a:p>
        </p:txBody>
      </p:sp>
      <p:sp>
        <p:nvSpPr>
          <p:cNvPr id="5" name="Slide Number Placeholder 4"/>
          <p:cNvSpPr>
            <a:spLocks noGrp="1"/>
          </p:cNvSpPr>
          <p:nvPr>
            <p:ph type="sldNum" sz="quarter" idx="12"/>
          </p:nvPr>
        </p:nvSpPr>
        <p:spPr/>
        <p:txBody>
          <a:bodyPr/>
          <a:lstStyle/>
          <a:p>
            <a:fld id="{8FC21E99-CB6E-4E1C-8709-25BF64FEA530}" type="slidenum">
              <a:rPr lang="nl-NL" smtClean="0"/>
              <a:pPr/>
              <a:t>85</a:t>
            </a:fld>
            <a:endParaRPr lang="nl-NL"/>
          </a:p>
        </p:txBody>
      </p:sp>
      <p:sp>
        <p:nvSpPr>
          <p:cNvPr id="6" name="Footer Placeholder 5">
            <a:extLst>
              <a:ext uri="{FF2B5EF4-FFF2-40B4-BE49-F238E27FC236}">
                <a16:creationId xmlns:a16="http://schemas.microsoft.com/office/drawing/2014/main" id="{E2C7AF54-BE9F-A130-1485-F7A5ED1BDBD8}"/>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A26B21A5-9ECF-35E5-5309-7DED0467E764}"/>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9292113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09EC5-CFA8-4F86-93F7-C3D5BE226795}"/>
              </a:ext>
            </a:extLst>
          </p:cNvPr>
          <p:cNvSpPr>
            <a:spLocks noGrp="1"/>
          </p:cNvSpPr>
          <p:nvPr>
            <p:ph type="title"/>
          </p:nvPr>
        </p:nvSpPr>
        <p:spPr>
          <a:xfrm>
            <a:off x="447770" y="548680"/>
            <a:ext cx="8192691" cy="948047"/>
          </a:xfrm>
        </p:spPr>
        <p:txBody>
          <a:bodyPr/>
          <a:lstStyle/>
          <a:p>
            <a:r>
              <a:rPr lang="nl-NL" err="1"/>
              <a:t>Exercise</a:t>
            </a:r>
            <a:r>
              <a:rPr lang="nl-NL"/>
              <a:t> 5</a:t>
            </a:r>
          </a:p>
        </p:txBody>
      </p:sp>
      <p:sp>
        <p:nvSpPr>
          <p:cNvPr id="6" name="Slide Number Placeholder 5">
            <a:extLst>
              <a:ext uri="{FF2B5EF4-FFF2-40B4-BE49-F238E27FC236}">
                <a16:creationId xmlns:a16="http://schemas.microsoft.com/office/drawing/2014/main" id="{35EBB3E6-882D-4E29-B65D-66654832B66C}"/>
              </a:ext>
            </a:extLst>
          </p:cNvPr>
          <p:cNvSpPr>
            <a:spLocks noGrp="1"/>
          </p:cNvSpPr>
          <p:nvPr>
            <p:ph type="sldNum" sz="quarter" idx="12"/>
          </p:nvPr>
        </p:nvSpPr>
        <p:spPr/>
        <p:txBody>
          <a:bodyPr/>
          <a:lstStyle/>
          <a:p>
            <a:fld id="{8FC21E99-CB6E-4E1C-8709-25BF64FEA530}" type="slidenum">
              <a:rPr lang="nl-NL" smtClean="0"/>
              <a:pPr/>
              <a:t>86</a:t>
            </a:fld>
            <a:endParaRPr lang="nl-NL"/>
          </a:p>
        </p:txBody>
      </p:sp>
      <p:sp>
        <p:nvSpPr>
          <p:cNvPr id="3" name="Footer Placeholder 2">
            <a:extLst>
              <a:ext uri="{FF2B5EF4-FFF2-40B4-BE49-F238E27FC236}">
                <a16:creationId xmlns:a16="http://schemas.microsoft.com/office/drawing/2014/main" id="{796A1943-4586-3F94-B1AB-7280B26E15E8}"/>
              </a:ext>
            </a:extLst>
          </p:cNvPr>
          <p:cNvSpPr>
            <a:spLocks noGrp="1"/>
          </p:cNvSpPr>
          <p:nvPr>
            <p:ph type="ftr" sz="quarter" idx="11"/>
          </p:nvPr>
        </p:nvSpPr>
        <p:spPr/>
        <p:txBody>
          <a:bodyPr/>
          <a:lstStyle/>
          <a:p>
            <a:r>
              <a:rPr lang="en-US"/>
              <a:t>SPADE 1-part model daily intakes (Manual, chapter 3)</a:t>
            </a:r>
            <a:endParaRPr lang="nl-NL"/>
          </a:p>
        </p:txBody>
      </p:sp>
      <p:sp>
        <p:nvSpPr>
          <p:cNvPr id="5" name="Date Placeholder 4">
            <a:extLst>
              <a:ext uri="{FF2B5EF4-FFF2-40B4-BE49-F238E27FC236}">
                <a16:creationId xmlns:a16="http://schemas.microsoft.com/office/drawing/2014/main" id="{A25BA8D2-8409-F402-E0CE-4DD9CA5AB97A}"/>
              </a:ext>
            </a:extLst>
          </p:cNvPr>
          <p:cNvSpPr>
            <a:spLocks noGrp="1"/>
          </p:cNvSpPr>
          <p:nvPr>
            <p:ph type="dt" sz="half" idx="10"/>
          </p:nvPr>
        </p:nvSpPr>
        <p:spPr/>
        <p:txBody>
          <a:bodyPr/>
          <a:lstStyle/>
          <a:p>
            <a:pPr algn="l"/>
            <a:r>
              <a:rPr lang="nl-NL"/>
              <a:t>SPADE course, July 8-9, 2025</a:t>
            </a:r>
          </a:p>
        </p:txBody>
      </p:sp>
      <p:sp>
        <p:nvSpPr>
          <p:cNvPr id="8" name="Content Placeholder 7">
            <a:extLst>
              <a:ext uri="{FF2B5EF4-FFF2-40B4-BE49-F238E27FC236}">
                <a16:creationId xmlns:a16="http://schemas.microsoft.com/office/drawing/2014/main" id="{74585D06-E0B2-6735-AA5B-C627BEF5ABEF}"/>
              </a:ext>
            </a:extLst>
          </p:cNvPr>
          <p:cNvSpPr>
            <a:spLocks noGrp="1"/>
          </p:cNvSpPr>
          <p:nvPr>
            <p:ph idx="1"/>
          </p:nvPr>
        </p:nvSpPr>
        <p:spPr>
          <a:xfrm>
            <a:off x="476250" y="1916832"/>
            <a:ext cx="8192691" cy="4304582"/>
          </a:xfrm>
        </p:spPr>
        <p:txBody>
          <a:bodyPr>
            <a:normAutofit/>
          </a:bodyPr>
          <a:lstStyle/>
          <a:p>
            <a:pPr marL="0" marR="0" indent="0">
              <a:spcBef>
                <a:spcPts val="0"/>
              </a:spcBef>
              <a:spcAft>
                <a:spcPts val="0"/>
              </a:spcAft>
              <a:buNone/>
            </a:pPr>
            <a:r>
              <a:rPr lang="nl-NL" sz="1800">
                <a:solidFill>
                  <a:srgbClr val="417D46"/>
                </a:solidFill>
                <a:effectLst/>
                <a:latin typeface="Consolas" panose="020B0609020204030204" pitchFamily="49" charset="0"/>
              </a:rPr>
              <a:t># 1-part model SPADE - </a:t>
            </a:r>
            <a:r>
              <a:rPr lang="nl-NL" sz="1800" err="1">
                <a:solidFill>
                  <a:srgbClr val="417D46"/>
                </a:solidFill>
                <a:effectLst/>
                <a:latin typeface="Consolas" panose="020B0609020204030204" pitchFamily="49" charset="0"/>
              </a:rPr>
              <a:t>with</a:t>
            </a:r>
            <a:r>
              <a:rPr lang="nl-NL" sz="1800">
                <a:solidFill>
                  <a:srgbClr val="417D46"/>
                </a:solidFill>
                <a:effectLst/>
                <a:latin typeface="Consolas" panose="020B0609020204030204" pitchFamily="49" charset="0"/>
              </a:rPr>
              <a:t> </a:t>
            </a:r>
            <a:r>
              <a:rPr lang="nl-NL" sz="1800" err="1">
                <a:solidFill>
                  <a:srgbClr val="417D46"/>
                </a:solidFill>
                <a:effectLst/>
                <a:latin typeface="Consolas" panose="020B0609020204030204" pitchFamily="49" charset="0"/>
              </a:rPr>
              <a:t>age</a:t>
            </a:r>
            <a:r>
              <a:rPr lang="nl-NL" sz="1800">
                <a:solidFill>
                  <a:srgbClr val="417D46"/>
                </a:solidFill>
                <a:effectLst/>
                <a:latin typeface="Consolas" panose="020B0609020204030204" pitchFamily="49" charset="0"/>
              </a:rPr>
              <a:t> classes </a:t>
            </a:r>
            <a:r>
              <a:rPr lang="nl-NL" sz="1800" err="1">
                <a:solidFill>
                  <a:srgbClr val="417D46"/>
                </a:solidFill>
                <a:effectLst/>
                <a:latin typeface="Consolas" panose="020B0609020204030204" pitchFamily="49" charset="0"/>
              </a:rPr>
              <a:t>and</a:t>
            </a:r>
            <a:r>
              <a:rPr lang="nl-NL" sz="1800">
                <a:solidFill>
                  <a:srgbClr val="417D46"/>
                </a:solidFill>
                <a:effectLst/>
                <a:latin typeface="Consolas" panose="020B0609020204030204" pitchFamily="49" charset="0"/>
              </a:rPr>
              <a:t> </a:t>
            </a:r>
            <a:r>
              <a:rPr lang="nl-NL" sz="1800" err="1">
                <a:solidFill>
                  <a:srgbClr val="417D46"/>
                </a:solidFill>
                <a:effectLst/>
                <a:latin typeface="Consolas" panose="020B0609020204030204" pitchFamily="49" charset="0"/>
              </a:rPr>
              <a:t>percentiles</a:t>
            </a: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err="1">
                <a:solidFill>
                  <a:srgbClr val="000000"/>
                </a:solidFill>
                <a:effectLst/>
                <a:latin typeface="Consolas" panose="020B0609020204030204" pitchFamily="49" charset="0"/>
              </a:rPr>
              <a:t>f.spade</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frml.ia</a:t>
            </a:r>
            <a:r>
              <a:rPr lang="nl-NL" sz="1800">
                <a:solidFill>
                  <a:srgbClr val="000000"/>
                </a:solidFill>
                <a:effectLst/>
                <a:latin typeface="Consolas" panose="020B0609020204030204" pitchFamily="49" charset="0"/>
              </a:rPr>
              <a:t> = ca </a:t>
            </a:r>
            <a:r>
              <a:rPr lang="nl-NL" sz="1800">
                <a:solidFill>
                  <a:srgbClr val="A56423"/>
                </a:solidFill>
                <a:effectLst/>
                <a:latin typeface="Consolas" panose="020B0609020204030204" pitchFamily="49" charset="0"/>
              </a:rPr>
              <a:t>~</a:t>
            </a: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fp</a:t>
            </a:r>
            <a:r>
              <a:rPr lang="nl-NL" sz="1800">
                <a:solidFill>
                  <a:srgbClr val="000000"/>
                </a:solidFill>
                <a:effectLst/>
                <a:latin typeface="Consolas" panose="020B0609020204030204" pitchFamily="49" charset="0"/>
              </a:rPr>
              <a:t>(</a:t>
            </a:r>
            <a:r>
              <a:rPr lang="nl-NL" sz="1800" err="1">
                <a:solidFill>
                  <a:srgbClr val="000000"/>
                </a:solidFill>
                <a:effectLst/>
                <a:latin typeface="Consolas" panose="020B0609020204030204" pitchFamily="49" charset="0"/>
              </a:rPr>
              <a:t>age</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frml.if</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no.if</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data    = </a:t>
            </a:r>
            <a:r>
              <a:rPr lang="nl-NL" sz="1800" err="1">
                <a:solidFill>
                  <a:srgbClr val="000000"/>
                </a:solidFill>
                <a:effectLst/>
                <a:latin typeface="Consolas" panose="020B0609020204030204" pitchFamily="49" charset="0"/>
              </a:rPr>
              <a:t>DNFCSmanual</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min.age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1</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max.age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sex.label</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female</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age.classes</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13</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17</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prb</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1</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25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99</a:t>
            </a:r>
            <a:r>
              <a:rPr lang="nl-NL" sz="1800">
                <a:solidFill>
                  <a:srgbClr val="000000"/>
                </a:solidFill>
                <a:effectLst/>
                <a:latin typeface="Consolas" panose="020B0609020204030204" pitchFamily="49" charset="0"/>
              </a:rPr>
              <a:t>)</a:t>
            </a:r>
            <a:r>
              <a:rPr lang="nl-NL" sz="1800">
                <a:solidFill>
                  <a:srgbClr val="A56423"/>
                </a:solidFill>
                <a:effectLst/>
                <a:latin typeface="Consolas" panose="020B0609020204030204" pitchFamily="49" charset="0"/>
              </a:rPr>
              <a:t>/</a:t>
            </a:r>
            <a:r>
              <a:rPr lang="nl-NL" sz="1800">
                <a:solidFill>
                  <a:srgbClr val="001E82"/>
                </a:solidFill>
                <a:effectLst/>
                <a:latin typeface="Consolas" panose="020B0609020204030204" pitchFamily="49" charset="0"/>
              </a:rPr>
              <a:t>100</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seed</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29062025</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output.name = </a:t>
            </a:r>
            <a:r>
              <a:rPr lang="nl-NL" sz="1800">
                <a:solidFill>
                  <a:srgbClr val="4141AF"/>
                </a:solidFill>
                <a:effectLst/>
                <a:latin typeface="Consolas" panose="020B0609020204030204" pitchFamily="49" charset="0"/>
              </a:rPr>
              <a:t>"spade_DNFCSmanual_ca_f_1_79_agecl"</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spade.output.path</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"0_SPADE_output"</a:t>
            </a: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a:solidFill>
                  <a:srgbClr val="000000"/>
                </a:solidFill>
                <a:effectLst/>
                <a:latin typeface="Consolas" panose="020B0609020204030204" pitchFamily="49" charset="0"/>
              </a:rPr>
              <a:t>)</a:t>
            </a:r>
          </a:p>
          <a:p>
            <a:pPr marL="0" indent="0">
              <a:buNone/>
            </a:pPr>
            <a:r>
              <a:rPr lang="en-US" sz="1800">
                <a:solidFill>
                  <a:srgbClr val="417D46"/>
                </a:solidFill>
                <a:effectLst/>
                <a:latin typeface="Consolas" panose="020B0609020204030204" pitchFamily="49" charset="0"/>
              </a:rPr>
              <a:t># Since we work in “…/", the output</a:t>
            </a:r>
            <a:br>
              <a:rPr lang="en-US" sz="1800">
                <a:solidFill>
                  <a:srgbClr val="417D46"/>
                </a:solidFill>
                <a:effectLst/>
                <a:latin typeface="Consolas" panose="020B0609020204030204" pitchFamily="49" charset="0"/>
              </a:rPr>
            </a:br>
            <a:r>
              <a:rPr lang="en-US">
                <a:solidFill>
                  <a:srgbClr val="417D46"/>
                </a:solidFill>
                <a:latin typeface="Consolas" panose="020B0609020204030204" pitchFamily="49" charset="0"/>
              </a:rPr>
              <a:t># will come in </a:t>
            </a:r>
            <a:r>
              <a:rPr lang="en-US" sz="1800">
                <a:solidFill>
                  <a:srgbClr val="417D46"/>
                </a:solidFill>
                <a:effectLst/>
                <a:latin typeface="Consolas" panose="020B0609020204030204" pitchFamily="49" charset="0"/>
              </a:rPr>
              <a:t>“…</a:t>
            </a:r>
            <a:r>
              <a:rPr lang="en-US">
                <a:solidFill>
                  <a:srgbClr val="417D46"/>
                </a:solidFill>
                <a:latin typeface="Consolas" panose="020B0609020204030204" pitchFamily="49" charset="0"/>
              </a:rPr>
              <a:t>/</a:t>
            </a:r>
            <a:r>
              <a:rPr lang="nl-NL">
                <a:solidFill>
                  <a:srgbClr val="417D46"/>
                </a:solidFill>
                <a:latin typeface="Consolas" panose="020B0609020204030204" pitchFamily="49" charset="0"/>
              </a:rPr>
              <a:t>0_SPADE_output/</a:t>
            </a:r>
            <a:r>
              <a:rPr lang="en-US" sz="1800">
                <a:solidFill>
                  <a:srgbClr val="417D46"/>
                </a:solidFill>
                <a:effectLst/>
                <a:latin typeface="Consolas" panose="020B0609020204030204" pitchFamily="49" charset="0"/>
              </a:rPr>
              <a:t>"</a:t>
            </a:r>
            <a:endParaRPr lang="nl-NL"/>
          </a:p>
        </p:txBody>
      </p:sp>
    </p:spTree>
    <p:extLst>
      <p:ext uri="{BB962C8B-B14F-4D97-AF65-F5344CB8AC3E}">
        <p14:creationId xmlns:p14="http://schemas.microsoft.com/office/powerpoint/2010/main" val="25729278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FC21E99-CB6E-4E1C-8709-25BF64FEA530}" type="slidenum">
              <a:rPr lang="nl-NL" smtClean="0"/>
              <a:pPr/>
              <a:t>87</a:t>
            </a:fld>
            <a:endParaRPr lang="nl-NL"/>
          </a:p>
        </p:txBody>
      </p:sp>
      <p:sp>
        <p:nvSpPr>
          <p:cNvPr id="3" name="TextBox 2"/>
          <p:cNvSpPr txBox="1"/>
          <p:nvPr/>
        </p:nvSpPr>
        <p:spPr>
          <a:xfrm>
            <a:off x="496886" y="1844824"/>
            <a:ext cx="8437115" cy="4462760"/>
          </a:xfrm>
          <a:prstGeom prst="rect">
            <a:avLst/>
          </a:prstGeom>
          <a:noFill/>
        </p:spPr>
        <p:txBody>
          <a:bodyPr wrap="square" rtlCol="0">
            <a:spAutoFit/>
          </a:bodyPr>
          <a:lstStyle/>
          <a:p>
            <a:r>
              <a:rPr lang="en-US" sz="1600">
                <a:latin typeface="Courier New" panose="02070309020205020404" pitchFamily="49" charset="0"/>
                <a:cs typeface="Courier New" panose="02070309020205020404" pitchFamily="49" charset="0"/>
              </a:rPr>
              <a:t>spade output table for  ca</a:t>
            </a:r>
          </a:p>
          <a:p>
            <a:r>
              <a:rPr lang="en-US" sz="1600">
                <a:latin typeface="Courier New" panose="02070309020205020404" pitchFamily="49" charset="0"/>
                <a:cs typeface="Courier New" panose="02070309020205020404" pitchFamily="49" charset="0"/>
              </a:rPr>
              <a:t>         AM  P1  P5 P10 P25 P50  P75  P90  P95  P99</a:t>
            </a:r>
          </a:p>
          <a:p>
            <a:r>
              <a:rPr lang="en-US" sz="1600">
                <a:latin typeface="Courier New" panose="02070309020205020404" pitchFamily="49" charset="0"/>
                <a:cs typeface="Courier New" panose="02070309020205020404" pitchFamily="49" charset="0"/>
              </a:rPr>
              <a:t>(0,79]  820 325 434 500 626 792  983 1179 1306 1562</a:t>
            </a:r>
          </a:p>
          <a:p>
            <a:r>
              <a:rPr lang="en-US" sz="1600">
                <a:latin typeface="Courier New" panose="02070309020205020404" pitchFamily="49" charset="0"/>
                <a:cs typeface="Courier New" panose="02070309020205020404" pitchFamily="49" charset="0"/>
              </a:rPr>
              <a:t>(0,13]  706 289 384 440 545 683  841 1003 1107 1331</a:t>
            </a:r>
          </a:p>
          <a:p>
            <a:r>
              <a:rPr lang="en-US" sz="1600">
                <a:latin typeface="Courier New" panose="02070309020205020404" pitchFamily="49" charset="0"/>
                <a:cs typeface="Courier New" panose="02070309020205020404" pitchFamily="49" charset="0"/>
              </a:rPr>
              <a:t>(13,17] 777 332 433 494 608 753  919 1090 1199 1421</a:t>
            </a:r>
          </a:p>
          <a:p>
            <a:r>
              <a:rPr lang="en-US" sz="1600">
                <a:latin typeface="Courier New" panose="02070309020205020404" pitchFamily="49" charset="0"/>
                <a:cs typeface="Courier New" panose="02070309020205020404" pitchFamily="49" charset="0"/>
              </a:rPr>
              <a:t>(17,50] 890 391 504 573 701 866 1051 1240 1365 1615</a:t>
            </a:r>
          </a:p>
          <a:p>
            <a:r>
              <a:rPr lang="en-US" sz="1600">
                <a:latin typeface="Courier New" panose="02070309020205020404" pitchFamily="49" charset="0"/>
                <a:cs typeface="Courier New" panose="02070309020205020404" pitchFamily="49" charset="0"/>
              </a:rPr>
              <a:t>(50,79] 952 434 552 624 761 928 1119 1312 1436 1686</a:t>
            </a:r>
          </a:p>
          <a:p>
            <a:endParaRPr lang="nl-NL" sz="1200" i="1">
              <a:solidFill>
                <a:schemeClr val="accent4"/>
              </a:solidFill>
              <a:latin typeface="Courier New" panose="02070309020205020404" pitchFamily="49" charset="0"/>
              <a:cs typeface="Courier New" panose="02070309020205020404" pitchFamily="49" charset="0"/>
            </a:endParaRPr>
          </a:p>
          <a:p>
            <a:r>
              <a:rPr lang="nl-NL" sz="1600">
                <a:solidFill>
                  <a:schemeClr val="tx2"/>
                </a:solidFill>
                <a:latin typeface="Courier New" panose="02070309020205020404" pitchFamily="49" charset="0"/>
                <a:cs typeface="Courier New" panose="02070309020205020404" pitchFamily="49" charset="0"/>
              </a:rPr>
              <a:t>Output </a:t>
            </a:r>
            <a:r>
              <a:rPr lang="nl-NL" sz="1600" err="1">
                <a:solidFill>
                  <a:schemeClr val="tx2"/>
                </a:solidFill>
                <a:latin typeface="Courier New" panose="02070309020205020404" pitchFamily="49" charset="0"/>
                <a:cs typeface="Courier New" panose="02070309020205020404" pitchFamily="49" charset="0"/>
              </a:rPr>
              <a:t>only</a:t>
            </a:r>
            <a:r>
              <a:rPr lang="nl-NL" sz="1600">
                <a:solidFill>
                  <a:schemeClr val="tx2"/>
                </a:solidFill>
                <a:latin typeface="Courier New" panose="02070309020205020404" pitchFamily="49" charset="0"/>
                <a:cs typeface="Courier New" panose="02070309020205020404" pitchFamily="49" charset="0"/>
              </a:rPr>
              <a:t> </a:t>
            </a:r>
            <a:r>
              <a:rPr lang="nl-NL" sz="1600" err="1">
                <a:solidFill>
                  <a:schemeClr val="tx2"/>
                </a:solidFill>
                <a:latin typeface="Courier New" panose="02070309020205020404" pitchFamily="49" charset="0"/>
                <a:cs typeface="Courier New" panose="02070309020205020404" pitchFamily="49" charset="0"/>
              </a:rPr>
              <a:t>presented</a:t>
            </a:r>
            <a:r>
              <a:rPr lang="nl-NL" sz="1600">
                <a:solidFill>
                  <a:schemeClr val="tx2"/>
                </a:solidFill>
                <a:latin typeface="Courier New" panose="02070309020205020404" pitchFamily="49" charset="0"/>
                <a:cs typeface="Courier New" panose="02070309020205020404" pitchFamily="49" charset="0"/>
              </a:rPr>
              <a:t> in </a:t>
            </a:r>
            <a:r>
              <a:rPr lang="nl-NL" sz="1600" err="1">
                <a:solidFill>
                  <a:schemeClr val="tx2"/>
                </a:solidFill>
                <a:latin typeface="Courier New" panose="02070309020205020404" pitchFamily="49" charset="0"/>
                <a:cs typeface="Courier New" panose="02070309020205020404" pitchFamily="49" charset="0"/>
              </a:rPr>
              <a:t>age-groups</a:t>
            </a:r>
            <a:r>
              <a:rPr lang="nl-NL" sz="1600">
                <a:solidFill>
                  <a:schemeClr val="tx2"/>
                </a:solidFill>
                <a:latin typeface="Courier New" panose="02070309020205020404" pitchFamily="49" charset="0"/>
                <a:cs typeface="Courier New" panose="02070309020205020404" pitchFamily="49" charset="0"/>
              </a:rPr>
              <a:t> as </a:t>
            </a:r>
            <a:r>
              <a:rPr lang="nl-NL" sz="1600" err="1">
                <a:solidFill>
                  <a:schemeClr val="tx2"/>
                </a:solidFill>
                <a:latin typeface="Courier New" panose="02070309020205020404" pitchFamily="49" charset="0"/>
                <a:cs typeface="Courier New" panose="02070309020205020404" pitchFamily="49" charset="0"/>
              </a:rPr>
              <a:t>defined</a:t>
            </a:r>
            <a:r>
              <a:rPr lang="nl-NL" sz="1600">
                <a:solidFill>
                  <a:schemeClr val="tx2"/>
                </a:solidFill>
                <a:latin typeface="Courier New" panose="02070309020205020404" pitchFamily="49" charset="0"/>
                <a:cs typeface="Courier New" panose="02070309020205020404" pitchFamily="49" charset="0"/>
              </a:rPr>
              <a:t>: 9-13, 14-17 </a:t>
            </a:r>
            <a:r>
              <a:rPr lang="nl-NL" sz="1600" err="1">
                <a:solidFill>
                  <a:schemeClr val="tx2"/>
                </a:solidFill>
                <a:latin typeface="Courier New" panose="02070309020205020404" pitchFamily="49" charset="0"/>
                <a:cs typeface="Courier New" panose="02070309020205020404" pitchFamily="49" charset="0"/>
              </a:rPr>
              <a:t>and</a:t>
            </a:r>
            <a:r>
              <a:rPr lang="nl-NL" sz="1600">
                <a:solidFill>
                  <a:schemeClr val="tx2"/>
                </a:solidFill>
                <a:latin typeface="Courier New" panose="02070309020205020404" pitchFamily="49" charset="0"/>
                <a:cs typeface="Courier New" panose="02070309020205020404" pitchFamily="49" charset="0"/>
              </a:rPr>
              <a:t> 18-30 </a:t>
            </a:r>
            <a:r>
              <a:rPr lang="nl-NL" sz="1600" err="1">
                <a:solidFill>
                  <a:schemeClr val="tx2"/>
                </a:solidFill>
                <a:latin typeface="Courier New" panose="02070309020205020404" pitchFamily="49" charset="0"/>
                <a:cs typeface="Courier New" panose="02070309020205020404" pitchFamily="49" charset="0"/>
              </a:rPr>
              <a:t>yr</a:t>
            </a:r>
            <a:endParaRPr lang="nl-NL" sz="1600">
              <a:solidFill>
                <a:schemeClr val="tx2"/>
              </a:solidFill>
              <a:latin typeface="Courier New" panose="02070309020205020404" pitchFamily="49" charset="0"/>
              <a:cs typeface="Courier New" panose="02070309020205020404" pitchFamily="49" charset="0"/>
            </a:endParaRPr>
          </a:p>
          <a:p>
            <a:r>
              <a:rPr lang="nl-NL" sz="1600">
                <a:solidFill>
                  <a:schemeClr val="tx2"/>
                </a:solidFill>
                <a:latin typeface="Courier New" panose="02070309020205020404" pitchFamily="49" charset="0"/>
                <a:cs typeface="Courier New" panose="02070309020205020404" pitchFamily="49" charset="0"/>
              </a:rPr>
              <a:t>Default overall </a:t>
            </a:r>
            <a:r>
              <a:rPr lang="nl-NL" sz="1600" err="1">
                <a:solidFill>
                  <a:schemeClr val="tx2"/>
                </a:solidFill>
                <a:latin typeface="Courier New" panose="02070309020205020404" pitchFamily="49" charset="0"/>
                <a:cs typeface="Courier New" panose="02070309020205020404" pitchFamily="49" charset="0"/>
              </a:rPr>
              <a:t>age</a:t>
            </a:r>
            <a:r>
              <a:rPr lang="nl-NL" sz="1600">
                <a:solidFill>
                  <a:schemeClr val="tx2"/>
                </a:solidFill>
                <a:latin typeface="Courier New" panose="02070309020205020404" pitchFamily="49" charset="0"/>
                <a:cs typeface="Courier New" panose="02070309020205020404" pitchFamily="49" charset="0"/>
              </a:rPr>
              <a:t> </a:t>
            </a:r>
            <a:r>
              <a:rPr lang="nl-NL" sz="1600" err="1">
                <a:solidFill>
                  <a:schemeClr val="tx2"/>
                </a:solidFill>
                <a:latin typeface="Courier New" panose="02070309020205020404" pitchFamily="49" charset="0"/>
                <a:cs typeface="Courier New" panose="02070309020205020404" pitchFamily="49" charset="0"/>
              </a:rPr>
              <a:t>group</a:t>
            </a:r>
            <a:r>
              <a:rPr lang="nl-NL" sz="1600">
                <a:solidFill>
                  <a:schemeClr val="tx2"/>
                </a:solidFill>
                <a:latin typeface="Courier New" panose="02070309020205020404" pitchFamily="49" charset="0"/>
                <a:cs typeface="Courier New" panose="02070309020205020404" pitchFamily="49" charset="0"/>
              </a:rPr>
              <a:t> 1-79 </a:t>
            </a:r>
            <a:r>
              <a:rPr lang="nl-NL" sz="1600" err="1">
                <a:solidFill>
                  <a:schemeClr val="tx2"/>
                </a:solidFill>
                <a:latin typeface="Courier New" panose="02070309020205020404" pitchFamily="49" charset="0"/>
                <a:cs typeface="Courier New" panose="02070309020205020404" pitchFamily="49" charset="0"/>
              </a:rPr>
              <a:t>yr</a:t>
            </a:r>
            <a:endParaRPr lang="nl-NL" sz="1600">
              <a:solidFill>
                <a:schemeClr val="tx2"/>
              </a:solidFill>
              <a:latin typeface="Courier New" panose="02070309020205020404" pitchFamily="49" charset="0"/>
              <a:cs typeface="Courier New" panose="02070309020205020404" pitchFamily="49" charset="0"/>
            </a:endParaRPr>
          </a:p>
          <a:p>
            <a:r>
              <a:rPr lang="nl-NL" sz="1600" err="1">
                <a:solidFill>
                  <a:schemeClr val="tx2"/>
                </a:solidFill>
                <a:latin typeface="Courier New" panose="02070309020205020404" pitchFamily="49" charset="0"/>
                <a:cs typeface="Courier New" panose="02070309020205020404" pitchFamily="49" charset="0"/>
              </a:rPr>
              <a:t>Percentiles</a:t>
            </a:r>
            <a:r>
              <a:rPr lang="nl-NL" sz="1600">
                <a:solidFill>
                  <a:schemeClr val="tx2"/>
                </a:solidFill>
                <a:latin typeface="Courier New" panose="02070309020205020404" pitchFamily="49" charset="0"/>
                <a:cs typeface="Courier New" panose="02070309020205020404" pitchFamily="49" charset="0"/>
              </a:rPr>
              <a:t> P1 </a:t>
            </a:r>
            <a:r>
              <a:rPr lang="nl-NL" sz="1600" err="1">
                <a:solidFill>
                  <a:schemeClr val="tx2"/>
                </a:solidFill>
                <a:latin typeface="Courier New" panose="02070309020205020404" pitchFamily="49" charset="0"/>
                <a:cs typeface="Courier New" panose="02070309020205020404" pitchFamily="49" charset="0"/>
              </a:rPr>
              <a:t>and</a:t>
            </a:r>
            <a:r>
              <a:rPr lang="nl-NL" sz="1600">
                <a:solidFill>
                  <a:schemeClr val="tx2"/>
                </a:solidFill>
                <a:latin typeface="Courier New" panose="02070309020205020404" pitchFamily="49" charset="0"/>
                <a:cs typeface="Courier New" panose="02070309020205020404" pitchFamily="49" charset="0"/>
              </a:rPr>
              <a:t> P99 are </a:t>
            </a:r>
            <a:r>
              <a:rPr lang="nl-NL" sz="1600" err="1">
                <a:solidFill>
                  <a:schemeClr val="tx2"/>
                </a:solidFill>
                <a:latin typeface="Courier New" panose="02070309020205020404" pitchFamily="49" charset="0"/>
                <a:cs typeface="Courier New" panose="02070309020205020404" pitchFamily="49" charset="0"/>
              </a:rPr>
              <a:t>also</a:t>
            </a:r>
            <a:r>
              <a:rPr lang="nl-NL" sz="1600">
                <a:solidFill>
                  <a:schemeClr val="tx2"/>
                </a:solidFill>
                <a:latin typeface="Courier New" panose="02070309020205020404" pitchFamily="49" charset="0"/>
                <a:cs typeface="Courier New" panose="02070309020205020404" pitchFamily="49" charset="0"/>
              </a:rPr>
              <a:t> </a:t>
            </a:r>
            <a:r>
              <a:rPr lang="nl-NL" sz="1600" err="1">
                <a:solidFill>
                  <a:schemeClr val="tx2"/>
                </a:solidFill>
                <a:latin typeface="Courier New" panose="02070309020205020404" pitchFamily="49" charset="0"/>
                <a:cs typeface="Courier New" panose="02070309020205020404" pitchFamily="49" charset="0"/>
              </a:rPr>
              <a:t>shown</a:t>
            </a:r>
            <a:endParaRPr lang="nl-NL" sz="1600">
              <a:solidFill>
                <a:schemeClr val="tx2"/>
              </a:solidFill>
              <a:latin typeface="Courier New" panose="02070309020205020404" pitchFamily="49" charset="0"/>
              <a:cs typeface="Courier New" panose="02070309020205020404" pitchFamily="49" charset="0"/>
            </a:endParaRPr>
          </a:p>
          <a:p>
            <a:endParaRPr lang="en-US" sz="1600">
              <a:solidFill>
                <a:schemeClr val="tx2"/>
              </a:solidFill>
              <a:latin typeface="Courier New" panose="02070309020205020404" pitchFamily="49" charset="0"/>
              <a:cs typeface="Courier New" panose="02070309020205020404" pitchFamily="49" charset="0"/>
            </a:endParaRPr>
          </a:p>
          <a:p>
            <a:r>
              <a:rPr lang="en-US" sz="1600">
                <a:solidFill>
                  <a:schemeClr val="tx2"/>
                </a:solidFill>
                <a:latin typeface="Courier New" panose="02070309020205020404" pitchFamily="49" charset="0"/>
                <a:cs typeface="Courier New" panose="02070309020205020404" pitchFamily="49" charset="0"/>
              </a:rPr>
              <a:t>Did you keep the </a:t>
            </a:r>
            <a:r>
              <a:rPr lang="en-US" sz="1600" err="1">
                <a:solidFill>
                  <a:schemeClr val="tx2"/>
                </a:solidFill>
                <a:latin typeface="Courier New" panose="02070309020205020404" pitchFamily="49" charset="0"/>
                <a:cs typeface="Courier New" panose="02070309020205020404" pitchFamily="49" charset="0"/>
              </a:rPr>
              <a:t>min.age</a:t>
            </a:r>
            <a:r>
              <a:rPr lang="en-US" sz="1600">
                <a:solidFill>
                  <a:schemeClr val="tx2"/>
                </a:solidFill>
                <a:latin typeface="Courier New" panose="02070309020205020404" pitchFamily="49" charset="0"/>
                <a:cs typeface="Courier New" panose="02070309020205020404" pitchFamily="49" charset="0"/>
              </a:rPr>
              <a:t> and </a:t>
            </a:r>
            <a:r>
              <a:rPr lang="en-US" sz="1600" err="1">
                <a:solidFill>
                  <a:schemeClr val="tx2"/>
                </a:solidFill>
                <a:latin typeface="Courier New" panose="02070309020205020404" pitchFamily="49" charset="0"/>
                <a:cs typeface="Courier New" panose="02070309020205020404" pitchFamily="49" charset="0"/>
              </a:rPr>
              <a:t>max.age</a:t>
            </a:r>
            <a:r>
              <a:rPr lang="en-US" sz="1600">
                <a:solidFill>
                  <a:schemeClr val="tx2"/>
                </a:solidFill>
                <a:latin typeface="Courier New" panose="02070309020205020404" pitchFamily="49" charset="0"/>
                <a:cs typeface="Courier New" panose="02070309020205020404" pitchFamily="49" charset="0"/>
              </a:rPr>
              <a:t> on 1 and 79 y, respectively?</a:t>
            </a:r>
          </a:p>
          <a:p>
            <a:r>
              <a:rPr lang="en-US" sz="1600">
                <a:solidFill>
                  <a:schemeClr val="tx2"/>
                </a:solidFill>
                <a:latin typeface="Courier New" panose="02070309020205020404" pitchFamily="49" charset="0"/>
                <a:cs typeface="Courier New" panose="02070309020205020404" pitchFamily="49" charset="0"/>
              </a:rPr>
              <a:t>Did you use output.name to compare the results to the results from basic script?</a:t>
            </a:r>
          </a:p>
          <a:p>
            <a:r>
              <a:rPr lang="en-US" sz="1600">
                <a:solidFill>
                  <a:schemeClr val="tx2"/>
                </a:solidFill>
                <a:latin typeface="Courier New" panose="02070309020205020404" pitchFamily="49" charset="0"/>
                <a:cs typeface="Courier New" panose="02070309020205020404" pitchFamily="49" charset="0"/>
              </a:rPr>
              <a:t>Do you see the row with all the intakes ([0,79]) remained the same compared to the one of the basic script?</a:t>
            </a:r>
            <a:endParaRPr lang="en-US" sz="1600" i="1">
              <a:solidFill>
                <a:srgbClr val="0070C0"/>
              </a:solidFill>
              <a:latin typeface="Courier New" panose="02070309020205020404" pitchFamily="49" charset="0"/>
              <a:cs typeface="Courier New" panose="02070309020205020404" pitchFamily="49" charset="0"/>
            </a:endParaRPr>
          </a:p>
        </p:txBody>
      </p:sp>
      <p:sp>
        <p:nvSpPr>
          <p:cNvPr id="8" name="Title 1"/>
          <p:cNvSpPr txBox="1">
            <a:spLocks/>
          </p:cNvSpPr>
          <p:nvPr/>
        </p:nvSpPr>
        <p:spPr bwMode="auto">
          <a:xfrm>
            <a:off x="323528" y="1218111"/>
            <a:ext cx="81724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lvl1pPr algn="l" rtl="0" eaLnBrk="1" fontAlgn="base" hangingPunct="1">
              <a:spcBef>
                <a:spcPct val="0"/>
              </a:spcBef>
              <a:spcAft>
                <a:spcPct val="0"/>
              </a:spcAft>
              <a:defRPr sz="2600">
                <a:solidFill>
                  <a:schemeClr val="tx2"/>
                </a:solidFill>
                <a:latin typeface="+mj-lt"/>
                <a:ea typeface="+mj-ea"/>
                <a:cs typeface="+mj-cs"/>
              </a:defRPr>
            </a:lvl1pPr>
            <a:lvl2pPr algn="l" rtl="0" eaLnBrk="1" fontAlgn="base" hangingPunct="1">
              <a:spcBef>
                <a:spcPct val="0"/>
              </a:spcBef>
              <a:spcAft>
                <a:spcPct val="0"/>
              </a:spcAft>
              <a:defRPr sz="2600">
                <a:solidFill>
                  <a:schemeClr val="tx2"/>
                </a:solidFill>
                <a:latin typeface="Verdana" pitchFamily="34" charset="0"/>
                <a:cs typeface="Arial" charset="0"/>
              </a:defRPr>
            </a:lvl2pPr>
            <a:lvl3pPr algn="l" rtl="0" eaLnBrk="1" fontAlgn="base" hangingPunct="1">
              <a:spcBef>
                <a:spcPct val="0"/>
              </a:spcBef>
              <a:spcAft>
                <a:spcPct val="0"/>
              </a:spcAft>
              <a:defRPr sz="2600">
                <a:solidFill>
                  <a:schemeClr val="tx2"/>
                </a:solidFill>
                <a:latin typeface="Verdana" pitchFamily="34" charset="0"/>
                <a:cs typeface="Arial" charset="0"/>
              </a:defRPr>
            </a:lvl3pPr>
            <a:lvl4pPr algn="l" rtl="0" eaLnBrk="1" fontAlgn="base" hangingPunct="1">
              <a:spcBef>
                <a:spcPct val="0"/>
              </a:spcBef>
              <a:spcAft>
                <a:spcPct val="0"/>
              </a:spcAft>
              <a:defRPr sz="2600">
                <a:solidFill>
                  <a:schemeClr val="tx2"/>
                </a:solidFill>
                <a:latin typeface="Verdana" pitchFamily="34" charset="0"/>
                <a:cs typeface="Arial" charset="0"/>
              </a:defRPr>
            </a:lvl4pPr>
            <a:lvl5pPr algn="l" rtl="0" eaLnBrk="1" fontAlgn="base" hangingPunct="1">
              <a:spcBef>
                <a:spcPct val="0"/>
              </a:spcBef>
              <a:spcAft>
                <a:spcPct val="0"/>
              </a:spcAft>
              <a:defRPr sz="2600">
                <a:solidFill>
                  <a:schemeClr val="tx2"/>
                </a:solidFill>
                <a:latin typeface="Verdana" pitchFamily="34" charset="0"/>
                <a:cs typeface="Arial" charset="0"/>
              </a:defRPr>
            </a:lvl5pPr>
            <a:lvl6pPr marL="457200" algn="l" rtl="0" eaLnBrk="1" fontAlgn="base" hangingPunct="1">
              <a:spcBef>
                <a:spcPct val="0"/>
              </a:spcBef>
              <a:spcAft>
                <a:spcPct val="0"/>
              </a:spcAft>
              <a:defRPr sz="2600">
                <a:solidFill>
                  <a:schemeClr val="tx2"/>
                </a:solidFill>
                <a:latin typeface="Verdana" pitchFamily="34" charset="0"/>
                <a:cs typeface="Arial" charset="0"/>
              </a:defRPr>
            </a:lvl6pPr>
            <a:lvl7pPr marL="914400" algn="l" rtl="0" eaLnBrk="1" fontAlgn="base" hangingPunct="1">
              <a:spcBef>
                <a:spcPct val="0"/>
              </a:spcBef>
              <a:spcAft>
                <a:spcPct val="0"/>
              </a:spcAft>
              <a:defRPr sz="2600">
                <a:solidFill>
                  <a:schemeClr val="tx2"/>
                </a:solidFill>
                <a:latin typeface="Verdana" pitchFamily="34" charset="0"/>
                <a:cs typeface="Arial" charset="0"/>
              </a:defRPr>
            </a:lvl7pPr>
            <a:lvl8pPr marL="1371600" algn="l" rtl="0" eaLnBrk="1" fontAlgn="base" hangingPunct="1">
              <a:spcBef>
                <a:spcPct val="0"/>
              </a:spcBef>
              <a:spcAft>
                <a:spcPct val="0"/>
              </a:spcAft>
              <a:defRPr sz="2600">
                <a:solidFill>
                  <a:schemeClr val="tx2"/>
                </a:solidFill>
                <a:latin typeface="Verdana" pitchFamily="34" charset="0"/>
                <a:cs typeface="Arial" charset="0"/>
              </a:defRPr>
            </a:lvl8pPr>
            <a:lvl9pPr marL="1828800" algn="l" rtl="0" eaLnBrk="1" fontAlgn="base" hangingPunct="1">
              <a:spcBef>
                <a:spcPct val="0"/>
              </a:spcBef>
              <a:spcAft>
                <a:spcPct val="0"/>
              </a:spcAft>
              <a:defRPr sz="2600">
                <a:solidFill>
                  <a:schemeClr val="tx2"/>
                </a:solidFill>
                <a:latin typeface="Verdana" pitchFamily="34" charset="0"/>
                <a:cs typeface="Arial" charset="0"/>
              </a:defRPr>
            </a:lvl9pPr>
          </a:lstStyle>
          <a:p>
            <a:r>
              <a:rPr lang="nl-NL" sz="2400" kern="0"/>
              <a:t>1-part model – output in console – </a:t>
            </a:r>
            <a:r>
              <a:rPr lang="nl-NL" sz="2400" kern="0" err="1"/>
              <a:t>age</a:t>
            </a:r>
            <a:r>
              <a:rPr lang="nl-NL" sz="2400" kern="0"/>
              <a:t> </a:t>
            </a:r>
            <a:r>
              <a:rPr lang="nl-NL" sz="2400" kern="0" err="1"/>
              <a:t>and</a:t>
            </a:r>
            <a:r>
              <a:rPr lang="nl-NL" sz="2400" kern="0"/>
              <a:t> </a:t>
            </a:r>
            <a:r>
              <a:rPr lang="nl-NL" sz="2400" kern="0" err="1"/>
              <a:t>percentiles</a:t>
            </a:r>
            <a:endParaRPr lang="nl-NL" sz="2400" kern="0"/>
          </a:p>
        </p:txBody>
      </p:sp>
      <p:sp>
        <p:nvSpPr>
          <p:cNvPr id="4" name="Footer Placeholder 3">
            <a:extLst>
              <a:ext uri="{FF2B5EF4-FFF2-40B4-BE49-F238E27FC236}">
                <a16:creationId xmlns:a16="http://schemas.microsoft.com/office/drawing/2014/main" id="{569676C4-3D9F-8518-AEB3-58C8051AE5B8}"/>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3F3066BC-8A00-068A-FD0D-3817F76B4634}"/>
              </a:ext>
            </a:extLst>
          </p:cNvPr>
          <p:cNvSpPr>
            <a:spLocks noGrp="1"/>
          </p:cNvSpPr>
          <p:nvPr>
            <p:ph type="dt" sz="half" idx="10"/>
          </p:nvPr>
        </p:nvSpPr>
        <p:spPr>
          <a:xfrm>
            <a:off x="475058" y="6543489"/>
            <a:ext cx="3752850" cy="264272"/>
          </a:xfrm>
        </p:spPr>
        <p:txBody>
          <a:bodyPr/>
          <a:lstStyle/>
          <a:p>
            <a:pPr algn="l"/>
            <a:r>
              <a:rPr lang="nl-NL"/>
              <a:t>SPADE course, July 8-9, 2025</a:t>
            </a:r>
          </a:p>
        </p:txBody>
      </p:sp>
    </p:spTree>
    <p:extLst>
      <p:ext uri="{BB962C8B-B14F-4D97-AF65-F5344CB8AC3E}">
        <p14:creationId xmlns:p14="http://schemas.microsoft.com/office/powerpoint/2010/main" val="37327758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 6</a:t>
            </a:r>
            <a:endParaRPr lang="nl-NL"/>
          </a:p>
        </p:txBody>
      </p:sp>
      <p:sp>
        <p:nvSpPr>
          <p:cNvPr id="3" name="Content Placeholder 2"/>
          <p:cNvSpPr>
            <a:spLocks noGrp="1"/>
          </p:cNvSpPr>
          <p:nvPr>
            <p:ph idx="1"/>
          </p:nvPr>
        </p:nvSpPr>
        <p:spPr>
          <a:xfrm>
            <a:off x="475058" y="1970244"/>
            <a:ext cx="8172450" cy="4281488"/>
          </a:xfrm>
        </p:spPr>
        <p:txBody>
          <a:bodyPr/>
          <a:lstStyle/>
          <a:p>
            <a:pPr marL="342900" indent="-342900">
              <a:buFont typeface="+mj-lt"/>
              <a:buAutoNum type="alphaLcParenR"/>
            </a:pPr>
            <a:r>
              <a:rPr lang="en-US"/>
              <a:t>Run the same model, while adding the survey weights (</a:t>
            </a:r>
            <a:r>
              <a:rPr lang="en-US" err="1">
                <a:solidFill>
                  <a:schemeClr val="tx2"/>
                </a:solidFill>
              </a:rPr>
              <a:t>w_demog_season_wk_wknd</a:t>
            </a:r>
            <a:r>
              <a:rPr lang="en-US"/>
              <a:t>). </a:t>
            </a:r>
            <a:r>
              <a:rPr lang="nl-NL" err="1"/>
              <a:t>Compare</a:t>
            </a:r>
            <a:r>
              <a:rPr lang="nl-NL"/>
              <a:t> </a:t>
            </a:r>
            <a:r>
              <a:rPr lang="nl-NL" err="1"/>
              <a:t>the</a:t>
            </a:r>
            <a:r>
              <a:rPr lang="nl-NL"/>
              <a:t> </a:t>
            </a:r>
            <a:r>
              <a:rPr lang="nl-NL" err="1"/>
              <a:t>results</a:t>
            </a:r>
            <a:r>
              <a:rPr lang="nl-NL"/>
              <a:t> </a:t>
            </a:r>
            <a:r>
              <a:rPr lang="nl-NL" err="1"/>
              <a:t>with</a:t>
            </a:r>
            <a:r>
              <a:rPr lang="nl-NL"/>
              <a:t> </a:t>
            </a:r>
            <a:r>
              <a:rPr lang="nl-NL" err="1"/>
              <a:t>excercise</a:t>
            </a:r>
            <a:r>
              <a:rPr lang="nl-NL"/>
              <a:t> 5. </a:t>
            </a:r>
            <a:r>
              <a:rPr lang="nl-NL" err="1"/>
              <a:t>Don’t</a:t>
            </a:r>
            <a:r>
              <a:rPr lang="nl-NL"/>
              <a:t> </a:t>
            </a:r>
            <a:r>
              <a:rPr lang="nl-NL" err="1"/>
              <a:t>forget</a:t>
            </a:r>
            <a:r>
              <a:rPr lang="nl-NL"/>
              <a:t> </a:t>
            </a:r>
            <a:r>
              <a:rPr lang="nl-NL" err="1"/>
              <a:t>to</a:t>
            </a:r>
            <a:r>
              <a:rPr lang="nl-NL"/>
              <a:t> change </a:t>
            </a:r>
            <a:r>
              <a:rPr lang="nl-NL" err="1"/>
              <a:t>the</a:t>
            </a:r>
            <a:r>
              <a:rPr lang="nl-NL"/>
              <a:t> output name </a:t>
            </a:r>
            <a:r>
              <a:rPr lang="nl-NL" err="1"/>
              <a:t>to</a:t>
            </a:r>
            <a:r>
              <a:rPr lang="nl-NL"/>
              <a:t> </a:t>
            </a:r>
            <a:r>
              <a:rPr lang="nl-NL" err="1"/>
              <a:t>be</a:t>
            </a:r>
            <a:r>
              <a:rPr lang="nl-NL"/>
              <a:t> </a:t>
            </a:r>
            <a:r>
              <a:rPr lang="nl-NL" err="1"/>
              <a:t>able</a:t>
            </a:r>
            <a:r>
              <a:rPr lang="nl-NL"/>
              <a:t> </a:t>
            </a:r>
            <a:r>
              <a:rPr lang="nl-NL" err="1"/>
              <a:t>to</a:t>
            </a:r>
            <a:r>
              <a:rPr lang="nl-NL"/>
              <a:t> </a:t>
            </a:r>
            <a:r>
              <a:rPr lang="nl-NL" err="1"/>
              <a:t>compare</a:t>
            </a:r>
            <a:r>
              <a:rPr lang="nl-NL"/>
              <a:t> </a:t>
            </a:r>
            <a:r>
              <a:rPr lang="nl-NL" err="1"/>
              <a:t>results</a:t>
            </a:r>
            <a:endParaRPr lang="nl-NL"/>
          </a:p>
          <a:p>
            <a:pPr marL="0" indent="0">
              <a:buNone/>
            </a:pPr>
            <a:endParaRPr lang="nl-NL"/>
          </a:p>
          <a:p>
            <a:pPr marL="0" indent="0">
              <a:buNone/>
            </a:pPr>
            <a:endParaRPr lang="nl-NL"/>
          </a:p>
        </p:txBody>
      </p:sp>
      <p:sp>
        <p:nvSpPr>
          <p:cNvPr id="5" name="Slide Number Placeholder 4"/>
          <p:cNvSpPr>
            <a:spLocks noGrp="1"/>
          </p:cNvSpPr>
          <p:nvPr>
            <p:ph type="sldNum" sz="quarter" idx="12"/>
          </p:nvPr>
        </p:nvSpPr>
        <p:spPr/>
        <p:txBody>
          <a:bodyPr/>
          <a:lstStyle/>
          <a:p>
            <a:fld id="{8FC21E99-CB6E-4E1C-8709-25BF64FEA530}" type="slidenum">
              <a:rPr lang="nl-NL" smtClean="0"/>
              <a:pPr/>
              <a:t>88</a:t>
            </a:fld>
            <a:endParaRPr lang="nl-NL"/>
          </a:p>
        </p:txBody>
      </p:sp>
      <p:sp>
        <p:nvSpPr>
          <p:cNvPr id="6" name="Footer Placeholder 5">
            <a:extLst>
              <a:ext uri="{FF2B5EF4-FFF2-40B4-BE49-F238E27FC236}">
                <a16:creationId xmlns:a16="http://schemas.microsoft.com/office/drawing/2014/main" id="{D3149752-7E27-2730-E97A-267F19425E0B}"/>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8E1D4862-02F6-9316-0747-2FB755B00F27}"/>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9072940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3F6F-653A-4CE1-B0DE-C9F154C29079}"/>
              </a:ext>
            </a:extLst>
          </p:cNvPr>
          <p:cNvSpPr>
            <a:spLocks noGrp="1"/>
          </p:cNvSpPr>
          <p:nvPr>
            <p:ph type="title"/>
          </p:nvPr>
        </p:nvSpPr>
        <p:spPr>
          <a:xfrm>
            <a:off x="476250" y="1052514"/>
            <a:ext cx="8192691" cy="948047"/>
          </a:xfrm>
        </p:spPr>
        <p:txBody>
          <a:bodyPr anchor="b">
            <a:normAutofit/>
          </a:bodyPr>
          <a:lstStyle/>
          <a:p>
            <a:r>
              <a:rPr lang="nl-NL" err="1"/>
              <a:t>Exercise</a:t>
            </a:r>
            <a:r>
              <a:rPr lang="nl-NL"/>
              <a:t> 6</a:t>
            </a:r>
          </a:p>
        </p:txBody>
      </p:sp>
      <p:sp>
        <p:nvSpPr>
          <p:cNvPr id="6" name="Slide Number Placeholder 5">
            <a:extLst>
              <a:ext uri="{FF2B5EF4-FFF2-40B4-BE49-F238E27FC236}">
                <a16:creationId xmlns:a16="http://schemas.microsoft.com/office/drawing/2014/main" id="{934B1152-C3CB-4640-874C-8777CB522BC2}"/>
              </a:ext>
            </a:extLst>
          </p:cNvPr>
          <p:cNvSpPr>
            <a:spLocks noGrp="1"/>
          </p:cNvSpPr>
          <p:nvPr>
            <p:ph type="sldNum" sz="quarter" idx="12"/>
          </p:nvPr>
        </p:nvSpPr>
        <p:spPr>
          <a:xfrm>
            <a:off x="4914900" y="6221414"/>
            <a:ext cx="3754042" cy="322075"/>
          </a:xfrm>
        </p:spPr>
        <p:txBody>
          <a:bodyPr anchor="b">
            <a:normAutofit/>
          </a:bodyPr>
          <a:lstStyle/>
          <a:p>
            <a:pPr>
              <a:spcAft>
                <a:spcPts val="600"/>
              </a:spcAft>
            </a:pPr>
            <a:fld id="{8FC21E99-CB6E-4E1C-8709-25BF64FEA530}" type="slidenum">
              <a:rPr lang="nl-NL" smtClean="0"/>
              <a:pPr>
                <a:spcAft>
                  <a:spcPts val="600"/>
                </a:spcAft>
              </a:pPr>
              <a:t>89</a:t>
            </a:fld>
            <a:endParaRPr lang="nl-NL"/>
          </a:p>
        </p:txBody>
      </p:sp>
      <p:sp>
        <p:nvSpPr>
          <p:cNvPr id="3" name="Footer Placeholder 2">
            <a:extLst>
              <a:ext uri="{FF2B5EF4-FFF2-40B4-BE49-F238E27FC236}">
                <a16:creationId xmlns:a16="http://schemas.microsoft.com/office/drawing/2014/main" id="{C777BD05-5288-FBE4-0610-9B907C2D25EC}"/>
              </a:ext>
            </a:extLst>
          </p:cNvPr>
          <p:cNvSpPr>
            <a:spLocks noGrp="1"/>
          </p:cNvSpPr>
          <p:nvPr>
            <p:ph type="ftr" sz="quarter" idx="11"/>
          </p:nvPr>
        </p:nvSpPr>
        <p:spPr>
          <a:xfrm>
            <a:off x="476250" y="6221414"/>
            <a:ext cx="3752850" cy="322075"/>
          </a:xfrm>
        </p:spPr>
        <p:txBody>
          <a:bodyPr/>
          <a:lstStyle/>
          <a:p>
            <a:r>
              <a:rPr lang="en-US"/>
              <a:t>SPADE 1-part model daily intakes (Manual, chapter 3)</a:t>
            </a:r>
            <a:endParaRPr lang="nl-NL"/>
          </a:p>
        </p:txBody>
      </p:sp>
      <p:sp>
        <p:nvSpPr>
          <p:cNvPr id="5" name="Date Placeholder 4">
            <a:extLst>
              <a:ext uri="{FF2B5EF4-FFF2-40B4-BE49-F238E27FC236}">
                <a16:creationId xmlns:a16="http://schemas.microsoft.com/office/drawing/2014/main" id="{C7AC000D-EEB8-3E35-0DF5-90D765529370}"/>
              </a:ext>
            </a:extLst>
          </p:cNvPr>
          <p:cNvSpPr>
            <a:spLocks noGrp="1"/>
          </p:cNvSpPr>
          <p:nvPr>
            <p:ph type="dt" sz="half" idx="10"/>
          </p:nvPr>
        </p:nvSpPr>
        <p:spPr>
          <a:xfrm>
            <a:off x="476250" y="6543489"/>
            <a:ext cx="3752850" cy="264272"/>
          </a:xfrm>
        </p:spPr>
        <p:txBody>
          <a:bodyPr/>
          <a:lstStyle/>
          <a:p>
            <a:pPr algn="l"/>
            <a:r>
              <a:rPr lang="nl-NL"/>
              <a:t>SPADE course, July 8-9, 2025</a:t>
            </a:r>
          </a:p>
        </p:txBody>
      </p:sp>
      <p:sp>
        <p:nvSpPr>
          <p:cNvPr id="8" name="Content Placeholder 7">
            <a:extLst>
              <a:ext uri="{FF2B5EF4-FFF2-40B4-BE49-F238E27FC236}">
                <a16:creationId xmlns:a16="http://schemas.microsoft.com/office/drawing/2014/main" id="{A4D0D3D7-2420-683E-AA5F-D3EC80679826}"/>
              </a:ext>
            </a:extLst>
          </p:cNvPr>
          <p:cNvSpPr>
            <a:spLocks noGrp="1"/>
          </p:cNvSpPr>
          <p:nvPr>
            <p:ph idx="1"/>
          </p:nvPr>
        </p:nvSpPr>
        <p:spPr/>
        <p:txBody>
          <a:bodyPr>
            <a:normAutofit fontScale="92500" lnSpcReduction="10000"/>
          </a:bodyPr>
          <a:lstStyle/>
          <a:p>
            <a:pPr marL="0" marR="0" indent="0">
              <a:spcBef>
                <a:spcPts val="0"/>
              </a:spcBef>
              <a:spcAft>
                <a:spcPts val="0"/>
              </a:spcAft>
              <a:buNone/>
            </a:pPr>
            <a:r>
              <a:rPr lang="nl-NL" sz="1800">
                <a:solidFill>
                  <a:srgbClr val="417D46"/>
                </a:solidFill>
                <a:effectLst/>
                <a:latin typeface="Consolas" panose="020B0609020204030204" pitchFamily="49" charset="0"/>
              </a:rPr>
              <a:t># </a:t>
            </a:r>
            <a:r>
              <a:rPr lang="nl-NL" sz="1800" err="1">
                <a:solidFill>
                  <a:srgbClr val="417D46"/>
                </a:solidFill>
                <a:effectLst/>
                <a:latin typeface="Consolas" panose="020B0609020204030204" pitchFamily="49" charset="0"/>
              </a:rPr>
              <a:t>Excercise</a:t>
            </a:r>
            <a:r>
              <a:rPr lang="nl-NL" sz="1800">
                <a:solidFill>
                  <a:srgbClr val="417D46"/>
                </a:solidFill>
                <a:effectLst/>
                <a:latin typeface="Consolas" panose="020B0609020204030204" pitchFamily="49" charset="0"/>
              </a:rPr>
              <a:t> 5</a:t>
            </a: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a:solidFill>
                  <a:srgbClr val="417D46"/>
                </a:solidFill>
                <a:effectLst/>
                <a:latin typeface="Consolas" panose="020B0609020204030204" pitchFamily="49" charset="0"/>
              </a:rPr>
              <a:t># 1-part model SPADE- </a:t>
            </a:r>
          </a:p>
          <a:p>
            <a:pPr marL="0" marR="0" indent="0">
              <a:spcBef>
                <a:spcPts val="0"/>
              </a:spcBef>
              <a:spcAft>
                <a:spcPts val="0"/>
              </a:spcAft>
              <a:buNone/>
            </a:pPr>
            <a:r>
              <a:rPr lang="nl-NL">
                <a:solidFill>
                  <a:srgbClr val="417D46"/>
                </a:solidFill>
                <a:latin typeface="Consolas" panose="020B0609020204030204" pitchFamily="49" charset="0"/>
              </a:rPr>
              <a:t># </a:t>
            </a:r>
            <a:r>
              <a:rPr lang="nl-NL" sz="1800" err="1">
                <a:solidFill>
                  <a:srgbClr val="417D46"/>
                </a:solidFill>
                <a:effectLst/>
                <a:latin typeface="Consolas" panose="020B0609020204030204" pitchFamily="49" charset="0"/>
              </a:rPr>
              <a:t>with</a:t>
            </a:r>
            <a:r>
              <a:rPr lang="nl-NL" sz="1800">
                <a:solidFill>
                  <a:srgbClr val="417D46"/>
                </a:solidFill>
                <a:effectLst/>
                <a:latin typeface="Consolas" panose="020B0609020204030204" pitchFamily="49" charset="0"/>
              </a:rPr>
              <a:t> </a:t>
            </a:r>
            <a:r>
              <a:rPr lang="nl-NL" sz="1800" err="1">
                <a:solidFill>
                  <a:srgbClr val="417D46"/>
                </a:solidFill>
                <a:effectLst/>
                <a:latin typeface="Consolas" panose="020B0609020204030204" pitchFamily="49" charset="0"/>
              </a:rPr>
              <a:t>age</a:t>
            </a:r>
            <a:r>
              <a:rPr lang="nl-NL" sz="1800">
                <a:solidFill>
                  <a:srgbClr val="417D46"/>
                </a:solidFill>
                <a:effectLst/>
                <a:latin typeface="Consolas" panose="020B0609020204030204" pitchFamily="49" charset="0"/>
              </a:rPr>
              <a:t> classes, </a:t>
            </a:r>
            <a:r>
              <a:rPr lang="nl-NL" sz="1800" err="1">
                <a:solidFill>
                  <a:srgbClr val="417D46"/>
                </a:solidFill>
                <a:effectLst/>
                <a:latin typeface="Consolas" panose="020B0609020204030204" pitchFamily="49" charset="0"/>
              </a:rPr>
              <a:t>percentiles</a:t>
            </a:r>
            <a:r>
              <a:rPr lang="nl-NL" sz="1800">
                <a:solidFill>
                  <a:srgbClr val="417D46"/>
                </a:solidFill>
                <a:effectLst/>
                <a:latin typeface="Consolas" panose="020B0609020204030204" pitchFamily="49" charset="0"/>
              </a:rPr>
              <a:t>, survey </a:t>
            </a:r>
            <a:r>
              <a:rPr lang="nl-NL" sz="1800" err="1">
                <a:solidFill>
                  <a:srgbClr val="417D46"/>
                </a:solidFill>
                <a:effectLst/>
                <a:latin typeface="Consolas" panose="020B0609020204030204" pitchFamily="49" charset="0"/>
              </a:rPr>
              <a:t>weights</a:t>
            </a:r>
            <a:endParaRPr lang="nl-NL" sz="1800">
              <a:solidFill>
                <a:srgbClr val="417D46"/>
              </a:solidFill>
              <a:effectLst/>
              <a:latin typeface="Consolas" panose="020B0609020204030204" pitchFamily="49" charset="0"/>
            </a:endParaRPr>
          </a:p>
          <a:p>
            <a:pPr marL="0" marR="0" indent="0">
              <a:spcBef>
                <a:spcPts val="0"/>
              </a:spcBef>
              <a:spcAft>
                <a:spcPts val="0"/>
              </a:spcAft>
              <a:buNone/>
            </a:pP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err="1">
                <a:solidFill>
                  <a:srgbClr val="000000"/>
                </a:solidFill>
                <a:effectLst/>
                <a:latin typeface="Consolas" panose="020B0609020204030204" pitchFamily="49" charset="0"/>
              </a:rPr>
              <a:t>f.spade</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frml.ia</a:t>
            </a:r>
            <a:r>
              <a:rPr lang="nl-NL" sz="1800">
                <a:solidFill>
                  <a:srgbClr val="000000"/>
                </a:solidFill>
                <a:effectLst/>
                <a:latin typeface="Consolas" panose="020B0609020204030204" pitchFamily="49" charset="0"/>
              </a:rPr>
              <a:t> = ca </a:t>
            </a:r>
            <a:r>
              <a:rPr lang="nl-NL" sz="1800">
                <a:solidFill>
                  <a:srgbClr val="A56423"/>
                </a:solidFill>
                <a:effectLst/>
                <a:latin typeface="Consolas" panose="020B0609020204030204" pitchFamily="49" charset="0"/>
              </a:rPr>
              <a:t>~</a:t>
            </a: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fp</a:t>
            </a:r>
            <a:r>
              <a:rPr lang="nl-NL" sz="1800">
                <a:solidFill>
                  <a:srgbClr val="000000"/>
                </a:solidFill>
                <a:effectLst/>
                <a:latin typeface="Consolas" panose="020B0609020204030204" pitchFamily="49" charset="0"/>
              </a:rPr>
              <a:t>(</a:t>
            </a:r>
            <a:r>
              <a:rPr lang="nl-NL" sz="1800" err="1">
                <a:solidFill>
                  <a:srgbClr val="000000"/>
                </a:solidFill>
                <a:effectLst/>
                <a:latin typeface="Consolas" panose="020B0609020204030204" pitchFamily="49" charset="0"/>
              </a:rPr>
              <a:t>age</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frml.if</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no.if</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data    = </a:t>
            </a:r>
            <a:r>
              <a:rPr lang="nl-NL" sz="1800" err="1">
                <a:solidFill>
                  <a:srgbClr val="000000"/>
                </a:solidFill>
                <a:effectLst/>
                <a:latin typeface="Consolas" panose="020B0609020204030204" pitchFamily="49" charset="0"/>
              </a:rPr>
              <a:t>DNFCSmanual</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min.age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1</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max.age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sex.label</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female</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en-US" sz="1800">
                <a:solidFill>
                  <a:srgbClr val="000000"/>
                </a:solidFill>
                <a:effectLst/>
                <a:latin typeface="Consolas" panose="020B0609020204030204" pitchFamily="49" charset="0"/>
              </a:rPr>
              <a:t> weights.name = </a:t>
            </a:r>
            <a:r>
              <a:rPr lang="en-US" sz="1800">
                <a:solidFill>
                  <a:srgbClr val="4141AF"/>
                </a:solidFill>
                <a:effectLst/>
                <a:latin typeface="Consolas" panose="020B0609020204030204" pitchFamily="49" charset="0"/>
              </a:rPr>
              <a:t>"</a:t>
            </a:r>
            <a:r>
              <a:rPr lang="en-US" sz="1800" err="1">
                <a:solidFill>
                  <a:srgbClr val="4141AF"/>
                </a:solidFill>
                <a:effectLst/>
                <a:latin typeface="Consolas" panose="020B0609020204030204" pitchFamily="49" charset="0"/>
              </a:rPr>
              <a:t>w_demog_season_wk_wknd</a:t>
            </a:r>
            <a:r>
              <a:rPr lang="en-US" sz="1800">
                <a:solidFill>
                  <a:srgbClr val="4141AF"/>
                </a:solidFill>
                <a:effectLst/>
                <a:latin typeface="Consolas" panose="020B0609020204030204" pitchFamily="49" charset="0"/>
              </a:rPr>
              <a:t>"</a:t>
            </a:r>
            <a:r>
              <a:rPr lang="en-US" sz="1800">
                <a:solidFill>
                  <a:srgbClr val="000000"/>
                </a:solidFill>
                <a:effectLst/>
                <a:latin typeface="Consolas" panose="020B0609020204030204" pitchFamily="49" charset="0"/>
              </a:rPr>
              <a:t>,</a:t>
            </a: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age.classes</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13</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17</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prb</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1</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25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99</a:t>
            </a:r>
            <a:r>
              <a:rPr lang="nl-NL" sz="1800">
                <a:solidFill>
                  <a:srgbClr val="000000"/>
                </a:solidFill>
                <a:effectLst/>
                <a:latin typeface="Consolas" panose="020B0609020204030204" pitchFamily="49" charset="0"/>
              </a:rPr>
              <a:t>)</a:t>
            </a:r>
            <a:r>
              <a:rPr lang="nl-NL" sz="1800">
                <a:solidFill>
                  <a:srgbClr val="A56423"/>
                </a:solidFill>
                <a:effectLst/>
                <a:latin typeface="Consolas" panose="020B0609020204030204" pitchFamily="49" charset="0"/>
              </a:rPr>
              <a:t>/</a:t>
            </a:r>
            <a:r>
              <a:rPr lang="nl-NL" sz="1800">
                <a:solidFill>
                  <a:srgbClr val="001E82"/>
                </a:solidFill>
                <a:effectLst/>
                <a:latin typeface="Consolas" panose="020B0609020204030204" pitchFamily="49" charset="0"/>
              </a:rPr>
              <a:t>100</a:t>
            </a:r>
            <a:r>
              <a:rPr lang="nl-NL" sz="1800">
                <a:solidFill>
                  <a:srgbClr val="000000"/>
                </a:solidFill>
                <a:effectLst/>
                <a:latin typeface="Consolas" panose="020B0609020204030204" pitchFamily="49" charset="0"/>
              </a:rPr>
              <a:t>, </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seed</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29062025</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output.name  = </a:t>
            </a:r>
            <a:r>
              <a:rPr lang="nl-NL" sz="1800">
                <a:solidFill>
                  <a:srgbClr val="4141AF"/>
                </a:solidFill>
                <a:effectLst/>
                <a:latin typeface="Consolas" panose="020B0609020204030204" pitchFamily="49" charset="0"/>
              </a:rPr>
              <a:t>"spade_DNFCSmanual_ca_f_1_79_weight"</a:t>
            </a:r>
            <a:r>
              <a:rPr lang="nl-NL" sz="1800">
                <a:solidFill>
                  <a:srgbClr val="000000"/>
                </a:solidFill>
                <a:effectLst/>
                <a:latin typeface="Consolas" panose="020B0609020204030204" pitchFamily="49" charset="0"/>
              </a:rPr>
              <a:t>,</a:t>
            </a:r>
          </a:p>
          <a:p>
            <a:pPr marL="0" marR="0" indent="0">
              <a:spcBef>
                <a:spcPts val="0"/>
              </a:spcBef>
              <a:spcAft>
                <a:spcPts val="0"/>
              </a:spcAft>
              <a:buNone/>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spade.output.path</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"0_SPADE_output"</a:t>
            </a:r>
            <a:endParaRPr lang="nl-NL" sz="1800">
              <a:solidFill>
                <a:srgbClr val="000000"/>
              </a:solidFill>
              <a:effectLst/>
              <a:latin typeface="Consolas" panose="020B0609020204030204" pitchFamily="49" charset="0"/>
            </a:endParaRPr>
          </a:p>
          <a:p>
            <a:pPr marL="0" marR="0" indent="0">
              <a:spcBef>
                <a:spcPts val="0"/>
              </a:spcBef>
              <a:spcAft>
                <a:spcPts val="0"/>
              </a:spcAft>
              <a:buNone/>
            </a:pPr>
            <a:r>
              <a:rPr lang="nl-NL" sz="1800">
                <a:solidFill>
                  <a:srgbClr val="000000"/>
                </a:solidFill>
                <a:effectLst/>
                <a:latin typeface="Consolas" panose="020B0609020204030204" pitchFamily="49" charset="0"/>
              </a:rPr>
              <a:t>)</a:t>
            </a:r>
          </a:p>
          <a:p>
            <a:pPr marL="0" indent="0">
              <a:buNone/>
            </a:pPr>
            <a:endParaRPr lang="nl-NL"/>
          </a:p>
        </p:txBody>
      </p:sp>
    </p:spTree>
    <p:extLst>
      <p:ext uri="{BB962C8B-B14F-4D97-AF65-F5344CB8AC3E}">
        <p14:creationId xmlns:p14="http://schemas.microsoft.com/office/powerpoint/2010/main" val="34662888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nl-NL" sz="2400"/>
              <a:t>1-part model – output in console – </a:t>
            </a:r>
            <a:r>
              <a:rPr lang="nl-NL" sz="2400" err="1"/>
              <a:t>weight</a:t>
            </a:r>
            <a:endParaRPr lang="nl-NL" sz="2400"/>
          </a:p>
        </p:txBody>
      </p:sp>
      <p:sp>
        <p:nvSpPr>
          <p:cNvPr id="5" name="Slide Number Placeholder 4"/>
          <p:cNvSpPr>
            <a:spLocks noGrp="1"/>
          </p:cNvSpPr>
          <p:nvPr>
            <p:ph type="sldNum" sz="quarter" idx="12"/>
          </p:nvPr>
        </p:nvSpPr>
        <p:spPr/>
        <p:txBody>
          <a:bodyPr/>
          <a:lstStyle/>
          <a:p>
            <a:fld id="{8FC21E99-CB6E-4E1C-8709-25BF64FEA530}" type="slidenum">
              <a:rPr lang="nl-NL" smtClean="0"/>
              <a:pPr/>
              <a:t>90</a:t>
            </a:fld>
            <a:endParaRPr lang="nl-NL"/>
          </a:p>
        </p:txBody>
      </p:sp>
      <p:sp>
        <p:nvSpPr>
          <p:cNvPr id="3" name="TextBox 2"/>
          <p:cNvSpPr txBox="1"/>
          <p:nvPr/>
        </p:nvSpPr>
        <p:spPr>
          <a:xfrm>
            <a:off x="497458" y="2000561"/>
            <a:ext cx="8437115" cy="4708981"/>
          </a:xfrm>
          <a:prstGeom prst="rect">
            <a:avLst/>
          </a:prstGeom>
          <a:noFill/>
        </p:spPr>
        <p:txBody>
          <a:bodyPr wrap="square" rtlCol="0">
            <a:spAutoFit/>
          </a:bodyPr>
          <a:lstStyle/>
          <a:p>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  For extra info about model  =====</a:t>
            </a:r>
          </a:p>
          <a:p>
            <a:r>
              <a:rPr lang="en-US" sz="1200">
                <a:latin typeface="Courier New" panose="02070309020205020404" pitchFamily="49" charset="0"/>
                <a:cs typeface="Courier New" panose="02070309020205020404" pitchFamily="49" charset="0"/>
              </a:rPr>
              <a: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See file </a:t>
            </a:r>
          </a:p>
          <a:p>
            <a:r>
              <a:rPr lang="en-US" sz="1200">
                <a:latin typeface="Courier New" panose="02070309020205020404" pitchFamily="49" charset="0"/>
                <a:cs typeface="Courier New" panose="02070309020205020404" pitchFamily="49" charset="0"/>
              </a:rPr>
              <a:t>   spade_DNFCSmanual_ca_f_1_79_weight_details.txt</a:t>
            </a:r>
          </a:p>
          <a:p>
            <a:endParaRPr lang="en-US" sz="1200">
              <a:latin typeface="Courier New" panose="02070309020205020404" pitchFamily="49" charset="0"/>
              <a:cs typeface="Courier New" panose="02070309020205020404" pitchFamily="49" charset="0"/>
            </a:endParaRP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   Model for intake frequency: "</a:t>
            </a:r>
            <a:r>
              <a:rPr lang="en-US" sz="1200" err="1">
                <a:latin typeface="Courier New" panose="02070309020205020404" pitchFamily="49" charset="0"/>
                <a:cs typeface="Courier New" panose="02070309020205020404" pitchFamily="49" charset="0"/>
              </a:rPr>
              <a:t>no.if</a:t>
            </a:r>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   Survey weights (in column): </a:t>
            </a:r>
            <a:r>
              <a:rPr lang="en-US" sz="1200" err="1">
                <a:latin typeface="Courier New" panose="02070309020205020404" pitchFamily="49" charset="0"/>
                <a:cs typeface="Courier New" panose="02070309020205020404" pitchFamily="49" charset="0"/>
              </a:rPr>
              <a:t>w_demog_season_wk_wknd</a:t>
            </a:r>
            <a:r>
              <a:rPr lang="en-US" sz="1200">
                <a:latin typeface="Courier New" panose="02070309020205020404" pitchFamily="49" charset="0"/>
                <a:cs typeface="Courier New" panose="02070309020205020404" pitchFamily="49" charset="0"/>
              </a:rPr>
              <a:t> in </a:t>
            </a:r>
            <a:r>
              <a:rPr lang="en-US" sz="1200" err="1">
                <a:latin typeface="Courier New" panose="02070309020205020404" pitchFamily="49" charset="0"/>
                <a:cs typeface="Courier New" panose="02070309020205020404" pitchFamily="49" charset="0"/>
              </a:rPr>
              <a:t>DNFCSmanual</a:t>
            </a:r>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Scaled survey weights : </a:t>
            </a:r>
            <a:r>
              <a:rPr lang="en-US" sz="1200" err="1">
                <a:latin typeface="Courier New" panose="02070309020205020404" pitchFamily="49" charset="0"/>
                <a:cs typeface="Courier New" panose="02070309020205020404" pitchFamily="49" charset="0"/>
              </a:rPr>
              <a:t>w_demog_season_wk_wknd</a:t>
            </a:r>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with sum weights = 4340.98658</a:t>
            </a:r>
          </a:p>
          <a:p>
            <a:r>
              <a:rPr lang="en-US" sz="1200">
                <a:latin typeface="Courier New" panose="02070309020205020404" pitchFamily="49" charset="0"/>
                <a:cs typeface="Courier New" panose="02070309020205020404" pitchFamily="49" charset="0"/>
              </a:rPr>
              <a:t>   Attention: weights present, the standard errors of the fitted models are</a:t>
            </a:r>
          </a:p>
          <a:p>
            <a:r>
              <a:rPr lang="en-US" sz="1200">
                <a:latin typeface="Courier New" panose="02070309020205020404" pitchFamily="49" charset="0"/>
                <a:cs typeface="Courier New" panose="02070309020205020404" pitchFamily="49" charset="0"/>
              </a:rPr>
              <a:t>    not valid use e.g. </a:t>
            </a:r>
            <a:r>
              <a:rPr lang="en-US" sz="1200" err="1">
                <a:latin typeface="Courier New" panose="02070309020205020404" pitchFamily="49" charset="0"/>
                <a:cs typeface="Courier New" panose="02070309020205020404" pitchFamily="49" charset="0"/>
              </a:rPr>
              <a:t>f.spade.bootstrap</a:t>
            </a:r>
            <a:r>
              <a:rPr lang="en-US" sz="1200">
                <a:latin typeface="Courier New" panose="02070309020205020404" pitchFamily="49" charset="0"/>
                <a:cs typeface="Courier New" panose="02070309020205020404" pitchFamily="49" charset="0"/>
              </a:rPr>
              <a:t> </a:t>
            </a:r>
          </a:p>
          <a:p>
            <a:endParaRPr lang="en-US" sz="1200" i="1">
              <a:solidFill>
                <a:srgbClr val="0070C0"/>
              </a:solidFill>
              <a:latin typeface="Courier New" panose="02070309020205020404" pitchFamily="49" charset="0"/>
              <a:cs typeface="Courier New" panose="02070309020205020404" pitchFamily="49" charset="0"/>
            </a:endParaRPr>
          </a:p>
          <a:p>
            <a:r>
              <a:rPr lang="en-US" sz="1200">
                <a:solidFill>
                  <a:schemeClr val="tx2"/>
                </a:solidFill>
                <a:latin typeface="Courier New" panose="02070309020205020404" pitchFamily="49" charset="0"/>
                <a:cs typeface="Courier New" panose="02070309020205020404" pitchFamily="49" charset="0"/>
              </a:rPr>
              <a:t>Info on use of survey weights</a:t>
            </a:r>
          </a:p>
          <a:p>
            <a:endParaRPr lang="en-US" sz="1200" i="1">
              <a:solidFill>
                <a:srgbClr val="0070C0"/>
              </a:solidFill>
              <a:latin typeface="Courier New" panose="02070309020205020404" pitchFamily="49" charset="0"/>
              <a:cs typeface="Courier New" panose="02070309020205020404" pitchFamily="49" charset="0"/>
            </a:endParaRPr>
          </a:p>
          <a:p>
            <a:r>
              <a:rPr lang="en-US" sz="1200" i="1">
                <a:latin typeface="Courier New" panose="02070309020205020404" pitchFamily="49" charset="0"/>
                <a:cs typeface="Courier New" panose="02070309020205020404" pitchFamily="49" charset="0"/>
              </a:rPr>
              <a:t>* * *  Statistics of observed and habitual intakes  * * * </a:t>
            </a:r>
          </a:p>
          <a:p>
            <a:r>
              <a:rPr lang="en-US" sz="1200" i="1">
                <a:latin typeface="Courier New" panose="02070309020205020404" pitchFamily="49" charset="0"/>
                <a:cs typeface="Courier New" panose="02070309020205020404" pitchFamily="49" charset="0"/>
              </a:rPr>
              <a:t>                             (weighted) sample mean intake = 900.084 </a:t>
            </a:r>
          </a:p>
          <a:p>
            <a:r>
              <a:rPr lang="en-US" sz="1200" i="1">
                <a:latin typeface="Courier New" panose="02070309020205020404" pitchFamily="49" charset="0"/>
                <a:cs typeface="Courier New" panose="02070309020205020404" pitchFamily="49" charset="0"/>
              </a:rPr>
              <a:t>                          overall mean of habitual intakes = 889.672 </a:t>
            </a:r>
          </a:p>
          <a:p>
            <a:r>
              <a:rPr lang="en-US" sz="1200" i="1">
                <a:latin typeface="Courier New" panose="02070309020205020404" pitchFamily="49" charset="0"/>
                <a:cs typeface="Courier New" panose="02070309020205020404" pitchFamily="49" charset="0"/>
              </a:rPr>
              <a:t>    difference of mean HI mean from (weighted) sample mean = -1.157 % </a:t>
            </a:r>
          </a:p>
          <a:p>
            <a:endParaRPr lang="en-US" sz="1200" i="1">
              <a:solidFill>
                <a:schemeClr val="accent4"/>
              </a:solidFill>
              <a:latin typeface="Courier New" panose="02070309020205020404" pitchFamily="49" charset="0"/>
              <a:cs typeface="Courier New" panose="02070309020205020404" pitchFamily="49" charset="0"/>
            </a:endParaRPr>
          </a:p>
          <a:p>
            <a:r>
              <a:rPr lang="en-US" sz="1200">
                <a:solidFill>
                  <a:schemeClr val="tx2"/>
                </a:solidFill>
                <a:latin typeface="Courier New" panose="02070309020205020404" pitchFamily="49" charset="0"/>
                <a:cs typeface="Courier New" panose="02070309020205020404" pitchFamily="49" charset="0"/>
              </a:rPr>
              <a:t>also weighted mean of observed intake is presented</a:t>
            </a:r>
          </a:p>
          <a:p>
            <a:endParaRPr lang="en-US" sz="1200" i="1">
              <a:solidFill>
                <a:schemeClr val="accent4"/>
              </a:solidFill>
              <a:latin typeface="Courier New" panose="02070309020205020404" pitchFamily="49" charset="0"/>
              <a:cs typeface="Courier New" panose="02070309020205020404" pitchFamily="49" charset="0"/>
            </a:endParaRPr>
          </a:p>
          <a:p>
            <a:endParaRPr lang="nl-NL" sz="1200" i="1">
              <a:solidFill>
                <a:schemeClr val="accent4"/>
              </a:solidFill>
              <a:latin typeface="Courier New" panose="02070309020205020404" pitchFamily="49" charset="0"/>
              <a:cs typeface="Courier New" panose="02070309020205020404" pitchFamily="49" charset="0"/>
            </a:endParaRPr>
          </a:p>
        </p:txBody>
      </p:sp>
      <p:sp>
        <p:nvSpPr>
          <p:cNvPr id="6" name="Footer Placeholder 5">
            <a:extLst>
              <a:ext uri="{FF2B5EF4-FFF2-40B4-BE49-F238E27FC236}">
                <a16:creationId xmlns:a16="http://schemas.microsoft.com/office/drawing/2014/main" id="{2A2F4411-C50A-5ED2-635C-98BA7A428F67}"/>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7B9F9F1B-07DC-BF44-A984-1E7C833501C8}"/>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42009187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FC21E99-CB6E-4E1C-8709-25BF64FEA530}" type="slidenum">
              <a:rPr lang="nl-NL" smtClean="0"/>
              <a:pPr/>
              <a:t>91</a:t>
            </a:fld>
            <a:endParaRPr lang="nl-NL"/>
          </a:p>
        </p:txBody>
      </p:sp>
      <p:sp>
        <p:nvSpPr>
          <p:cNvPr id="3" name="TextBox 2"/>
          <p:cNvSpPr txBox="1"/>
          <p:nvPr/>
        </p:nvSpPr>
        <p:spPr>
          <a:xfrm>
            <a:off x="496886" y="1988840"/>
            <a:ext cx="8437115" cy="3754874"/>
          </a:xfrm>
          <a:prstGeom prst="rect">
            <a:avLst/>
          </a:prstGeom>
          <a:noFill/>
        </p:spPr>
        <p:txBody>
          <a:bodyPr wrap="square" rtlCol="0">
            <a:spAutoFit/>
          </a:bodyPr>
          <a:lstStyle/>
          <a:p>
            <a:r>
              <a:rPr lang="en-US" sz="1600">
                <a:latin typeface="Courier New" panose="02070309020205020404" pitchFamily="49" charset="0"/>
                <a:cs typeface="Courier New" panose="02070309020205020404" pitchFamily="49" charset="0"/>
              </a:rPr>
              <a:t>spade output table for  ca</a:t>
            </a:r>
          </a:p>
          <a:p>
            <a:r>
              <a:rPr lang="en-US" sz="1600">
                <a:latin typeface="Courier New" panose="02070309020205020404" pitchFamily="49" charset="0"/>
                <a:cs typeface="Courier New" panose="02070309020205020404" pitchFamily="49" charset="0"/>
              </a:rPr>
              <a:t>         AM  P1  P5 P10 P25 P50  P75  P90  P95  P99</a:t>
            </a:r>
          </a:p>
          <a:p>
            <a:r>
              <a:rPr lang="en-US" sz="1600">
                <a:latin typeface="Courier New" panose="02070309020205020404" pitchFamily="49" charset="0"/>
                <a:cs typeface="Courier New" panose="02070309020205020404" pitchFamily="49" charset="0"/>
              </a:rPr>
              <a:t>(0,79]  890 355 475 548 686 863 1062 1266 1399 1668</a:t>
            </a:r>
          </a:p>
          <a:p>
            <a:r>
              <a:rPr lang="en-US" sz="1600">
                <a:latin typeface="Courier New" panose="02070309020205020404" pitchFamily="49" charset="0"/>
                <a:cs typeface="Courier New" panose="02070309020205020404" pitchFamily="49" charset="0"/>
              </a:rPr>
              <a:t>(0,13]  715 279 376 434 545 690  856 1027 1139 1375</a:t>
            </a:r>
          </a:p>
          <a:p>
            <a:r>
              <a:rPr lang="en-US" sz="1600">
                <a:latin typeface="Courier New" panose="02070309020205020404" pitchFamily="49" charset="0"/>
                <a:cs typeface="Courier New" panose="02070309020205020404" pitchFamily="49" charset="0"/>
              </a:rPr>
              <a:t>(13,17] 786 331 427 488 607 763  937 1114 1230 1477</a:t>
            </a:r>
          </a:p>
          <a:p>
            <a:r>
              <a:rPr lang="en-US" sz="1600">
                <a:latin typeface="Courier New" panose="02070309020205020404" pitchFamily="49" charset="0"/>
                <a:cs typeface="Courier New" panose="02070309020205020404" pitchFamily="49" charset="0"/>
              </a:rPr>
              <a:t>(17,50] 906 385 505 575 708 879 1074 1272 1402 1666</a:t>
            </a:r>
          </a:p>
          <a:p>
            <a:r>
              <a:rPr lang="en-US" sz="1600">
                <a:latin typeface="Courier New" panose="02070309020205020404" pitchFamily="49" charset="0"/>
                <a:cs typeface="Courier New" panose="02070309020205020404" pitchFamily="49" charset="0"/>
              </a:rPr>
              <a:t>(50,79] 958 423 545 618 757 931 1129 1333 1465 1733</a:t>
            </a:r>
            <a:endParaRPr lang="nl-NL" sz="1600" i="1">
              <a:solidFill>
                <a:schemeClr val="accent4"/>
              </a:solidFill>
              <a:latin typeface="Courier New" panose="02070309020205020404" pitchFamily="49" charset="0"/>
              <a:cs typeface="Courier New" panose="02070309020205020404" pitchFamily="49" charset="0"/>
            </a:endParaRPr>
          </a:p>
          <a:p>
            <a:r>
              <a:rPr lang="nl-NL">
                <a:solidFill>
                  <a:schemeClr val="tx2"/>
                </a:solidFill>
                <a:latin typeface="Courier New" panose="02070309020205020404" pitchFamily="49" charset="0"/>
                <a:cs typeface="Courier New" panose="02070309020205020404" pitchFamily="49" charset="0"/>
              </a:rPr>
              <a:t>Output </a:t>
            </a:r>
            <a:r>
              <a:rPr lang="nl-NL" err="1">
                <a:solidFill>
                  <a:schemeClr val="tx2"/>
                </a:solidFill>
                <a:latin typeface="Courier New" panose="02070309020205020404" pitchFamily="49" charset="0"/>
                <a:cs typeface="Courier New" panose="02070309020205020404" pitchFamily="49" charset="0"/>
              </a:rPr>
              <a:t>only</a:t>
            </a:r>
            <a:r>
              <a:rPr lang="nl-NL">
                <a:solidFill>
                  <a:schemeClr val="tx2"/>
                </a:solidFill>
                <a:latin typeface="Courier New" panose="02070309020205020404" pitchFamily="49" charset="0"/>
                <a:cs typeface="Courier New" panose="02070309020205020404" pitchFamily="49" charset="0"/>
              </a:rPr>
              <a:t> </a:t>
            </a:r>
            <a:r>
              <a:rPr lang="nl-NL" err="1">
                <a:solidFill>
                  <a:schemeClr val="tx2"/>
                </a:solidFill>
                <a:latin typeface="Courier New" panose="02070309020205020404" pitchFamily="49" charset="0"/>
                <a:cs typeface="Courier New" panose="02070309020205020404" pitchFamily="49" charset="0"/>
              </a:rPr>
              <a:t>presented</a:t>
            </a:r>
            <a:r>
              <a:rPr lang="nl-NL">
                <a:solidFill>
                  <a:schemeClr val="tx2"/>
                </a:solidFill>
                <a:latin typeface="Courier New" panose="02070309020205020404" pitchFamily="49" charset="0"/>
                <a:cs typeface="Courier New" panose="02070309020205020404" pitchFamily="49" charset="0"/>
              </a:rPr>
              <a:t> in </a:t>
            </a:r>
            <a:r>
              <a:rPr lang="nl-NL" err="1">
                <a:solidFill>
                  <a:schemeClr val="tx2"/>
                </a:solidFill>
                <a:latin typeface="Courier New" panose="02070309020205020404" pitchFamily="49" charset="0"/>
                <a:cs typeface="Courier New" panose="02070309020205020404" pitchFamily="49" charset="0"/>
              </a:rPr>
              <a:t>age-groups</a:t>
            </a:r>
            <a:r>
              <a:rPr lang="nl-NL">
                <a:solidFill>
                  <a:schemeClr val="tx2"/>
                </a:solidFill>
                <a:latin typeface="Courier New" panose="02070309020205020404" pitchFamily="49" charset="0"/>
                <a:cs typeface="Courier New" panose="02070309020205020404" pitchFamily="49" charset="0"/>
              </a:rPr>
              <a:t> as </a:t>
            </a:r>
            <a:r>
              <a:rPr lang="nl-NL" err="1">
                <a:solidFill>
                  <a:schemeClr val="tx2"/>
                </a:solidFill>
                <a:latin typeface="Courier New" panose="02070309020205020404" pitchFamily="49" charset="0"/>
                <a:cs typeface="Courier New" panose="02070309020205020404" pitchFamily="49" charset="0"/>
              </a:rPr>
              <a:t>defined</a:t>
            </a:r>
            <a:r>
              <a:rPr lang="nl-NL">
                <a:solidFill>
                  <a:schemeClr val="tx2"/>
                </a:solidFill>
                <a:latin typeface="Courier New" panose="02070309020205020404" pitchFamily="49" charset="0"/>
                <a:cs typeface="Courier New" panose="02070309020205020404" pitchFamily="49" charset="0"/>
              </a:rPr>
              <a:t>: </a:t>
            </a:r>
            <a:br>
              <a:rPr lang="nl-NL">
                <a:solidFill>
                  <a:schemeClr val="tx2"/>
                </a:solidFill>
                <a:latin typeface="Courier New" panose="02070309020205020404" pitchFamily="49" charset="0"/>
                <a:cs typeface="Courier New" panose="02070309020205020404" pitchFamily="49" charset="0"/>
              </a:rPr>
            </a:br>
            <a:r>
              <a:rPr lang="nl-NL">
                <a:solidFill>
                  <a:schemeClr val="tx2"/>
                </a:solidFill>
                <a:latin typeface="Courier New" panose="02070309020205020404" pitchFamily="49" charset="0"/>
                <a:cs typeface="Courier New" panose="02070309020205020404" pitchFamily="49" charset="0"/>
              </a:rPr>
              <a:t>9-13, 14-17 </a:t>
            </a:r>
            <a:r>
              <a:rPr lang="nl-NL" err="1">
                <a:solidFill>
                  <a:schemeClr val="tx2"/>
                </a:solidFill>
                <a:latin typeface="Courier New" panose="02070309020205020404" pitchFamily="49" charset="0"/>
                <a:cs typeface="Courier New" panose="02070309020205020404" pitchFamily="49" charset="0"/>
              </a:rPr>
              <a:t>and</a:t>
            </a:r>
            <a:r>
              <a:rPr lang="nl-NL">
                <a:solidFill>
                  <a:schemeClr val="tx2"/>
                </a:solidFill>
                <a:latin typeface="Courier New" panose="02070309020205020404" pitchFamily="49" charset="0"/>
                <a:cs typeface="Courier New" panose="02070309020205020404" pitchFamily="49" charset="0"/>
              </a:rPr>
              <a:t> 18-30 </a:t>
            </a:r>
            <a:r>
              <a:rPr lang="nl-NL" err="1">
                <a:solidFill>
                  <a:schemeClr val="tx2"/>
                </a:solidFill>
                <a:latin typeface="Courier New" panose="02070309020205020404" pitchFamily="49" charset="0"/>
                <a:cs typeface="Courier New" panose="02070309020205020404" pitchFamily="49" charset="0"/>
              </a:rPr>
              <a:t>yr</a:t>
            </a:r>
            <a:endParaRPr lang="nl-NL">
              <a:solidFill>
                <a:schemeClr val="tx2"/>
              </a:solidFill>
              <a:latin typeface="Courier New" panose="02070309020205020404" pitchFamily="49" charset="0"/>
              <a:cs typeface="Courier New" panose="02070309020205020404" pitchFamily="49" charset="0"/>
            </a:endParaRPr>
          </a:p>
          <a:p>
            <a:r>
              <a:rPr lang="nl-NL">
                <a:solidFill>
                  <a:schemeClr val="tx2"/>
                </a:solidFill>
                <a:latin typeface="Courier New" panose="02070309020205020404" pitchFamily="49" charset="0"/>
                <a:cs typeface="Courier New" panose="02070309020205020404" pitchFamily="49" charset="0"/>
              </a:rPr>
              <a:t>Default overall </a:t>
            </a:r>
            <a:r>
              <a:rPr lang="nl-NL" err="1">
                <a:solidFill>
                  <a:schemeClr val="tx2"/>
                </a:solidFill>
                <a:latin typeface="Courier New" panose="02070309020205020404" pitchFamily="49" charset="0"/>
                <a:cs typeface="Courier New" panose="02070309020205020404" pitchFamily="49" charset="0"/>
              </a:rPr>
              <a:t>age</a:t>
            </a:r>
            <a:r>
              <a:rPr lang="nl-NL">
                <a:solidFill>
                  <a:schemeClr val="tx2"/>
                </a:solidFill>
                <a:latin typeface="Courier New" panose="02070309020205020404" pitchFamily="49" charset="0"/>
                <a:cs typeface="Courier New" panose="02070309020205020404" pitchFamily="49" charset="0"/>
              </a:rPr>
              <a:t> </a:t>
            </a:r>
            <a:r>
              <a:rPr lang="nl-NL" err="1">
                <a:solidFill>
                  <a:schemeClr val="tx2"/>
                </a:solidFill>
                <a:latin typeface="Courier New" panose="02070309020205020404" pitchFamily="49" charset="0"/>
                <a:cs typeface="Courier New" panose="02070309020205020404" pitchFamily="49" charset="0"/>
              </a:rPr>
              <a:t>group</a:t>
            </a:r>
            <a:r>
              <a:rPr lang="nl-NL">
                <a:solidFill>
                  <a:schemeClr val="tx2"/>
                </a:solidFill>
                <a:latin typeface="Courier New" panose="02070309020205020404" pitchFamily="49" charset="0"/>
                <a:cs typeface="Courier New" panose="02070309020205020404" pitchFamily="49" charset="0"/>
              </a:rPr>
              <a:t> 1-79 </a:t>
            </a:r>
            <a:r>
              <a:rPr lang="nl-NL" err="1">
                <a:solidFill>
                  <a:schemeClr val="tx2"/>
                </a:solidFill>
                <a:latin typeface="Courier New" panose="02070309020205020404" pitchFamily="49" charset="0"/>
                <a:cs typeface="Courier New" panose="02070309020205020404" pitchFamily="49" charset="0"/>
              </a:rPr>
              <a:t>yr</a:t>
            </a:r>
            <a:endParaRPr lang="nl-NL">
              <a:solidFill>
                <a:schemeClr val="tx2"/>
              </a:solidFill>
              <a:latin typeface="Courier New" panose="02070309020205020404" pitchFamily="49" charset="0"/>
              <a:cs typeface="Courier New" panose="02070309020205020404" pitchFamily="49" charset="0"/>
            </a:endParaRPr>
          </a:p>
          <a:p>
            <a:endParaRPr lang="nl-NL">
              <a:solidFill>
                <a:schemeClr val="tx2"/>
              </a:solidFill>
              <a:latin typeface="Courier New" panose="02070309020205020404" pitchFamily="49" charset="0"/>
              <a:cs typeface="Courier New" panose="02070309020205020404" pitchFamily="49" charset="0"/>
            </a:endParaRPr>
          </a:p>
          <a:p>
            <a:r>
              <a:rPr lang="nl-NL" err="1">
                <a:solidFill>
                  <a:schemeClr val="tx2"/>
                </a:solidFill>
                <a:latin typeface="Courier New" panose="02070309020205020404" pitchFamily="49" charset="0"/>
                <a:cs typeface="Courier New" panose="02070309020205020404" pitchFamily="49" charset="0"/>
              </a:rPr>
              <a:t>Results</a:t>
            </a:r>
            <a:r>
              <a:rPr lang="nl-NL">
                <a:solidFill>
                  <a:schemeClr val="tx2"/>
                </a:solidFill>
                <a:latin typeface="Courier New" panose="02070309020205020404" pitchFamily="49" charset="0"/>
                <a:cs typeface="Courier New" panose="02070309020205020404" pitchFamily="49" charset="0"/>
              </a:rPr>
              <a:t> different </a:t>
            </a:r>
            <a:r>
              <a:rPr lang="nl-NL" err="1">
                <a:solidFill>
                  <a:schemeClr val="tx2"/>
                </a:solidFill>
                <a:latin typeface="Courier New" panose="02070309020205020404" pitchFamily="49" charset="0"/>
                <a:cs typeface="Courier New" panose="02070309020205020404" pitchFamily="49" charset="0"/>
              </a:rPr>
              <a:t>from</a:t>
            </a:r>
            <a:r>
              <a:rPr lang="nl-NL">
                <a:solidFill>
                  <a:schemeClr val="tx2"/>
                </a:solidFill>
                <a:latin typeface="Courier New" panose="02070309020205020404" pitchFamily="49" charset="0"/>
                <a:cs typeface="Courier New" panose="02070309020205020404" pitchFamily="49" charset="0"/>
              </a:rPr>
              <a:t> </a:t>
            </a:r>
            <a:r>
              <a:rPr lang="nl-NL" err="1">
                <a:solidFill>
                  <a:schemeClr val="tx2"/>
                </a:solidFill>
                <a:latin typeface="Courier New" panose="02070309020205020404" pitchFamily="49" charset="0"/>
                <a:cs typeface="Courier New" panose="02070309020205020404" pitchFamily="49" charset="0"/>
              </a:rPr>
              <a:t>previous</a:t>
            </a:r>
            <a:r>
              <a:rPr lang="nl-NL">
                <a:solidFill>
                  <a:schemeClr val="tx2"/>
                </a:solidFill>
                <a:latin typeface="Courier New" panose="02070309020205020404" pitchFamily="49" charset="0"/>
                <a:cs typeface="Courier New" panose="02070309020205020404" pitchFamily="49" charset="0"/>
              </a:rPr>
              <a:t> </a:t>
            </a:r>
            <a:r>
              <a:rPr lang="nl-NL" err="1">
                <a:solidFill>
                  <a:schemeClr val="tx2"/>
                </a:solidFill>
                <a:latin typeface="Courier New" panose="02070309020205020404" pitchFamily="49" charset="0"/>
                <a:cs typeface="Courier New" panose="02070309020205020404" pitchFamily="49" charset="0"/>
              </a:rPr>
              <a:t>un-weigthed</a:t>
            </a:r>
            <a:r>
              <a:rPr lang="nl-NL">
                <a:solidFill>
                  <a:schemeClr val="tx2"/>
                </a:solidFill>
                <a:latin typeface="Courier New" panose="02070309020205020404" pitchFamily="49" charset="0"/>
                <a:cs typeface="Courier New" panose="02070309020205020404" pitchFamily="49" charset="0"/>
              </a:rPr>
              <a:t> analysis</a:t>
            </a:r>
          </a:p>
          <a:p>
            <a:endParaRPr lang="en-US" sz="1200" i="1">
              <a:solidFill>
                <a:srgbClr val="0070C0"/>
              </a:solidFill>
              <a:latin typeface="Courier New" panose="02070309020205020404" pitchFamily="49" charset="0"/>
              <a:cs typeface="Courier New" panose="02070309020205020404" pitchFamily="49" charset="0"/>
            </a:endParaRPr>
          </a:p>
          <a:p>
            <a:endParaRPr lang="en-US" sz="1200" i="1">
              <a:solidFill>
                <a:srgbClr val="0070C0"/>
              </a:solidFill>
              <a:latin typeface="Courier New" panose="02070309020205020404" pitchFamily="49" charset="0"/>
              <a:cs typeface="Courier New" panose="02070309020205020404" pitchFamily="49" charset="0"/>
            </a:endParaRPr>
          </a:p>
          <a:p>
            <a:endParaRPr lang="en-US" sz="1200" i="1">
              <a:solidFill>
                <a:srgbClr val="0070C0"/>
              </a:solidFill>
              <a:latin typeface="Courier New" panose="02070309020205020404" pitchFamily="49" charset="0"/>
              <a:cs typeface="Courier New" panose="02070309020205020404" pitchFamily="49" charset="0"/>
            </a:endParaRPr>
          </a:p>
        </p:txBody>
      </p:sp>
      <p:sp>
        <p:nvSpPr>
          <p:cNvPr id="8" name="Title 1"/>
          <p:cNvSpPr txBox="1">
            <a:spLocks/>
          </p:cNvSpPr>
          <p:nvPr/>
        </p:nvSpPr>
        <p:spPr bwMode="auto">
          <a:xfrm>
            <a:off x="323528" y="1218111"/>
            <a:ext cx="81724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lvl1pPr algn="l" rtl="0" eaLnBrk="1" fontAlgn="base" hangingPunct="1">
              <a:spcBef>
                <a:spcPct val="0"/>
              </a:spcBef>
              <a:spcAft>
                <a:spcPct val="0"/>
              </a:spcAft>
              <a:defRPr sz="2600">
                <a:solidFill>
                  <a:schemeClr val="tx2"/>
                </a:solidFill>
                <a:latin typeface="+mj-lt"/>
                <a:ea typeface="+mj-ea"/>
                <a:cs typeface="+mj-cs"/>
              </a:defRPr>
            </a:lvl1pPr>
            <a:lvl2pPr algn="l" rtl="0" eaLnBrk="1" fontAlgn="base" hangingPunct="1">
              <a:spcBef>
                <a:spcPct val="0"/>
              </a:spcBef>
              <a:spcAft>
                <a:spcPct val="0"/>
              </a:spcAft>
              <a:defRPr sz="2600">
                <a:solidFill>
                  <a:schemeClr val="tx2"/>
                </a:solidFill>
                <a:latin typeface="Verdana" pitchFamily="34" charset="0"/>
                <a:cs typeface="Arial" charset="0"/>
              </a:defRPr>
            </a:lvl2pPr>
            <a:lvl3pPr algn="l" rtl="0" eaLnBrk="1" fontAlgn="base" hangingPunct="1">
              <a:spcBef>
                <a:spcPct val="0"/>
              </a:spcBef>
              <a:spcAft>
                <a:spcPct val="0"/>
              </a:spcAft>
              <a:defRPr sz="2600">
                <a:solidFill>
                  <a:schemeClr val="tx2"/>
                </a:solidFill>
                <a:latin typeface="Verdana" pitchFamily="34" charset="0"/>
                <a:cs typeface="Arial" charset="0"/>
              </a:defRPr>
            </a:lvl3pPr>
            <a:lvl4pPr algn="l" rtl="0" eaLnBrk="1" fontAlgn="base" hangingPunct="1">
              <a:spcBef>
                <a:spcPct val="0"/>
              </a:spcBef>
              <a:spcAft>
                <a:spcPct val="0"/>
              </a:spcAft>
              <a:defRPr sz="2600">
                <a:solidFill>
                  <a:schemeClr val="tx2"/>
                </a:solidFill>
                <a:latin typeface="Verdana" pitchFamily="34" charset="0"/>
                <a:cs typeface="Arial" charset="0"/>
              </a:defRPr>
            </a:lvl4pPr>
            <a:lvl5pPr algn="l" rtl="0" eaLnBrk="1" fontAlgn="base" hangingPunct="1">
              <a:spcBef>
                <a:spcPct val="0"/>
              </a:spcBef>
              <a:spcAft>
                <a:spcPct val="0"/>
              </a:spcAft>
              <a:defRPr sz="2600">
                <a:solidFill>
                  <a:schemeClr val="tx2"/>
                </a:solidFill>
                <a:latin typeface="Verdana" pitchFamily="34" charset="0"/>
                <a:cs typeface="Arial" charset="0"/>
              </a:defRPr>
            </a:lvl5pPr>
            <a:lvl6pPr marL="457200" algn="l" rtl="0" eaLnBrk="1" fontAlgn="base" hangingPunct="1">
              <a:spcBef>
                <a:spcPct val="0"/>
              </a:spcBef>
              <a:spcAft>
                <a:spcPct val="0"/>
              </a:spcAft>
              <a:defRPr sz="2600">
                <a:solidFill>
                  <a:schemeClr val="tx2"/>
                </a:solidFill>
                <a:latin typeface="Verdana" pitchFamily="34" charset="0"/>
                <a:cs typeface="Arial" charset="0"/>
              </a:defRPr>
            </a:lvl6pPr>
            <a:lvl7pPr marL="914400" algn="l" rtl="0" eaLnBrk="1" fontAlgn="base" hangingPunct="1">
              <a:spcBef>
                <a:spcPct val="0"/>
              </a:spcBef>
              <a:spcAft>
                <a:spcPct val="0"/>
              </a:spcAft>
              <a:defRPr sz="2600">
                <a:solidFill>
                  <a:schemeClr val="tx2"/>
                </a:solidFill>
                <a:latin typeface="Verdana" pitchFamily="34" charset="0"/>
                <a:cs typeface="Arial" charset="0"/>
              </a:defRPr>
            </a:lvl7pPr>
            <a:lvl8pPr marL="1371600" algn="l" rtl="0" eaLnBrk="1" fontAlgn="base" hangingPunct="1">
              <a:spcBef>
                <a:spcPct val="0"/>
              </a:spcBef>
              <a:spcAft>
                <a:spcPct val="0"/>
              </a:spcAft>
              <a:defRPr sz="2600">
                <a:solidFill>
                  <a:schemeClr val="tx2"/>
                </a:solidFill>
                <a:latin typeface="Verdana" pitchFamily="34" charset="0"/>
                <a:cs typeface="Arial" charset="0"/>
              </a:defRPr>
            </a:lvl8pPr>
            <a:lvl9pPr marL="1828800" algn="l" rtl="0" eaLnBrk="1" fontAlgn="base" hangingPunct="1">
              <a:spcBef>
                <a:spcPct val="0"/>
              </a:spcBef>
              <a:spcAft>
                <a:spcPct val="0"/>
              </a:spcAft>
              <a:defRPr sz="2600">
                <a:solidFill>
                  <a:schemeClr val="tx2"/>
                </a:solidFill>
                <a:latin typeface="Verdana" pitchFamily="34" charset="0"/>
                <a:cs typeface="Arial" charset="0"/>
              </a:defRPr>
            </a:lvl9pPr>
          </a:lstStyle>
          <a:p>
            <a:r>
              <a:rPr lang="nl-NL" sz="2400" kern="0"/>
              <a:t>1-part model – output in console – </a:t>
            </a:r>
            <a:r>
              <a:rPr lang="nl-NL" sz="2400" kern="0" err="1"/>
              <a:t>weight</a:t>
            </a:r>
            <a:endParaRPr lang="nl-NL" sz="2400" kern="0"/>
          </a:p>
        </p:txBody>
      </p:sp>
      <p:sp>
        <p:nvSpPr>
          <p:cNvPr id="4" name="Footer Placeholder 3">
            <a:extLst>
              <a:ext uri="{FF2B5EF4-FFF2-40B4-BE49-F238E27FC236}">
                <a16:creationId xmlns:a16="http://schemas.microsoft.com/office/drawing/2014/main" id="{05363A08-D248-90AA-3881-B0B259DA0EC6}"/>
              </a:ext>
            </a:extLst>
          </p:cNvPr>
          <p:cNvSpPr>
            <a:spLocks noGrp="1"/>
          </p:cNvSpPr>
          <p:nvPr>
            <p:ph type="ftr" sz="quarter" idx="11"/>
          </p:nvPr>
        </p:nvSpPr>
        <p:spPr/>
        <p:txBody>
          <a:bodyPr/>
          <a:lstStyle/>
          <a:p>
            <a:r>
              <a:rPr lang="en-US"/>
              <a:t>SPADE 1-part model daily intakes (Manual, chapter 3)</a:t>
            </a:r>
            <a:endParaRPr lang="nl-NL"/>
          </a:p>
        </p:txBody>
      </p:sp>
      <p:sp>
        <p:nvSpPr>
          <p:cNvPr id="6" name="Date Placeholder 5">
            <a:extLst>
              <a:ext uri="{FF2B5EF4-FFF2-40B4-BE49-F238E27FC236}">
                <a16:creationId xmlns:a16="http://schemas.microsoft.com/office/drawing/2014/main" id="{842948B5-ACD4-D542-95B6-39848827D330}"/>
              </a:ext>
            </a:extLst>
          </p:cNvPr>
          <p:cNvSpPr>
            <a:spLocks noGrp="1"/>
          </p:cNvSpPr>
          <p:nvPr>
            <p:ph type="dt" sz="half" idx="10"/>
          </p:nvPr>
        </p:nvSpPr>
        <p:spPr/>
        <p:txBody>
          <a:bodyPr/>
          <a:lstStyle/>
          <a:p>
            <a:pPr algn="l"/>
            <a:r>
              <a:rPr lang="nl-NL"/>
              <a:t>SPADE course, July 8-9, 2025</a:t>
            </a:r>
          </a:p>
        </p:txBody>
      </p:sp>
    </p:spTree>
    <p:extLst>
      <p:ext uri="{BB962C8B-B14F-4D97-AF65-F5344CB8AC3E}">
        <p14:creationId xmlns:p14="http://schemas.microsoft.com/office/powerpoint/2010/main" val="38533025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063E-9348-44DE-B101-8410F84478C2}"/>
              </a:ext>
            </a:extLst>
          </p:cNvPr>
          <p:cNvSpPr>
            <a:spLocks noGrp="1"/>
          </p:cNvSpPr>
          <p:nvPr>
            <p:ph type="title"/>
          </p:nvPr>
        </p:nvSpPr>
        <p:spPr>
          <a:xfrm>
            <a:off x="552611" y="476672"/>
            <a:ext cx="8192691" cy="948047"/>
          </a:xfrm>
        </p:spPr>
        <p:txBody>
          <a:bodyPr anchor="b">
            <a:normAutofit/>
          </a:bodyPr>
          <a:lstStyle/>
          <a:p>
            <a:r>
              <a:rPr lang="nl-NL" err="1"/>
              <a:t>Exercise</a:t>
            </a:r>
            <a:r>
              <a:rPr lang="nl-NL"/>
              <a:t> 7</a:t>
            </a:r>
          </a:p>
        </p:txBody>
      </p:sp>
      <p:sp>
        <p:nvSpPr>
          <p:cNvPr id="6" name="Slide Number Placeholder 5">
            <a:extLst>
              <a:ext uri="{FF2B5EF4-FFF2-40B4-BE49-F238E27FC236}">
                <a16:creationId xmlns:a16="http://schemas.microsoft.com/office/drawing/2014/main" id="{FF20807B-EA90-4111-8B66-D646E7351EB0}"/>
              </a:ext>
            </a:extLst>
          </p:cNvPr>
          <p:cNvSpPr>
            <a:spLocks noGrp="1"/>
          </p:cNvSpPr>
          <p:nvPr>
            <p:ph type="sldNum" sz="quarter" idx="12"/>
          </p:nvPr>
        </p:nvSpPr>
        <p:spPr>
          <a:xfrm>
            <a:off x="4914900" y="6221414"/>
            <a:ext cx="3754042" cy="322075"/>
          </a:xfrm>
        </p:spPr>
        <p:txBody>
          <a:bodyPr anchor="b">
            <a:normAutofit/>
          </a:bodyPr>
          <a:lstStyle/>
          <a:p>
            <a:pPr>
              <a:spcAft>
                <a:spcPts val="600"/>
              </a:spcAft>
            </a:pPr>
            <a:fld id="{8FC21E99-CB6E-4E1C-8709-25BF64FEA530}" type="slidenum">
              <a:rPr lang="nl-NL" smtClean="0"/>
              <a:pPr>
                <a:spcAft>
                  <a:spcPts val="600"/>
                </a:spcAft>
              </a:pPr>
              <a:t>92</a:t>
            </a:fld>
            <a:endParaRPr lang="nl-NL"/>
          </a:p>
        </p:txBody>
      </p:sp>
      <p:sp>
        <p:nvSpPr>
          <p:cNvPr id="3" name="Footer Placeholder 2">
            <a:extLst>
              <a:ext uri="{FF2B5EF4-FFF2-40B4-BE49-F238E27FC236}">
                <a16:creationId xmlns:a16="http://schemas.microsoft.com/office/drawing/2014/main" id="{3BC13F05-F380-4072-AB14-9817F80B249C}"/>
              </a:ext>
            </a:extLst>
          </p:cNvPr>
          <p:cNvSpPr>
            <a:spLocks noGrp="1"/>
          </p:cNvSpPr>
          <p:nvPr>
            <p:ph type="ftr" sz="quarter" idx="11"/>
          </p:nvPr>
        </p:nvSpPr>
        <p:spPr/>
        <p:txBody>
          <a:bodyPr/>
          <a:lstStyle/>
          <a:p>
            <a:r>
              <a:rPr lang="en-US"/>
              <a:t>SPADE 1-part model daily intakes (Manual, chapter 3)</a:t>
            </a:r>
            <a:endParaRPr lang="nl-NL"/>
          </a:p>
        </p:txBody>
      </p:sp>
      <p:sp>
        <p:nvSpPr>
          <p:cNvPr id="5" name="Date Placeholder 4">
            <a:extLst>
              <a:ext uri="{FF2B5EF4-FFF2-40B4-BE49-F238E27FC236}">
                <a16:creationId xmlns:a16="http://schemas.microsoft.com/office/drawing/2014/main" id="{662CA2CD-06D6-789F-0974-1979E144DF8D}"/>
              </a:ext>
            </a:extLst>
          </p:cNvPr>
          <p:cNvSpPr>
            <a:spLocks noGrp="1"/>
          </p:cNvSpPr>
          <p:nvPr>
            <p:ph type="dt" sz="half" idx="10"/>
          </p:nvPr>
        </p:nvSpPr>
        <p:spPr/>
        <p:txBody>
          <a:bodyPr/>
          <a:lstStyle/>
          <a:p>
            <a:pPr algn="l"/>
            <a:r>
              <a:rPr lang="nl-NL"/>
              <a:t>SPADE course, July 8-9, 2025</a:t>
            </a:r>
          </a:p>
        </p:txBody>
      </p:sp>
      <p:sp>
        <p:nvSpPr>
          <p:cNvPr id="8" name="TextBox 7">
            <a:extLst>
              <a:ext uri="{FF2B5EF4-FFF2-40B4-BE49-F238E27FC236}">
                <a16:creationId xmlns:a16="http://schemas.microsoft.com/office/drawing/2014/main" id="{BB17FB2A-5ED9-86F8-FE55-6C7E734EBDA0}"/>
              </a:ext>
            </a:extLst>
          </p:cNvPr>
          <p:cNvSpPr txBox="1"/>
          <p:nvPr/>
        </p:nvSpPr>
        <p:spPr>
          <a:xfrm>
            <a:off x="475058" y="1575151"/>
            <a:ext cx="8345414" cy="4801314"/>
          </a:xfrm>
          <a:prstGeom prst="rect">
            <a:avLst/>
          </a:prstGeom>
          <a:noFill/>
        </p:spPr>
        <p:txBody>
          <a:bodyPr wrap="square">
            <a:spAutoFit/>
          </a:bodyPr>
          <a:lstStyle/>
          <a:p>
            <a:pPr marL="0" marR="0">
              <a:spcBef>
                <a:spcPts val="0"/>
              </a:spcBef>
              <a:spcAft>
                <a:spcPts val="0"/>
              </a:spcAft>
            </a:pPr>
            <a:r>
              <a:rPr lang="en-US" sz="1800">
                <a:solidFill>
                  <a:srgbClr val="417D46"/>
                </a:solidFill>
                <a:effectLst/>
                <a:latin typeface="Consolas" panose="020B0609020204030204" pitchFamily="49" charset="0"/>
              </a:rPr>
              <a:t># 1-part model SPADE- </a:t>
            </a:r>
            <a:r>
              <a:rPr lang="en-US" sz="1800" b="1" err="1">
                <a:solidFill>
                  <a:srgbClr val="417D46"/>
                </a:solidFill>
                <a:effectLst/>
                <a:latin typeface="Consolas" panose="020B0609020204030204" pitchFamily="49" charset="0"/>
              </a:rPr>
              <a:t>vitd</a:t>
            </a:r>
            <a:endParaRPr lang="en-US" sz="1800" b="1">
              <a:solidFill>
                <a:srgbClr val="000000"/>
              </a:solidFill>
              <a:effectLst/>
              <a:latin typeface="Consolas" panose="020B0609020204030204" pitchFamily="49" charset="0"/>
            </a:endParaRPr>
          </a:p>
          <a:p>
            <a:pPr marL="0" marR="0">
              <a:spcBef>
                <a:spcPts val="0"/>
              </a:spcBef>
              <a:spcAft>
                <a:spcPts val="0"/>
              </a:spcAft>
            </a:pPr>
            <a:r>
              <a:rPr lang="en-US" sz="1800">
                <a:solidFill>
                  <a:srgbClr val="417D46"/>
                </a:solidFill>
                <a:effectLst/>
                <a:latin typeface="Consolas" panose="020B0609020204030204" pitchFamily="49" charset="0"/>
              </a:rPr>
              <a:t># with age classes, percentiles, survey weights</a:t>
            </a:r>
            <a:endParaRPr lang="en-US" sz="1800">
              <a:solidFill>
                <a:srgbClr val="000000"/>
              </a:solidFill>
              <a:effectLst/>
              <a:latin typeface="Consolas" panose="020B0609020204030204" pitchFamily="49" charset="0"/>
            </a:endParaRPr>
          </a:p>
          <a:p>
            <a:pPr marL="0" marR="0">
              <a:spcBef>
                <a:spcPts val="0"/>
              </a:spcBef>
              <a:spcAft>
                <a:spcPts val="0"/>
              </a:spcAft>
            </a:pPr>
            <a:endParaRPr lang="nl-NL" sz="1800">
              <a:solidFill>
                <a:srgbClr val="000000"/>
              </a:solidFill>
              <a:effectLst/>
              <a:latin typeface="Consolas" panose="020B0609020204030204" pitchFamily="49" charset="0"/>
            </a:endParaRPr>
          </a:p>
          <a:p>
            <a:pPr marL="0" marR="0">
              <a:spcBef>
                <a:spcPts val="0"/>
              </a:spcBef>
              <a:spcAft>
                <a:spcPts val="0"/>
              </a:spcAft>
            </a:pPr>
            <a:r>
              <a:rPr lang="nl-NL" sz="1800" err="1">
                <a:solidFill>
                  <a:srgbClr val="000000"/>
                </a:solidFill>
                <a:effectLst/>
                <a:latin typeface="Consolas" panose="020B0609020204030204" pitchFamily="49" charset="0"/>
              </a:rPr>
              <a:t>f.spade</a:t>
            </a:r>
            <a:r>
              <a:rPr lang="nl-NL" sz="1800">
                <a:solidFill>
                  <a:srgbClr val="000000"/>
                </a:solidFill>
                <a:effectLst/>
                <a:latin typeface="Consolas" panose="020B0609020204030204" pitchFamily="49" charset="0"/>
              </a:rPr>
              <a:t>(</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frml.ia</a:t>
            </a:r>
            <a:r>
              <a:rPr lang="nl-NL" sz="1800">
                <a:solidFill>
                  <a:srgbClr val="000000"/>
                </a:solidFill>
                <a:effectLst/>
                <a:latin typeface="Consolas" panose="020B0609020204030204" pitchFamily="49" charset="0"/>
              </a:rPr>
              <a:t> = </a:t>
            </a:r>
            <a:r>
              <a:rPr lang="nl-NL" sz="1800" err="1">
                <a:solidFill>
                  <a:srgbClr val="000000"/>
                </a:solidFill>
                <a:effectLst/>
                <a:latin typeface="Consolas" panose="020B0609020204030204" pitchFamily="49" charset="0"/>
              </a:rPr>
              <a:t>vitd</a:t>
            </a:r>
            <a:r>
              <a:rPr lang="nl-NL" sz="1800">
                <a:solidFill>
                  <a:srgbClr val="000000"/>
                </a:solidFill>
                <a:effectLst/>
                <a:latin typeface="Consolas" panose="020B0609020204030204" pitchFamily="49" charset="0"/>
              </a:rPr>
              <a:t> </a:t>
            </a:r>
            <a:r>
              <a:rPr lang="nl-NL" sz="1800">
                <a:solidFill>
                  <a:srgbClr val="A56423"/>
                </a:solidFill>
                <a:effectLst/>
                <a:latin typeface="Consolas" panose="020B0609020204030204" pitchFamily="49" charset="0"/>
              </a:rPr>
              <a:t>~</a:t>
            </a: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fp</a:t>
            </a:r>
            <a:r>
              <a:rPr lang="nl-NL" sz="1800">
                <a:solidFill>
                  <a:srgbClr val="000000"/>
                </a:solidFill>
                <a:effectLst/>
                <a:latin typeface="Consolas" panose="020B0609020204030204" pitchFamily="49" charset="0"/>
              </a:rPr>
              <a:t>(</a:t>
            </a:r>
            <a:r>
              <a:rPr lang="nl-NL" sz="1800" err="1">
                <a:solidFill>
                  <a:srgbClr val="000000"/>
                </a:solidFill>
                <a:effectLst/>
                <a:latin typeface="Consolas" panose="020B0609020204030204" pitchFamily="49" charset="0"/>
              </a:rPr>
              <a:t>age</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frml.if</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no.if</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data    = </a:t>
            </a:r>
            <a:r>
              <a:rPr lang="nl-NL" sz="1800" err="1">
                <a:solidFill>
                  <a:srgbClr val="000000"/>
                </a:solidFill>
                <a:effectLst/>
                <a:latin typeface="Consolas" panose="020B0609020204030204" pitchFamily="49" charset="0"/>
              </a:rPr>
              <a:t>DNFCSmanual</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min.age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1</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max.age</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sex.label</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female</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a:t>
            </a:r>
          </a:p>
          <a:p>
            <a:pPr marL="0" marR="0">
              <a:spcBef>
                <a:spcPts val="0"/>
              </a:spcBef>
              <a:spcAft>
                <a:spcPts val="0"/>
              </a:spcAft>
            </a:pPr>
            <a:r>
              <a:rPr lang="nl-NL" sz="1800">
                <a:solidFill>
                  <a:srgbClr val="000000"/>
                </a:solidFill>
                <a:effectLst/>
                <a:latin typeface="Consolas" panose="020B0609020204030204" pitchFamily="49" charset="0"/>
              </a:rPr>
              <a:t> weights.name = </a:t>
            </a:r>
            <a:r>
              <a:rPr lang="nl-NL" sz="1800">
                <a:solidFill>
                  <a:srgbClr val="4141AF"/>
                </a:solidFill>
                <a:effectLst/>
                <a:latin typeface="Consolas" panose="020B0609020204030204" pitchFamily="49" charset="0"/>
              </a:rPr>
              <a:t>"</a:t>
            </a:r>
            <a:r>
              <a:rPr lang="nl-NL" sz="1800" err="1">
                <a:solidFill>
                  <a:srgbClr val="4141AF"/>
                </a:solidFill>
                <a:effectLst/>
                <a:latin typeface="Consolas" panose="020B0609020204030204" pitchFamily="49" charset="0"/>
              </a:rPr>
              <a:t>w_demog_season_wk_wknd</a:t>
            </a:r>
            <a:r>
              <a:rPr lang="nl-NL" sz="1800">
                <a:solidFill>
                  <a:srgbClr val="4141AF"/>
                </a:solidFill>
                <a:effectLst/>
                <a:latin typeface="Consolas" panose="020B0609020204030204" pitchFamily="49" charset="0"/>
              </a:rPr>
              <a:t>"</a:t>
            </a:r>
            <a:r>
              <a:rPr lang="nl-NL" sz="1800">
                <a:solidFill>
                  <a:srgbClr val="000000"/>
                </a:solidFill>
                <a:effectLst/>
                <a:latin typeface="Consolas" panose="020B0609020204030204" pitchFamily="49" charset="0"/>
              </a:rPr>
              <a:t>,</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age.classes</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3</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6</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14</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17</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79</a:t>
            </a:r>
            <a:r>
              <a:rPr lang="nl-NL" sz="1800">
                <a:solidFill>
                  <a:srgbClr val="000000"/>
                </a:solidFill>
                <a:effectLst/>
                <a:latin typeface="Consolas" panose="020B0609020204030204" pitchFamily="49" charset="0"/>
              </a:rPr>
              <a:t>),</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prb</a:t>
            </a:r>
            <a:r>
              <a:rPr lang="nl-NL" sz="1800">
                <a:solidFill>
                  <a:srgbClr val="000000"/>
                </a:solidFill>
                <a:effectLst/>
                <a:latin typeface="Consolas" panose="020B0609020204030204" pitchFamily="49" charset="0"/>
              </a:rPr>
              <a:t>          = c(</a:t>
            </a:r>
            <a:r>
              <a:rPr lang="nl-NL" sz="1800">
                <a:solidFill>
                  <a:srgbClr val="001E82"/>
                </a:solidFill>
                <a:effectLst/>
                <a:latin typeface="Consolas" panose="020B0609020204030204" pitchFamily="49" charset="0"/>
              </a:rPr>
              <a:t>2.5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10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25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50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75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90</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95</a:t>
            </a:r>
            <a:r>
              <a:rPr lang="nl-NL" sz="1800">
                <a:solidFill>
                  <a:srgbClr val="000000"/>
                </a:solidFill>
                <a:effectLst/>
                <a:latin typeface="Consolas" panose="020B0609020204030204" pitchFamily="49" charset="0"/>
              </a:rPr>
              <a:t>, </a:t>
            </a:r>
            <a:r>
              <a:rPr lang="nl-NL" sz="1800">
                <a:solidFill>
                  <a:srgbClr val="001E82"/>
                </a:solidFill>
                <a:effectLst/>
                <a:latin typeface="Consolas" panose="020B0609020204030204" pitchFamily="49" charset="0"/>
              </a:rPr>
              <a:t>97.5</a:t>
            </a:r>
            <a:r>
              <a:rPr lang="nl-NL" sz="1800">
                <a:solidFill>
                  <a:srgbClr val="000000"/>
                </a:solidFill>
                <a:effectLst/>
                <a:latin typeface="Consolas" panose="020B0609020204030204" pitchFamily="49" charset="0"/>
              </a:rPr>
              <a:t>)</a:t>
            </a:r>
            <a:r>
              <a:rPr lang="nl-NL" sz="1800">
                <a:solidFill>
                  <a:srgbClr val="A56423"/>
                </a:solidFill>
                <a:effectLst/>
                <a:latin typeface="Consolas" panose="020B0609020204030204" pitchFamily="49" charset="0"/>
              </a:rPr>
              <a:t>/</a:t>
            </a:r>
            <a:r>
              <a:rPr lang="nl-NL" sz="1800">
                <a:solidFill>
                  <a:srgbClr val="001E82"/>
                </a:solidFill>
                <a:effectLst/>
                <a:latin typeface="Consolas" panose="020B0609020204030204" pitchFamily="49" charset="0"/>
              </a:rPr>
              <a:t>100</a:t>
            </a:r>
            <a:r>
              <a:rPr lang="nl-NL" sz="1800">
                <a:solidFill>
                  <a:srgbClr val="000000"/>
                </a:solidFill>
                <a:effectLst/>
                <a:latin typeface="Consolas" panose="020B0609020204030204" pitchFamily="49" charset="0"/>
              </a:rPr>
              <a:t>, </a:t>
            </a:r>
          </a:p>
          <a:p>
            <a:pPr marL="0" marR="0">
              <a:spcBef>
                <a:spcPts val="0"/>
              </a:spcBef>
              <a:spcAft>
                <a:spcPts val="0"/>
              </a:spcAft>
            </a:pPr>
            <a:r>
              <a:rPr lang="nl-NL" sz="1800">
                <a:solidFill>
                  <a:srgbClr val="000000"/>
                </a:solidFill>
                <a:effectLst/>
                <a:latin typeface="Consolas" panose="020B0609020204030204" pitchFamily="49" charset="0"/>
              </a:rPr>
              <a:t> </a:t>
            </a:r>
            <a:r>
              <a:rPr lang="nl-NL" sz="1800" err="1">
                <a:solidFill>
                  <a:srgbClr val="000000"/>
                </a:solidFill>
                <a:effectLst/>
                <a:latin typeface="Consolas" panose="020B0609020204030204" pitchFamily="49" charset="0"/>
              </a:rPr>
              <a:t>seed</a:t>
            </a:r>
            <a:r>
              <a:rPr lang="nl-NL" sz="1800">
                <a:solidFill>
                  <a:srgbClr val="000000"/>
                </a:solidFill>
                <a:effectLst/>
                <a:latin typeface="Consolas" panose="020B0609020204030204" pitchFamily="49" charset="0"/>
              </a:rPr>
              <a:t>         = </a:t>
            </a:r>
            <a:r>
              <a:rPr lang="nl-NL" sz="1800">
                <a:solidFill>
                  <a:srgbClr val="001E82"/>
                </a:solidFill>
                <a:effectLst/>
                <a:latin typeface="Consolas" panose="020B0609020204030204" pitchFamily="49" charset="0"/>
              </a:rPr>
              <a:t>29062025</a:t>
            </a:r>
            <a:r>
              <a:rPr lang="nl-NL" sz="1800">
                <a:solidFill>
                  <a:srgbClr val="000000"/>
                </a:solidFill>
                <a:effectLst/>
                <a:latin typeface="Consolas" panose="020B0609020204030204" pitchFamily="49" charset="0"/>
              </a:rPr>
              <a:t>,</a:t>
            </a:r>
          </a:p>
          <a:p>
            <a:pPr marL="0" marR="0">
              <a:spcBef>
                <a:spcPts val="0"/>
              </a:spcBef>
              <a:spcAft>
                <a:spcPts val="0"/>
              </a:spcAft>
            </a:pPr>
            <a:r>
              <a:rPr lang="nl-NL" sz="1800">
                <a:solidFill>
                  <a:srgbClr val="000000"/>
                </a:solidFill>
                <a:effectLst/>
                <a:latin typeface="Consolas" panose="020B0609020204030204" pitchFamily="49" charset="0"/>
              </a:rPr>
              <a:t> output.name  = </a:t>
            </a:r>
            <a:r>
              <a:rPr lang="nl-NL" sz="1800">
                <a:solidFill>
                  <a:srgbClr val="4141AF"/>
                </a:solidFill>
                <a:effectLst/>
                <a:latin typeface="Consolas" panose="020B0609020204030204" pitchFamily="49" charset="0"/>
              </a:rPr>
              <a:t>"spade_DNFCSmanual_vitd_f_1_79_weight"</a:t>
            </a:r>
            <a:r>
              <a:rPr lang="nl-NL" sz="1800">
                <a:solidFill>
                  <a:srgbClr val="000000"/>
                </a:solidFill>
                <a:effectLst/>
                <a:latin typeface="Consolas" panose="020B0609020204030204" pitchFamily="49" charset="0"/>
              </a:rPr>
              <a:t>,</a:t>
            </a:r>
          </a:p>
          <a:p>
            <a:pPr marL="0" marR="0">
              <a:spcBef>
                <a:spcPts val="0"/>
              </a:spcBef>
              <a:spcAft>
                <a:spcPts val="0"/>
              </a:spcAft>
            </a:pPr>
            <a:r>
              <a:rPr lang="nl-NL" sz="1800" err="1">
                <a:solidFill>
                  <a:srgbClr val="000000"/>
                </a:solidFill>
                <a:effectLst/>
                <a:latin typeface="Consolas" panose="020B0609020204030204" pitchFamily="49" charset="0"/>
              </a:rPr>
              <a:t>spade.output.path</a:t>
            </a:r>
            <a:r>
              <a:rPr lang="nl-NL" sz="1800">
                <a:solidFill>
                  <a:srgbClr val="000000"/>
                </a:solidFill>
                <a:effectLst/>
                <a:latin typeface="Consolas" panose="020B0609020204030204" pitchFamily="49" charset="0"/>
              </a:rPr>
              <a:t> = </a:t>
            </a:r>
            <a:r>
              <a:rPr lang="nl-NL" sz="1800">
                <a:solidFill>
                  <a:srgbClr val="4141AF"/>
                </a:solidFill>
                <a:effectLst/>
                <a:latin typeface="Consolas" panose="020B0609020204030204" pitchFamily="49" charset="0"/>
              </a:rPr>
              <a:t>"0_SPADE_output/"</a:t>
            </a:r>
            <a:endParaRPr lang="nl-NL" sz="1800">
              <a:solidFill>
                <a:srgbClr val="000000"/>
              </a:solidFill>
              <a:effectLst/>
              <a:latin typeface="Consolas" panose="020B0609020204030204" pitchFamily="49" charset="0"/>
            </a:endParaRPr>
          </a:p>
          <a:p>
            <a:pPr marL="0" marR="0">
              <a:spcBef>
                <a:spcPts val="0"/>
              </a:spcBef>
              <a:spcAft>
                <a:spcPts val="0"/>
              </a:spcAft>
            </a:pPr>
            <a:r>
              <a:rPr lang="nl-NL" sz="180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663345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FC21E99-CB6E-4E1C-8709-25BF64FEA530}" type="slidenum">
              <a:rPr lang="nl-NL" smtClean="0"/>
              <a:pPr/>
              <a:t>93</a:t>
            </a:fld>
            <a:endParaRPr lang="nl-NL"/>
          </a:p>
        </p:txBody>
      </p:sp>
      <p:sp>
        <p:nvSpPr>
          <p:cNvPr id="3" name="TextBox 2"/>
          <p:cNvSpPr txBox="1"/>
          <p:nvPr/>
        </p:nvSpPr>
        <p:spPr>
          <a:xfrm>
            <a:off x="475058" y="1772816"/>
            <a:ext cx="8437115" cy="2677656"/>
          </a:xfrm>
          <a:prstGeom prst="rect">
            <a:avLst/>
          </a:prstGeom>
          <a:noFill/>
        </p:spPr>
        <p:txBody>
          <a:bodyPr wrap="square" rtlCol="0">
            <a:spAutoFit/>
          </a:bodyPr>
          <a:lstStyle/>
          <a:p>
            <a:r>
              <a:rPr lang="en-US" sz="1200">
                <a:latin typeface="Courier New" panose="02070309020205020404" pitchFamily="49" charset="0"/>
                <a:cs typeface="Courier New" panose="02070309020205020404" pitchFamily="49" charset="0"/>
              </a:rPr>
              <a:t>spade output table for  </a:t>
            </a:r>
            <a:r>
              <a:rPr lang="en-US" sz="1200" err="1">
                <a:latin typeface="Courier New" panose="02070309020205020404" pitchFamily="49" charset="0"/>
                <a:cs typeface="Courier New" panose="02070309020205020404" pitchFamily="49" charset="0"/>
              </a:rPr>
              <a:t>vitd</a:t>
            </a:r>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        AM P2.5 P5 P10 P25 P50 P75 P90 P95 P97.5</a:t>
            </a:r>
          </a:p>
          <a:p>
            <a:r>
              <a:rPr lang="en-US" sz="1200">
                <a:latin typeface="Courier New" panose="02070309020205020404" pitchFamily="49" charset="0"/>
                <a:cs typeface="Courier New" panose="02070309020205020404" pitchFamily="49" charset="0"/>
              </a:rPr>
              <a:t>(0,79]   3    1  1   1   2   2   3   4   5     6</a:t>
            </a:r>
          </a:p>
          <a:p>
            <a:r>
              <a:rPr lang="en-US" sz="1200">
                <a:latin typeface="Courier New" panose="02070309020205020404" pitchFamily="49" charset="0"/>
                <a:cs typeface="Courier New" panose="02070309020205020404" pitchFamily="49" charset="0"/>
              </a:rPr>
              <a:t>(0,3]    3    1  1   1   2   2   3   4   5     6</a:t>
            </a:r>
          </a:p>
          <a:p>
            <a:r>
              <a:rPr lang="en-US" sz="1200">
                <a:latin typeface="Courier New" panose="02070309020205020404" pitchFamily="49" charset="0"/>
                <a:cs typeface="Courier New" panose="02070309020205020404" pitchFamily="49" charset="0"/>
              </a:rPr>
              <a:t>(3,6]    2    1  1   1   1   2   3   4   4     5</a:t>
            </a:r>
          </a:p>
          <a:p>
            <a:r>
              <a:rPr lang="en-US" sz="1200">
                <a:latin typeface="Courier New" panose="02070309020205020404" pitchFamily="49" charset="0"/>
                <a:cs typeface="Courier New" panose="02070309020205020404" pitchFamily="49" charset="0"/>
              </a:rPr>
              <a:t>(6,10]   2    1  1   1   1   2   3   4   4     5</a:t>
            </a:r>
          </a:p>
          <a:p>
            <a:r>
              <a:rPr lang="en-US" sz="1200">
                <a:latin typeface="Courier New" panose="02070309020205020404" pitchFamily="49" charset="0"/>
                <a:cs typeface="Courier New" panose="02070309020205020404" pitchFamily="49" charset="0"/>
              </a:rPr>
              <a:t>(10,14]  2    1  1   1   1   2   3   4   4     5</a:t>
            </a:r>
          </a:p>
          <a:p>
            <a:r>
              <a:rPr lang="en-US" sz="1200">
                <a:latin typeface="Courier New" panose="02070309020205020404" pitchFamily="49" charset="0"/>
                <a:cs typeface="Courier New" panose="02070309020205020404" pitchFamily="49" charset="0"/>
              </a:rPr>
              <a:t>(14,17]  2    1  1   1   1   2   3   4   4     5</a:t>
            </a:r>
          </a:p>
          <a:p>
            <a:r>
              <a:rPr lang="en-US" sz="1200">
                <a:latin typeface="Courier New" panose="02070309020205020404" pitchFamily="49" charset="0"/>
                <a:cs typeface="Courier New" panose="02070309020205020404" pitchFamily="49" charset="0"/>
              </a:rPr>
              <a:t>(17,50]  3    1  1   1   2   2   3   4   5     5</a:t>
            </a:r>
          </a:p>
          <a:p>
            <a:r>
              <a:rPr lang="en-US" sz="1200">
                <a:latin typeface="Courier New" panose="02070309020205020404" pitchFamily="49" charset="0"/>
                <a:cs typeface="Courier New" panose="02070309020205020404" pitchFamily="49" charset="0"/>
              </a:rPr>
              <a:t>(50,79]  3    1  1   2   2   3   4   5   5     6</a:t>
            </a:r>
          </a:p>
          <a:p>
            <a:r>
              <a:rPr lang="en-US" sz="1200">
                <a:solidFill>
                  <a:schemeClr val="tx2"/>
                </a:solidFill>
                <a:latin typeface="Courier New" panose="02070309020205020404" pitchFamily="49" charset="0"/>
                <a:cs typeface="Courier New" panose="02070309020205020404" pitchFamily="49" charset="0"/>
              </a:rPr>
              <a:t>Median intake is the same for each age class, except for the oldest group. However, check the excel output for output with more decimals, to observe some differences.</a:t>
            </a:r>
          </a:p>
          <a:p>
            <a:endParaRPr lang="en-US" sz="1200" i="1">
              <a:solidFill>
                <a:srgbClr val="0070C0"/>
              </a:solidFill>
              <a:latin typeface="Courier New" panose="02070309020205020404" pitchFamily="49" charset="0"/>
              <a:cs typeface="Courier New" panose="02070309020205020404" pitchFamily="49" charset="0"/>
            </a:endParaRPr>
          </a:p>
          <a:p>
            <a:endParaRPr lang="en-US" sz="1200" i="1">
              <a:solidFill>
                <a:srgbClr val="0070C0"/>
              </a:solidFill>
              <a:latin typeface="Courier New" panose="02070309020205020404" pitchFamily="49" charset="0"/>
              <a:cs typeface="Courier New" panose="02070309020205020404" pitchFamily="49" charset="0"/>
            </a:endParaRPr>
          </a:p>
        </p:txBody>
      </p:sp>
      <p:sp>
        <p:nvSpPr>
          <p:cNvPr id="8" name="Title 1"/>
          <p:cNvSpPr txBox="1">
            <a:spLocks/>
          </p:cNvSpPr>
          <p:nvPr/>
        </p:nvSpPr>
        <p:spPr bwMode="auto">
          <a:xfrm>
            <a:off x="323528" y="1218111"/>
            <a:ext cx="81724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lvl1pPr algn="l" rtl="0" eaLnBrk="1" fontAlgn="base" hangingPunct="1">
              <a:spcBef>
                <a:spcPct val="0"/>
              </a:spcBef>
              <a:spcAft>
                <a:spcPct val="0"/>
              </a:spcAft>
              <a:defRPr sz="2600">
                <a:solidFill>
                  <a:schemeClr val="tx2"/>
                </a:solidFill>
                <a:latin typeface="+mj-lt"/>
                <a:ea typeface="+mj-ea"/>
                <a:cs typeface="+mj-cs"/>
              </a:defRPr>
            </a:lvl1pPr>
            <a:lvl2pPr algn="l" rtl="0" eaLnBrk="1" fontAlgn="base" hangingPunct="1">
              <a:spcBef>
                <a:spcPct val="0"/>
              </a:spcBef>
              <a:spcAft>
                <a:spcPct val="0"/>
              </a:spcAft>
              <a:defRPr sz="2600">
                <a:solidFill>
                  <a:schemeClr val="tx2"/>
                </a:solidFill>
                <a:latin typeface="Verdana" pitchFamily="34" charset="0"/>
                <a:cs typeface="Arial" charset="0"/>
              </a:defRPr>
            </a:lvl2pPr>
            <a:lvl3pPr algn="l" rtl="0" eaLnBrk="1" fontAlgn="base" hangingPunct="1">
              <a:spcBef>
                <a:spcPct val="0"/>
              </a:spcBef>
              <a:spcAft>
                <a:spcPct val="0"/>
              </a:spcAft>
              <a:defRPr sz="2600">
                <a:solidFill>
                  <a:schemeClr val="tx2"/>
                </a:solidFill>
                <a:latin typeface="Verdana" pitchFamily="34" charset="0"/>
                <a:cs typeface="Arial" charset="0"/>
              </a:defRPr>
            </a:lvl3pPr>
            <a:lvl4pPr algn="l" rtl="0" eaLnBrk="1" fontAlgn="base" hangingPunct="1">
              <a:spcBef>
                <a:spcPct val="0"/>
              </a:spcBef>
              <a:spcAft>
                <a:spcPct val="0"/>
              </a:spcAft>
              <a:defRPr sz="2600">
                <a:solidFill>
                  <a:schemeClr val="tx2"/>
                </a:solidFill>
                <a:latin typeface="Verdana" pitchFamily="34" charset="0"/>
                <a:cs typeface="Arial" charset="0"/>
              </a:defRPr>
            </a:lvl4pPr>
            <a:lvl5pPr algn="l" rtl="0" eaLnBrk="1" fontAlgn="base" hangingPunct="1">
              <a:spcBef>
                <a:spcPct val="0"/>
              </a:spcBef>
              <a:spcAft>
                <a:spcPct val="0"/>
              </a:spcAft>
              <a:defRPr sz="2600">
                <a:solidFill>
                  <a:schemeClr val="tx2"/>
                </a:solidFill>
                <a:latin typeface="Verdana" pitchFamily="34" charset="0"/>
                <a:cs typeface="Arial" charset="0"/>
              </a:defRPr>
            </a:lvl5pPr>
            <a:lvl6pPr marL="457200" algn="l" rtl="0" eaLnBrk="1" fontAlgn="base" hangingPunct="1">
              <a:spcBef>
                <a:spcPct val="0"/>
              </a:spcBef>
              <a:spcAft>
                <a:spcPct val="0"/>
              </a:spcAft>
              <a:defRPr sz="2600">
                <a:solidFill>
                  <a:schemeClr val="tx2"/>
                </a:solidFill>
                <a:latin typeface="Verdana" pitchFamily="34" charset="0"/>
                <a:cs typeface="Arial" charset="0"/>
              </a:defRPr>
            </a:lvl6pPr>
            <a:lvl7pPr marL="914400" algn="l" rtl="0" eaLnBrk="1" fontAlgn="base" hangingPunct="1">
              <a:spcBef>
                <a:spcPct val="0"/>
              </a:spcBef>
              <a:spcAft>
                <a:spcPct val="0"/>
              </a:spcAft>
              <a:defRPr sz="2600">
                <a:solidFill>
                  <a:schemeClr val="tx2"/>
                </a:solidFill>
                <a:latin typeface="Verdana" pitchFamily="34" charset="0"/>
                <a:cs typeface="Arial" charset="0"/>
              </a:defRPr>
            </a:lvl7pPr>
            <a:lvl8pPr marL="1371600" algn="l" rtl="0" eaLnBrk="1" fontAlgn="base" hangingPunct="1">
              <a:spcBef>
                <a:spcPct val="0"/>
              </a:spcBef>
              <a:spcAft>
                <a:spcPct val="0"/>
              </a:spcAft>
              <a:defRPr sz="2600">
                <a:solidFill>
                  <a:schemeClr val="tx2"/>
                </a:solidFill>
                <a:latin typeface="Verdana" pitchFamily="34" charset="0"/>
                <a:cs typeface="Arial" charset="0"/>
              </a:defRPr>
            </a:lvl8pPr>
            <a:lvl9pPr marL="1828800" algn="l" rtl="0" eaLnBrk="1" fontAlgn="base" hangingPunct="1">
              <a:spcBef>
                <a:spcPct val="0"/>
              </a:spcBef>
              <a:spcAft>
                <a:spcPct val="0"/>
              </a:spcAft>
              <a:defRPr sz="2600">
                <a:solidFill>
                  <a:schemeClr val="tx2"/>
                </a:solidFill>
                <a:latin typeface="Verdana" pitchFamily="34" charset="0"/>
                <a:cs typeface="Arial" charset="0"/>
              </a:defRPr>
            </a:lvl9pPr>
          </a:lstStyle>
          <a:p>
            <a:r>
              <a:rPr lang="nl-NL" sz="2400" kern="0" err="1"/>
              <a:t>Vitamin</a:t>
            </a:r>
            <a:r>
              <a:rPr lang="nl-NL" sz="2400" kern="0"/>
              <a:t> D</a:t>
            </a:r>
          </a:p>
        </p:txBody>
      </p:sp>
      <p:sp>
        <p:nvSpPr>
          <p:cNvPr id="6" name="Footer Placeholder 5">
            <a:extLst>
              <a:ext uri="{FF2B5EF4-FFF2-40B4-BE49-F238E27FC236}">
                <a16:creationId xmlns:a16="http://schemas.microsoft.com/office/drawing/2014/main" id="{60B39B56-7635-3BAE-74AB-86184FD11352}"/>
              </a:ext>
            </a:extLst>
          </p:cNvPr>
          <p:cNvSpPr>
            <a:spLocks noGrp="1"/>
          </p:cNvSpPr>
          <p:nvPr>
            <p:ph type="ftr" sz="quarter" idx="11"/>
          </p:nvPr>
        </p:nvSpPr>
        <p:spPr/>
        <p:txBody>
          <a:bodyPr/>
          <a:lstStyle/>
          <a:p>
            <a:r>
              <a:rPr lang="en-US"/>
              <a:t>SPADE 1-part model daily intakes (Manual, chapter 3)</a:t>
            </a:r>
            <a:endParaRPr lang="nl-NL"/>
          </a:p>
        </p:txBody>
      </p:sp>
      <p:sp>
        <p:nvSpPr>
          <p:cNvPr id="7" name="Date Placeholder 6">
            <a:extLst>
              <a:ext uri="{FF2B5EF4-FFF2-40B4-BE49-F238E27FC236}">
                <a16:creationId xmlns:a16="http://schemas.microsoft.com/office/drawing/2014/main" id="{3259577A-3965-EE20-8AE2-711A1DF263ED}"/>
              </a:ext>
            </a:extLst>
          </p:cNvPr>
          <p:cNvSpPr>
            <a:spLocks noGrp="1"/>
          </p:cNvSpPr>
          <p:nvPr>
            <p:ph type="dt" sz="half" idx="10"/>
          </p:nvPr>
        </p:nvSpPr>
        <p:spPr/>
        <p:txBody>
          <a:bodyPr/>
          <a:lstStyle/>
          <a:p>
            <a:pPr algn="l"/>
            <a:r>
              <a:rPr lang="nl-NL"/>
              <a:t>SPADE course, July 8-9, 2025</a:t>
            </a:r>
          </a:p>
        </p:txBody>
      </p:sp>
      <p:pic>
        <p:nvPicPr>
          <p:cNvPr id="4" name="Picture 3">
            <a:extLst>
              <a:ext uri="{FF2B5EF4-FFF2-40B4-BE49-F238E27FC236}">
                <a16:creationId xmlns:a16="http://schemas.microsoft.com/office/drawing/2014/main" id="{0608E831-BC8E-DEEE-45B2-6EEFF69C6870}"/>
              </a:ext>
            </a:extLst>
          </p:cNvPr>
          <p:cNvPicPr>
            <a:picLocks noChangeAspect="1"/>
          </p:cNvPicPr>
          <p:nvPr/>
        </p:nvPicPr>
        <p:blipFill>
          <a:blip r:embed="rId2"/>
          <a:stretch>
            <a:fillRect/>
          </a:stretch>
        </p:blipFill>
        <p:spPr>
          <a:xfrm>
            <a:off x="187273" y="4160802"/>
            <a:ext cx="8724900" cy="2095500"/>
          </a:xfrm>
          <a:prstGeom prst="rect">
            <a:avLst/>
          </a:prstGeom>
        </p:spPr>
      </p:pic>
    </p:spTree>
    <p:extLst>
      <p:ext uri="{BB962C8B-B14F-4D97-AF65-F5344CB8AC3E}">
        <p14:creationId xmlns:p14="http://schemas.microsoft.com/office/powerpoint/2010/main" val="24979196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STEMID" val="99b1b425-b02f-4198-ba27-0579617e2cf9"/>
  <p:tag name="SYSTEMVERSION" val="1.0.8.28673"/>
  <p:tag name="SYSTEMCULTURE" val="nl-NL"/>
  <p:tag name="SYSTEMDATE" val="-8588473768854775808"/>
  <p:tag name="SYSTEMINCLUDETOC" val="Yes"/>
  <p:tag name="SYSTEMREPEATTITLE" val="Yes"/>
</p:tagLst>
</file>

<file path=ppt/theme/theme1.xml><?xml version="1.0" encoding="utf-8"?>
<a:theme xmlns:a="http://schemas.openxmlformats.org/drawingml/2006/main" name="PPT huisstijl thema">
  <a:themeElements>
    <a:clrScheme name="Aangepast 56">
      <a:dk1>
        <a:srgbClr val="000000"/>
      </a:dk1>
      <a:lt1>
        <a:srgbClr val="FFFFFF"/>
      </a:lt1>
      <a:dk2>
        <a:srgbClr val="CA005D"/>
      </a:dk2>
      <a:lt2>
        <a:srgbClr val="F6D8E6"/>
      </a:lt2>
      <a:accent1>
        <a:srgbClr val="F9E11E"/>
      </a:accent1>
      <a:accent2>
        <a:srgbClr val="FFB612"/>
      </a:accent2>
      <a:accent3>
        <a:srgbClr val="777C00"/>
      </a:accent3>
      <a:accent4>
        <a:srgbClr val="75D1B5"/>
      </a:accent4>
      <a:accent5>
        <a:srgbClr val="8EC9E7"/>
      </a:accent5>
      <a:accent6>
        <a:srgbClr val="017BC6"/>
      </a:accent6>
      <a:hlink>
        <a:srgbClr val="CA205D"/>
      </a:hlink>
      <a:folHlink>
        <a:srgbClr val="F6D8E6"/>
      </a:folHlink>
    </a:clrScheme>
    <a:fontScheme name="Rijkshuisstijl">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aars">
      <a:srgbClr val="42145F"/>
    </a:custClr>
    <a:custClr name="Donkerblauw">
      <a:srgbClr val="01689B"/>
    </a:custClr>
    <a:custClr name="Hemelblauw">
      <a:srgbClr val="007BC7"/>
    </a:custClr>
    <a:custClr name="Violet">
      <a:srgbClr val="A90061"/>
    </a:custClr>
    <a:custClr name="Robijnrood">
      <a:srgbClr val="CA005D"/>
    </a:custClr>
    <a:custClr name="Rood">
      <a:srgbClr val="D52B1E"/>
    </a:custClr>
    <a:custClr name="Donkergroen">
      <a:srgbClr val="275937"/>
    </a:custClr>
    <a:custClr name="Groen">
      <a:srgbClr val="39870C"/>
    </a:custClr>
    <a:custClr name="Mosgroen">
      <a:srgbClr val="777C00"/>
    </a:custClr>
    <a:custClr name="Donkerbruin">
      <a:srgbClr val="673327"/>
    </a:custClr>
    <a:custClr name="Licht Paars">
      <a:srgbClr val="C6B8CF"/>
    </a:custClr>
    <a:custClr name="Licht Donkerblauw">
      <a:srgbClr val="CCE0F1"/>
    </a:custClr>
    <a:custClr name="Licht Hemelblauw">
      <a:srgbClr val="DDEFF8"/>
    </a:custClr>
    <a:custClr name="Licht Violet">
      <a:srgbClr val="E5B2CF"/>
    </a:custClr>
    <a:custClr name="Licht Robijnrood">
      <a:srgbClr val="EFB2CE"/>
    </a:custClr>
    <a:custClr name="Licht Rood">
      <a:srgbClr val="F2BFBB"/>
    </a:custClr>
    <a:custClr name="Licht Donkergroen">
      <a:srgbClr val="BECDC3"/>
    </a:custClr>
    <a:custClr name="Licht Groen">
      <a:srgbClr val="C3DBB6"/>
    </a:custClr>
    <a:custClr name="Licht Mosgroen">
      <a:srgbClr val="D6D7B2"/>
    </a:custClr>
    <a:custClr name="Licht Donkerbruin">
      <a:srgbClr val="D1C1BE"/>
    </a:custClr>
    <a:custClr name="Bruin">
      <a:srgbClr val="94710A"/>
    </a:custClr>
    <a:custClr name="Geel">
      <a:srgbClr val="F9E11E"/>
    </a:custClr>
    <a:custClr name="Donkergeel">
      <a:srgbClr val="FFB612"/>
    </a:custClr>
    <a:custClr name="Oranje">
      <a:srgbClr val="E17000"/>
    </a:custClr>
    <a:custClr name="Roze">
      <a:srgbClr val="F092CD"/>
    </a:custClr>
    <a:custClr name="Lichtblauw">
      <a:srgbClr val="8FCAE7"/>
    </a:custClr>
    <a:custClr name="Mintgroen">
      <a:srgbClr val="76D2B6"/>
    </a:custClr>
    <a:custClr name="Grijs 7">
      <a:srgbClr val="535353"/>
    </a:custClr>
    <a:custClr name="Grijs 6">
      <a:srgbClr val="696969"/>
    </a:custClr>
    <a:custClr name="Grijs 5">
      <a:srgbClr val="999999"/>
    </a:custClr>
    <a:custClr name="Licht Bruin">
      <a:srgbClr val="DFD4B5"/>
    </a:custClr>
    <a:custClr name="Licht Geel">
      <a:srgbClr val="FDF6BB"/>
    </a:custClr>
    <a:custClr name="Licht Donkergeel">
      <a:srgbClr val="FFE9B7"/>
    </a:custClr>
    <a:custClr name="Licht Oranje">
      <a:srgbClr val="F6D4B2"/>
    </a:custClr>
    <a:custClr name="Licht Roze">
      <a:srgbClr val="FADEF0"/>
    </a:custClr>
    <a:custClr name="Licht Lichtblauw">
      <a:srgbClr val="DDEFF8"/>
    </a:custClr>
    <a:custClr name="Licht Mintgroen">
      <a:srgbClr val="D6F1E9"/>
    </a:custClr>
    <a:custClr name="Grijs 4">
      <a:srgbClr val="B4B4B4"/>
    </a:custClr>
    <a:custClr name="Grijs 3">
      <a:srgbClr val="CCCCCC"/>
    </a:custClr>
    <a:custClr name="Grijs 2">
      <a:srgbClr val="E6E6E6"/>
    </a:custClr>
  </a:custClrLst>
  <a:extLst>
    <a:ext uri="{05A4C25C-085E-4340-85A3-A5531E510DB2}">
      <thm15:themeFamily xmlns:thm15="http://schemas.microsoft.com/office/thememl/2012/main" name="PPT huisstijl thema" id="{D194595A-DD6B-41B2-83F9-5AFCDF5EC5AB}" vid="{BE04D115-8017-4CBE-9E18-2A71FDD1BC33}"/>
    </a:ext>
  </a:extLst>
</a:theme>
</file>

<file path=ppt/theme/theme2.xml><?xml version="1.0" encoding="utf-8"?>
<a:theme xmlns:a="http://schemas.openxmlformats.org/drawingml/2006/main" name="Rijkshuisstijl Donkerblauw">
  <a:themeElements>
    <a:clrScheme name="Rijks Donkerblauw">
      <a:dk1>
        <a:srgbClr val="000000"/>
      </a:dk1>
      <a:lt1>
        <a:srgbClr val="FFFFFF"/>
      </a:lt1>
      <a:dk2>
        <a:srgbClr val="00689A"/>
      </a:dk2>
      <a:lt2>
        <a:srgbClr val="E4EFF9"/>
      </a:lt2>
      <a:accent1>
        <a:srgbClr val="F092CD"/>
      </a:accent1>
      <a:accent2>
        <a:srgbClr val="F9E11E"/>
      </a:accent2>
      <a:accent3>
        <a:srgbClr val="FFB612"/>
      </a:accent3>
      <a:accent4>
        <a:srgbClr val="017BC6"/>
      </a:accent4>
      <a:accent5>
        <a:srgbClr val="75D1B5"/>
      </a:accent5>
      <a:accent6>
        <a:srgbClr val="E17000"/>
      </a:accent6>
      <a:hlink>
        <a:srgbClr val="00689A"/>
      </a:hlink>
      <a:folHlink>
        <a:srgbClr val="CCDFF0"/>
      </a:folHlink>
    </a:clrScheme>
    <a:fontScheme name="Rijkshuisstijl">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aars">
      <a:srgbClr val="42145F"/>
    </a:custClr>
    <a:custClr name="Donkerblauw">
      <a:srgbClr val="01689B"/>
    </a:custClr>
    <a:custClr name="Hemelblauw">
      <a:srgbClr val="007BC7"/>
    </a:custClr>
    <a:custClr name="Violet">
      <a:srgbClr val="A90061"/>
    </a:custClr>
    <a:custClr name="Robijnrood">
      <a:srgbClr val="CA005D"/>
    </a:custClr>
    <a:custClr name="Rood">
      <a:srgbClr val="D52B1E"/>
    </a:custClr>
    <a:custClr name="Donkergroen">
      <a:srgbClr val="275937"/>
    </a:custClr>
    <a:custClr name="Groen">
      <a:srgbClr val="39870C"/>
    </a:custClr>
    <a:custClr name="Mosgroen">
      <a:srgbClr val="777C00"/>
    </a:custClr>
    <a:custClr name="Donkerbruin">
      <a:srgbClr val="673327"/>
    </a:custClr>
    <a:custClr name="Licht Paars">
      <a:srgbClr val="C6B8CF"/>
    </a:custClr>
    <a:custClr name="Licht Donkerblauw">
      <a:srgbClr val="CCE0F1"/>
    </a:custClr>
    <a:custClr name="Licht Hemelblauw">
      <a:srgbClr val="DDEFF8"/>
    </a:custClr>
    <a:custClr name="Licht Violet">
      <a:srgbClr val="E5B2CF"/>
    </a:custClr>
    <a:custClr name="Licht Robijnrood">
      <a:srgbClr val="EFB2CE"/>
    </a:custClr>
    <a:custClr name="Licht Rood">
      <a:srgbClr val="F2BFBB"/>
    </a:custClr>
    <a:custClr name="Licht Donkergroen">
      <a:srgbClr val="BECDC3"/>
    </a:custClr>
    <a:custClr name="Licht Groen">
      <a:srgbClr val="C3DBB6"/>
    </a:custClr>
    <a:custClr name="Licht Mosgroen">
      <a:srgbClr val="D6D7B2"/>
    </a:custClr>
    <a:custClr name="Licht Donkerbruin">
      <a:srgbClr val="D1C1BE"/>
    </a:custClr>
    <a:custClr name="Bruin">
      <a:srgbClr val="94710A"/>
    </a:custClr>
    <a:custClr name="Geel">
      <a:srgbClr val="F9E11E"/>
    </a:custClr>
    <a:custClr name="Donkergeel">
      <a:srgbClr val="FFB612"/>
    </a:custClr>
    <a:custClr name="Oranje">
      <a:srgbClr val="E17000"/>
    </a:custClr>
    <a:custClr name="Roze">
      <a:srgbClr val="F092CD"/>
    </a:custClr>
    <a:custClr name="Lichtblauw">
      <a:srgbClr val="8FCAE7"/>
    </a:custClr>
    <a:custClr name="Mintgroen">
      <a:srgbClr val="76D2B6"/>
    </a:custClr>
    <a:custClr name="Grijs 7">
      <a:srgbClr val="535353"/>
    </a:custClr>
    <a:custClr name="Grijs 6">
      <a:srgbClr val="696969"/>
    </a:custClr>
    <a:custClr name="Grijs 5">
      <a:srgbClr val="999999"/>
    </a:custClr>
    <a:custClr name="Licht Bruin">
      <a:srgbClr val="DFD4B5"/>
    </a:custClr>
    <a:custClr name="Licht Geel">
      <a:srgbClr val="FDF6BB"/>
    </a:custClr>
    <a:custClr name="Licht Donkergeel">
      <a:srgbClr val="FFE9B7"/>
    </a:custClr>
    <a:custClr name="Licht Oranje">
      <a:srgbClr val="F6D4B2"/>
    </a:custClr>
    <a:custClr name="Licht Roze">
      <a:srgbClr val="FADEF0"/>
    </a:custClr>
    <a:custClr name="Licht Lichtblauw">
      <a:srgbClr val="DDEFF8"/>
    </a:custClr>
    <a:custClr name="Licht Mintgroen">
      <a:srgbClr val="D6F1E9"/>
    </a:custClr>
    <a:custClr name="Grijs 4">
      <a:srgbClr val="B4B4B4"/>
    </a:custClr>
    <a:custClr name="Grijs 3">
      <a:srgbClr val="CCCCCC"/>
    </a:custClr>
    <a:custClr name="Grijs 2">
      <a:srgbClr val="E6E6E6"/>
    </a:custClr>
  </a:custClrLst>
  <a:extLst>
    <a:ext uri="{05A4C25C-085E-4340-85A3-A5531E510DB2}">
      <thm15:themeFamily xmlns:thm15="http://schemas.microsoft.com/office/thememl/2012/main" name="RIJK PPT_RIVM- final versie_format_docgen  -  Alleen-lezen" id="{51EB010B-5F44-4104-9502-ED66FD5B2186}" vid="{6FE370F1-35D5-49F6-BFFE-A85E947D0953}"/>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F634CA3F5682C418397C6E4414BCDE3" ma:contentTypeVersion="8" ma:contentTypeDescription="Een nieuw document maken." ma:contentTypeScope="" ma:versionID="7e9bcdd21cead49168b6feb66b54f6a8">
  <xsd:schema xmlns:xsd="http://www.w3.org/2001/XMLSchema" xmlns:xs="http://www.w3.org/2001/XMLSchema" xmlns:p="http://schemas.microsoft.com/office/2006/metadata/properties" xmlns:ns1="http://schemas.microsoft.com/sharepoint/v3" xmlns:ns2="0577e6a0-5f74-4659-a81a-c7bdc984432d" xmlns:ns3="f5c8fe0e-f8db-4fac-9fd3-e69469f9c90b" targetNamespace="http://schemas.microsoft.com/office/2006/metadata/properties" ma:root="true" ma:fieldsID="37b75464c5427a9711a0b9a23c39bf24" ns1:_="" ns2:_="" ns3:_="">
    <xsd:import namespace="http://schemas.microsoft.com/sharepoint/v3"/>
    <xsd:import namespace="0577e6a0-5f74-4659-a81a-c7bdc984432d"/>
    <xsd:import namespace="f5c8fe0e-f8db-4fac-9fd3-e69469f9c90b"/>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Eigenschappen van het geïntegreerd beleid voor naleving" ma:hidden="true" ma:internalName="_ip_UnifiedCompliancePolicyProperties">
      <xsd:simpleType>
        <xsd:restriction base="dms:Note"/>
      </xsd:simpleType>
    </xsd:element>
    <xsd:element name="_ip_UnifiedCompliancePolicyUIAction" ma:index="11"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577e6a0-5f74-4659-a81a-c7bdc9844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c8fe0e-f8db-4fac-9fd3-e69469f9c90b" elementFormDefault="qualified">
    <xsd:import namespace="http://schemas.microsoft.com/office/2006/documentManagement/types"/>
    <xsd:import namespace="http://schemas.microsoft.com/office/infopath/2007/PartnerControls"/>
    <xsd:element name="SharedWithUsers" ma:index="13"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89F4C6E-A721-445C-8093-F2AA1A857995}">
  <ds:schemaRefs>
    <ds:schemaRef ds:uri="http://schemas.microsoft.com/sharepoint/v3/contenttype/forms"/>
  </ds:schemaRefs>
</ds:datastoreItem>
</file>

<file path=customXml/itemProps2.xml><?xml version="1.0" encoding="utf-8"?>
<ds:datastoreItem xmlns:ds="http://schemas.openxmlformats.org/officeDocument/2006/customXml" ds:itemID="{3456061F-9199-4BA9-B164-702B04A4040D}">
  <ds:schemaRefs>
    <ds:schemaRef ds:uri="0577e6a0-5f74-4659-a81a-c7bdc984432d"/>
    <ds:schemaRef ds:uri="f5c8fe0e-f8db-4fac-9fd3-e69469f9c90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EAC45B-C1F7-4430-B59E-106607153554}">
  <ds:schemaRefs>
    <ds:schemaRef ds:uri="0577e6a0-5f74-4659-a81a-c7bdc984432d"/>
    <ds:schemaRef ds:uri="f5c8fe0e-f8db-4fac-9fd3-e69469f9c90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9734</Words>
  <Application>Microsoft Office PowerPoint</Application>
  <PresentationFormat>On-screen Show (4:3)</PresentationFormat>
  <Paragraphs>1780</Paragraphs>
  <Slides>93</Slides>
  <Notes>70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93</vt:i4>
      </vt:variant>
    </vt:vector>
  </HeadingPairs>
  <TitlesOfParts>
    <vt:vector size="105" baseType="lpstr">
      <vt:lpstr>MS Mincho</vt:lpstr>
      <vt:lpstr>Arial</vt:lpstr>
      <vt:lpstr>Calibri</vt:lpstr>
      <vt:lpstr>Cambria Math</vt:lpstr>
      <vt:lpstr>Consolas</vt:lpstr>
      <vt:lpstr>Courier New</vt:lpstr>
      <vt:lpstr>Lucida Console</vt:lpstr>
      <vt:lpstr>Symbol</vt:lpstr>
      <vt:lpstr>Verdana</vt:lpstr>
      <vt:lpstr>Wingdings</vt:lpstr>
      <vt:lpstr>PPT huisstijl thema</vt:lpstr>
      <vt:lpstr>Rijkshuisstijl Donkerblauw</vt:lpstr>
      <vt:lpstr>SPADE 1-part model</vt:lpstr>
      <vt:lpstr>Goal SPADE 1-part model today</vt:lpstr>
      <vt:lpstr>Getting started with SPADE</vt:lpstr>
      <vt:lpstr>What happens in SPADE</vt:lpstr>
      <vt:lpstr>habitual intakes: main steps 1-part modelling</vt:lpstr>
      <vt:lpstr>habitual intakes: main steps 1-part modelling</vt:lpstr>
      <vt:lpstr>habitual intakes: main steps 1-part modelling</vt:lpstr>
      <vt:lpstr>PowerPoint Presentation</vt:lpstr>
      <vt:lpstr>Food consumption dataset</vt:lpstr>
      <vt:lpstr>PowerPoint Presentation</vt:lpstr>
      <vt:lpstr>Assumed knowledge </vt:lpstr>
      <vt:lpstr>1-part model – most basic model</vt:lpstr>
      <vt:lpstr>Fractional polynomial - intermezzo</vt:lpstr>
      <vt:lpstr>Arguments ((required) to be defined by user) </vt:lpstr>
      <vt:lpstr>In R script</vt:lpstr>
      <vt:lpstr>Exercise 1</vt:lpstr>
      <vt:lpstr>PowerPoint Presentation</vt:lpstr>
      <vt:lpstr>1-part model – output in console - 1</vt:lpstr>
      <vt:lpstr>1-part model – output in console - 2</vt:lpstr>
      <vt:lpstr>1-part model – output in console - 3</vt:lpstr>
      <vt:lpstr>Habitual mean vs. observed mean</vt:lpstr>
      <vt:lpstr>1-part model – output in console - 1</vt:lpstr>
      <vt:lpstr>Exercise 2</vt:lpstr>
      <vt:lpstr>Answer exercise 2</vt:lpstr>
      <vt:lpstr>PowerPoint Presentation</vt:lpstr>
      <vt:lpstr>1-part model – output files</vt:lpstr>
      <vt:lpstr>SPADE output</vt:lpstr>
      <vt:lpstr>1-part model – output files</vt:lpstr>
      <vt:lpstr>PowerPoint Presentation</vt:lpstr>
      <vt:lpstr>1-part model – plots - 3</vt:lpstr>
      <vt:lpstr>1-part model – plots - 1</vt:lpstr>
      <vt:lpstr>1-part model – plots - 2</vt:lpstr>
      <vt:lpstr>1-part model – plots - 4</vt:lpstr>
      <vt:lpstr>1-part model – plots - 5</vt:lpstr>
      <vt:lpstr>1-part model – plots - 6</vt:lpstr>
      <vt:lpstr>PowerPoint Presentation</vt:lpstr>
      <vt:lpstr>PowerPoint Presentation</vt:lpstr>
      <vt:lpstr>Automatic output.name generation</vt:lpstr>
      <vt:lpstr>PowerPoint Presentation</vt:lpstr>
      <vt:lpstr>Second sheet: Habitual Intakes    (first 11 rows)e output in tables</vt:lpstr>
      <vt:lpstr>Third sheet: Session info</vt:lpstr>
      <vt:lpstr>Exercise 3</vt:lpstr>
      <vt:lpstr>Answers exercise 3</vt:lpstr>
      <vt:lpstr>Answers exercise 3</vt:lpstr>
      <vt:lpstr>PowerPoint Presentation</vt:lpstr>
      <vt:lpstr>SPADE– additional options</vt:lpstr>
      <vt:lpstr>Additional options Age classes and percentiles</vt:lpstr>
      <vt:lpstr> Blue arguments (optional, possible to define by user) - 1</vt:lpstr>
      <vt:lpstr>Age classes</vt:lpstr>
      <vt:lpstr> Percentiles</vt:lpstr>
      <vt:lpstr> Additional options Survey weights</vt:lpstr>
      <vt:lpstr> Survey weights 1</vt:lpstr>
      <vt:lpstr> Survey weights 2</vt:lpstr>
      <vt:lpstr>Survey weights 3 Blue arguments (optional, possible to define by user) - 2</vt:lpstr>
      <vt:lpstr>Additional options Output name</vt:lpstr>
      <vt:lpstr>Output name</vt:lpstr>
      <vt:lpstr>Additional options DRIs</vt:lpstr>
      <vt:lpstr>Dietary reference values</vt:lpstr>
      <vt:lpstr>How to evaluate dietary intake of group - I</vt:lpstr>
      <vt:lpstr>How to evaluate dietary intake of group - II</vt:lpstr>
      <vt:lpstr>How to evaluate dietary intake of group - III</vt:lpstr>
      <vt:lpstr>Evaluate dietary intake of group - SPADE</vt:lpstr>
      <vt:lpstr>Evaluate dietary intake of group - SPADE</vt:lpstr>
      <vt:lpstr>Evaluate dietary intake of group - SPADE</vt:lpstr>
      <vt:lpstr>Evaluate dietary intake of group - SPADE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Interpretation – be aware I</vt:lpstr>
      <vt:lpstr>Interpretation – be aware I.a</vt:lpstr>
      <vt:lpstr>Interpretation – be aware II</vt:lpstr>
      <vt:lpstr>Interpretation – be aware II.a</vt:lpstr>
      <vt:lpstr>Summary</vt:lpstr>
      <vt:lpstr>Exercise 5</vt:lpstr>
      <vt:lpstr>Exercise 5</vt:lpstr>
      <vt:lpstr>PowerPoint Presentation</vt:lpstr>
      <vt:lpstr>Exercise 6</vt:lpstr>
      <vt:lpstr>Exercise 6</vt:lpstr>
      <vt:lpstr>1-part model – output in console – weight</vt:lpstr>
      <vt:lpstr>PowerPoint Presentation</vt:lpstr>
      <vt:lpstr>Exercise 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SPADE 1-part model</dc:title>
  <dc:creator>Marjolein</dc:creator>
  <cp:lastModifiedBy>Lisa Tostrams</cp:lastModifiedBy>
  <cp:revision>1</cp:revision>
  <dcterms:created xsi:type="dcterms:W3CDTF">2021-10-04T09:36:33Z</dcterms:created>
  <dcterms:modified xsi:type="dcterms:W3CDTF">2025-07-14T09:46:20Z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0x010100FF634CA3F5682C418397C6E4414BCDE3</vt:lpwstr>
  </property>
</Properties>
</file>