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425" r:id="rId6"/>
    <p:sldId id="426" r:id="rId7"/>
    <p:sldId id="261" r:id="rId8"/>
    <p:sldId id="360" r:id="rId9"/>
    <p:sldId id="267" r:id="rId10"/>
    <p:sldId id="332" r:id="rId11"/>
    <p:sldId id="335" r:id="rId12"/>
    <p:sldId id="296" r:id="rId13"/>
    <p:sldId id="424" r:id="rId14"/>
    <p:sldId id="351" r:id="rId15"/>
    <p:sldId id="354" r:id="rId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8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0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rnout Drenthel" initials="AD [7]" lastIdx="1" clrIdx="6"/>
  <p:cmAuthor id="1" name="Arnout Drenthel" initials="AD" lastIdx="1" clrIdx="0"/>
  <p:cmAuthor id="8" name="Arnout Drenthel" initials="AD [8]" lastIdx="1" clrIdx="7"/>
  <p:cmAuthor id="2" name="Arnout Drenthel" initials="AD [2]" lastIdx="1" clrIdx="1"/>
  <p:cmAuthor id="9" name="Arnout Drenthel" initials="AD [9]" lastIdx="1" clrIdx="8"/>
  <p:cmAuthor id="3" name="Arnout Drenthel" initials="AD [3]" lastIdx="1" clrIdx="2"/>
  <p:cmAuthor id="10" name="Marga Ocke" initials="MO" lastIdx="1" clrIdx="9">
    <p:extLst>
      <p:ext uri="{19B8F6BF-5375-455C-9EA6-DF929625EA0E}">
        <p15:presenceInfo xmlns:p15="http://schemas.microsoft.com/office/powerpoint/2012/main" userId="S::marga.ocke@rivm.nl::f2de8de4-5cf6-4300-8143-dac5cae36550" providerId="AD"/>
      </p:ext>
    </p:extLst>
  </p:cmAuthor>
  <p:cmAuthor id="4" name="Arnout Drenthel" initials="AD [4]" lastIdx="1" clrIdx="3"/>
  <p:cmAuthor id="5" name="Arnout Drenthel" initials="AD [5]" lastIdx="1" clrIdx="4"/>
  <p:cmAuthor id="6" name="Arnout Drenthel" initials="AD [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Stijl, thema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348" autoAdjust="0"/>
  </p:normalViewPr>
  <p:slideViewPr>
    <p:cSldViewPr snapToGrid="0">
      <p:cViewPr varScale="1">
        <p:scale>
          <a:sx n="49" d="100"/>
          <a:sy n="49" d="100"/>
        </p:scale>
        <p:origin x="1312" y="40"/>
      </p:cViewPr>
      <p:guideLst>
        <p:guide pos="518"/>
        <p:guide orient="horz" pos="2160"/>
        <p:guide orient="horz" pos="10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Tostrams" userId="1844f577-b33c-4472-85a2-51b1143ab864" providerId="ADAL" clId="{E1D3ADDB-E1C4-4F79-8707-3FB6524CB525}"/>
    <pc:docChg chg="custSel modSld">
      <pc:chgData name="Lisa Tostrams" userId="1844f577-b33c-4472-85a2-51b1143ab864" providerId="ADAL" clId="{E1D3ADDB-E1C4-4F79-8707-3FB6524CB525}" dt="2025-07-04T14:12:07.809" v="3" actId="14100"/>
      <pc:docMkLst>
        <pc:docMk/>
      </pc:docMkLst>
      <pc:sldChg chg="addSp delSp modSp mod">
        <pc:chgData name="Lisa Tostrams" userId="1844f577-b33c-4472-85a2-51b1143ab864" providerId="ADAL" clId="{E1D3ADDB-E1C4-4F79-8707-3FB6524CB525}" dt="2025-07-04T14:12:07.809" v="3" actId="14100"/>
        <pc:sldMkLst>
          <pc:docMk/>
          <pc:sldMk cId="2572927847" sldId="424"/>
        </pc:sldMkLst>
        <pc:spChg chg="add mod">
          <ac:chgData name="Lisa Tostrams" userId="1844f577-b33c-4472-85a2-51b1143ab864" providerId="ADAL" clId="{E1D3ADDB-E1C4-4F79-8707-3FB6524CB525}" dt="2025-07-04T14:12:01.365" v="0" actId="478"/>
          <ac:spMkLst>
            <pc:docMk/>
            <pc:sldMk cId="2572927847" sldId="424"/>
            <ac:spMk id="11" creationId="{75183E2D-8F8A-96FB-7AF2-1F3744A2F8E2}"/>
          </ac:spMkLst>
        </pc:spChg>
        <pc:picChg chg="add mod">
          <ac:chgData name="Lisa Tostrams" userId="1844f577-b33c-4472-85a2-51b1143ab864" providerId="ADAL" clId="{E1D3ADDB-E1C4-4F79-8707-3FB6524CB525}" dt="2025-07-04T14:12:07.809" v="3" actId="14100"/>
          <ac:picMkLst>
            <pc:docMk/>
            <pc:sldMk cId="2572927847" sldId="424"/>
            <ac:picMk id="13" creationId="{F4F1D562-9A4E-979F-E0D9-80B88DDF8992}"/>
          </ac:picMkLst>
        </pc:picChg>
      </pc:sldChg>
    </pc:docChg>
  </pc:docChgLst>
  <pc:docChgLst>
    <pc:chgData name="Marjolein de Jong" userId="00349200-a54b-4a61-ab9a-d959590d6c33" providerId="ADAL" clId="{BEA84AA1-311F-4DDE-BDC4-47AE3F55BCE1}"/>
    <pc:docChg chg="undo custSel modSld sldOrd">
      <pc:chgData name="Marjolein de Jong" userId="00349200-a54b-4a61-ab9a-d959590d6c33" providerId="ADAL" clId="{BEA84AA1-311F-4DDE-BDC4-47AE3F55BCE1}" dt="2025-07-07T06:24:37.792" v="29"/>
      <pc:docMkLst>
        <pc:docMk/>
      </pc:docMkLst>
      <pc:sldChg chg="modSp mod">
        <pc:chgData name="Marjolein de Jong" userId="00349200-a54b-4a61-ab9a-d959590d6c33" providerId="ADAL" clId="{BEA84AA1-311F-4DDE-BDC4-47AE3F55BCE1}" dt="2025-07-07T05:57:03.260" v="0"/>
        <pc:sldMkLst>
          <pc:docMk/>
          <pc:sldMk cId="953533648" sldId="256"/>
        </pc:sldMkLst>
        <pc:spChg chg="mod">
          <ac:chgData name="Marjolein de Jong" userId="00349200-a54b-4a61-ab9a-d959590d6c33" providerId="ADAL" clId="{BEA84AA1-311F-4DDE-BDC4-47AE3F55BCE1}" dt="2025-07-07T05:57:03.260" v="0"/>
          <ac:spMkLst>
            <pc:docMk/>
            <pc:sldMk cId="953533648" sldId="256"/>
            <ac:spMk id="2" creationId="{00000000-0000-0000-0000-000000000000}"/>
          </ac:spMkLst>
        </pc:spChg>
      </pc:sldChg>
      <pc:sldChg chg="addSp delSp modSp mod modAnim">
        <pc:chgData name="Marjolein de Jong" userId="00349200-a54b-4a61-ab9a-d959590d6c33" providerId="ADAL" clId="{BEA84AA1-311F-4DDE-BDC4-47AE3F55BCE1}" dt="2025-07-07T05:58:43.251" v="19" actId="1076"/>
        <pc:sldMkLst>
          <pc:docMk/>
          <pc:sldMk cId="2669805851" sldId="261"/>
        </pc:sldMkLst>
        <pc:spChg chg="mod">
          <ac:chgData name="Marjolein de Jong" userId="00349200-a54b-4a61-ab9a-d959590d6c33" providerId="ADAL" clId="{BEA84AA1-311F-4DDE-BDC4-47AE3F55BCE1}" dt="2025-07-07T05:57:48.323" v="8" actId="27636"/>
          <ac:spMkLst>
            <pc:docMk/>
            <pc:sldMk cId="2669805851" sldId="261"/>
            <ac:spMk id="3" creationId="{00000000-0000-0000-0000-000000000000}"/>
          </ac:spMkLst>
        </pc:spChg>
        <pc:picChg chg="mod">
          <ac:chgData name="Marjolein de Jong" userId="00349200-a54b-4a61-ab9a-d959590d6c33" providerId="ADAL" clId="{BEA84AA1-311F-4DDE-BDC4-47AE3F55BCE1}" dt="2025-07-07T05:58:07.142" v="11" actId="14100"/>
          <ac:picMkLst>
            <pc:docMk/>
            <pc:sldMk cId="2669805851" sldId="261"/>
            <ac:picMk id="8" creationId="{13706582-B20D-481B-9B87-EDBE4F0A2B92}"/>
          </ac:picMkLst>
        </pc:picChg>
        <pc:picChg chg="mod">
          <ac:chgData name="Marjolein de Jong" userId="00349200-a54b-4a61-ab9a-d959590d6c33" providerId="ADAL" clId="{BEA84AA1-311F-4DDE-BDC4-47AE3F55BCE1}" dt="2025-07-07T05:58:13.004" v="12" actId="1076"/>
          <ac:picMkLst>
            <pc:docMk/>
            <pc:sldMk cId="2669805851" sldId="261"/>
            <ac:picMk id="9" creationId="{20C93D72-FB19-4397-B7AA-8812F820BF42}"/>
          </ac:picMkLst>
        </pc:picChg>
        <pc:picChg chg="mod">
          <ac:chgData name="Marjolein de Jong" userId="00349200-a54b-4a61-ab9a-d959590d6c33" providerId="ADAL" clId="{BEA84AA1-311F-4DDE-BDC4-47AE3F55BCE1}" dt="2025-07-07T05:58:25.139" v="16" actId="1076"/>
          <ac:picMkLst>
            <pc:docMk/>
            <pc:sldMk cId="2669805851" sldId="261"/>
            <ac:picMk id="10" creationId="{6606587F-8DB6-4B9F-AF33-42FDF0902F2C}"/>
          </ac:picMkLst>
        </pc:picChg>
        <pc:picChg chg="mod">
          <ac:chgData name="Marjolein de Jong" userId="00349200-a54b-4a61-ab9a-d959590d6c33" providerId="ADAL" clId="{BEA84AA1-311F-4DDE-BDC4-47AE3F55BCE1}" dt="2025-07-07T05:58:33.770" v="17" actId="1076"/>
          <ac:picMkLst>
            <pc:docMk/>
            <pc:sldMk cId="2669805851" sldId="261"/>
            <ac:picMk id="11" creationId="{89BE6F7A-11FB-DBD2-C35E-D33200B7568E}"/>
          </ac:picMkLst>
        </pc:picChg>
        <pc:picChg chg="add mod">
          <ac:chgData name="Marjolein de Jong" userId="00349200-a54b-4a61-ab9a-d959590d6c33" providerId="ADAL" clId="{BEA84AA1-311F-4DDE-BDC4-47AE3F55BCE1}" dt="2025-07-07T05:58:43.251" v="19" actId="1076"/>
          <ac:picMkLst>
            <pc:docMk/>
            <pc:sldMk cId="2669805851" sldId="261"/>
            <ac:picMk id="13" creationId="{37B98390-0354-537B-75F2-29DE4299564A}"/>
          </ac:picMkLst>
        </pc:picChg>
      </pc:sldChg>
      <pc:sldChg chg="addSp delSp modSp mod">
        <pc:chgData name="Marjolein de Jong" userId="00349200-a54b-4a61-ab9a-d959590d6c33" providerId="ADAL" clId="{BEA84AA1-311F-4DDE-BDC4-47AE3F55BCE1}" dt="2025-07-07T06:24:37.792" v="29"/>
        <pc:sldMkLst>
          <pc:docMk/>
          <pc:sldMk cId="643511624" sldId="354"/>
        </pc:sldMkLst>
        <pc:graphicFrameChg chg="add mod">
          <ac:chgData name="Marjolein de Jong" userId="00349200-a54b-4a61-ab9a-d959590d6c33" providerId="ADAL" clId="{BEA84AA1-311F-4DDE-BDC4-47AE3F55BCE1}" dt="2025-07-07T06:24:37.792" v="29"/>
          <ac:graphicFrameMkLst>
            <pc:docMk/>
            <pc:sldMk cId="643511624" sldId="354"/>
            <ac:graphicFrameMk id="6" creationId="{AD02764A-06C1-B01E-7A77-88E345305145}"/>
          </ac:graphicFrameMkLst>
        </pc:graphicFrameChg>
      </pc:sldChg>
      <pc:sldChg chg="mod modShow">
        <pc:chgData name="Marjolein de Jong" userId="00349200-a54b-4a61-ab9a-d959590d6c33" providerId="ADAL" clId="{BEA84AA1-311F-4DDE-BDC4-47AE3F55BCE1}" dt="2025-07-07T05:57:12.598" v="1" actId="729"/>
        <pc:sldMkLst>
          <pc:docMk/>
          <pc:sldMk cId="3424022200" sldId="425"/>
        </pc:sldMkLst>
      </pc:sldChg>
      <pc:sldChg chg="mod ord modShow">
        <pc:chgData name="Marjolein de Jong" userId="00349200-a54b-4a61-ab9a-d959590d6c33" providerId="ADAL" clId="{BEA84AA1-311F-4DDE-BDC4-47AE3F55BCE1}" dt="2025-07-07T06:23:58.963" v="24"/>
        <pc:sldMkLst>
          <pc:docMk/>
          <pc:sldMk cId="338078866" sldId="427"/>
        </pc:sldMkLst>
      </pc:sldChg>
      <pc:sldChg chg="mod ord modShow">
        <pc:chgData name="Marjolein de Jong" userId="00349200-a54b-4a61-ab9a-d959590d6c33" providerId="ADAL" clId="{BEA84AA1-311F-4DDE-BDC4-47AE3F55BCE1}" dt="2025-07-07T06:23:58.963" v="24"/>
        <pc:sldMkLst>
          <pc:docMk/>
          <pc:sldMk cId="3513038572" sldId="428"/>
        </pc:sldMkLst>
      </pc:sldChg>
      <pc:sldChg chg="mod ord modShow">
        <pc:chgData name="Marjolein de Jong" userId="00349200-a54b-4a61-ab9a-d959590d6c33" providerId="ADAL" clId="{BEA84AA1-311F-4DDE-BDC4-47AE3F55BCE1}" dt="2025-07-07T06:23:58.963" v="24"/>
        <pc:sldMkLst>
          <pc:docMk/>
          <pc:sldMk cId="2094939899" sldId="429"/>
        </pc:sldMkLst>
      </pc:sldChg>
      <pc:sldChg chg="mod ord modShow">
        <pc:chgData name="Marjolein de Jong" userId="00349200-a54b-4a61-ab9a-d959590d6c33" providerId="ADAL" clId="{BEA84AA1-311F-4DDE-BDC4-47AE3F55BCE1}" dt="2025-07-07T06:24:07.765" v="27" actId="729"/>
        <pc:sldMkLst>
          <pc:docMk/>
          <pc:sldMk cId="1083165954" sldId="430"/>
        </pc:sldMkLst>
      </pc:sldChg>
    </pc:docChg>
  </pc:docChgLst>
  <pc:docChgLst>
    <pc:chgData name="Marga Ocke" userId="S::marga.ocke@rivm.nl::f2de8de4-5cf6-4300-8143-dac5cae36550" providerId="AD" clId="Web-{88E174BD-FC0E-4E02-9BD1-F43DD0A898DA}"/>
    <pc:docChg chg="modSld">
      <pc:chgData name="Marga Ocke" userId="S::marga.ocke@rivm.nl::f2de8de4-5cf6-4300-8143-dac5cae36550" providerId="AD" clId="Web-{88E174BD-FC0E-4E02-9BD1-F43DD0A898DA}" dt="2021-10-12T06:16:35.281" v="24" actId="14100"/>
      <pc:docMkLst>
        <pc:docMk/>
      </pc:docMkLst>
      <pc:sldChg chg="addSp modSp">
        <pc:chgData name="Marga Ocke" userId="S::marga.ocke@rivm.nl::f2de8de4-5cf6-4300-8143-dac5cae36550" providerId="AD" clId="Web-{88E174BD-FC0E-4E02-9BD1-F43DD0A898DA}" dt="2021-10-12T06:16:35.281" v="24" actId="14100"/>
        <pc:sldMkLst>
          <pc:docMk/>
          <pc:sldMk cId="3424022200" sldId="425"/>
        </pc:sldMkLst>
      </pc:sldChg>
    </pc:docChg>
  </pc:docChgLst>
  <pc:docChgLst>
    <pc:chgData name="Marga Ocke" userId="S::marga.ocke@rivm.nl::f2de8de4-5cf6-4300-8143-dac5cae36550" providerId="AD" clId="Web-{09D4C67D-1CBE-44F9-BF78-30E8C78928F5}"/>
    <pc:docChg chg="delSld modSld">
      <pc:chgData name="Marga Ocke" userId="S::marga.ocke@rivm.nl::f2de8de4-5cf6-4300-8143-dac5cae36550" providerId="AD" clId="Web-{09D4C67D-1CBE-44F9-BF78-30E8C78928F5}" dt="2021-10-11T10:23:23.155" v="23"/>
      <pc:docMkLst>
        <pc:docMk/>
      </pc:docMkLst>
      <pc:sldChg chg="del">
        <pc:chgData name="Marga Ocke" userId="S::marga.ocke@rivm.nl::f2de8de4-5cf6-4300-8143-dac5cae36550" providerId="AD" clId="Web-{09D4C67D-1CBE-44F9-BF78-30E8C78928F5}" dt="2021-10-11T10:22:32.857" v="15"/>
        <pc:sldMkLst>
          <pc:docMk/>
          <pc:sldMk cId="3696136582" sldId="268"/>
        </pc:sldMkLst>
      </pc:sldChg>
      <pc:sldChg chg="del">
        <pc:chgData name="Marga Ocke" userId="S::marga.ocke@rivm.nl::f2de8de4-5cf6-4300-8143-dac5cae36550" providerId="AD" clId="Web-{09D4C67D-1CBE-44F9-BF78-30E8C78928F5}" dt="2021-10-11T10:22:14.685" v="10"/>
        <pc:sldMkLst>
          <pc:docMk/>
          <pc:sldMk cId="2301579514" sldId="276"/>
        </pc:sldMkLst>
      </pc:sldChg>
      <pc:sldChg chg="del">
        <pc:chgData name="Marga Ocke" userId="S::marga.ocke@rivm.nl::f2de8de4-5cf6-4300-8143-dac5cae36550" providerId="AD" clId="Web-{09D4C67D-1CBE-44F9-BF78-30E8C78928F5}" dt="2021-10-11T10:22:45.826" v="20"/>
        <pc:sldMkLst>
          <pc:docMk/>
          <pc:sldMk cId="3868649433" sldId="295"/>
        </pc:sldMkLst>
      </pc:sldChg>
      <pc:sldChg chg="del">
        <pc:chgData name="Marga Ocke" userId="S::marga.ocke@rivm.nl::f2de8de4-5cf6-4300-8143-dac5cae36550" providerId="AD" clId="Web-{09D4C67D-1CBE-44F9-BF78-30E8C78928F5}" dt="2021-10-11T10:19:11.245" v="2"/>
        <pc:sldMkLst>
          <pc:docMk/>
          <pc:sldMk cId="1567052871" sldId="302"/>
        </pc:sldMkLst>
      </pc:sldChg>
      <pc:sldChg chg="del">
        <pc:chgData name="Marga Ocke" userId="S::marga.ocke@rivm.nl::f2de8de4-5cf6-4300-8143-dac5cae36550" providerId="AD" clId="Web-{09D4C67D-1CBE-44F9-BF78-30E8C78928F5}" dt="2021-10-11T10:22:16.185" v="12"/>
        <pc:sldMkLst>
          <pc:docMk/>
          <pc:sldMk cId="4268184398" sldId="305"/>
        </pc:sldMkLst>
      </pc:sldChg>
      <pc:sldChg chg="del">
        <pc:chgData name="Marga Ocke" userId="S::marga.ocke@rivm.nl::f2de8de4-5cf6-4300-8143-dac5cae36550" providerId="AD" clId="Web-{09D4C67D-1CBE-44F9-BF78-30E8C78928F5}" dt="2021-10-11T10:22:13.716" v="9"/>
        <pc:sldMkLst>
          <pc:docMk/>
          <pc:sldMk cId="2100325199" sldId="306"/>
        </pc:sldMkLst>
      </pc:sldChg>
      <pc:sldChg chg="del">
        <pc:chgData name="Marga Ocke" userId="S::marga.ocke@rivm.nl::f2de8de4-5cf6-4300-8143-dac5cae36550" providerId="AD" clId="Web-{09D4C67D-1CBE-44F9-BF78-30E8C78928F5}" dt="2021-10-11T10:19:08.276" v="0"/>
        <pc:sldMkLst>
          <pc:docMk/>
          <pc:sldMk cId="1333829511" sldId="308"/>
        </pc:sldMkLst>
      </pc:sldChg>
      <pc:sldChg chg="delSp del">
        <pc:chgData name="Marga Ocke" userId="S::marga.ocke@rivm.nl::f2de8de4-5cf6-4300-8143-dac5cae36550" providerId="AD" clId="Web-{09D4C67D-1CBE-44F9-BF78-30E8C78928F5}" dt="2021-10-11T10:21:43.153" v="6"/>
        <pc:sldMkLst>
          <pc:docMk/>
          <pc:sldMk cId="1499618519" sldId="311"/>
        </pc:sldMkLst>
      </pc:sldChg>
      <pc:sldChg chg="del">
        <pc:chgData name="Marga Ocke" userId="S::marga.ocke@rivm.nl::f2de8de4-5cf6-4300-8143-dac5cae36550" providerId="AD" clId="Web-{09D4C67D-1CBE-44F9-BF78-30E8C78928F5}" dt="2021-10-11T10:22:15.373" v="11"/>
        <pc:sldMkLst>
          <pc:docMk/>
          <pc:sldMk cId="544191678" sldId="313"/>
        </pc:sldMkLst>
      </pc:sldChg>
      <pc:sldChg chg="del">
        <pc:chgData name="Marga Ocke" userId="S::marga.ocke@rivm.nl::f2de8de4-5cf6-4300-8143-dac5cae36550" providerId="AD" clId="Web-{09D4C67D-1CBE-44F9-BF78-30E8C78928F5}" dt="2021-10-11T10:22:11.998" v="8"/>
        <pc:sldMkLst>
          <pc:docMk/>
          <pc:sldMk cId="1088747440" sldId="328"/>
        </pc:sldMkLst>
      </pc:sldChg>
      <pc:sldChg chg="del">
        <pc:chgData name="Marga Ocke" userId="S::marga.ocke@rivm.nl::f2de8de4-5cf6-4300-8143-dac5cae36550" providerId="AD" clId="Web-{09D4C67D-1CBE-44F9-BF78-30E8C78928F5}" dt="2021-10-11T10:22:21.560" v="13"/>
        <pc:sldMkLst>
          <pc:docMk/>
          <pc:sldMk cId="2194911435" sldId="335"/>
        </pc:sldMkLst>
      </pc:sldChg>
      <pc:sldChg chg="del">
        <pc:chgData name="Marga Ocke" userId="S::marga.ocke@rivm.nl::f2de8de4-5cf6-4300-8143-dac5cae36550" providerId="AD" clId="Web-{09D4C67D-1CBE-44F9-BF78-30E8C78928F5}" dt="2021-10-11T10:23:23.155" v="23"/>
        <pc:sldMkLst>
          <pc:docMk/>
          <pc:sldMk cId="351913606" sldId="336"/>
        </pc:sldMkLst>
      </pc:sldChg>
      <pc:sldChg chg="del">
        <pc:chgData name="Marga Ocke" userId="S::marga.ocke@rivm.nl::f2de8de4-5cf6-4300-8143-dac5cae36550" providerId="AD" clId="Web-{09D4C67D-1CBE-44F9-BF78-30E8C78928F5}" dt="2021-10-11T10:19:12.276" v="3"/>
        <pc:sldMkLst>
          <pc:docMk/>
          <pc:sldMk cId="2756709683" sldId="343"/>
        </pc:sldMkLst>
      </pc:sldChg>
      <pc:sldChg chg="del">
        <pc:chgData name="Marga Ocke" userId="S::marga.ocke@rivm.nl::f2de8de4-5cf6-4300-8143-dac5cae36550" providerId="AD" clId="Web-{09D4C67D-1CBE-44F9-BF78-30E8C78928F5}" dt="2021-10-11T10:19:12.448" v="4"/>
        <pc:sldMkLst>
          <pc:docMk/>
          <pc:sldMk cId="1602573773" sldId="346"/>
        </pc:sldMkLst>
      </pc:sldChg>
      <pc:sldChg chg="del">
        <pc:chgData name="Marga Ocke" userId="S::marga.ocke@rivm.nl::f2de8de4-5cf6-4300-8143-dac5cae36550" providerId="AD" clId="Web-{09D4C67D-1CBE-44F9-BF78-30E8C78928F5}" dt="2021-10-11T10:23:16.061" v="22"/>
        <pc:sldMkLst>
          <pc:docMk/>
          <pc:sldMk cId="4185721739" sldId="350"/>
        </pc:sldMkLst>
      </pc:sldChg>
      <pc:sldChg chg="del">
        <pc:chgData name="Marga Ocke" userId="S::marga.ocke@rivm.nl::f2de8de4-5cf6-4300-8143-dac5cae36550" providerId="AD" clId="Web-{09D4C67D-1CBE-44F9-BF78-30E8C78928F5}" dt="2021-10-11T10:22:26.045" v="14"/>
        <pc:sldMkLst>
          <pc:docMk/>
          <pc:sldMk cId="2004863308" sldId="352"/>
        </pc:sldMkLst>
      </pc:sldChg>
      <pc:sldChg chg="del">
        <pc:chgData name="Marga Ocke" userId="S::marga.ocke@rivm.nl::f2de8de4-5cf6-4300-8143-dac5cae36550" providerId="AD" clId="Web-{09D4C67D-1CBE-44F9-BF78-30E8C78928F5}" dt="2021-10-11T10:22:54.514" v="21"/>
        <pc:sldMkLst>
          <pc:docMk/>
          <pc:sldMk cId="3634308136" sldId="353"/>
        </pc:sldMkLst>
      </pc:sldChg>
      <pc:sldChg chg="delSp delAnim">
        <pc:chgData name="Marga Ocke" userId="S::marga.ocke@rivm.nl::f2de8de4-5cf6-4300-8143-dac5cae36550" providerId="AD" clId="Web-{09D4C67D-1CBE-44F9-BF78-30E8C78928F5}" dt="2021-10-11T10:21:50.107" v="7"/>
        <pc:sldMkLst>
          <pc:docMk/>
          <pc:sldMk cId="643511624" sldId="354"/>
        </pc:sldMkLst>
      </pc:sldChg>
      <pc:sldChg chg="del">
        <pc:chgData name="Marga Ocke" userId="S::marga.ocke@rivm.nl::f2de8de4-5cf6-4300-8143-dac5cae36550" providerId="AD" clId="Web-{09D4C67D-1CBE-44F9-BF78-30E8C78928F5}" dt="2021-10-11T10:19:10.182" v="1"/>
        <pc:sldMkLst>
          <pc:docMk/>
          <pc:sldMk cId="3139837604" sldId="355"/>
        </pc:sldMkLst>
      </pc:sldChg>
      <pc:sldChg chg="del">
        <pc:chgData name="Marga Ocke" userId="S::marga.ocke@rivm.nl::f2de8de4-5cf6-4300-8143-dac5cae36550" providerId="AD" clId="Web-{09D4C67D-1CBE-44F9-BF78-30E8C78928F5}" dt="2021-10-11T10:22:34.764" v="16"/>
        <pc:sldMkLst>
          <pc:docMk/>
          <pc:sldMk cId="2341111228" sldId="356"/>
        </pc:sldMkLst>
      </pc:sldChg>
      <pc:sldChg chg="del">
        <pc:chgData name="Marga Ocke" userId="S::marga.ocke@rivm.nl::f2de8de4-5cf6-4300-8143-dac5cae36550" providerId="AD" clId="Web-{09D4C67D-1CBE-44F9-BF78-30E8C78928F5}" dt="2021-10-11T10:22:37.295" v="17"/>
        <pc:sldMkLst>
          <pc:docMk/>
          <pc:sldMk cId="2985393754" sldId="357"/>
        </pc:sldMkLst>
      </pc:sldChg>
      <pc:sldChg chg="del">
        <pc:chgData name="Marga Ocke" userId="S::marga.ocke@rivm.nl::f2de8de4-5cf6-4300-8143-dac5cae36550" providerId="AD" clId="Web-{09D4C67D-1CBE-44F9-BF78-30E8C78928F5}" dt="2021-10-11T10:22:38.592" v="18"/>
        <pc:sldMkLst>
          <pc:docMk/>
          <pc:sldMk cId="746462044" sldId="359"/>
        </pc:sldMkLst>
      </pc:sldChg>
      <pc:sldChg chg="del">
        <pc:chgData name="Marga Ocke" userId="S::marga.ocke@rivm.nl::f2de8de4-5cf6-4300-8143-dac5cae36550" providerId="AD" clId="Web-{09D4C67D-1CBE-44F9-BF78-30E8C78928F5}" dt="2021-10-11T10:22:43.732" v="19"/>
        <pc:sldMkLst>
          <pc:docMk/>
          <pc:sldMk cId="903010701" sldId="361"/>
        </pc:sldMkLst>
      </pc:sldChg>
    </pc:docChg>
  </pc:docChgLst>
  <pc:docChgLst>
    <pc:chgData name="Lisa Tostrams" userId="1844f577-b33c-4472-85a2-51b1143ab864" providerId="ADAL" clId="{131F3919-D803-4DD6-BCC4-98CA2156DBEB}"/>
    <pc:docChg chg="delSld delMainMaster">
      <pc:chgData name="Lisa Tostrams" userId="1844f577-b33c-4472-85a2-51b1143ab864" providerId="ADAL" clId="{131F3919-D803-4DD6-BCC4-98CA2156DBEB}" dt="2025-07-14T09:47:29.335" v="1"/>
      <pc:docMkLst>
        <pc:docMk/>
      </pc:docMkLst>
      <pc:sldChg chg="del">
        <pc:chgData name="Lisa Tostrams" userId="1844f577-b33c-4472-85a2-51b1143ab864" providerId="ADAL" clId="{131F3919-D803-4DD6-BCC4-98CA2156DBEB}" dt="2025-07-14T09:47:26.947" v="0" actId="47"/>
        <pc:sldMkLst>
          <pc:docMk/>
          <pc:sldMk cId="338078866" sldId="427"/>
        </pc:sldMkLst>
      </pc:sldChg>
      <pc:sldChg chg="del">
        <pc:chgData name="Lisa Tostrams" userId="1844f577-b33c-4472-85a2-51b1143ab864" providerId="ADAL" clId="{131F3919-D803-4DD6-BCC4-98CA2156DBEB}" dt="2025-07-14T09:47:26.947" v="0" actId="47"/>
        <pc:sldMkLst>
          <pc:docMk/>
          <pc:sldMk cId="3513038572" sldId="428"/>
        </pc:sldMkLst>
      </pc:sldChg>
      <pc:sldChg chg="del">
        <pc:chgData name="Lisa Tostrams" userId="1844f577-b33c-4472-85a2-51b1143ab864" providerId="ADAL" clId="{131F3919-D803-4DD6-BCC4-98CA2156DBEB}" dt="2025-07-14T09:47:26.947" v="0" actId="47"/>
        <pc:sldMkLst>
          <pc:docMk/>
          <pc:sldMk cId="2094939899" sldId="429"/>
        </pc:sldMkLst>
      </pc:sldChg>
      <pc:sldChg chg="del">
        <pc:chgData name="Lisa Tostrams" userId="1844f577-b33c-4472-85a2-51b1143ab864" providerId="ADAL" clId="{131F3919-D803-4DD6-BCC4-98CA2156DBEB}" dt="2025-07-14T09:47:26.947" v="0" actId="47"/>
        <pc:sldMkLst>
          <pc:docMk/>
          <pc:sldMk cId="1083165954" sldId="430"/>
        </pc:sldMkLst>
      </pc:sld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234022139" sldId="2147483741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815358083" sldId="21474837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642925772" sldId="21474837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992938517" sldId="21474837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494668560" sldId="21474837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692683512" sldId="21474837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104092836" sldId="21474837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878236528" sldId="21474837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894596654" sldId="21474837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959301958" sldId="21474837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717612064" sldId="21474837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878826205" sldId="21474837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769125330" sldId="21474837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520049417" sldId="214748375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985593153" sldId="214748375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957390332" sldId="21474837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61190551" sldId="21474837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620214246" sldId="214748375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863685844" sldId="214748375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512334739" sldId="21474837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738997685" sldId="21474837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917211998" sldId="21474837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943452917" sldId="21474837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833902387" sldId="21474837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651878585" sldId="21474837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913860461" sldId="21474837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631952267" sldId="21474837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843464007" sldId="214748376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176048703" sldId="214748376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619625707" sldId="21474837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450192709" sldId="21474837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329490777" sldId="214748377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3608010982" sldId="214748377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972658630" sldId="21474837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1899750226" sldId="21474837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2755653757" sldId="21474837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4145821547" sldId="21474837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34022139" sldId="2147483741"/>
            <pc:sldLayoutMk cId="4276573024" sldId="2147483778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3288231728" sldId="2147483779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25682304" sldId="21474837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731463962" sldId="21474837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102477608" sldId="214748378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490800813" sldId="214748378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541045495" sldId="21474837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330399719" sldId="21474837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119242307" sldId="21474837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161950558" sldId="21474837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940561073" sldId="21474837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1096044545" sldId="21474837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428313945" sldId="21474837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110315596" sldId="21474837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280766221" sldId="214748379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819676596" sldId="214748379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489520830" sldId="21474837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1162705023" sldId="21474837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111316784" sldId="214748379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975536295" sldId="214748379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1258266566" sldId="21474837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688441949" sldId="21474837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308691677" sldId="21474838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556606481" sldId="21474838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967593490" sldId="21474838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293844010" sldId="21474838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790284212" sldId="21474838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286039692" sldId="21474838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999497981" sldId="214748380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1406085666" sldId="214748380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2921244503" sldId="21474838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43086505" sldId="21474838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143791763" sldId="214748381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888789608" sldId="214748381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340444784" sldId="21474838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1335998376" sldId="21474838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67508295" sldId="21474838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959893364" sldId="21474838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288231728" sldId="2147483779"/>
            <pc:sldLayoutMk cId="3748241016" sldId="2147483816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2850860060" sldId="2147483817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534133289" sldId="21474838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12141924" sldId="21474838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78218808" sldId="214748382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029572855" sldId="214748382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612939764" sldId="21474838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748681336" sldId="21474838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528835555" sldId="21474838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509728841" sldId="21474838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701586658" sldId="21474838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955917672" sldId="21474838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064941307" sldId="21474838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4102134549" sldId="21474838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053436295" sldId="214748383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310769021" sldId="214748383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586651291" sldId="21474838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593611049" sldId="21474838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458719416" sldId="214748383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4178645598" sldId="214748383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4286834426" sldId="21474838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536682085" sldId="21474838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474530280" sldId="21474838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529446114" sldId="21474838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926909666" sldId="21474838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273774310" sldId="21474838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4139763664" sldId="21474838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422747297" sldId="21474838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721460817" sldId="21474838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240931656" sldId="21474838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920280243" sldId="21474838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2610494768" sldId="21474838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495548245" sldId="21474838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452706864" sldId="21474838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097464524" sldId="21474838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872014574" sldId="21474838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678988814" sldId="21474838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178889839" sldId="21474838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850860060" sldId="2147483817"/>
            <pc:sldLayoutMk cId="3355279271" sldId="2147483854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955664762" sldId="2147483855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839671537" sldId="21474838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640942699" sldId="21474838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958013480" sldId="214748385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392797529" sldId="214748385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92149098" sldId="21474838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63496623" sldId="21474838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52802394" sldId="21474838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97090709" sldId="21474838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115926321" sldId="21474838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885106032" sldId="21474838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410381696" sldId="21474838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381794723" sldId="21474838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000514430" sldId="214748386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415299811" sldId="214748386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944622860" sldId="21474838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950086992" sldId="21474838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62870695" sldId="214748387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685098863" sldId="214748387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092928345" sldId="21474838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4053786490" sldId="21474838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055453921" sldId="21474838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330800015" sldId="21474838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4265728406" sldId="214748387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3989999" sldId="214748387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223069164" sldId="21474838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697251615" sldId="21474838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402544515" sldId="214748388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894810234" sldId="214748388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21732292" sldId="21474838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4189824987" sldId="21474838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707051326" sldId="21474838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240135891" sldId="21474838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90960557" sldId="21474838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1910281519" sldId="21474838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4222778932" sldId="21474838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2689617373" sldId="21474838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955664762" sldId="2147483855"/>
            <pc:sldLayoutMk cId="3088804836" sldId="2147483892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1905825501" sldId="2147483893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999140992" sldId="21474838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371703991" sldId="21474838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763977583" sldId="214748389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767988060" sldId="214748389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549890443" sldId="21474838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631650000" sldId="21474838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394410244" sldId="21474839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4153209982" sldId="21474839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629087019" sldId="21474839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137578928" sldId="21474839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720334217" sldId="21474839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086206184" sldId="21474839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156590054" sldId="214748390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974583937" sldId="214748390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674989055" sldId="21474839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540535479" sldId="21474839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369809665" sldId="214748391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201698589" sldId="214748391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610521650" sldId="21474839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035112972" sldId="21474839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4118165843" sldId="21474839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815300672" sldId="21474839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807414337" sldId="214748391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053723475" sldId="214748391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996356217" sldId="21474839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4229520487" sldId="21474839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177854845" sldId="214748392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913697943" sldId="214748392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079490270" sldId="21474839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394572733" sldId="21474839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1874340503" sldId="21474839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860534483" sldId="21474839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247497052" sldId="21474839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893358943" sldId="21474839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346574282" sldId="21474839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3517255689" sldId="21474839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905825501" sldId="2147483893"/>
            <pc:sldLayoutMk cId="2922548119" sldId="2147483930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1711376136" sldId="2147483931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772863072" sldId="21474839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081170150" sldId="21474839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98407967" sldId="214748393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583280885" sldId="214748393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905139124" sldId="21474839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879898847" sldId="21474839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203647436" sldId="21474839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069569799" sldId="21474839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896686706" sldId="21474839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623339332" sldId="21474839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285424818" sldId="21474839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595619100" sldId="21474839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950682681" sldId="21474839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835251224" sldId="21474839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4895542" sldId="21474839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4007378909" sldId="21474839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110499349" sldId="21474839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530033932" sldId="21474839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346137101" sldId="21474839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4051113095" sldId="21474839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4100342499" sldId="21474839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364145510" sldId="21474839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341408672" sldId="214748395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22917509" sldId="214748395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944852889" sldId="21474839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109119275" sldId="21474839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622598439" sldId="214748395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75434123" sldId="214748395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661722742" sldId="21474839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727379903" sldId="21474839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923221698" sldId="21474839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4134252330" sldId="21474839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2890420557" sldId="21474839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647587901" sldId="21474839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1908220421" sldId="21474839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496817423" sldId="21474839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711376136" sldId="2147483931"/>
            <pc:sldLayoutMk cId="3766909425" sldId="2147483968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1092447635" sldId="2147483969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995139821" sldId="21474839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910115217" sldId="21474839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493149781" sldId="214748397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506779300" sldId="214748397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571878187" sldId="21474839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839576502" sldId="21474839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560248897" sldId="21474839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610040191" sldId="21474839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968752070" sldId="214748397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749780367" sldId="214748397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689579727" sldId="21474839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481081134" sldId="21474839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342873654" sldId="214748398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914754972" sldId="214748398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552777094" sldId="21474839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694000855" sldId="21474839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530643028" sldId="21474839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560265104" sldId="21474839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044348136" sldId="21474839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928737190" sldId="21474839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633198571" sldId="21474839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648761116" sldId="21474839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440313679" sldId="214748399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379623243" sldId="214748399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4030262707" sldId="21474839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93643875" sldId="21474839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976361458" sldId="214748399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204315408" sldId="214748399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705168606" sldId="21474839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849775196" sldId="21474839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218058931" sldId="21474840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89564815" sldId="21474840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263669267" sldId="21474840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3353449181" sldId="21474840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2684830890" sldId="21474840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364434786" sldId="21474840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092447635" sldId="2147483969"/>
            <pc:sldLayoutMk cId="1867446866" sldId="2147484006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4134592104" sldId="2147484007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4030830399" sldId="21474840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881446133" sldId="21474840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643256296" sldId="214748401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329974396" sldId="214748401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130646428" sldId="21474840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285370423" sldId="21474840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970042538" sldId="21474840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008934381" sldId="21474840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30977186" sldId="214748401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986334258" sldId="214748401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700666199" sldId="21474840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813880791" sldId="21474840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708670848" sldId="214748402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55586465" sldId="214748402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925659594" sldId="21474840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874854945" sldId="21474840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55392227" sldId="21474840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753771071" sldId="21474840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902576714" sldId="21474840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400229250" sldId="21474840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568839004" sldId="21474840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430653727" sldId="21474840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864465766" sldId="214748403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659585248" sldId="214748403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164778910" sldId="21474840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978078080" sldId="21474840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804276686" sldId="214748403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964581782" sldId="214748403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399312070" sldId="21474840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940853674" sldId="21474840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2025556129" sldId="21474840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804159105" sldId="21474840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1662254830" sldId="21474840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674074611" sldId="21474840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871070538" sldId="21474840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630292714" sldId="21474840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34592104" sldId="2147484007"/>
            <pc:sldLayoutMk cId="31522091" sldId="2147484044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138527241" sldId="2147484045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748118658" sldId="21474840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621697287" sldId="21474840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300398751" sldId="21474840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457153484" sldId="21474840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628791024" sldId="21474840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701539736" sldId="21474840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884300122" sldId="21474840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087059123" sldId="21474840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621455287" sldId="214748405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938324523" sldId="214748405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56061786" sldId="21474840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316633182" sldId="21474840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62020494" sldId="214748405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584583494" sldId="214748405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690912542" sldId="21474840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711496603" sldId="21474840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796718914" sldId="21474840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399455899" sldId="21474840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611707077" sldId="21474840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39289714" sldId="21474840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872416744" sldId="21474840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71979677" sldId="21474840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643334741" sldId="214748406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4189401494" sldId="214748406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082870726" sldId="21474840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772940454" sldId="21474840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680878330" sldId="214748407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129285671" sldId="214748407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4112389389" sldId="21474840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700918363" sldId="21474840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757655092" sldId="21474840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732116892" sldId="21474840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790485745" sldId="214748407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1706643926" sldId="214748407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18501412" sldId="21474840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3672772829" sldId="21474840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138527241" sldId="2147484045"/>
            <pc:sldLayoutMk cId="2468997931" sldId="2147484082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2298915797" sldId="2147484083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677653098" sldId="21474840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780757571" sldId="21474840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4117008475" sldId="21474840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669265337" sldId="21474840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760430407" sldId="21474840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496050810" sldId="21474840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666617092" sldId="21474840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997668926" sldId="21474840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94199200" sldId="214748409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312653624" sldId="214748409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676709665" sldId="21474840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746616909" sldId="21474840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292304544" sldId="214748409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05781892" sldId="214748409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695969370" sldId="21474840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520573013" sldId="21474840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300738610" sldId="21474841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622751610" sldId="21474841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66004876" sldId="21474841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914908512" sldId="21474841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447759480" sldId="21474841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92731842" sldId="21474841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719430017" sldId="214748410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543464402" sldId="214748410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320438460" sldId="21474841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700090489" sldId="21474841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556788184" sldId="214748411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483592552" sldId="214748411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343242043" sldId="21474841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575263577" sldId="21474841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572683490" sldId="21474841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4066885771" sldId="21474841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1683642004" sldId="214748411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230584656" sldId="214748411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3948410136" sldId="21474841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4255855805" sldId="21474841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298915797" sldId="2147484083"/>
            <pc:sldLayoutMk cId="814599684" sldId="2147484120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3343780846" sldId="2147484121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124695305" sldId="21474841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866088444" sldId="21474841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327804604" sldId="21474841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4181050082" sldId="21474841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4184539640" sldId="21474841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291766741" sldId="21474841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413258208" sldId="21474841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260146994" sldId="21474841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59896623" sldId="214748413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4169145025" sldId="214748413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639720677" sldId="21474841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002752607" sldId="21474841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926988374" sldId="214748413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362382256" sldId="214748413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67830054" sldId="21474841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70948365" sldId="21474841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451932041" sldId="21474841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741530291" sldId="21474841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692567687" sldId="21474841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836432991" sldId="21474841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176877630" sldId="21474841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113655211" sldId="21474841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4111376586" sldId="21474841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91289445" sldId="21474841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309788044" sldId="21474841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58463214" sldId="21474841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755580424" sldId="21474841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783070665" sldId="21474841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812121718" sldId="21474841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252462637" sldId="21474841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295726492" sldId="21474841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1168321984" sldId="21474841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918036525" sldId="214748415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363070016" sldId="214748415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2193978959" sldId="21474841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776827285" sldId="21474841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343780846" sldId="2147484121"/>
            <pc:sldLayoutMk cId="3833692690" sldId="2147484158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4148701250" sldId="2147484159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956612004" sldId="21474841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028410222" sldId="21474841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932343947" sldId="21474841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484992966" sldId="21474841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610252597" sldId="21474841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222977332" sldId="21474841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273853318" sldId="21474841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874262894" sldId="21474841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647127590" sldId="214748416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431357877" sldId="214748416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453164893" sldId="21474841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425553139" sldId="21474841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790919649" sldId="214748417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501375485" sldId="214748417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439645510" sldId="21474841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702458465" sldId="21474841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234033634" sldId="21474841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647626006" sldId="21474841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664250385" sldId="214748417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391802761" sldId="214748417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574968503" sldId="21474841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129093155" sldId="21474841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652946945" sldId="214748418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416043440" sldId="214748418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477090057" sldId="21474841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488410392" sldId="21474841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924892395" sldId="21474841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766586936" sldId="21474841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55460874" sldId="21474841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1224416020" sldId="21474841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992970775" sldId="21474841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4044233826" sldId="21474841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785696891" sldId="214748419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2338692425" sldId="214748419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442582414" sldId="21474841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610347599" sldId="21474841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4148701250" sldId="2147484159"/>
            <pc:sldLayoutMk cId="3015729611" sldId="2147484196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3568035266" sldId="2147484197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546712319" sldId="21474841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176350179" sldId="21474841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1037210550" sldId="21474842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1911216544" sldId="21474842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737883412" sldId="21474842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545842239" sldId="21474842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53230975" sldId="21474842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1378735854" sldId="21474842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860678100" sldId="214748420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441870793" sldId="214748420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484723002" sldId="21474842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511188427" sldId="21474842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4224061436" sldId="214748421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616282650" sldId="214748421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637053585" sldId="21474842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310837198" sldId="21474842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741159283" sldId="21474842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409928349" sldId="21474842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161217742" sldId="214748421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14662324" sldId="214748421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499749587" sldId="21474842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77365700" sldId="21474842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51712147" sldId="214748422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180983938" sldId="214748422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568838418" sldId="21474842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519912586" sldId="21474842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724296743" sldId="21474842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149865685" sldId="21474842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561790791" sldId="21474842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375723081" sldId="21474842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456908910" sldId="21474842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925826743" sldId="21474842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829525646" sldId="214748423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1628331404" sldId="214748423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2057828950" sldId="21474842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3108252620" sldId="21474842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568035266" sldId="2147484197"/>
            <pc:sldLayoutMk cId="1695435757" sldId="2147484234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3971376316" sldId="2147484235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837085236" sldId="21474842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889287584" sldId="21474842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708338949" sldId="21474842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964608947" sldId="21474842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622862797" sldId="21474842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190386593" sldId="21474842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998251656" sldId="21474842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330380745" sldId="21474842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278559118" sldId="21474842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907328624" sldId="21474842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817963044" sldId="21474842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675058658" sldId="21474842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349495936" sldId="214748424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150392474" sldId="214748424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035412962" sldId="214748425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976081470" sldId="214748425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974600598" sldId="214748425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53445097" sldId="214748425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282052382" sldId="214748425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703086141" sldId="214748425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475902741" sldId="214748425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43721127" sldId="214748425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841160552" sldId="214748425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900059136" sldId="214748425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554663604" sldId="214748426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923876929" sldId="214748426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503605590" sldId="214748426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587356503" sldId="214748426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2461950954" sldId="214748426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754226230" sldId="214748426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644619059" sldId="214748426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179063606" sldId="214748426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804675738" sldId="214748426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566969019" sldId="214748426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584800534" sldId="214748427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277303911" sldId="214748427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971376316" sldId="2147484235"/>
            <pc:sldLayoutMk cId="3800740798" sldId="2147484272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2111978865" sldId="2147484273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30349625" sldId="214748427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983750424" sldId="214748427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956402490" sldId="214748427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337130029" sldId="214748427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090705096" sldId="214748427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816366501" sldId="214748427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981895820" sldId="214748428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984003286" sldId="214748428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702794871" sldId="214748428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856751118" sldId="214748428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990115845" sldId="214748428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517148356" sldId="214748428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862231855" sldId="214748428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628920172" sldId="214748428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4186526756" sldId="214748428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789554124" sldId="214748428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354658545" sldId="214748429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198598413" sldId="214748429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779546451" sldId="214748429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241957679" sldId="214748429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908352858" sldId="214748429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53289389" sldId="214748429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041076839" sldId="214748429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368962908" sldId="214748429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079139702" sldId="214748429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4247912257" sldId="214748429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887081879" sldId="214748430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13244318" sldId="214748430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501274087" sldId="214748430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206802641" sldId="214748430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5746294" sldId="214748430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492814125" sldId="214748430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925784409" sldId="214748430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3597498761" sldId="214748430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508703020" sldId="214748430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249037613" sldId="214748430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2111978865" sldId="2147484273"/>
            <pc:sldLayoutMk cId="1765685585" sldId="2147484310"/>
          </pc:sldLayoutMkLst>
        </pc:sldLayoutChg>
      </pc:sldMasterChg>
      <pc:sldMasterChg chg="del delSldLayout">
        <pc:chgData name="Lisa Tostrams" userId="1844f577-b33c-4472-85a2-51b1143ab864" providerId="ADAL" clId="{131F3919-D803-4DD6-BCC4-98CA2156DBEB}" dt="2025-07-14T09:47:29.335" v="1"/>
        <pc:sldMasterMkLst>
          <pc:docMk/>
          <pc:sldMasterMk cId="3495269219" sldId="2147484311"/>
        </pc:sldMasterMkLst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076320511" sldId="214748431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999295834" sldId="214748431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44874163" sldId="214748431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4130354627" sldId="214748431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517776455" sldId="214748431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723243771" sldId="214748431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653424618" sldId="214748431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574563807" sldId="214748431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640282587" sldId="214748432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861202857" sldId="214748432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475300414" sldId="214748432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4059396094" sldId="214748432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41801183" sldId="214748432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930008223" sldId="214748432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64497260" sldId="214748432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67411194" sldId="214748432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997102846" sldId="214748432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252148912" sldId="214748432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78945209" sldId="214748433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243772282" sldId="214748433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441854970" sldId="214748433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30453302" sldId="214748433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4106560483" sldId="214748433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4159131263" sldId="214748433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500044197" sldId="214748433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50030068" sldId="214748433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776778862" sldId="2147484338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782797534" sldId="2147484339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315043169" sldId="2147484340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41847047" sldId="2147484341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374429329" sldId="2147484342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1896905227" sldId="2147484343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36740317" sldId="2147484344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557830225" sldId="2147484345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3275752506" sldId="2147484346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68291100" sldId="2147484347"/>
          </pc:sldLayoutMkLst>
        </pc:sldLayoutChg>
        <pc:sldLayoutChg chg="del">
          <pc:chgData name="Lisa Tostrams" userId="1844f577-b33c-4472-85a2-51b1143ab864" providerId="ADAL" clId="{131F3919-D803-4DD6-BCC4-98CA2156DBEB}" dt="2025-07-14T09:47:29.335" v="1"/>
          <pc:sldLayoutMkLst>
            <pc:docMk/>
            <pc:sldMasterMk cId="3495269219" sldId="2147484311"/>
            <pc:sldLayoutMk cId="2961721339" sldId="2147484348"/>
          </pc:sldLayoutMkLst>
        </pc:sldLayoutChg>
      </pc:sldMasterChg>
    </pc:docChg>
  </pc:docChgLst>
  <pc:docChgLst>
    <pc:chgData name="Marga Ocke" userId="f2de8de4-5cf6-4300-8143-dac5cae36550" providerId="ADAL" clId="{F1BB2EC6-3583-4A3E-A6C3-E7D85A80D8ED}"/>
    <pc:docChg chg="undo custSel addSld delSld modSld sldOrd">
      <pc:chgData name="Marga Ocke" userId="f2de8de4-5cf6-4300-8143-dac5cae36550" providerId="ADAL" clId="{F1BB2EC6-3583-4A3E-A6C3-E7D85A80D8ED}" dt="2021-10-11T13:36:26.918" v="664" actId="20577"/>
      <pc:docMkLst>
        <pc:docMk/>
      </pc:docMkLst>
      <pc:sldChg chg="modSp mod">
        <pc:chgData name="Marga Ocke" userId="f2de8de4-5cf6-4300-8143-dac5cae36550" providerId="ADAL" clId="{F1BB2EC6-3583-4A3E-A6C3-E7D85A80D8ED}" dt="2021-10-11T12:33:42.679" v="590" actId="20577"/>
        <pc:sldMkLst>
          <pc:docMk/>
          <pc:sldMk cId="953533648" sldId="256"/>
        </pc:sldMkLst>
      </pc:sldChg>
      <pc:sldChg chg="addSp modSp mod">
        <pc:chgData name="Marga Ocke" userId="f2de8de4-5cf6-4300-8143-dac5cae36550" providerId="ADAL" clId="{F1BB2EC6-3583-4A3E-A6C3-E7D85A80D8ED}" dt="2021-10-11T11:59:15.331" v="31" actId="1076"/>
        <pc:sldMkLst>
          <pc:docMk/>
          <pc:sldMk cId="2669805851" sldId="261"/>
        </pc:sldMkLst>
      </pc:sldChg>
      <pc:sldChg chg="delSp add mod">
        <pc:chgData name="Marga Ocke" userId="f2de8de4-5cf6-4300-8143-dac5cae36550" providerId="ADAL" clId="{F1BB2EC6-3583-4A3E-A6C3-E7D85A80D8ED}" dt="2021-10-11T12:28:19.367" v="506" actId="478"/>
        <pc:sldMkLst>
          <pc:docMk/>
          <pc:sldMk cId="1514713446" sldId="267"/>
        </pc:sldMkLst>
      </pc:sldChg>
      <pc:sldChg chg="addSp delSp modSp add mod">
        <pc:chgData name="Marga Ocke" userId="f2de8de4-5cf6-4300-8143-dac5cae36550" providerId="ADAL" clId="{F1BB2EC6-3583-4A3E-A6C3-E7D85A80D8ED}" dt="2021-10-11T12:22:44.230" v="294" actId="2085"/>
        <pc:sldMkLst>
          <pc:docMk/>
          <pc:sldMk cId="97552304" sldId="296"/>
        </pc:sldMkLst>
      </pc:sldChg>
      <pc:sldChg chg="addSp delSp modSp add mod modNotesTx">
        <pc:chgData name="Marga Ocke" userId="f2de8de4-5cf6-4300-8143-dac5cae36550" providerId="ADAL" clId="{F1BB2EC6-3583-4A3E-A6C3-E7D85A80D8ED}" dt="2021-10-11T12:55:59.579" v="592" actId="6549"/>
        <pc:sldMkLst>
          <pc:docMk/>
          <pc:sldMk cId="630959128" sldId="332"/>
        </pc:sldMkLst>
      </pc:sldChg>
      <pc:sldChg chg="addSp delSp modSp add mod delAnim modNotesTx">
        <pc:chgData name="Marga Ocke" userId="f2de8de4-5cf6-4300-8143-dac5cae36550" providerId="ADAL" clId="{F1BB2EC6-3583-4A3E-A6C3-E7D85A80D8ED}" dt="2021-10-11T12:57:54.576" v="601" actId="14100"/>
        <pc:sldMkLst>
          <pc:docMk/>
          <pc:sldMk cId="3549825719" sldId="335"/>
        </pc:sldMkLst>
      </pc:sldChg>
      <pc:sldChg chg="del ord">
        <pc:chgData name="Marga Ocke" userId="f2de8de4-5cf6-4300-8143-dac5cae36550" providerId="ADAL" clId="{F1BB2EC6-3583-4A3E-A6C3-E7D85A80D8ED}" dt="2021-10-11T11:54:53.280" v="7" actId="47"/>
        <pc:sldMkLst>
          <pc:docMk/>
          <pc:sldMk cId="159656908" sldId="349"/>
        </pc:sldMkLst>
      </pc:sldChg>
      <pc:sldChg chg="ord">
        <pc:chgData name="Marga Ocke" userId="f2de8de4-5cf6-4300-8143-dac5cae36550" providerId="ADAL" clId="{F1BB2EC6-3583-4A3E-A6C3-E7D85A80D8ED}" dt="2021-10-11T11:55:17.913" v="13"/>
        <pc:sldMkLst>
          <pc:docMk/>
          <pc:sldMk cId="3388696414" sldId="351"/>
        </pc:sldMkLst>
      </pc:sldChg>
      <pc:sldChg chg="ord modNotesTx">
        <pc:chgData name="Marga Ocke" userId="f2de8de4-5cf6-4300-8143-dac5cae36550" providerId="ADAL" clId="{F1BB2EC6-3583-4A3E-A6C3-E7D85A80D8ED}" dt="2021-10-11T13:03:10.698" v="606" actId="6549"/>
        <pc:sldMkLst>
          <pc:docMk/>
          <pc:sldMk cId="643511624" sldId="354"/>
        </pc:sldMkLst>
      </pc:sldChg>
      <pc:sldChg chg="del ord">
        <pc:chgData name="Marga Ocke" userId="f2de8de4-5cf6-4300-8143-dac5cae36550" providerId="ADAL" clId="{F1BB2EC6-3583-4A3E-A6C3-E7D85A80D8ED}" dt="2021-10-11T12:26:00.486" v="415" actId="47"/>
        <pc:sldMkLst>
          <pc:docMk/>
          <pc:sldMk cId="905388512" sldId="358"/>
        </pc:sldMkLst>
      </pc:sldChg>
      <pc:sldChg chg="modSp mod modAnim">
        <pc:chgData name="Marga Ocke" userId="f2de8de4-5cf6-4300-8143-dac5cae36550" providerId="ADAL" clId="{F1BB2EC6-3583-4A3E-A6C3-E7D85A80D8ED}" dt="2021-10-11T12:27:03.253" v="505" actId="6549"/>
        <pc:sldMkLst>
          <pc:docMk/>
          <pc:sldMk cId="1802311790" sldId="360"/>
        </pc:sldMkLst>
      </pc:sldChg>
      <pc:sldChg chg="addSp modSp add mod">
        <pc:chgData name="Marga Ocke" userId="f2de8de4-5cf6-4300-8143-dac5cae36550" providerId="ADAL" clId="{F1BB2EC6-3583-4A3E-A6C3-E7D85A80D8ED}" dt="2021-10-11T13:01:54.515" v="604" actId="2085"/>
        <pc:sldMkLst>
          <pc:docMk/>
          <pc:sldMk cId="2572927847" sldId="424"/>
        </pc:sldMkLst>
      </pc:sldChg>
      <pc:sldChg chg="addSp delSp modSp new mod modClrScheme chgLayout">
        <pc:chgData name="Marga Ocke" userId="f2de8de4-5cf6-4300-8143-dac5cae36550" providerId="ADAL" clId="{F1BB2EC6-3583-4A3E-A6C3-E7D85A80D8ED}" dt="2021-10-11T13:36:26.918" v="664" actId="20577"/>
        <pc:sldMkLst>
          <pc:docMk/>
          <pc:sldMk cId="3424022200" sldId="425"/>
        </pc:sldMkLst>
      </pc:sldChg>
      <pc:sldChg chg="delSp add mod">
        <pc:chgData name="Marga Ocke" userId="f2de8de4-5cf6-4300-8143-dac5cae36550" providerId="ADAL" clId="{F1BB2EC6-3583-4A3E-A6C3-E7D85A80D8ED}" dt="2021-10-11T13:17:43.647" v="607" actId="478"/>
        <pc:sldMkLst>
          <pc:docMk/>
          <pc:sldMk cId="277879762" sldId="426"/>
        </pc:sldMkLst>
      </pc:sldChg>
    </pc:docChg>
  </pc:docChgLst>
  <pc:docChgLst>
    <pc:chgData name="Marga Ocke" userId="S::marga.ocke@rivm.nl::f2de8de4-5cf6-4300-8143-dac5cae36550" providerId="AD" clId="Web-{6948B94E-25B1-4A2A-9E87-CFF8B2165351}"/>
    <pc:docChg chg="modSld">
      <pc:chgData name="Marga Ocke" userId="S::marga.ocke@rivm.nl::f2de8de4-5cf6-4300-8143-dac5cae36550" providerId="AD" clId="Web-{6948B94E-25B1-4A2A-9E87-CFF8B2165351}" dt="2021-10-11T15:23:36.143" v="56" actId="20577"/>
      <pc:docMkLst>
        <pc:docMk/>
      </pc:docMkLst>
      <pc:sldChg chg="modSp">
        <pc:chgData name="Marga Ocke" userId="S::marga.ocke@rivm.nl::f2de8de4-5cf6-4300-8143-dac5cae36550" providerId="AD" clId="Web-{6948B94E-25B1-4A2A-9E87-CFF8B2165351}" dt="2021-10-11T15:23:36.143" v="56" actId="20577"/>
        <pc:sldMkLst>
          <pc:docMk/>
          <pc:sldMk cId="3424022200" sldId="42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709BA-0250-418B-A227-469BF0F69AD3}" type="datetimeFigureOut">
              <a:rPr lang="nl-NL" smtClean="0"/>
              <a:t>14-7-2025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FE01-11FF-43DA-B7F5-6592B996E3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797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30240-3B76-4E52-B42B-C39F5C218F4D}" type="datetimeFigureOut">
              <a:rPr lang="nl-NL" smtClean="0"/>
              <a:t>14-7-2025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01649-886C-4324-AD4C-E61C88D4772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95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8967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Subgroups </a:t>
            </a:r>
            <a:r>
              <a:rPr lang="en-GB" err="1"/>
              <a:t>toevoegen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4856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2583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368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7540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28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Updaten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3351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54588" y="1882800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54588" y="4215600"/>
            <a:ext cx="5004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6F5735C-66C3-2043-B9EA-AC9F1326D6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92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6553200" y="1885467"/>
            <a:ext cx="5004000" cy="233640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6553200" y="4218267"/>
            <a:ext cx="5004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099175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D2A75865-3390-1946-86B2-5ED9765DB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2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34682" y="3427412"/>
            <a:ext cx="10923906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34682" y="5162400"/>
            <a:ext cx="10923906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13873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1003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6556176" y="3427413"/>
            <a:ext cx="5004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5832053"/>
            <a:ext cx="5004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6554588" y="2024063"/>
            <a:ext cx="5004000" cy="1403350"/>
          </a:xfrm>
        </p:spPr>
        <p:txBody>
          <a:bodyPr tIns="90000" bIns="90000"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7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879600"/>
            <a:ext cx="10923588" cy="1547813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0"/>
            <a:ext cx="12198350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635000" y="3749487"/>
            <a:ext cx="10925176" cy="2077232"/>
          </a:xfrm>
        </p:spPr>
        <p:txBody>
          <a:bodyPr lIns="104400" tIns="90000" rIns="90000" bIns="4680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2" y="5829386"/>
            <a:ext cx="5005388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375151A-CDBA-714E-9910-7F654A10FCE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78047" y="6908"/>
            <a:ext cx="3570954" cy="13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4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4999" y="2636838"/>
            <a:ext cx="5003801" cy="1584325"/>
          </a:xfrm>
        </p:spPr>
        <p:txBody>
          <a:bodyPr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7791732" y="916926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7791732" y="2061911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7791732" y="3211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7791732" y="43524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7791732" y="5497200"/>
            <a:ext cx="3766856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/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6418727" y="998445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6418727" y="2143674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6418727" y="3288903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6418727" y="4434132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6418727" y="5579361"/>
            <a:ext cx="1373005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48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2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6553200" y="2289600"/>
            <a:ext cx="5004000" cy="3931813"/>
          </a:xfrm>
        </p:spPr>
        <p:txBody>
          <a:bodyPr/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684000" indent="-216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553200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824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999" y="2636837"/>
            <a:ext cx="5003801" cy="1584325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4999" y="4221162"/>
            <a:ext cx="5003801" cy="2000251"/>
          </a:xfrm>
        </p:spPr>
        <p:txBody>
          <a:bodyPr tIns="90000" rIns="100800"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634999" y="1171575"/>
            <a:ext cx="500380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9600" b="1" i="0">
                <a:solidFill>
                  <a:schemeClr val="bg1"/>
                </a:solidFill>
              </a:defRPr>
            </a:lvl1pPr>
            <a:lvl2pPr marL="313200" indent="0" algn="r">
              <a:buNone/>
              <a:defRPr/>
            </a:lvl2pPr>
            <a:lvl3pPr marL="630000" indent="0" algn="r">
              <a:buNone/>
              <a:defRPr/>
            </a:lvl3pPr>
            <a:lvl4pPr marL="943200" indent="0" algn="r">
              <a:buNone/>
              <a:defRPr/>
            </a:lvl4pPr>
            <a:lvl5pPr marL="1260000" indent="0" algn="r">
              <a:buNone/>
              <a:defRPr/>
            </a:lvl5pPr>
          </a:lstStyle>
          <a:p>
            <a:pPr lvl="0"/>
            <a:r>
              <a:rPr lang="nl-NL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orient="horz" pos="265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35000" y="2276475"/>
            <a:ext cx="522605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553199" y="2276475"/>
            <a:ext cx="5004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001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1" y="2306037"/>
            <a:ext cx="5004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35001" y="2953738"/>
            <a:ext cx="5004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553200" y="2306037"/>
            <a:ext cx="5004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553200" y="2953738"/>
            <a:ext cx="5005388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576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 userDrawn="1">
          <p15:clr>
            <a:srgbClr val="FBAE40"/>
          </p15:clr>
        </p15:guide>
        <p15:guide id="2" pos="3693" userDrawn="1">
          <p15:clr>
            <a:srgbClr val="FBAE40"/>
          </p15:clr>
        </p15:guide>
        <p15:guide id="3" orient="horz" pos="166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042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8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6554588" y="1052513"/>
            <a:ext cx="5004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9135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5"/>
            <a:ext cx="546100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1397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35000" y="1052514"/>
            <a:ext cx="10923588" cy="4024800"/>
          </a:xfrm>
        </p:spPr>
        <p:txBody>
          <a:bodyPr anchor="b" anchorCtr="0">
            <a:normAutofit/>
          </a:bodyPr>
          <a:lstStyle>
            <a:lvl1pPr algn="l"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635000" y="5077314"/>
            <a:ext cx="546100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299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-1588"/>
            <a:ext cx="6096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100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5000" y="2636838"/>
            <a:ext cx="5003799" cy="1584324"/>
          </a:xfrm>
        </p:spPr>
        <p:txBody>
          <a:bodyPr anchor="ctr" anchorCtr="0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6554588" y="1066800"/>
            <a:ext cx="5004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634999" y="2636839"/>
            <a:ext cx="5004000" cy="15843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6553199" y="1052513"/>
            <a:ext cx="5004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9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35000" y="3427413"/>
            <a:ext cx="500380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5000" y="1052513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409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635000" y="2289600"/>
            <a:ext cx="5005388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1051200"/>
            <a:ext cx="5004594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97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500380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1200"/>
            <a:ext cx="500380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-2381"/>
            <a:ext cx="6096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983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80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3430587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23749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749487"/>
            <a:ext cx="10923588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90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5" y="3888000"/>
            <a:ext cx="5004595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4588" y="3888000"/>
            <a:ext cx="5004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889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53199" y="3888000"/>
            <a:ext cx="5004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4206" y="3888000"/>
            <a:ext cx="5004594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03901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619250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1633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35000" y="3888000"/>
            <a:ext cx="10923588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104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3600" y="1051200"/>
            <a:ext cx="10924382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85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3"/>
            <a:ext cx="12192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634206" y="1051200"/>
            <a:ext cx="10924382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480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6779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12192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12192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  <a:lvl2pPr marL="313200" indent="0">
              <a:buNone/>
              <a:defRPr/>
            </a:lvl2pPr>
            <a:lvl3pPr marL="630000" indent="0">
              <a:buNone/>
              <a:defRPr/>
            </a:lvl3pPr>
            <a:lvl4pPr marL="943200" indent="0">
              <a:buNone/>
              <a:defRPr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2402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635000" y="2276475"/>
            <a:ext cx="1092358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000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7958859" y="2276475"/>
            <a:ext cx="3600000" cy="3937000"/>
          </a:xfrm>
        </p:spPr>
        <p:txBody>
          <a:bodyPr/>
          <a:lstStyle>
            <a:lvl1pPr marL="0" indent="0">
              <a:buNone/>
              <a:defRPr sz="2000"/>
            </a:lvl1pPr>
            <a:lvl2pPr marL="313200" indent="0">
              <a:buNone/>
              <a:defRPr sz="1800"/>
            </a:lvl2pPr>
            <a:lvl3pPr marL="630000" indent="0">
              <a:buNone/>
              <a:defRPr sz="1600"/>
            </a:lvl3pPr>
            <a:lvl4pPr marL="943200" indent="0">
              <a:buNone/>
              <a:defRPr sz="1600"/>
            </a:lvl4pPr>
            <a:lvl5pPr marL="126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635000" y="2276475"/>
            <a:ext cx="7178964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8688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6550024" y="2289599"/>
            <a:ext cx="5004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0024" y="1051200"/>
            <a:ext cx="5004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635000" y="1066799"/>
            <a:ext cx="500380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4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12192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6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15675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15675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15675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54478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54478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54478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097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2565400"/>
            <a:ext cx="5003800" cy="1727200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7176285" y="2286000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7176285" y="3079487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7176285" y="3845506"/>
            <a:ext cx="4382303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6564313" y="2361344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6564313" y="3147360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6564313" y="3920850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20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35000" y="1875617"/>
            <a:ext cx="10923588" cy="1551795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nl-NL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4224313" y="3846022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4224313" y="4639509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4224313" y="5405528"/>
            <a:ext cx="468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20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612341" y="3921366"/>
            <a:ext cx="541203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612341" y="4707382"/>
            <a:ext cx="541203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612341" y="5480872"/>
            <a:ext cx="541203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838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63427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844675"/>
            <a:ext cx="5346700" cy="4281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844675"/>
            <a:ext cx="5346700" cy="4281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42A785-64EA-4B8F-81CD-7A67EAD0729B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235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35000" y="2289485"/>
            <a:ext cx="10923588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  <a:p>
            <a:pPr lvl="5"/>
            <a:r>
              <a:rPr lang="nl-NL"/>
              <a:t>Zesde niveau</a:t>
            </a:r>
          </a:p>
          <a:p>
            <a:pPr lvl="6"/>
            <a:r>
              <a:rPr lang="nl-NL"/>
              <a:t>Zevende niveau</a:t>
            </a:r>
          </a:p>
          <a:p>
            <a:pPr lvl="7"/>
            <a:r>
              <a:rPr lang="nl-NL"/>
              <a:t>Achtste niveau</a:t>
            </a:r>
          </a:p>
          <a:p>
            <a:pPr lvl="8"/>
            <a:r>
              <a:rPr lang="nl-NL"/>
              <a:t>Negende niveau</a:t>
            </a:r>
          </a:p>
          <a:p>
            <a:pPr lvl="8"/>
            <a:endParaRPr lang="nl-NL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635000" y="6543488"/>
            <a:ext cx="500380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Zero Hidden Hunger, July 8-9, 2025</a:t>
            </a:r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35000" y="6221413"/>
            <a:ext cx="500380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Day 2 : introduction</a:t>
            </a:r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199" y="6221413"/>
            <a:ext cx="5005389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105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5638800" y="1075"/>
            <a:ext cx="9144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650" r:id="rId2"/>
    <p:sldLayoutId id="2147483725" r:id="rId3"/>
    <p:sldLayoutId id="2147483719" r:id="rId4"/>
    <p:sldLayoutId id="2147483726" r:id="rId5"/>
    <p:sldLayoutId id="2147483666" r:id="rId6"/>
    <p:sldLayoutId id="2147483690" r:id="rId7"/>
    <p:sldLayoutId id="2147483728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89" r:id="rId15"/>
    <p:sldLayoutId id="2147483712" r:id="rId16"/>
    <p:sldLayoutId id="2147483711" r:id="rId17"/>
    <p:sldLayoutId id="2147483675" r:id="rId18"/>
    <p:sldLayoutId id="2147483657" r:id="rId19"/>
    <p:sldLayoutId id="2147483691" r:id="rId20"/>
    <p:sldLayoutId id="2147483729" r:id="rId21"/>
    <p:sldLayoutId id="2147483739" r:id="rId22"/>
    <p:sldLayoutId id="2147483740" r:id="rId23"/>
    <p:sldLayoutId id="2147483718" r:id="rId24"/>
    <p:sldLayoutId id="2147483717" r:id="rId25"/>
    <p:sldLayoutId id="2147483714" r:id="rId26"/>
    <p:sldLayoutId id="2147483713" r:id="rId27"/>
    <p:sldLayoutId id="2147483716" r:id="rId28"/>
    <p:sldLayoutId id="2147483715" r:id="rId29"/>
    <p:sldLayoutId id="2147483707" r:id="rId30"/>
    <p:sldLayoutId id="2147483667" r:id="rId31"/>
    <p:sldLayoutId id="2147483702" r:id="rId32"/>
    <p:sldLayoutId id="2147483721" r:id="rId33"/>
    <p:sldLayoutId id="2147483700" r:id="rId34"/>
    <p:sldLayoutId id="2147483692" r:id="rId35"/>
    <p:sldLayoutId id="2147483722" r:id="rId36"/>
    <p:sldLayoutId id="2147483723" r:id="rId37"/>
    <p:sldLayoutId id="2147484349" r:id="rId38"/>
    <p:sldLayoutId id="2147484350" r:id="rId3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16800" indent="-316800" algn="l" defTabSz="91440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168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Verdana" panose="020B060403050404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46800" indent="-3168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3168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76800" indent="-316800" algn="l" defTabSz="914400" rtl="0" eaLnBrk="1" latinLnBrk="0" hangingPunct="1">
        <a:lnSpc>
          <a:spcPct val="90000"/>
        </a:lnSpc>
        <a:spcBef>
          <a:spcPts val="600"/>
        </a:spcBef>
        <a:buFont typeface="Verdana" panose="020B060403050404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890000" indent="-3168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72000" indent="-72000" algn="l" defTabSz="914400" rtl="0" eaLnBrk="1" latinLnBrk="0" hangingPunct="1">
        <a:lnSpc>
          <a:spcPct val="90000"/>
        </a:lnSpc>
        <a:spcBef>
          <a:spcPts val="600"/>
        </a:spcBef>
        <a:buSzPct val="25000"/>
        <a:buFont typeface="Verdana" panose="020B0604030504040204" pitchFamily="34" charset="0"/>
        <a:buChar char=" 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16000" indent="-1440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Verdana" panose="020B0604030504040204" pitchFamily="34" charset="0"/>
        <a:buChar char="–"/>
        <a:defRPr sz="12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 userDrawn="1">
          <p15:clr>
            <a:srgbClr val="F26B43"/>
          </p15:clr>
        </p15:guide>
        <p15:guide id="8" orient="horz" pos="3919" userDrawn="1">
          <p15:clr>
            <a:srgbClr val="F26B43"/>
          </p15:clr>
        </p15:guide>
        <p15:guide id="9" pos="3840" userDrawn="1">
          <p15:clr>
            <a:srgbClr val="F26B43"/>
          </p15:clr>
        </p15:guide>
        <p15:guide id="10" orient="horz" pos="2159" userDrawn="1">
          <p15:clr>
            <a:srgbClr val="F26B43"/>
          </p15:clr>
        </p15:guide>
        <p15:guide id="11" pos="400" userDrawn="1">
          <p15:clr>
            <a:srgbClr val="F26B43"/>
          </p15:clr>
        </p15:guide>
        <p15:guide id="12" pos="4128" userDrawn="1">
          <p15:clr>
            <a:srgbClr val="F26B43"/>
          </p15:clr>
        </p15:guide>
        <p15:guide id="13" pos="3552" userDrawn="1">
          <p15:clr>
            <a:srgbClr val="F26B43"/>
          </p15:clr>
        </p15:guide>
        <p15:guide id="14" orient="horz" pos="1275" userDrawn="1">
          <p15:clr>
            <a:srgbClr val="F26B43"/>
          </p15:clr>
        </p15:guide>
        <p15:guide id="15" orient="horz" pos="1434" userDrawn="1">
          <p15:clr>
            <a:srgbClr val="F26B43"/>
          </p15:clr>
        </p15:guide>
        <p15:guide id="16" pos="461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site/spadecourserivm/4-powerpoints" TargetMode="Externa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SPADE course 2025</a:t>
            </a:r>
            <a:br>
              <a:rPr lang="nl-NL"/>
            </a:br>
            <a:r>
              <a:rPr lang="nl-NL" sz="4000" err="1"/>
              <a:t>for</a:t>
            </a:r>
            <a:r>
              <a:rPr lang="nl-NL" sz="4000"/>
              <a:t> </a:t>
            </a:r>
            <a:r>
              <a:rPr lang="nl-NL" sz="3600"/>
              <a:t>Zero </a:t>
            </a:r>
            <a:r>
              <a:rPr lang="nl-NL" sz="3600" err="1"/>
              <a:t>Hidden</a:t>
            </a:r>
            <a:r>
              <a:rPr lang="nl-NL" sz="3600"/>
              <a:t> Hunger &amp; </a:t>
            </a:r>
            <a:r>
              <a:rPr lang="nl-NL" sz="3600" err="1"/>
              <a:t>others</a:t>
            </a:r>
            <a:r>
              <a:rPr lang="nl-NL" sz="3600"/>
              <a:t> 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nl-NL"/>
          </a:p>
          <a:p>
            <a:r>
              <a:rPr lang="nl-NL" err="1"/>
              <a:t>Welcome</a:t>
            </a:r>
            <a:r>
              <a:rPr lang="nl-NL"/>
              <a:t> on </a:t>
            </a:r>
            <a:r>
              <a:rPr lang="nl-NL" err="1"/>
              <a:t>day</a:t>
            </a:r>
            <a:r>
              <a:rPr lang="nl-NL"/>
              <a:t> 2</a:t>
            </a:r>
          </a:p>
        </p:txBody>
      </p:sp>
      <p:pic>
        <p:nvPicPr>
          <p:cNvPr id="4" name="Picture 3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3A02D4FD-47F2-41F5-901A-A4C53240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55" y="1141754"/>
            <a:ext cx="5321158" cy="466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Placeholder 1">
            <a:extLst>
              <a:ext uri="{FF2B5EF4-FFF2-40B4-BE49-F238E27FC236}">
                <a16:creationId xmlns:a16="http://schemas.microsoft.com/office/drawing/2014/main" id="{2E2CC191-C216-4FA3-8F9B-5B4703FB50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5000" y="2289600"/>
            <a:ext cx="10154920" cy="39318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All slides of the course are now available</a:t>
            </a:r>
            <a:endParaRPr lang="en-US">
              <a:ea typeface="Verdana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  <a:hlinkClick r:id="rId2"/>
              </a:rPr>
              <a:t>https://sites.google.com/site/spadecourserivm/4-powerpoints</a:t>
            </a:r>
            <a:endParaRPr lang="en-US">
              <a:ea typeface="Verdan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7F2540-BE7A-481A-9831-3C4CBC6F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51200"/>
            <a:ext cx="8344408" cy="948047"/>
          </a:xfrm>
        </p:spPr>
        <p:txBody>
          <a:bodyPr anchor="b">
            <a:normAutofit/>
          </a:bodyPr>
          <a:lstStyle/>
          <a:p>
            <a:r>
              <a:rPr lang="en-US"/>
              <a:t>Day 1</a:t>
            </a:r>
            <a:endParaRPr lang="en-US">
              <a:ea typeface="Verdana"/>
            </a:endParaRPr>
          </a:p>
        </p:txBody>
      </p:sp>
      <p:sp>
        <p:nvSpPr>
          <p:cNvPr id="1029" name="Date Placeholder 3">
            <a:extLst>
              <a:ext uri="{FF2B5EF4-FFF2-40B4-BE49-F238E27FC236}">
                <a16:creationId xmlns:a16="http://schemas.microsoft.com/office/drawing/2014/main" id="{0008B7F3-46E8-4568-ADD1-F910440A4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35000" y="6543488"/>
            <a:ext cx="5003800" cy="264272"/>
          </a:xfrm>
        </p:spPr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030" name="Footer Placeholder 4">
            <a:extLst>
              <a:ext uri="{FF2B5EF4-FFF2-40B4-BE49-F238E27FC236}">
                <a16:creationId xmlns:a16="http://schemas.microsoft.com/office/drawing/2014/main" id="{2577DAAA-7975-435B-8FD8-9A07B37DCF9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35000" y="6221413"/>
            <a:ext cx="5003800" cy="322075"/>
          </a:xfrm>
        </p:spPr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C2039-52B7-4A54-9AC4-20B2287353E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6553199" y="6221413"/>
            <a:ext cx="5005389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10A0A6AF-03C5-477E-939A-E28F7E7F05EA}" type="slidenum">
              <a:rPr lang="nl-NL" smtClean="0"/>
              <a:pPr>
                <a:spcAft>
                  <a:spcPts val="600"/>
                </a:spcAft>
              </a:pPr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402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</p:spPr>
        <p:txBody>
          <a:bodyPr anchor="b">
            <a:normAutofit/>
          </a:bodyPr>
          <a:lstStyle/>
          <a:p>
            <a:r>
              <a:rPr lang="en-US"/>
              <a:t>Questions?</a:t>
            </a:r>
            <a:endParaRPr lang="nl-NL"/>
          </a:p>
        </p:txBody>
      </p:sp>
      <p:pic>
        <p:nvPicPr>
          <p:cNvPr id="5" name="Picture 2" descr="http://www.icommcorp.com/wp-content/uploads/2014/06/question-mar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0307" y="1844675"/>
            <a:ext cx="4281488" cy="428148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07D4AD5B-2998-4A18-9C2E-58BECFA738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58" y="1844675"/>
            <a:ext cx="4879186" cy="4281488"/>
          </a:xfrm>
          <a:prstGeom prst="rect">
            <a:avLst/>
          </a:prstGeom>
          <a:noFill/>
        </p:spPr>
      </p:pic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C75A09C-0070-4008-A096-B7D05083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6221413"/>
            <a:ext cx="5003800" cy="322075"/>
          </a:xfrm>
        </p:spPr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199" y="6221413"/>
            <a:ext cx="5005389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8FC21E99-CB6E-4E1C-8709-25BF64FEA530}" type="slidenum">
              <a:rPr lang="nl-NL" smtClean="0"/>
              <a:pPr>
                <a:spcAft>
                  <a:spcPts val="600"/>
                </a:spcAft>
              </a:pPr>
              <a:t>3</a:t>
            </a:fld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76112-4780-A6C9-3853-2C4EBB1F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277879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2289484"/>
            <a:ext cx="10923588" cy="4085189"/>
          </a:xfrm>
        </p:spPr>
        <p:txBody>
          <a:bodyPr numCol="1">
            <a:normAutofit fontScale="77500" lnSpcReduction="20000"/>
          </a:bodyPr>
          <a:lstStyle/>
          <a:p>
            <a:r>
              <a:rPr lang="en-GB"/>
              <a:t>Understand the reason for habitual intake modelling</a:t>
            </a:r>
          </a:p>
          <a:p>
            <a:r>
              <a:rPr lang="en-GB"/>
              <a:t>Know </a:t>
            </a:r>
            <a:r>
              <a:rPr lang="en-GB" b="1"/>
              <a:t>how to use SPADE </a:t>
            </a:r>
            <a:r>
              <a:rPr lang="en-GB"/>
              <a:t>for habitual intake modelling at the </a:t>
            </a:r>
            <a:r>
              <a:rPr lang="en-GB" b="1"/>
              <a:t>group level </a:t>
            </a:r>
          </a:p>
          <a:p>
            <a:pPr lvl="1"/>
            <a:r>
              <a:rPr lang="en-GB" sz="2400"/>
              <a:t>compounds that are eaten on a </a:t>
            </a:r>
            <a:r>
              <a:rPr lang="en-GB" sz="2400" b="1"/>
              <a:t>daily basis </a:t>
            </a:r>
          </a:p>
          <a:p>
            <a:pPr lvl="1"/>
            <a:r>
              <a:rPr lang="en-GB" sz="2400"/>
              <a:t>compounds that are consumed </a:t>
            </a:r>
            <a:r>
              <a:rPr lang="en-GB" sz="2400" b="1"/>
              <a:t>episodically (optional)</a:t>
            </a:r>
          </a:p>
          <a:p>
            <a:pPr lvl="1"/>
            <a:r>
              <a:rPr lang="en-GB" sz="2400"/>
              <a:t>intake from </a:t>
            </a:r>
            <a:r>
              <a:rPr lang="en-GB" sz="2400" b="1"/>
              <a:t>compounds</a:t>
            </a:r>
            <a:r>
              <a:rPr lang="en-GB" sz="2400"/>
              <a:t> (e.g. daily or episodically consumed) </a:t>
            </a:r>
            <a:r>
              <a:rPr lang="en-GB" sz="2400" b="1"/>
              <a:t>&amp; supplements</a:t>
            </a:r>
          </a:p>
          <a:p>
            <a:r>
              <a:rPr lang="en-GB"/>
              <a:t>Know how to calculate habitual intake for </a:t>
            </a:r>
            <a:r>
              <a:rPr lang="en-GB" b="1"/>
              <a:t>subgroups</a:t>
            </a:r>
            <a:r>
              <a:rPr lang="en-GB"/>
              <a:t> of the population</a:t>
            </a:r>
          </a:p>
          <a:p>
            <a:r>
              <a:rPr lang="en-GB"/>
              <a:t>Know how to use SPADE to obtain </a:t>
            </a:r>
            <a:r>
              <a:rPr lang="en-GB" b="1"/>
              <a:t>confidence intervals </a:t>
            </a:r>
            <a:r>
              <a:rPr lang="en-GB"/>
              <a:t>for habitual intake distributions</a:t>
            </a:r>
          </a:p>
          <a:p>
            <a:r>
              <a:rPr lang="en-GB" b="1"/>
              <a:t>Understand</a:t>
            </a:r>
            <a:r>
              <a:rPr lang="en-GB"/>
              <a:t> how evaluation of dietary intake against </a:t>
            </a:r>
            <a:r>
              <a:rPr lang="en-GB" b="1"/>
              <a:t>dietary reference values </a:t>
            </a:r>
            <a:r>
              <a:rPr lang="en-GB"/>
              <a:t>at the group level should be done</a:t>
            </a:r>
          </a:p>
          <a:p>
            <a:r>
              <a:rPr lang="en-GB"/>
              <a:t>Know </a:t>
            </a:r>
            <a:r>
              <a:rPr lang="en-GB" b="1"/>
              <a:t>how to use SPADE </a:t>
            </a:r>
            <a:r>
              <a:rPr lang="en-GB"/>
              <a:t>to evaluate habitual intake against </a:t>
            </a:r>
            <a:r>
              <a:rPr lang="en-GB" b="1"/>
              <a:t>dietary reference values</a:t>
            </a:r>
          </a:p>
          <a:p>
            <a:r>
              <a:rPr lang="en-GB"/>
              <a:t>Have knowledge about the various </a:t>
            </a:r>
            <a:r>
              <a:rPr lang="en-GB" b="1"/>
              <a:t>SPADE modules</a:t>
            </a:r>
            <a:endParaRPr lang="nl-NL" b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Aim of the course!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4</a:t>
            </a:fld>
            <a:endParaRPr lang="nl-NL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246" y="234057"/>
            <a:ext cx="1818400" cy="1594743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13706582-B20D-481B-9B87-EDBE4F0A2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213" y="2176041"/>
            <a:ext cx="463416" cy="463416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20C93D72-FB19-4397-B7AA-8812F820B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213" y="2866683"/>
            <a:ext cx="474562" cy="474562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6606587F-8DB6-4B9F-AF33-42FDF0902F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50" y="4813503"/>
            <a:ext cx="474562" cy="47456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C2BC1-3ACC-71CC-4162-37E41FA0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89BE6F7A-11FB-DBD2-C35E-D33200B75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213" y="5288065"/>
            <a:ext cx="474562" cy="47456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37B98390-0354-537B-75F2-29DE429956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0640" y="5865366"/>
            <a:ext cx="474562" cy="47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0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7AA7-2915-4618-8640-70A701316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why habitual intake modelling?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CEA44-5F9F-4A12-8B62-114B5C8A3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Interest is in habitual intake for the </a:t>
            </a:r>
            <a:r>
              <a:rPr lang="en-US" b="1" i="1"/>
              <a:t>population</a:t>
            </a:r>
          </a:p>
          <a:p>
            <a:r>
              <a:rPr lang="en-US"/>
              <a:t>Diet has been assessed ≥ 2 non-consecutive days </a:t>
            </a:r>
            <a:br>
              <a:rPr lang="en-US"/>
            </a:br>
            <a:r>
              <a:rPr lang="en-US"/>
              <a:t>persons with only one day of intake are allowed if enough ≥ 2</a:t>
            </a:r>
          </a:p>
          <a:p>
            <a:r>
              <a:rPr lang="en-US"/>
              <a:t>Interest is not only in the mean intake but in the </a:t>
            </a:r>
            <a:r>
              <a:rPr lang="en-US" b="1" i="1"/>
              <a:t>distribution</a:t>
            </a:r>
            <a:r>
              <a:rPr lang="en-US"/>
              <a:t> of intake</a:t>
            </a:r>
          </a:p>
          <a:p>
            <a:pPr lvl="1"/>
            <a:r>
              <a:rPr lang="en-US"/>
              <a:t>E.g., to obtain the % of the population with an adequate intake</a:t>
            </a:r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CDF4-6278-45EE-B27B-540F799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ECA56-A50F-4473-86CC-C93546EF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7E05F-08FC-4A20-A6C4-D362363B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31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6C9D7C4-9AA4-4D44-A8A2-38248E16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6" y="314512"/>
            <a:ext cx="10923588" cy="948047"/>
          </a:xfrm>
        </p:spPr>
        <p:txBody>
          <a:bodyPr/>
          <a:lstStyle/>
          <a:p>
            <a:r>
              <a:rPr lang="en-US"/>
              <a:t>Model selection within SPADE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38D7753-BFBA-45AA-A9BB-62ECDA21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069193E-7AA7-4ACB-A103-6B984B1A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Day 2 : introduction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CF811-9752-4AF2-895D-6778C4D8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A9DA5-63BE-4A2F-9B01-9954C35DEBD3}"/>
              </a:ext>
            </a:extLst>
          </p:cNvPr>
          <p:cNvSpPr/>
          <p:nvPr/>
        </p:nvSpPr>
        <p:spPr>
          <a:xfrm>
            <a:off x="634206" y="1262559"/>
            <a:ext cx="10923588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Number of sources of intake variable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315F8E88-D19B-49D7-A693-B1922DEE9EED}"/>
              </a:ext>
            </a:extLst>
          </p:cNvPr>
          <p:cNvSpPr/>
          <p:nvPr/>
        </p:nvSpPr>
        <p:spPr>
          <a:xfrm>
            <a:off x="2339752" y="1723392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A89AB3E-A153-4A6D-A71C-192FF053C109}"/>
              </a:ext>
            </a:extLst>
          </p:cNvPr>
          <p:cNvSpPr/>
          <p:nvPr/>
        </p:nvSpPr>
        <p:spPr>
          <a:xfrm>
            <a:off x="9420200" y="1707059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04F1F-9CFC-4C05-90EB-0C7BF2DB3C7B}"/>
              </a:ext>
            </a:extLst>
          </p:cNvPr>
          <p:cNvSpPr txBox="1"/>
          <p:nvPr/>
        </p:nvSpPr>
        <p:spPr>
          <a:xfrm>
            <a:off x="2555776" y="172152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1</a:t>
            </a:r>
            <a:endParaRPr lang="nl-NL" i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CFD1B-031E-4884-985F-54334D64A1EE}"/>
              </a:ext>
            </a:extLst>
          </p:cNvPr>
          <p:cNvSpPr txBox="1"/>
          <p:nvPr/>
        </p:nvSpPr>
        <p:spPr>
          <a:xfrm>
            <a:off x="9636224" y="172152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≥2</a:t>
            </a:r>
            <a:endParaRPr lang="nl-NL" i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4484D-E03D-4715-989A-AFF1F5A19C13}"/>
              </a:ext>
            </a:extLst>
          </p:cNvPr>
          <p:cNvSpPr/>
          <p:nvPr/>
        </p:nvSpPr>
        <p:spPr>
          <a:xfrm>
            <a:off x="634206" y="2196172"/>
            <a:ext cx="5189525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Intake from dietary supplements?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A20AC3-8BEA-4B2F-9EF0-1E125B0A5619}"/>
              </a:ext>
            </a:extLst>
          </p:cNvPr>
          <p:cNvSpPr/>
          <p:nvPr/>
        </p:nvSpPr>
        <p:spPr>
          <a:xfrm>
            <a:off x="7879556" y="2166020"/>
            <a:ext cx="3297312" cy="926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Intake from 2 sources, </a:t>
            </a:r>
          </a:p>
          <a:p>
            <a:pPr algn="ctr"/>
            <a:r>
              <a:rPr lang="en-US">
                <a:solidFill>
                  <a:schemeClr val="tx2"/>
                </a:solidFill>
              </a:rPr>
              <a:t>of which 1 is dietary supplements?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46344A-7B8F-4BC1-AC4B-1C1C7C2474D2}"/>
              </a:ext>
            </a:extLst>
          </p:cNvPr>
          <p:cNvSpPr/>
          <p:nvPr/>
        </p:nvSpPr>
        <p:spPr>
          <a:xfrm>
            <a:off x="846138" y="2648801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31C0C9-FA35-4A8C-A0BD-04C4780D938F}"/>
              </a:ext>
            </a:extLst>
          </p:cNvPr>
          <p:cNvSpPr/>
          <p:nvPr/>
        </p:nvSpPr>
        <p:spPr>
          <a:xfrm>
            <a:off x="67991" y="3137569"/>
            <a:ext cx="2991841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Daily intakes?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BDBE3-C353-493C-BF80-EA38DC8DF2F6}"/>
              </a:ext>
            </a:extLst>
          </p:cNvPr>
          <p:cNvSpPr txBox="1"/>
          <p:nvPr/>
        </p:nvSpPr>
        <p:spPr>
          <a:xfrm>
            <a:off x="1045953" y="2660697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6DAA1-1EFB-4B87-849C-75C57940EF70}"/>
              </a:ext>
            </a:extLst>
          </p:cNvPr>
          <p:cNvSpPr txBox="1"/>
          <p:nvPr/>
        </p:nvSpPr>
        <p:spPr>
          <a:xfrm>
            <a:off x="5275059" y="2640672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yes</a:t>
            </a:r>
            <a:endParaRPr lang="nl-NL" i="1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306587B-FF09-4941-9099-C34C5A02E002}"/>
              </a:ext>
            </a:extLst>
          </p:cNvPr>
          <p:cNvSpPr/>
          <p:nvPr/>
        </p:nvSpPr>
        <p:spPr>
          <a:xfrm>
            <a:off x="488950" y="3582069"/>
            <a:ext cx="216024" cy="148265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A9AC00-4ED8-4F87-9924-1ADF4C26E06B}"/>
              </a:ext>
            </a:extLst>
          </p:cNvPr>
          <p:cNvSpPr txBox="1"/>
          <p:nvPr/>
        </p:nvSpPr>
        <p:spPr>
          <a:xfrm>
            <a:off x="605868" y="3541753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yes</a:t>
            </a:r>
            <a:endParaRPr lang="nl-NL" i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257907-D2A7-4D3B-BFFA-EC7D4B5D7502}"/>
              </a:ext>
            </a:extLst>
          </p:cNvPr>
          <p:cNvSpPr/>
          <p:nvPr/>
        </p:nvSpPr>
        <p:spPr>
          <a:xfrm>
            <a:off x="90623" y="5136480"/>
            <a:ext cx="1241017" cy="113540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1-part model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3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099A742-A1B5-4F85-8D9D-D4B94BD27940}"/>
              </a:ext>
            </a:extLst>
          </p:cNvPr>
          <p:cNvSpPr/>
          <p:nvPr/>
        </p:nvSpPr>
        <p:spPr>
          <a:xfrm>
            <a:off x="2339752" y="3581457"/>
            <a:ext cx="216024" cy="444500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1954FD-5FB7-4D03-957C-AB6C95096F01}"/>
              </a:ext>
            </a:extLst>
          </p:cNvPr>
          <p:cNvSpPr txBox="1"/>
          <p:nvPr/>
        </p:nvSpPr>
        <p:spPr>
          <a:xfrm>
            <a:off x="2465500" y="3541753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3718EA-1E5E-4B9F-8FDA-77C4B8BB19F9}"/>
              </a:ext>
            </a:extLst>
          </p:cNvPr>
          <p:cNvSpPr/>
          <p:nvPr/>
        </p:nvSpPr>
        <p:spPr>
          <a:xfrm>
            <a:off x="1704577" y="4042132"/>
            <a:ext cx="2422477" cy="444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/>
                </a:solidFill>
              </a:rPr>
              <a:t>Never consumers?</a:t>
            </a:r>
            <a:endParaRPr lang="nl-NL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BB5642-6429-409F-BCF9-14E069997343}"/>
              </a:ext>
            </a:extLst>
          </p:cNvPr>
          <p:cNvSpPr/>
          <p:nvPr/>
        </p:nvSpPr>
        <p:spPr>
          <a:xfrm>
            <a:off x="1407497" y="5136480"/>
            <a:ext cx="1241017" cy="114273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2-part model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4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6E42F6F-200D-4116-83B2-F45A41A3FEDB}"/>
              </a:ext>
            </a:extLst>
          </p:cNvPr>
          <p:cNvSpPr/>
          <p:nvPr/>
        </p:nvSpPr>
        <p:spPr>
          <a:xfrm>
            <a:off x="1984272" y="448663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D6A00B-3EAC-45D7-AC2E-D0374390565A}"/>
              </a:ext>
            </a:extLst>
          </p:cNvPr>
          <p:cNvSpPr txBox="1"/>
          <p:nvPr/>
        </p:nvSpPr>
        <p:spPr>
          <a:xfrm>
            <a:off x="2107923" y="4474408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AE2C36-E928-48E9-AFB9-8F4A6BD6CE46}"/>
              </a:ext>
            </a:extLst>
          </p:cNvPr>
          <p:cNvSpPr/>
          <p:nvPr/>
        </p:nvSpPr>
        <p:spPr>
          <a:xfrm>
            <a:off x="2757377" y="5136480"/>
            <a:ext cx="1689236" cy="1407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2-part model never consumers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4.3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28C4C9C7-ED63-4D31-B213-B561CA60E12B}"/>
              </a:ext>
            </a:extLst>
          </p:cNvPr>
          <p:cNvSpPr/>
          <p:nvPr/>
        </p:nvSpPr>
        <p:spPr>
          <a:xfrm>
            <a:off x="3279772" y="4484051"/>
            <a:ext cx="216024" cy="58066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68BA4-70B1-4312-B2CF-FA2FC4E1FD28}"/>
              </a:ext>
            </a:extLst>
          </p:cNvPr>
          <p:cNvSpPr txBox="1"/>
          <p:nvPr/>
        </p:nvSpPr>
        <p:spPr>
          <a:xfrm>
            <a:off x="3445564" y="4467695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yes</a:t>
            </a:r>
            <a:endParaRPr lang="nl-NL" i="1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305AE17-C2F2-42AB-AB64-E9DD5A4622E3}"/>
              </a:ext>
            </a:extLst>
          </p:cNvPr>
          <p:cNvSpPr/>
          <p:nvPr/>
        </p:nvSpPr>
        <p:spPr>
          <a:xfrm>
            <a:off x="5150235" y="2634339"/>
            <a:ext cx="201319" cy="2417638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B34E6C-F869-49F1-9928-D7F19944C772}"/>
              </a:ext>
            </a:extLst>
          </p:cNvPr>
          <p:cNvSpPr/>
          <p:nvPr/>
        </p:nvSpPr>
        <p:spPr>
          <a:xfrm>
            <a:off x="4645122" y="5154818"/>
            <a:ext cx="1709568" cy="138867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2-part model supplements only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5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826D92-E2AB-48F9-9885-6A583C09C69D}"/>
              </a:ext>
            </a:extLst>
          </p:cNvPr>
          <p:cNvSpPr/>
          <p:nvPr/>
        </p:nvSpPr>
        <p:spPr>
          <a:xfrm>
            <a:off x="8225126" y="5091043"/>
            <a:ext cx="1213748" cy="145244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3-part model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6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A314DB-A406-412F-98F4-9A66058F6779}"/>
              </a:ext>
            </a:extLst>
          </p:cNvPr>
          <p:cNvSpPr/>
          <p:nvPr/>
        </p:nvSpPr>
        <p:spPr>
          <a:xfrm>
            <a:off x="9583883" y="5099571"/>
            <a:ext cx="1359370" cy="144391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2">
                    <a:lumMod val="20000"/>
                    <a:lumOff val="80000"/>
                  </a:schemeClr>
                </a:solidFill>
              </a:rPr>
              <a:t>multi-part model</a:t>
            </a: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endParaRPr lang="en-US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1600">
                <a:solidFill>
                  <a:schemeClr val="tx2">
                    <a:lumMod val="20000"/>
                    <a:lumOff val="80000"/>
                  </a:schemeClr>
                </a:solidFill>
              </a:rPr>
              <a:t>chapter 7</a:t>
            </a:r>
            <a:endParaRPr lang="nl-NL" sz="16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A82348E-CC1A-4F5C-93B1-0F6DDDA51D22}"/>
              </a:ext>
            </a:extLst>
          </p:cNvPr>
          <p:cNvSpPr/>
          <p:nvPr/>
        </p:nvSpPr>
        <p:spPr>
          <a:xfrm>
            <a:off x="8502207" y="3091518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B60FC1C0-E582-40F2-A89D-C28F13E3E9DE}"/>
              </a:ext>
            </a:extLst>
          </p:cNvPr>
          <p:cNvSpPr/>
          <p:nvPr/>
        </p:nvSpPr>
        <p:spPr>
          <a:xfrm>
            <a:off x="10202171" y="3088748"/>
            <a:ext cx="201320" cy="192776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8A1DAD-A358-4D71-9C59-42298CBCB778}"/>
              </a:ext>
            </a:extLst>
          </p:cNvPr>
          <p:cNvSpPr txBox="1"/>
          <p:nvPr/>
        </p:nvSpPr>
        <p:spPr>
          <a:xfrm>
            <a:off x="10330128" y="3059781"/>
            <a:ext cx="540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no</a:t>
            </a:r>
            <a:endParaRPr lang="nl-NL" i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63885-8607-41EB-A102-8A977070D941}"/>
              </a:ext>
            </a:extLst>
          </p:cNvPr>
          <p:cNvSpPr txBox="1"/>
          <p:nvPr/>
        </p:nvSpPr>
        <p:spPr>
          <a:xfrm>
            <a:off x="8657274" y="3063184"/>
            <a:ext cx="60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yes</a:t>
            </a:r>
            <a:endParaRPr lang="nl-NL" i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F6A9F8-4198-4DFF-BCFF-9DAC2B48EDCB}"/>
              </a:ext>
            </a:extLst>
          </p:cNvPr>
          <p:cNvSpPr txBox="1"/>
          <p:nvPr/>
        </p:nvSpPr>
        <p:spPr>
          <a:xfrm rot="16200000">
            <a:off x="7765563" y="3779565"/>
            <a:ext cx="1336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preferred</a:t>
            </a:r>
            <a:endParaRPr lang="nl-NL" sz="160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F292A73F-A188-4EDC-82FA-52D9D43A6C7A}"/>
              </a:ext>
            </a:extLst>
          </p:cNvPr>
          <p:cNvSpPr/>
          <p:nvPr/>
        </p:nvSpPr>
        <p:spPr>
          <a:xfrm rot="19683585">
            <a:off x="9277429" y="3250707"/>
            <a:ext cx="201320" cy="1927761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CA119-F6AD-E9C2-1858-0528FD8D3EFD}"/>
              </a:ext>
            </a:extLst>
          </p:cNvPr>
          <p:cNvSpPr txBox="1"/>
          <p:nvPr/>
        </p:nvSpPr>
        <p:spPr>
          <a:xfrm>
            <a:off x="100438" y="6351490"/>
            <a:ext cx="255789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NL">
                <a:solidFill>
                  <a:srgbClr val="0070C0"/>
                </a:solidFill>
              </a:rPr>
              <a:t>f.spade </a:t>
            </a:r>
          </a:p>
        </p:txBody>
      </p:sp>
    </p:spTree>
    <p:extLst>
      <p:ext uri="{BB962C8B-B14F-4D97-AF65-F5344CB8AC3E}">
        <p14:creationId xmlns:p14="http://schemas.microsoft.com/office/powerpoint/2010/main" val="1514713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792" y="620687"/>
            <a:ext cx="9814194" cy="500983"/>
          </a:xfrm>
        </p:spPr>
        <p:txBody>
          <a:bodyPr>
            <a:normAutofit fontScale="90000"/>
          </a:bodyPr>
          <a:lstStyle/>
          <a:p>
            <a:r>
              <a:rPr lang="en-GB"/>
              <a:t>habitual intakes: main steps 1-part modelling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7</a:t>
            </a:fld>
            <a:endParaRPr lang="nl-NL"/>
          </a:p>
        </p:txBody>
      </p:sp>
      <p:pic>
        <p:nvPicPr>
          <p:cNvPr id="10" name="Picture 4" descr="proces_fi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43" y="1121672"/>
            <a:ext cx="5694132" cy="512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5"/>
              <p:cNvSpPr txBox="1">
                <a:spLocks noChangeArrowheads="1"/>
              </p:cNvSpPr>
              <p:nvPr/>
            </p:nvSpPr>
            <p:spPr bwMode="auto">
              <a:xfrm>
                <a:off x="7457368" y="1723771"/>
                <a:ext cx="3315565" cy="479131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1pPr>
                <a:lvl2pPr marL="800100" indent="-34290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AutoNum type="arabicPeriod"/>
                </a:pPr>
                <a:r>
                  <a:rPr lang="en-GB" b="1">
                    <a:solidFill>
                      <a:schemeClr val="tx2"/>
                    </a:solidFill>
                  </a:rPr>
                  <a:t>Transformation</a:t>
                </a:r>
                <a:br>
                  <a:rPr lang="en-GB">
                    <a:solidFill>
                      <a:schemeClr val="tx2"/>
                    </a:solidFill>
                  </a:rPr>
                </a:br>
                <a:r>
                  <a:rPr lang="en-GB">
                    <a:solidFill>
                      <a:schemeClr val="tx2"/>
                    </a:solidFill>
                  </a:rPr>
                  <a:t>of intakes to obtain a symmetric distribution</a:t>
                </a:r>
                <a:br>
                  <a:rPr lang="en-GB">
                    <a:solidFill>
                      <a:schemeClr val="tx2"/>
                    </a:solidFill>
                  </a:rPr>
                </a:br>
                <a:endParaRPr lang="en-GB">
                  <a:solidFill>
                    <a:schemeClr val="tx2"/>
                  </a:solidFill>
                </a:endParaRPr>
              </a:p>
              <a:p>
                <a:pPr>
                  <a:spcBef>
                    <a:spcPct val="50000"/>
                  </a:spcBef>
                  <a:buFontTx/>
                  <a:buAutoNum type="arabicPeriod"/>
                </a:pPr>
                <a:endParaRPr lang="en-GB">
                  <a:solidFill>
                    <a:schemeClr val="tx2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ct val="55000"/>
                  </a:spcBef>
                  <a:spcAft>
                    <a:spcPct val="10000"/>
                  </a:spcAft>
                  <a:buFontTx/>
                  <a:buAutoNum type="arabicPeriod"/>
                </a:pPr>
                <a:r>
                  <a:rPr lang="en-GB" b="1">
                    <a:solidFill>
                      <a:schemeClr val="tx2"/>
                    </a:solidFill>
                  </a:rPr>
                  <a:t>Modelling</a:t>
                </a:r>
                <a:r>
                  <a:rPr lang="en-GB">
                    <a:solidFill>
                      <a:schemeClr val="tx2"/>
                    </a:solidFill>
                  </a:rPr>
                  <a:t> </a:t>
                </a:r>
                <a:br>
                  <a:rPr lang="en-GB">
                    <a:solidFill>
                      <a:schemeClr val="tx2"/>
                    </a:solidFill>
                  </a:rPr>
                </a:br>
                <a:r>
                  <a:rPr lang="en-GB" sz="2000">
                    <a:solidFill>
                      <a:schemeClr val="accent1"/>
                    </a:solidFill>
                    <a:sym typeface="Symbol" pitchFamily="18" charset="2"/>
                  </a:rPr>
                  <a:t></a:t>
                </a:r>
                <a:r>
                  <a:rPr lang="en-GB" baseline="30000">
                    <a:solidFill>
                      <a:schemeClr val="accent1"/>
                    </a:solidFill>
                    <a:sym typeface="Symbol" pitchFamily="18" charset="2"/>
                  </a:rPr>
                  <a:t>2 </a:t>
                </a:r>
                <a:r>
                  <a:rPr lang="en-GB" baseline="30000">
                    <a:solidFill>
                      <a:schemeClr val="accent1"/>
                    </a:solidFill>
                    <a:sym typeface="Wingdings" pitchFamily="2" charset="2"/>
                  </a:rPr>
                  <a:t></a:t>
                </a:r>
                <a:r>
                  <a:rPr lang="en-GB" baseline="30000">
                    <a:solidFill>
                      <a:schemeClr val="accent1"/>
                    </a:solidFill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nl-NL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𝑏</m:t>
                        </m:r>
                      </m:sub>
                      <m:sup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GB" sz="2000" i="1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GB" sz="2000">
                    <a:solidFill>
                      <a:schemeClr val="accent1"/>
                    </a:solidFill>
                    <a:sym typeface="Symbol" pitchFamily="18" charset="2"/>
                  </a:rPr>
                  <a:t>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𝑤</m:t>
                        </m:r>
                      </m:sub>
                      <m:sup>
                        <m:r>
                          <a:rPr lang="en-GB" sz="2000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GB" baseline="-25000">
                    <a:solidFill>
                      <a:schemeClr val="tx2"/>
                    </a:solidFill>
                    <a:sym typeface="Symbol" pitchFamily="18" charset="2"/>
                  </a:rPr>
                </a:br>
                <a:r>
                  <a:rPr lang="en-GB" sz="1200">
                    <a:solidFill>
                      <a:schemeClr val="tx2"/>
                    </a:solidFill>
                    <a:sym typeface="Symbol" pitchFamily="18" charset="2"/>
                  </a:rPr>
                  <a:t>within &amp; between person variance</a:t>
                </a:r>
              </a:p>
              <a:p>
                <a:pPr>
                  <a:lnSpc>
                    <a:spcPct val="120000"/>
                  </a:lnSpc>
                  <a:spcBef>
                    <a:spcPct val="55000"/>
                  </a:spcBef>
                  <a:spcAft>
                    <a:spcPct val="10000"/>
                  </a:spcAft>
                  <a:buFontTx/>
                  <a:buAutoNum type="arabicPeriod"/>
                </a:pPr>
                <a:endParaRPr lang="en-GB" sz="1200" baseline="-25000">
                  <a:solidFill>
                    <a:schemeClr val="tx2"/>
                  </a:solidFill>
                  <a:sym typeface="Symbol" pitchFamily="18" charset="2"/>
                </a:endParaRPr>
              </a:p>
              <a:p>
                <a:pPr>
                  <a:spcBef>
                    <a:spcPct val="50000"/>
                  </a:spcBef>
                  <a:spcAft>
                    <a:spcPct val="5000"/>
                  </a:spcAft>
                  <a:buFontTx/>
                  <a:buAutoNum type="arabicPeriod"/>
                </a:pPr>
                <a:r>
                  <a:rPr lang="en-GB" b="1">
                    <a:solidFill>
                      <a:schemeClr val="tx2"/>
                    </a:solidFill>
                    <a:sym typeface="Symbol" pitchFamily="18" charset="2"/>
                  </a:rPr>
                  <a:t>Back-transformation </a:t>
                </a:r>
                <a:r>
                  <a:rPr lang="en-GB">
                    <a:solidFill>
                      <a:schemeClr val="tx2"/>
                    </a:solidFill>
                    <a:sym typeface="Symbol" pitchFamily="18" charset="2"/>
                  </a:rPr>
                  <a:t>to original scale</a:t>
                </a:r>
              </a:p>
              <a:p>
                <a:pPr>
                  <a:spcBef>
                    <a:spcPct val="50000"/>
                  </a:spcBef>
                  <a:spcAft>
                    <a:spcPct val="5000"/>
                  </a:spcAft>
                  <a:buFontTx/>
                  <a:buAutoNum type="arabicPeriod"/>
                </a:pPr>
                <a:endParaRPr lang="en-GB" sz="1600" i="1">
                  <a:solidFill>
                    <a:schemeClr val="tx2"/>
                  </a:solidFill>
                  <a:sym typeface="Symbol" pitchFamily="18" charset="2"/>
                </a:endParaRPr>
              </a:p>
              <a:p>
                <a:pPr marL="0" indent="0">
                  <a:spcBef>
                    <a:spcPct val="50000"/>
                  </a:spcBef>
                  <a:spcAft>
                    <a:spcPct val="5000"/>
                  </a:spcAft>
                </a:pPr>
                <a:endParaRPr lang="en-GB" sz="1600">
                  <a:solidFill>
                    <a:schemeClr val="tx2"/>
                  </a:solidFill>
                </a:endParaRPr>
              </a:p>
              <a:p>
                <a:pPr marL="0" indent="0">
                  <a:spcBef>
                    <a:spcPct val="50000"/>
                  </a:spcBef>
                  <a:spcAft>
                    <a:spcPct val="5000"/>
                  </a:spcAft>
                </a:pPr>
                <a:endParaRPr lang="en-GB" sz="1600" i="1">
                  <a:solidFill>
                    <a:schemeClr val="tx2"/>
                  </a:solidFill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1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7368" y="1723771"/>
                <a:ext cx="3315565" cy="4791312"/>
              </a:xfrm>
              <a:prstGeom prst="rect">
                <a:avLst/>
              </a:prstGeom>
              <a:blipFill>
                <a:blip r:embed="rId4"/>
                <a:stretch>
                  <a:fillRect l="-1471" t="-7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4465383" y="2636912"/>
            <a:ext cx="389297" cy="504056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4" name="Right Arrow 13"/>
          <p:cNvSpPr/>
          <p:nvPr/>
        </p:nvSpPr>
        <p:spPr>
          <a:xfrm rot="5400000">
            <a:off x="6807008" y="3448462"/>
            <a:ext cx="485473" cy="471137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3" name="Right Arrow 12"/>
          <p:cNvSpPr/>
          <p:nvPr/>
        </p:nvSpPr>
        <p:spPr>
          <a:xfrm rot="10800000">
            <a:off x="4465383" y="5164588"/>
            <a:ext cx="389296" cy="508726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4473097" y="2704274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  <a:endParaRPr lang="nl-NL"/>
          </a:p>
        </p:txBody>
      </p:sp>
      <p:sp>
        <p:nvSpPr>
          <p:cNvPr id="15" name="TextBox 14"/>
          <p:cNvSpPr txBox="1"/>
          <p:nvPr/>
        </p:nvSpPr>
        <p:spPr>
          <a:xfrm>
            <a:off x="6887725" y="3441293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  <a:endParaRPr lang="nl-NL"/>
          </a:p>
        </p:txBody>
      </p:sp>
      <p:sp>
        <p:nvSpPr>
          <p:cNvPr id="16" name="TextBox 15"/>
          <p:cNvSpPr txBox="1"/>
          <p:nvPr/>
        </p:nvSpPr>
        <p:spPr>
          <a:xfrm>
            <a:off x="4530643" y="5234285"/>
            <a:ext cx="3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358165-7C8C-42B6-975E-CA0D4A18338F}"/>
              </a:ext>
            </a:extLst>
          </p:cNvPr>
          <p:cNvSpPr/>
          <p:nvPr/>
        </p:nvSpPr>
        <p:spPr>
          <a:xfrm>
            <a:off x="7285313" y="1427472"/>
            <a:ext cx="4000003" cy="40705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FECC3-E48A-15B1-8010-F843D2FE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4C598-AC1F-4350-EF8C-2F4F7524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</p:spTree>
    <p:extLst>
      <p:ext uri="{BB962C8B-B14F-4D97-AF65-F5344CB8AC3E}">
        <p14:creationId xmlns:p14="http://schemas.microsoft.com/office/powerpoint/2010/main" val="63095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1-part model – </a:t>
            </a:r>
            <a:r>
              <a:rPr lang="nl-NL" sz="1800" i="1"/>
              <a:t>most basic model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668138" y="2118230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err="1"/>
              <a:t>f.spade</a:t>
            </a:r>
            <a:r>
              <a:rPr lang="nl-NL"/>
              <a:t>(</a:t>
            </a:r>
            <a:r>
              <a:rPr lang="nl-NL" err="1">
                <a:solidFill>
                  <a:schemeClr val="tx2"/>
                </a:solidFill>
              </a:rPr>
              <a:t>frml.ia</a:t>
            </a:r>
            <a:r>
              <a:rPr lang="nl-NL"/>
              <a:t>=ca ~ </a:t>
            </a:r>
            <a:r>
              <a:rPr lang="nl-NL" err="1"/>
              <a:t>fp</a:t>
            </a:r>
            <a:r>
              <a:rPr lang="nl-NL"/>
              <a:t>(</a:t>
            </a:r>
            <a:r>
              <a:rPr lang="nl-NL" err="1"/>
              <a:t>age</a:t>
            </a:r>
            <a:r>
              <a:rPr lang="nl-NL"/>
              <a:t>), </a:t>
            </a:r>
          </a:p>
          <a:p>
            <a:r>
              <a:rPr lang="nl-NL"/>
              <a:t>            </a:t>
            </a:r>
            <a:r>
              <a:rPr lang="nl-NL" err="1">
                <a:solidFill>
                  <a:schemeClr val="tx2"/>
                </a:solidFill>
              </a:rPr>
              <a:t>frml.if</a:t>
            </a:r>
            <a:r>
              <a:rPr lang="nl-NL"/>
              <a:t>="</a:t>
            </a:r>
            <a:r>
              <a:rPr lang="nl-NL" err="1"/>
              <a:t>no.if</a:t>
            </a:r>
            <a:r>
              <a:rPr lang="nl-NL"/>
              <a:t>", </a:t>
            </a:r>
          </a:p>
          <a:p>
            <a:r>
              <a:rPr lang="nl-NL"/>
              <a:t>            </a:t>
            </a:r>
            <a:r>
              <a:rPr lang="nl-NL">
                <a:solidFill>
                  <a:schemeClr val="tx2"/>
                </a:solidFill>
              </a:rPr>
              <a:t>data</a:t>
            </a:r>
            <a:r>
              <a:rPr lang="nl-NL"/>
              <a:t>=</a:t>
            </a:r>
            <a:r>
              <a:rPr lang="nl-NL" err="1"/>
              <a:t>DNFCSmanual</a:t>
            </a:r>
            <a:r>
              <a:rPr lang="nl-NL"/>
              <a:t>, </a:t>
            </a:r>
          </a:p>
          <a:p>
            <a:r>
              <a:rPr lang="nl-NL"/>
              <a:t>            </a:t>
            </a:r>
            <a:r>
              <a:rPr lang="nl-NL" err="1">
                <a:solidFill>
                  <a:schemeClr val="tx2"/>
                </a:solidFill>
              </a:rPr>
              <a:t>min.age</a:t>
            </a:r>
            <a:r>
              <a:rPr lang="nl-NL"/>
              <a:t>=1, </a:t>
            </a:r>
          </a:p>
          <a:p>
            <a:r>
              <a:rPr lang="nl-NL"/>
              <a:t>            </a:t>
            </a:r>
            <a:r>
              <a:rPr lang="nl-NL" err="1">
                <a:solidFill>
                  <a:schemeClr val="tx2"/>
                </a:solidFill>
              </a:rPr>
              <a:t>max.age</a:t>
            </a:r>
            <a:r>
              <a:rPr lang="nl-NL"/>
              <a:t>=79, </a:t>
            </a:r>
          </a:p>
          <a:p>
            <a:r>
              <a:rPr lang="nl-NL"/>
              <a:t>            </a:t>
            </a:r>
            <a:r>
              <a:rPr lang="nl-NL" err="1">
                <a:solidFill>
                  <a:schemeClr val="tx2"/>
                </a:solidFill>
              </a:rPr>
              <a:t>sex.label</a:t>
            </a:r>
            <a:r>
              <a:rPr lang="nl-NL"/>
              <a:t>="</a:t>
            </a:r>
            <a:r>
              <a:rPr lang="nl-NL" err="1"/>
              <a:t>female</a:t>
            </a:r>
            <a:r>
              <a:rPr lang="nl-NL"/>
              <a:t>",</a:t>
            </a:r>
          </a:p>
          <a:p>
            <a:r>
              <a:rPr lang="nl-NL"/>
              <a:t>	 </a:t>
            </a:r>
            <a:r>
              <a:rPr lang="nl-NL" err="1">
                <a:solidFill>
                  <a:schemeClr val="tx2"/>
                </a:solidFill>
              </a:rPr>
              <a:t>seed</a:t>
            </a:r>
            <a:r>
              <a:rPr lang="nl-NL"/>
              <a:t>=29062020,</a:t>
            </a:r>
          </a:p>
          <a:p>
            <a:r>
              <a:rPr lang="nl-NL"/>
              <a:t>	 spade</a:t>
            </a:r>
            <a:r>
              <a:rPr lang="nl-NL" err="1"/>
              <a:t>.output.path</a:t>
            </a:r>
            <a:r>
              <a:rPr lang="nl-NL"/>
              <a:t> = “0_SPADE_output”</a:t>
            </a:r>
          </a:p>
          <a:p>
            <a:r>
              <a:rPr lang="nl-NL"/>
              <a:t>	)</a:t>
            </a:r>
          </a:p>
          <a:p>
            <a:endParaRPr lang="nl-NL"/>
          </a:p>
        </p:txBody>
      </p:sp>
      <p:sp>
        <p:nvSpPr>
          <p:cNvPr id="3" name="TextBox 2"/>
          <p:cNvSpPr txBox="1"/>
          <p:nvPr/>
        </p:nvSpPr>
        <p:spPr>
          <a:xfrm>
            <a:off x="4363656" y="2119612"/>
            <a:ext cx="77318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/>
              <a:buChar char="ß"/>
            </a:pP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Nutrient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of interest &amp;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fractional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polynomial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function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of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age</a:t>
            </a:r>
            <a:endParaRPr lang="nl-NL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742950" lvl="1" indent="-285750">
              <a:buFont typeface="Wingdings"/>
              <a:buChar char="ß"/>
            </a:pP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No ‘intake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frequency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’</a:t>
            </a:r>
          </a:p>
          <a:p>
            <a:pPr marL="742950" lvl="1" indent="-285750">
              <a:buFont typeface="Wingdings"/>
              <a:buChar char="ß"/>
            </a:pP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Food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consumption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data</a:t>
            </a:r>
          </a:p>
          <a:p>
            <a:pPr marL="742950" lvl="1" indent="-285750">
              <a:buFont typeface="Wingdings"/>
              <a:buChar char="ß"/>
            </a:pP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Min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age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in model</a:t>
            </a:r>
          </a:p>
          <a:p>
            <a:pPr marL="742950" lvl="1" indent="-285750">
              <a:buFont typeface="Wingdings"/>
              <a:buChar char="ß"/>
            </a:pP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Max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age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in model</a:t>
            </a:r>
          </a:p>
          <a:p>
            <a:pPr marL="742950" lvl="1" indent="-285750">
              <a:buFont typeface="Wingdings"/>
              <a:buChar char="ß"/>
            </a:pP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Gender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for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which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habitual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intake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will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be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estimated</a:t>
            </a:r>
            <a:endParaRPr lang="nl-NL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742950" lvl="1" indent="-285750">
              <a:buFont typeface="Wingdings"/>
              <a:buChar char="ß"/>
            </a:pP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Seed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in order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to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be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able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to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reproduce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your</a:t>
            </a:r>
            <a:r>
              <a:rPr lang="nl-NL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nl-NL" err="1">
                <a:solidFill>
                  <a:srgbClr val="FF0000"/>
                </a:solidFill>
                <a:sym typeface="Wingdings" panose="05000000000000000000" pitchFamily="2" charset="2"/>
              </a:rPr>
              <a:t>results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6A813-5E21-4E49-9F49-8303D979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6BBDF7-9155-46B1-B4D6-792134864D48}"/>
              </a:ext>
            </a:extLst>
          </p:cNvPr>
          <p:cNvSpPr/>
          <p:nvPr/>
        </p:nvSpPr>
        <p:spPr>
          <a:xfrm>
            <a:off x="4722471" y="2000560"/>
            <a:ext cx="7280476" cy="21503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877B8-451B-18D2-B4FF-9106C2A8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4982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620688"/>
            <a:ext cx="8172450" cy="444500"/>
          </a:xfrm>
        </p:spPr>
        <p:txBody>
          <a:bodyPr>
            <a:normAutofit fontScale="90000"/>
          </a:bodyPr>
          <a:lstStyle/>
          <a:p>
            <a:r>
              <a:rPr lang="nl-NL">
                <a:solidFill>
                  <a:schemeClr val="bg1"/>
                </a:solidFill>
              </a:rPr>
              <a:t>1-part model – plots - 4</a:t>
            </a:r>
          </a:p>
        </p:txBody>
      </p:sp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7B75C7CD-71BF-49F1-B95A-084147DC6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01" y="660199"/>
            <a:ext cx="5809108" cy="580910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8" name="TextBox 7"/>
          <p:cNvSpPr txBox="1"/>
          <p:nvPr/>
        </p:nvSpPr>
        <p:spPr>
          <a:xfrm>
            <a:off x="6779568" y="1988839"/>
            <a:ext cx="38884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>
                <a:solidFill>
                  <a:srgbClr val="0070C0"/>
                </a:solidFill>
              </a:rPr>
              <a:t>The impact of the Box-Cox </a:t>
            </a:r>
            <a:r>
              <a:rPr lang="nl-NL" sz="1200" err="1">
                <a:solidFill>
                  <a:srgbClr val="0070C0"/>
                </a:solidFill>
              </a:rPr>
              <a:t>transformation</a:t>
            </a:r>
            <a:endParaRPr lang="nl-NL" sz="1200">
              <a:solidFill>
                <a:srgbClr val="0070C0"/>
              </a:solidFill>
            </a:endParaRPr>
          </a:p>
          <a:p>
            <a:endParaRPr lang="nl-NL" sz="1200">
              <a:solidFill>
                <a:srgbClr val="0070C0"/>
              </a:solidFill>
            </a:endParaRPr>
          </a:p>
          <a:p>
            <a:r>
              <a:rPr lang="nl-NL" sz="1200" err="1">
                <a:solidFill>
                  <a:srgbClr val="0070C0"/>
                </a:solidFill>
              </a:rPr>
              <a:t>Left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b="1" u="sng" err="1">
                <a:solidFill>
                  <a:srgbClr val="0070C0"/>
                </a:solidFill>
              </a:rPr>
              <a:t>before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transformation</a:t>
            </a:r>
            <a:endParaRPr lang="nl-NL" sz="1200">
              <a:solidFill>
                <a:srgbClr val="0070C0"/>
              </a:solidFill>
            </a:endParaRPr>
          </a:p>
          <a:p>
            <a:r>
              <a:rPr lang="nl-NL" sz="1200">
                <a:solidFill>
                  <a:srgbClr val="0070C0"/>
                </a:solidFill>
              </a:rPr>
              <a:t>Right </a:t>
            </a:r>
            <a:r>
              <a:rPr lang="nl-NL" sz="1200" b="1" u="sng" err="1">
                <a:solidFill>
                  <a:srgbClr val="0070C0"/>
                </a:solidFill>
              </a:rPr>
              <a:t>after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transformation</a:t>
            </a:r>
            <a:endParaRPr lang="nl-NL" sz="1200">
              <a:solidFill>
                <a:srgbClr val="0070C0"/>
              </a:solidFill>
            </a:endParaRPr>
          </a:p>
          <a:p>
            <a:endParaRPr lang="nl-NL" sz="1200">
              <a:solidFill>
                <a:srgbClr val="0070C0"/>
              </a:solidFill>
            </a:endParaRPr>
          </a:p>
          <a:p>
            <a:endParaRPr lang="nl-NL" sz="1200">
              <a:solidFill>
                <a:srgbClr val="0070C0"/>
              </a:solidFill>
            </a:endParaRPr>
          </a:p>
          <a:p>
            <a:r>
              <a:rPr lang="nl-NL" sz="1200" err="1">
                <a:solidFill>
                  <a:srgbClr val="0070C0"/>
                </a:solidFill>
              </a:rPr>
              <a:t>Transformed</a:t>
            </a:r>
            <a:r>
              <a:rPr lang="nl-NL" sz="1200">
                <a:solidFill>
                  <a:srgbClr val="0070C0"/>
                </a:solidFill>
              </a:rPr>
              <a:t> intakes are more or </a:t>
            </a:r>
            <a:r>
              <a:rPr lang="nl-NL" sz="1200" err="1">
                <a:solidFill>
                  <a:srgbClr val="0070C0"/>
                </a:solidFill>
              </a:rPr>
              <a:t>less</a:t>
            </a:r>
            <a:r>
              <a:rPr lang="nl-NL" sz="1200">
                <a:solidFill>
                  <a:srgbClr val="0070C0"/>
                </a:solidFill>
              </a:rPr>
              <a:t> </a:t>
            </a:r>
          </a:p>
          <a:p>
            <a:r>
              <a:rPr lang="nl-NL" sz="1200" err="1">
                <a:solidFill>
                  <a:srgbClr val="0070C0"/>
                </a:solidFill>
              </a:rPr>
              <a:t>normally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distributed</a:t>
            </a:r>
            <a:r>
              <a:rPr lang="nl-NL" sz="1200">
                <a:solidFill>
                  <a:srgbClr val="0070C0"/>
                </a:solidFill>
              </a:rPr>
              <a:t>:</a:t>
            </a:r>
          </a:p>
          <a:p>
            <a:endParaRPr lang="nl-NL" sz="1200">
              <a:solidFill>
                <a:srgbClr val="0070C0"/>
              </a:solidFill>
            </a:endParaRPr>
          </a:p>
          <a:p>
            <a:r>
              <a:rPr lang="nl-NL" sz="1200">
                <a:solidFill>
                  <a:srgbClr val="0070C0"/>
                </a:solidFill>
              </a:rPr>
              <a:t>QQ-plot straight line </a:t>
            </a:r>
            <a:r>
              <a:rPr lang="nl-NL" sz="1200" err="1">
                <a:solidFill>
                  <a:srgbClr val="0070C0"/>
                </a:solidFill>
              </a:rPr>
              <a:t>with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some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deviations</a:t>
            </a:r>
            <a:r>
              <a:rPr lang="nl-NL" sz="1200">
                <a:solidFill>
                  <a:srgbClr val="0070C0"/>
                </a:solidFill>
              </a:rPr>
              <a:t> at </a:t>
            </a:r>
            <a:r>
              <a:rPr lang="nl-NL" sz="1200" err="1">
                <a:solidFill>
                  <a:srgbClr val="0070C0"/>
                </a:solidFill>
              </a:rPr>
              <a:t>both</a:t>
            </a:r>
            <a:r>
              <a:rPr lang="nl-NL" sz="1200">
                <a:solidFill>
                  <a:srgbClr val="0070C0"/>
                </a:solidFill>
              </a:rPr>
              <a:t> </a:t>
            </a:r>
            <a:r>
              <a:rPr lang="nl-NL" sz="1200" err="1">
                <a:solidFill>
                  <a:srgbClr val="0070C0"/>
                </a:solidFill>
              </a:rPr>
              <a:t>ends</a:t>
            </a:r>
            <a:r>
              <a:rPr lang="nl-NL" sz="1200">
                <a:solidFill>
                  <a:srgbClr val="0070C0"/>
                </a:solidFill>
              </a:rPr>
              <a:t> (</a:t>
            </a:r>
            <a:r>
              <a:rPr lang="nl-NL" sz="1200" err="1">
                <a:solidFill>
                  <a:srgbClr val="0070C0"/>
                </a:solidFill>
              </a:rPr>
              <a:t>outliers</a:t>
            </a:r>
            <a:r>
              <a:rPr lang="nl-NL" sz="1200">
                <a:solidFill>
                  <a:srgbClr val="0070C0"/>
                </a:solidFill>
              </a:rPr>
              <a:t>?)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91D81-C168-4390-8056-D69140AE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76D337-4C5D-427B-B1D4-53DA6AA00FAF}"/>
              </a:ext>
            </a:extLst>
          </p:cNvPr>
          <p:cNvSpPr/>
          <p:nvPr/>
        </p:nvSpPr>
        <p:spPr>
          <a:xfrm>
            <a:off x="6553199" y="1469985"/>
            <a:ext cx="4546923" cy="336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4E1D3-B74F-0A78-86EA-21E2FFD9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</p:spTree>
    <p:extLst>
      <p:ext uri="{BB962C8B-B14F-4D97-AF65-F5344CB8AC3E}">
        <p14:creationId xmlns:p14="http://schemas.microsoft.com/office/powerpoint/2010/main" val="9755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9EC5-CFA8-4F86-93F7-C3D5BE226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options in SPADE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678A-A7BB-40D6-80CD-2F18C37A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BB3E6-882D-4E29-B65D-66654832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07C84-77B9-4954-B66E-F4525C9BE9D8}"/>
              </a:ext>
            </a:extLst>
          </p:cNvPr>
          <p:cNvSpPr txBox="1"/>
          <p:nvPr/>
        </p:nvSpPr>
        <p:spPr>
          <a:xfrm>
            <a:off x="7338349" y="3865947"/>
            <a:ext cx="444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&lt;- Age classes are requested</a:t>
            </a:r>
          </a:p>
          <a:p>
            <a:r>
              <a:rPr lang="en-US">
                <a:solidFill>
                  <a:srgbClr val="FF0000"/>
                </a:solidFill>
              </a:rPr>
              <a:t>&lt;- Specific percentiles are requested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481DA-5410-4054-A530-7EDCBFDC83D1}"/>
              </a:ext>
            </a:extLst>
          </p:cNvPr>
          <p:cNvSpPr/>
          <p:nvPr/>
        </p:nvSpPr>
        <p:spPr>
          <a:xfrm>
            <a:off x="7285313" y="3429001"/>
            <a:ext cx="4821806" cy="1247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B596FD-9DE4-4EA1-BB1D-A59C2D445AF3}"/>
              </a:ext>
            </a:extLst>
          </p:cNvPr>
          <p:cNvSpPr/>
          <p:nvPr/>
        </p:nvSpPr>
        <p:spPr>
          <a:xfrm>
            <a:off x="1157468" y="2257063"/>
            <a:ext cx="6354502" cy="47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02DC17A-2AF4-565A-4289-18C6F072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5183E2D-8F8A-96FB-7AF2-1F3744A2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F1D562-9A4E-979F-E0D9-80B88DDF8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97" y="2094563"/>
            <a:ext cx="9080265" cy="37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2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1052513"/>
            <a:ext cx="10923588" cy="948047"/>
          </a:xfrm>
        </p:spPr>
        <p:txBody>
          <a:bodyPr anchor="b">
            <a:normAutofit/>
          </a:bodyPr>
          <a:lstStyle/>
          <a:p>
            <a:r>
              <a:rPr lang="en-US"/>
              <a:t>Questions?</a:t>
            </a:r>
            <a:endParaRPr lang="nl-NL"/>
          </a:p>
        </p:txBody>
      </p:sp>
      <p:pic>
        <p:nvPicPr>
          <p:cNvPr id="5" name="Picture 2" descr="http://www.icommcorp.com/wp-content/uploads/2014/06/question-mar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80307" y="1844675"/>
            <a:ext cx="4281488" cy="428148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Content Placeholder 3" descr="Text&#10;&#10;Description automatically generated">
            <a:extLst>
              <a:ext uri="{FF2B5EF4-FFF2-40B4-BE49-F238E27FC236}">
                <a16:creationId xmlns:a16="http://schemas.microsoft.com/office/drawing/2014/main" id="{07D4AD5B-2998-4A18-9C2E-58BECFA738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58" y="1844675"/>
            <a:ext cx="4879186" cy="4281488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000" y="6543488"/>
            <a:ext cx="5003800" cy="26427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/>
              <a:t>Zero Hidden Hunger, July 8-9, 2025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C75A09C-0070-4008-A096-B7D05083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6221413"/>
            <a:ext cx="5003800" cy="322075"/>
          </a:xfrm>
        </p:spPr>
        <p:txBody>
          <a:bodyPr/>
          <a:lstStyle/>
          <a:p>
            <a:r>
              <a:rPr lang="nl-NL"/>
              <a:t>Day 2 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199" y="6221413"/>
            <a:ext cx="5005389" cy="32207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8FC21E99-CB6E-4E1C-8709-25BF64FEA530}" type="slidenum">
              <a:rPr lang="nl-NL" smtClean="0"/>
              <a:pPr>
                <a:spcAft>
                  <a:spcPts val="600"/>
                </a:spcAft>
              </a:pPr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8696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856" y="1025081"/>
            <a:ext cx="10923588" cy="948047"/>
          </a:xfrm>
        </p:spPr>
        <p:txBody>
          <a:bodyPr/>
          <a:lstStyle/>
          <a:p>
            <a:r>
              <a:rPr lang="en-US"/>
              <a:t>Programme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5856" y="6516056"/>
            <a:ext cx="5003800" cy="264272"/>
          </a:xfrm>
        </p:spPr>
        <p:txBody>
          <a:bodyPr/>
          <a:lstStyle/>
          <a:p>
            <a:r>
              <a:rPr lang="nl-NL"/>
              <a:t>Zero Hidden Hunger, July 8-9,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44055" y="6193981"/>
            <a:ext cx="5005389" cy="322075"/>
          </a:xfrm>
        </p:spPr>
        <p:txBody>
          <a:bodyPr/>
          <a:lstStyle/>
          <a:p>
            <a:fld id="{8FC21E99-CB6E-4E1C-8709-25BF64FEA530}" type="slidenum">
              <a:rPr lang="nl-NL" smtClean="0"/>
              <a:pPr/>
              <a:t>12</a:t>
            </a:fld>
            <a:endParaRPr lang="nl-NL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2E7F157E-EC3F-477F-974A-7FAA0B07D9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102" y="206625"/>
            <a:ext cx="1818400" cy="159474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1D355-3BED-83EC-0336-5C56B6B8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5856" y="6193981"/>
            <a:ext cx="5003800" cy="322075"/>
          </a:xfrm>
        </p:spPr>
        <p:txBody>
          <a:bodyPr/>
          <a:lstStyle/>
          <a:p>
            <a:r>
              <a:rPr lang="nl-NL"/>
              <a:t>Day 2 : introduction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2764A-06C1-B01E-7A77-88E345305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61243"/>
              </p:ext>
            </p:extLst>
          </p:nvPr>
        </p:nvGraphicFramePr>
        <p:xfrm>
          <a:off x="1737360" y="2316412"/>
          <a:ext cx="7254240" cy="3718628"/>
        </p:xfrm>
        <a:graphic>
          <a:graphicData uri="http://schemas.openxmlformats.org/drawingml/2006/table">
            <a:tbl>
              <a:tblPr firstRow="1" firstCol="1" bandRow="1"/>
              <a:tblGrid>
                <a:gridCol w="1280160">
                  <a:extLst>
                    <a:ext uri="{9D8B030D-6E8A-4147-A177-3AD203B41FA5}">
                      <a16:colId xmlns:a16="http://schemas.microsoft.com/office/drawing/2014/main" val="1803266768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14404656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979911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074189926"/>
                    </a:ext>
                  </a:extLst>
                </a:gridCol>
              </a:tblGrid>
              <a:tr h="186538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Wednesday July 9</a:t>
                      </a:r>
                      <a:r>
                        <a:rPr lang="en-US" sz="1400" b="1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007917"/>
                  </a:ext>
                </a:extLst>
              </a:tr>
              <a:tr h="9528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09:00-12:00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Short break around 10:45</a:t>
                      </a:r>
                      <a:endParaRPr lang="nl-N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Welcome back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SPADE for combined intake from    food and supplements</a:t>
                      </a:r>
                      <a:b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SPADE for subgroups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Marjolein de Jong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Jeroen Rodenburg</a:t>
                      </a:r>
                      <a:b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Marjolein de Jong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T.007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332043"/>
                  </a:ext>
                </a:extLst>
              </a:tr>
              <a:tr h="2035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12:00-13:00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Lunch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Canteen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787526"/>
                  </a:ext>
                </a:extLst>
              </a:tr>
              <a:tr h="22776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13:00-17:00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Short break around 15:00</a:t>
                      </a:r>
                      <a:endParaRPr lang="nl-NL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Bootstrap for confidence intervals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Split in two groups (participants can choose):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buFont typeface="+mj-lt"/>
                        <a:buAutoNum type="arabicPeriod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SPADE for non-daily intakes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Dietary assessment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Recap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Questions &amp; individual problems from the participants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Jeroen Rodenburg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b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Jeroen Rodenburg</a:t>
                      </a:r>
                      <a:b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Marga Ocké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Lisa Tostrams</a:t>
                      </a:r>
                      <a:b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Marjolein de Jong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T.007</a:t>
                      </a:r>
                      <a:b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b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T.019</a:t>
                      </a:r>
                      <a:b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T.007 (or vice versa)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T.007</a:t>
                      </a:r>
                      <a:endParaRPr lang="nl-NL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572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511624"/>
      </p:ext>
    </p:extLst>
  </p:cSld>
  <p:clrMapOvr>
    <a:masterClrMapping/>
  </p:clrMapOvr>
</p:sld>
</file>

<file path=ppt/theme/theme1.xml><?xml version="1.0" encoding="utf-8"?>
<a:theme xmlns:a="http://schemas.openxmlformats.org/drawingml/2006/main" name="Rijkshuisstijl Robijnroo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final versie_format ENG_docgen  -  Alleen-lezen" id="{66EA6C17-D777-40AE-8A7C-B6ACFD1E5139}" vid="{E3AF7736-6FA2-456B-8671-7F86E75B7F3E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51666F-CE4B-4632-89E3-2027242490A5}">
  <ds:schemaRefs>
    <ds:schemaRef ds:uri="0577e6a0-5f74-4659-a81a-c7bdc984432d"/>
    <ds:schemaRef ds:uri="f5c8fe0e-f8db-4fac-9fd3-e69469f9c90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6DE75F-E3B9-42E9-9166-F0AEFACD5926}">
  <ds:schemaRefs>
    <ds:schemaRef ds:uri="0577e6a0-5f74-4659-a81a-c7bdc984432d"/>
    <ds:schemaRef ds:uri="f5c8fe0e-f8db-4fac-9fd3-e69469f9c9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211A53D-87D9-4077-9122-DF008AB8B1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Widescreen</PresentationFormat>
  <Paragraphs>176</Paragraphs>
  <Slides>12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Symbol</vt:lpstr>
      <vt:lpstr>Verdana</vt:lpstr>
      <vt:lpstr>Wingdings</vt:lpstr>
      <vt:lpstr>Rijkshuisstijl Robijnrood</vt:lpstr>
      <vt:lpstr>SPADE course 2025 for Zero Hidden Hunger &amp; others </vt:lpstr>
      <vt:lpstr>Day 1</vt:lpstr>
      <vt:lpstr>Questions?</vt:lpstr>
      <vt:lpstr>Aim of the course!</vt:lpstr>
      <vt:lpstr>Summary: why habitual intake modelling?</vt:lpstr>
      <vt:lpstr>Model selection within SPADE</vt:lpstr>
      <vt:lpstr>habitual intakes: main steps 1-part modelling</vt:lpstr>
      <vt:lpstr>1-part model – most basic model</vt:lpstr>
      <vt:lpstr>1-part model – plots - 4</vt:lpstr>
      <vt:lpstr>Additional options in SPADE</vt:lpstr>
      <vt:lpstr>Questions?</vt:lpstr>
      <vt:lpstr>Programme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SPADE-course 2021 VLAG graduate school</dc:title>
  <dc:creator>Marga Ocke</dc:creator>
  <cp:lastModifiedBy>Lisa Tostrams</cp:lastModifiedBy>
  <cp:revision>1</cp:revision>
  <dcterms:created xsi:type="dcterms:W3CDTF">2021-10-07T19:43:05Z</dcterms:created>
  <dcterms:modified xsi:type="dcterms:W3CDTF">2025-07-14T09:47:29Z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