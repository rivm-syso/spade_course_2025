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4203" r:id="rId5"/>
  </p:sldMasterIdLst>
  <p:notesMasterIdLst>
    <p:notesMasterId r:id="rId56"/>
  </p:notesMasterIdLst>
  <p:handoutMasterIdLst>
    <p:handoutMasterId r:id="rId57"/>
  </p:handoutMasterIdLst>
  <p:sldIdLst>
    <p:sldId id="256" r:id="rId6"/>
    <p:sldId id="257" r:id="rId7"/>
    <p:sldId id="259" r:id="rId8"/>
    <p:sldId id="258" r:id="rId9"/>
    <p:sldId id="261" r:id="rId10"/>
    <p:sldId id="262" r:id="rId11"/>
    <p:sldId id="263" r:id="rId12"/>
    <p:sldId id="264" r:id="rId13"/>
    <p:sldId id="265" r:id="rId14"/>
    <p:sldId id="266" r:id="rId15"/>
    <p:sldId id="343" r:id="rId16"/>
    <p:sldId id="369" r:id="rId17"/>
    <p:sldId id="370" r:id="rId18"/>
    <p:sldId id="267" r:id="rId19"/>
    <p:sldId id="372" r:id="rId20"/>
    <p:sldId id="371" r:id="rId21"/>
    <p:sldId id="393" r:id="rId22"/>
    <p:sldId id="414" r:id="rId23"/>
    <p:sldId id="373" r:id="rId24"/>
    <p:sldId id="404" r:id="rId25"/>
    <p:sldId id="410" r:id="rId26"/>
    <p:sldId id="411" r:id="rId27"/>
    <p:sldId id="415" r:id="rId28"/>
    <p:sldId id="412" r:id="rId29"/>
    <p:sldId id="416" r:id="rId30"/>
    <p:sldId id="375" r:id="rId31"/>
    <p:sldId id="377" r:id="rId32"/>
    <p:sldId id="394" r:id="rId33"/>
    <p:sldId id="346" r:id="rId34"/>
    <p:sldId id="379" r:id="rId35"/>
    <p:sldId id="381" r:id="rId36"/>
    <p:sldId id="382" r:id="rId37"/>
    <p:sldId id="383" r:id="rId38"/>
    <p:sldId id="385" r:id="rId39"/>
    <p:sldId id="386" r:id="rId40"/>
    <p:sldId id="384" r:id="rId41"/>
    <p:sldId id="388" r:id="rId42"/>
    <p:sldId id="389" r:id="rId43"/>
    <p:sldId id="359" r:id="rId44"/>
    <p:sldId id="390" r:id="rId45"/>
    <p:sldId id="392" r:id="rId46"/>
    <p:sldId id="401" r:id="rId47"/>
    <p:sldId id="402" r:id="rId48"/>
    <p:sldId id="403" r:id="rId49"/>
    <p:sldId id="337" r:id="rId50"/>
    <p:sldId id="400" r:id="rId51"/>
    <p:sldId id="395" r:id="rId52"/>
    <p:sldId id="398" r:id="rId53"/>
    <p:sldId id="399" r:id="rId54"/>
    <p:sldId id="396" r:id="rId55"/>
  </p:sldIdLst>
  <p:sldSz cx="9144000" cy="6858000" type="screen4x3"/>
  <p:notesSz cx="6858000" cy="9144000"/>
  <p:custDataLst>
    <p:tags r:id="rId58"/>
  </p:custDataLst>
  <p:defaultTextStyle>
    <a:defPPr>
      <a:defRPr lang="nl-N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nold Dekkers" initials="AD" lastIdx="24" clrIdx="0">
    <p:extLst>
      <p:ext uri="{19B8F6BF-5375-455C-9EA6-DF929625EA0E}">
        <p15:presenceInfo xmlns:p15="http://schemas.microsoft.com/office/powerpoint/2012/main" userId="S::arnold.dekkers@rivm.nl::5a65280b-731d-465a-951a-ed960a7b3ffd" providerId="AD"/>
      </p:ext>
    </p:extLst>
  </p:cmAuthor>
  <p:cmAuthor id="2" name="Marga Ocke" initials="MO" lastIdx="12" clrIdx="1">
    <p:extLst>
      <p:ext uri="{19B8F6BF-5375-455C-9EA6-DF929625EA0E}">
        <p15:presenceInfo xmlns:p15="http://schemas.microsoft.com/office/powerpoint/2012/main" userId="S::marga.ocke@rivm.nl::f2de8de4-5cf6-4300-8143-dac5cae365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3DA6"/>
    <a:srgbClr val="0D709F"/>
    <a:srgbClr val="FFFFFF"/>
    <a:srgbClr val="0070C0"/>
    <a:srgbClr val="CA005D"/>
    <a:srgbClr val="0099FF"/>
    <a:srgbClr val="E36C0A"/>
    <a:srgbClr val="FF99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B4CB1-0F49-4270-A286-18960E571829}" v="6" dt="2025-07-09T09:30:42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8" autoAdjust="0"/>
    <p:restoredTop sz="94615" autoAdjust="0"/>
  </p:normalViewPr>
  <p:slideViewPr>
    <p:cSldViewPr>
      <p:cViewPr varScale="1">
        <p:scale>
          <a:sx n="75" d="100"/>
          <a:sy n="75" d="100"/>
        </p:scale>
        <p:origin x="-360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-426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ags" Target="tags/tag1.xml"/><Relationship Id="rId5" Type="http://schemas.openxmlformats.org/officeDocument/2006/relationships/slideMaster" Target="slideMasters/slideMaster2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64" Type="http://schemas.microsoft.com/office/2016/11/relationships/changesInfo" Target="changesInfos/changesInfo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Tostrams" userId="1844f577-b33c-4472-85a2-51b1143ab864" providerId="ADAL" clId="{BD7A7C74-6AEC-427D-A4EA-5C7F2CB154BE}"/>
    <pc:docChg chg="undo custSel modSld">
      <pc:chgData name="Lisa Tostrams" userId="1844f577-b33c-4472-85a2-51b1143ab864" providerId="ADAL" clId="{BD7A7C74-6AEC-427D-A4EA-5C7F2CB154BE}" dt="2025-07-07T15:38:54.744" v="1" actId="1076"/>
      <pc:docMkLst>
        <pc:docMk/>
      </pc:docMkLst>
      <pc:sldChg chg="modSp mod">
        <pc:chgData name="Lisa Tostrams" userId="1844f577-b33c-4472-85a2-51b1143ab864" providerId="ADAL" clId="{BD7A7C74-6AEC-427D-A4EA-5C7F2CB154BE}" dt="2025-07-07T15:38:54.744" v="1" actId="1076"/>
        <pc:sldMkLst>
          <pc:docMk/>
          <pc:sldMk cId="3152569674" sldId="371"/>
        </pc:sldMkLst>
        <pc:spChg chg="mod">
          <ac:chgData name="Lisa Tostrams" userId="1844f577-b33c-4472-85a2-51b1143ab864" providerId="ADAL" clId="{BD7A7C74-6AEC-427D-A4EA-5C7F2CB154BE}" dt="2025-07-07T15:38:54.744" v="1" actId="1076"/>
          <ac:spMkLst>
            <pc:docMk/>
            <pc:sldMk cId="3152569674" sldId="371"/>
            <ac:spMk id="9" creationId="{9D0A4AF8-E941-25A9-52FA-199D0CCAEE3A}"/>
          </ac:spMkLst>
        </pc:spChg>
      </pc:sldChg>
    </pc:docChg>
  </pc:docChgLst>
  <pc:docChgLst>
    <pc:chgData name="Jeroen Rodenburg" userId="36afe4a3-a6a4-4251-8e46-e83f049ed970" providerId="ADAL" clId="{80541EAD-BACD-453B-B4E3-7A0482646AA8}"/>
    <pc:docChg chg="undo custSel addSld delSld modSld sldOrd">
      <pc:chgData name="Jeroen Rodenburg" userId="36afe4a3-a6a4-4251-8e46-e83f049ed970" providerId="ADAL" clId="{80541EAD-BACD-453B-B4E3-7A0482646AA8}" dt="2025-07-07T16:23:23.460" v="13665"/>
      <pc:docMkLst>
        <pc:docMk/>
      </pc:docMkLst>
      <pc:sldChg chg="modSp mod">
        <pc:chgData name="Jeroen Rodenburg" userId="36afe4a3-a6a4-4251-8e46-e83f049ed970" providerId="ADAL" clId="{80541EAD-BACD-453B-B4E3-7A0482646AA8}" dt="2025-07-01T13:27:21.931" v="123" actId="20577"/>
        <pc:sldMkLst>
          <pc:docMk/>
          <pc:sldMk cId="953533648" sldId="256"/>
        </pc:sldMkLst>
        <pc:spChg chg="mod">
          <ac:chgData name="Jeroen Rodenburg" userId="36afe4a3-a6a4-4251-8e46-e83f049ed970" providerId="ADAL" clId="{80541EAD-BACD-453B-B4E3-7A0482646AA8}" dt="2025-07-01T13:27:02.259" v="72" actId="20577"/>
          <ac:spMkLst>
            <pc:docMk/>
            <pc:sldMk cId="953533648" sldId="256"/>
            <ac:spMk id="2" creationId="{00000000-0000-0000-0000-000000000000}"/>
          </ac:spMkLst>
        </pc:spChg>
        <pc:spChg chg="mod">
          <ac:chgData name="Jeroen Rodenburg" userId="36afe4a3-a6a4-4251-8e46-e83f049ed970" providerId="ADAL" clId="{80541EAD-BACD-453B-B4E3-7A0482646AA8}" dt="2025-07-01T13:27:21.931" v="123" actId="20577"/>
          <ac:spMkLst>
            <pc:docMk/>
            <pc:sldMk cId="953533648" sldId="256"/>
            <ac:spMk id="3" creationId="{00000000-0000-0000-0000-000000000000}"/>
          </ac:spMkLst>
        </pc:spChg>
      </pc:sldChg>
      <pc:sldChg chg="delSp modSp new mod">
        <pc:chgData name="Jeroen Rodenburg" userId="36afe4a3-a6a4-4251-8e46-e83f049ed970" providerId="ADAL" clId="{80541EAD-BACD-453B-B4E3-7A0482646AA8}" dt="2025-07-01T14:16:10.305" v="1159" actId="113"/>
        <pc:sldMkLst>
          <pc:docMk/>
          <pc:sldMk cId="691479179" sldId="257"/>
        </pc:sldMkLst>
        <pc:spChg chg="mod">
          <ac:chgData name="Jeroen Rodenburg" userId="36afe4a3-a6a4-4251-8e46-e83f049ed970" providerId="ADAL" clId="{80541EAD-BACD-453B-B4E3-7A0482646AA8}" dt="2025-07-01T14:16:10.305" v="1159" actId="113"/>
          <ac:spMkLst>
            <pc:docMk/>
            <pc:sldMk cId="691479179" sldId="257"/>
            <ac:spMk id="2" creationId="{B56F9FA8-1EE1-C9DE-504A-1CA67CA02438}"/>
          </ac:spMkLst>
        </pc:spChg>
      </pc:sldChg>
      <pc:sldChg chg="addSp delSp modSp new mod">
        <pc:chgData name="Jeroen Rodenburg" userId="36afe4a3-a6a4-4251-8e46-e83f049ed970" providerId="ADAL" clId="{80541EAD-BACD-453B-B4E3-7A0482646AA8}" dt="2025-07-01T13:43:52.745" v="274" actId="1076"/>
        <pc:sldMkLst>
          <pc:docMk/>
          <pc:sldMk cId="1980614380" sldId="258"/>
        </pc:sldMkLst>
        <pc:picChg chg="add mod">
          <ac:chgData name="Jeroen Rodenburg" userId="36afe4a3-a6a4-4251-8e46-e83f049ed970" providerId="ADAL" clId="{80541EAD-BACD-453B-B4E3-7A0482646AA8}" dt="2025-07-01T13:43:52.745" v="274" actId="1076"/>
          <ac:picMkLst>
            <pc:docMk/>
            <pc:sldMk cId="1980614380" sldId="258"/>
            <ac:picMk id="12" creationId="{5D295721-6946-0BAE-5035-91746CD2E778}"/>
          </ac:picMkLst>
        </pc:picChg>
      </pc:sldChg>
      <pc:sldChg chg="modSp add mod">
        <pc:chgData name="Jeroen Rodenburg" userId="36afe4a3-a6a4-4251-8e46-e83f049ed970" providerId="ADAL" clId="{80541EAD-BACD-453B-B4E3-7A0482646AA8}" dt="2025-07-01T14:16:07.912" v="1158" actId="113"/>
        <pc:sldMkLst>
          <pc:docMk/>
          <pc:sldMk cId="374535487" sldId="259"/>
        </pc:sldMkLst>
        <pc:spChg chg="mod">
          <ac:chgData name="Jeroen Rodenburg" userId="36afe4a3-a6a4-4251-8e46-e83f049ed970" providerId="ADAL" clId="{80541EAD-BACD-453B-B4E3-7A0482646AA8}" dt="2025-07-01T14:16:07.912" v="1158" actId="113"/>
          <ac:spMkLst>
            <pc:docMk/>
            <pc:sldMk cId="374535487" sldId="259"/>
            <ac:spMk id="2" creationId="{B56F9FA8-1EE1-C9DE-504A-1CA67CA02438}"/>
          </ac:spMkLst>
        </pc:spChg>
      </pc:sldChg>
      <pc:sldChg chg="delSp modSp add del mod">
        <pc:chgData name="Jeroen Rodenburg" userId="36afe4a3-a6a4-4251-8e46-e83f049ed970" providerId="ADAL" clId="{80541EAD-BACD-453B-B4E3-7A0482646AA8}" dt="2025-07-01T13:50:46.207" v="452" actId="47"/>
        <pc:sldMkLst>
          <pc:docMk/>
          <pc:sldMk cId="3417644208" sldId="260"/>
        </pc:sldMkLst>
      </pc:sldChg>
      <pc:sldChg chg="addSp modSp add mod modTransition modAnim">
        <pc:chgData name="Jeroen Rodenburg" userId="36afe4a3-a6a4-4251-8e46-e83f049ed970" providerId="ADAL" clId="{80541EAD-BACD-453B-B4E3-7A0482646AA8}" dt="2025-07-01T14:12:45.444" v="1071" actId="1076"/>
        <pc:sldMkLst>
          <pc:docMk/>
          <pc:sldMk cId="649542516" sldId="261"/>
        </pc:sldMkLst>
        <pc:spChg chg="add mod">
          <ac:chgData name="Jeroen Rodenburg" userId="36afe4a3-a6a4-4251-8e46-e83f049ed970" providerId="ADAL" clId="{80541EAD-BACD-453B-B4E3-7A0482646AA8}" dt="2025-07-01T13:44:37.810" v="282" actId="208"/>
          <ac:spMkLst>
            <pc:docMk/>
            <pc:sldMk cId="649542516" sldId="261"/>
            <ac:spMk id="2" creationId="{86A18265-36A0-0EB8-98FF-4030D73E3E6A}"/>
          </ac:spMkLst>
        </pc:spChg>
        <pc:spChg chg="add mod">
          <ac:chgData name="Jeroen Rodenburg" userId="36afe4a3-a6a4-4251-8e46-e83f049ed970" providerId="ADAL" clId="{80541EAD-BACD-453B-B4E3-7A0482646AA8}" dt="2025-07-01T14:12:45.444" v="1071" actId="1076"/>
          <ac:spMkLst>
            <pc:docMk/>
            <pc:sldMk cId="649542516" sldId="261"/>
            <ac:spMk id="6" creationId="{6CB58659-686D-CFA7-208F-1754E5EA0F97}"/>
          </ac:spMkLst>
        </pc:spChg>
        <pc:picChg chg="mod">
          <ac:chgData name="Jeroen Rodenburg" userId="36afe4a3-a6a4-4251-8e46-e83f049ed970" providerId="ADAL" clId="{80541EAD-BACD-453B-B4E3-7A0482646AA8}" dt="2025-07-01T13:44:07.977" v="278" actId="1076"/>
          <ac:picMkLst>
            <pc:docMk/>
            <pc:sldMk cId="649542516" sldId="261"/>
            <ac:picMk id="12" creationId="{5D295721-6946-0BAE-5035-91746CD2E778}"/>
          </ac:picMkLst>
        </pc:picChg>
      </pc:sldChg>
      <pc:sldChg chg="modSp add mod modAnim">
        <pc:chgData name="Jeroen Rodenburg" userId="36afe4a3-a6a4-4251-8e46-e83f049ed970" providerId="ADAL" clId="{80541EAD-BACD-453B-B4E3-7A0482646AA8}" dt="2025-07-01T14:13:07.908" v="1102" actId="20577"/>
        <pc:sldMkLst>
          <pc:docMk/>
          <pc:sldMk cId="270936369" sldId="262"/>
        </pc:sldMkLst>
        <pc:spChg chg="mod">
          <ac:chgData name="Jeroen Rodenburg" userId="36afe4a3-a6a4-4251-8e46-e83f049ed970" providerId="ADAL" clId="{80541EAD-BACD-453B-B4E3-7A0482646AA8}" dt="2025-07-01T13:48:34.013" v="375" actId="1076"/>
          <ac:spMkLst>
            <pc:docMk/>
            <pc:sldMk cId="270936369" sldId="262"/>
            <ac:spMk id="2" creationId="{86A18265-36A0-0EB8-98FF-4030D73E3E6A}"/>
          </ac:spMkLst>
        </pc:spChg>
        <pc:spChg chg="mod">
          <ac:chgData name="Jeroen Rodenburg" userId="36afe4a3-a6a4-4251-8e46-e83f049ed970" providerId="ADAL" clId="{80541EAD-BACD-453B-B4E3-7A0482646AA8}" dt="2025-07-01T14:13:07.908" v="1102" actId="20577"/>
          <ac:spMkLst>
            <pc:docMk/>
            <pc:sldMk cId="270936369" sldId="262"/>
            <ac:spMk id="6" creationId="{6CB58659-686D-CFA7-208F-1754E5EA0F97}"/>
          </ac:spMkLst>
        </pc:spChg>
      </pc:sldChg>
      <pc:sldChg chg="addSp delSp modSp add mod delAnim modAnim">
        <pc:chgData name="Jeroen Rodenburg" userId="36afe4a3-a6a4-4251-8e46-e83f049ed970" providerId="ADAL" clId="{80541EAD-BACD-453B-B4E3-7A0482646AA8}" dt="2025-07-03T12:03:51.316" v="2006" actId="20577"/>
        <pc:sldMkLst>
          <pc:docMk/>
          <pc:sldMk cId="2208347060" sldId="263"/>
        </pc:sldMkLst>
        <pc:spChg chg="add mod">
          <ac:chgData name="Jeroen Rodenburg" userId="36afe4a3-a6a4-4251-8e46-e83f049ed970" providerId="ADAL" clId="{80541EAD-BACD-453B-B4E3-7A0482646AA8}" dt="2025-07-01T14:00:15.937" v="772" actId="14100"/>
          <ac:spMkLst>
            <pc:docMk/>
            <pc:sldMk cId="2208347060" sldId="263"/>
            <ac:spMk id="7" creationId="{34B2DAF0-CDD6-99FA-9FBB-52B791D6A918}"/>
          </ac:spMkLst>
        </pc:spChg>
        <pc:spChg chg="add mod">
          <ac:chgData name="Jeroen Rodenburg" userId="36afe4a3-a6a4-4251-8e46-e83f049ed970" providerId="ADAL" clId="{80541EAD-BACD-453B-B4E3-7A0482646AA8}" dt="2025-07-03T12:03:51.316" v="2006" actId="20577"/>
          <ac:spMkLst>
            <pc:docMk/>
            <pc:sldMk cId="2208347060" sldId="263"/>
            <ac:spMk id="8" creationId="{3E01EEE2-00AC-DAD0-9D78-1F59E6E96A1D}"/>
          </ac:spMkLst>
        </pc:spChg>
        <pc:picChg chg="add del mod">
          <ac:chgData name="Jeroen Rodenburg" userId="36afe4a3-a6a4-4251-8e46-e83f049ed970" providerId="ADAL" clId="{80541EAD-BACD-453B-B4E3-7A0482646AA8}" dt="2025-07-01T13:57:43.103" v="644" actId="1076"/>
          <ac:picMkLst>
            <pc:docMk/>
            <pc:sldMk cId="2208347060" sldId="263"/>
            <ac:picMk id="12" creationId="{5D295721-6946-0BAE-5035-91746CD2E778}"/>
          </ac:picMkLst>
        </pc:picChg>
      </pc:sldChg>
      <pc:sldChg chg="addSp delSp modSp add mod modAnim">
        <pc:chgData name="Jeroen Rodenburg" userId="36afe4a3-a6a4-4251-8e46-e83f049ed970" providerId="ADAL" clId="{80541EAD-BACD-453B-B4E3-7A0482646AA8}" dt="2025-07-01T14:14:03.700" v="1141" actId="1036"/>
        <pc:sldMkLst>
          <pc:docMk/>
          <pc:sldMk cId="3470806614" sldId="264"/>
        </pc:sldMkLst>
        <pc:spChg chg="add mod">
          <ac:chgData name="Jeroen Rodenburg" userId="36afe4a3-a6a4-4251-8e46-e83f049ed970" providerId="ADAL" clId="{80541EAD-BACD-453B-B4E3-7A0482646AA8}" dt="2025-07-01T13:59:57.345" v="767" actId="1076"/>
          <ac:spMkLst>
            <pc:docMk/>
            <pc:sldMk cId="3470806614" sldId="264"/>
            <ac:spMk id="7" creationId="{86A18265-36A0-0EB8-98FF-4030D73E3E6A}"/>
          </ac:spMkLst>
        </pc:spChg>
        <pc:spChg chg="add mod">
          <ac:chgData name="Jeroen Rodenburg" userId="36afe4a3-a6a4-4251-8e46-e83f049ed970" providerId="ADAL" clId="{80541EAD-BACD-453B-B4E3-7A0482646AA8}" dt="2025-07-01T14:14:03.700" v="1141" actId="1036"/>
          <ac:spMkLst>
            <pc:docMk/>
            <pc:sldMk cId="3470806614" sldId="264"/>
            <ac:spMk id="8" creationId="{6CB58659-686D-CFA7-208F-1754E5EA0F97}"/>
          </ac:spMkLst>
        </pc:spChg>
        <pc:picChg chg="mod">
          <ac:chgData name="Jeroen Rodenburg" userId="36afe4a3-a6a4-4251-8e46-e83f049ed970" providerId="ADAL" clId="{80541EAD-BACD-453B-B4E3-7A0482646AA8}" dt="2025-07-01T13:59:44.806" v="766" actId="1076"/>
          <ac:picMkLst>
            <pc:docMk/>
            <pc:sldMk cId="3470806614" sldId="264"/>
            <ac:picMk id="12" creationId="{5D295721-6946-0BAE-5035-91746CD2E778}"/>
          </ac:picMkLst>
        </pc:picChg>
      </pc:sldChg>
      <pc:sldChg chg="addSp delSp modSp add mod delAnim modAnim">
        <pc:chgData name="Jeroen Rodenburg" userId="36afe4a3-a6a4-4251-8e46-e83f049ed970" providerId="ADAL" clId="{80541EAD-BACD-453B-B4E3-7A0482646AA8}" dt="2025-07-01T14:11:42.618" v="1018" actId="1076"/>
        <pc:sldMkLst>
          <pc:docMk/>
          <pc:sldMk cId="3871285963" sldId="265"/>
        </pc:sldMkLst>
        <pc:spChg chg="add mod">
          <ac:chgData name="Jeroen Rodenburg" userId="36afe4a3-a6a4-4251-8e46-e83f049ed970" providerId="ADAL" clId="{80541EAD-BACD-453B-B4E3-7A0482646AA8}" dt="2025-07-01T14:11:42.618" v="1018" actId="1076"/>
          <ac:spMkLst>
            <pc:docMk/>
            <pc:sldMk cId="3871285963" sldId="265"/>
            <ac:spMk id="2" creationId="{46F17AC2-AEEB-EE0E-1CA8-30766E3A9782}"/>
          </ac:spMkLst>
        </pc:spChg>
        <pc:picChg chg="mod">
          <ac:chgData name="Jeroen Rodenburg" userId="36afe4a3-a6a4-4251-8e46-e83f049ed970" providerId="ADAL" clId="{80541EAD-BACD-453B-B4E3-7A0482646AA8}" dt="2025-07-01T14:03:50.307" v="983" actId="1076"/>
          <ac:picMkLst>
            <pc:docMk/>
            <pc:sldMk cId="3871285963" sldId="265"/>
            <ac:picMk id="12" creationId="{5D295721-6946-0BAE-5035-91746CD2E778}"/>
          </ac:picMkLst>
        </pc:picChg>
      </pc:sldChg>
      <pc:sldChg chg="addSp modSp add mod ord modAnim">
        <pc:chgData name="Jeroen Rodenburg" userId="36afe4a3-a6a4-4251-8e46-e83f049ed970" providerId="ADAL" clId="{80541EAD-BACD-453B-B4E3-7A0482646AA8}" dt="2025-07-03T12:05:45.092" v="2008"/>
        <pc:sldMkLst>
          <pc:docMk/>
          <pc:sldMk cId="728483014" sldId="266"/>
        </pc:sldMkLst>
        <pc:spChg chg="add mod">
          <ac:chgData name="Jeroen Rodenburg" userId="36afe4a3-a6a4-4251-8e46-e83f049ed970" providerId="ADAL" clId="{80541EAD-BACD-453B-B4E3-7A0482646AA8}" dt="2025-07-01T14:12:10.419" v="1043" actId="1076"/>
          <ac:spMkLst>
            <pc:docMk/>
            <pc:sldMk cId="728483014" sldId="266"/>
            <ac:spMk id="2" creationId="{7DC3A39D-4549-729B-340E-2A9C4098E8FD}"/>
          </ac:spMkLst>
        </pc:spChg>
        <pc:picChg chg="mod">
          <ac:chgData name="Jeroen Rodenburg" userId="36afe4a3-a6a4-4251-8e46-e83f049ed970" providerId="ADAL" clId="{80541EAD-BACD-453B-B4E3-7A0482646AA8}" dt="2025-07-01T14:05:25.382" v="987" actId="1076"/>
          <ac:picMkLst>
            <pc:docMk/>
            <pc:sldMk cId="728483014" sldId="266"/>
            <ac:picMk id="12" creationId="{5D295721-6946-0BAE-5035-91746CD2E778}"/>
          </ac:picMkLst>
        </pc:picChg>
      </pc:sldChg>
      <pc:sldChg chg="modSp add mod">
        <pc:chgData name="Jeroen Rodenburg" userId="36afe4a3-a6a4-4251-8e46-e83f049ed970" providerId="ADAL" clId="{80541EAD-BACD-453B-B4E3-7A0482646AA8}" dt="2025-07-01T14:16:01.400" v="1157" actId="113"/>
        <pc:sldMkLst>
          <pc:docMk/>
          <pc:sldMk cId="3365519828" sldId="267"/>
        </pc:sldMkLst>
        <pc:spChg chg="mod">
          <ac:chgData name="Jeroen Rodenburg" userId="36afe4a3-a6a4-4251-8e46-e83f049ed970" providerId="ADAL" clId="{80541EAD-BACD-453B-B4E3-7A0482646AA8}" dt="2025-07-01T14:16:01.400" v="1157" actId="113"/>
          <ac:spMkLst>
            <pc:docMk/>
            <pc:sldMk cId="3365519828" sldId="267"/>
            <ac:spMk id="2" creationId="{B56F9FA8-1EE1-C9DE-504A-1CA67CA02438}"/>
          </ac:spMkLst>
        </pc:spChg>
      </pc:sldChg>
      <pc:sldChg chg="add del">
        <pc:chgData name="Jeroen Rodenburg" userId="36afe4a3-a6a4-4251-8e46-e83f049ed970" providerId="ADAL" clId="{80541EAD-BACD-453B-B4E3-7A0482646AA8}" dt="2025-07-01T14:10:48.300" v="992"/>
        <pc:sldMkLst>
          <pc:docMk/>
          <pc:sldMk cId="3165040067" sldId="268"/>
        </pc:sldMkLst>
      </pc:sldChg>
      <pc:sldChg chg="modSp add del mod">
        <pc:chgData name="Jeroen Rodenburg" userId="36afe4a3-a6a4-4251-8e46-e83f049ed970" providerId="ADAL" clId="{80541EAD-BACD-453B-B4E3-7A0482646AA8}" dt="2025-07-03T13:56:33.023" v="6328" actId="47"/>
        <pc:sldMkLst>
          <pc:docMk/>
          <pc:sldMk cId="3370492052" sldId="336"/>
        </pc:sldMkLst>
      </pc:sldChg>
      <pc:sldChg chg="addSp delSp modSp add mod">
        <pc:chgData name="Jeroen Rodenburg" userId="36afe4a3-a6a4-4251-8e46-e83f049ed970" providerId="ADAL" clId="{80541EAD-BACD-453B-B4E3-7A0482646AA8}" dt="2025-07-04T14:39:03.076" v="11866" actId="478"/>
        <pc:sldMkLst>
          <pc:docMk/>
          <pc:sldMk cId="81615332" sldId="337"/>
        </pc:sldMkLst>
        <pc:spChg chg="add mod">
          <ac:chgData name="Jeroen Rodenburg" userId="36afe4a3-a6a4-4251-8e46-e83f049ed970" providerId="ADAL" clId="{80541EAD-BACD-453B-B4E3-7A0482646AA8}" dt="2025-07-03T16:16:10.104" v="9339" actId="1076"/>
          <ac:spMkLst>
            <pc:docMk/>
            <pc:sldMk cId="81615332" sldId="337"/>
            <ac:spMk id="11" creationId="{D2559603-765E-8655-ABF8-D5157E02F1C1}"/>
          </ac:spMkLst>
        </pc:spChg>
        <pc:picChg chg="add mod">
          <ac:chgData name="Jeroen Rodenburg" userId="36afe4a3-a6a4-4251-8e46-e83f049ed970" providerId="ADAL" clId="{80541EAD-BACD-453B-B4E3-7A0482646AA8}" dt="2025-07-04T07:57:19.560" v="9418" actId="1038"/>
          <ac:picMkLst>
            <pc:docMk/>
            <pc:sldMk cId="81615332" sldId="337"/>
            <ac:picMk id="8" creationId="{070CD78D-1FC2-368D-B566-015BA1710573}"/>
          </ac:picMkLst>
        </pc:picChg>
      </pc:sldChg>
      <pc:sldChg chg="modSp add del mod">
        <pc:chgData name="Jeroen Rodenburg" userId="36afe4a3-a6a4-4251-8e46-e83f049ed970" providerId="ADAL" clId="{80541EAD-BACD-453B-B4E3-7A0482646AA8}" dt="2025-07-03T16:02:03.558" v="9102" actId="47"/>
        <pc:sldMkLst>
          <pc:docMk/>
          <pc:sldMk cId="3604309511" sldId="338"/>
        </pc:sldMkLst>
      </pc:sldChg>
      <pc:sldChg chg="modSp add del mod">
        <pc:chgData name="Jeroen Rodenburg" userId="36afe4a3-a6a4-4251-8e46-e83f049ed970" providerId="ADAL" clId="{80541EAD-BACD-453B-B4E3-7A0482646AA8}" dt="2025-07-04T07:57:42.628" v="9420" actId="47"/>
        <pc:sldMkLst>
          <pc:docMk/>
          <pc:sldMk cId="1938144217" sldId="339"/>
        </pc:sldMkLst>
      </pc:sldChg>
      <pc:sldChg chg="modSp add del mod">
        <pc:chgData name="Jeroen Rodenburg" userId="36afe4a3-a6a4-4251-8e46-e83f049ed970" providerId="ADAL" clId="{80541EAD-BACD-453B-B4E3-7A0482646AA8}" dt="2025-07-03T16:03:19.173" v="9105" actId="47"/>
        <pc:sldMkLst>
          <pc:docMk/>
          <pc:sldMk cId="2921932638" sldId="340"/>
        </pc:sldMkLst>
      </pc:sldChg>
      <pc:sldChg chg="add del">
        <pc:chgData name="Jeroen Rodenburg" userId="36afe4a3-a6a4-4251-8e46-e83f049ed970" providerId="ADAL" clId="{80541EAD-BACD-453B-B4E3-7A0482646AA8}" dt="2025-07-04T09:49:16.321" v="9679" actId="47"/>
        <pc:sldMkLst>
          <pc:docMk/>
          <pc:sldMk cId="313740833" sldId="341"/>
        </pc:sldMkLst>
      </pc:sldChg>
      <pc:sldChg chg="addSp delSp modSp add mod">
        <pc:chgData name="Jeroen Rodenburg" userId="36afe4a3-a6a4-4251-8e46-e83f049ed970" providerId="ADAL" clId="{80541EAD-BACD-453B-B4E3-7A0482646AA8}" dt="2025-07-01T14:56:47.917" v="1472" actId="403"/>
        <pc:sldMkLst>
          <pc:docMk/>
          <pc:sldMk cId="2490128887" sldId="343"/>
        </pc:sldMkLst>
        <pc:spChg chg="add del mod">
          <ac:chgData name="Jeroen Rodenburg" userId="36afe4a3-a6a4-4251-8e46-e83f049ed970" providerId="ADAL" clId="{80541EAD-BACD-453B-B4E3-7A0482646AA8}" dt="2025-07-01T14:56:47.917" v="1472" actId="403"/>
          <ac:spMkLst>
            <pc:docMk/>
            <pc:sldMk cId="2490128887" sldId="343"/>
            <ac:spMk id="2" creationId="{892B9335-AA6A-0006-2574-AF0BE1C775A6}"/>
          </ac:spMkLst>
        </pc:spChg>
        <pc:picChg chg="add mod ord">
          <ac:chgData name="Jeroen Rodenburg" userId="36afe4a3-a6a4-4251-8e46-e83f049ed970" providerId="ADAL" clId="{80541EAD-BACD-453B-B4E3-7A0482646AA8}" dt="2025-07-01T14:51:51.950" v="1341" actId="167"/>
          <ac:picMkLst>
            <pc:docMk/>
            <pc:sldMk cId="2490128887" sldId="343"/>
            <ac:picMk id="8" creationId="{DFEDF384-F164-4058-2AB9-3F2DFADF9862}"/>
          </ac:picMkLst>
        </pc:picChg>
      </pc:sldChg>
      <pc:sldChg chg="addSp delSp modSp add del mod">
        <pc:chgData name="Jeroen Rodenburg" userId="36afe4a3-a6a4-4251-8e46-e83f049ed970" providerId="ADAL" clId="{80541EAD-BACD-453B-B4E3-7A0482646AA8}" dt="2025-07-01T14:48:45.157" v="1269" actId="2696"/>
        <pc:sldMkLst>
          <pc:docMk/>
          <pc:sldMk cId="3337408084" sldId="343"/>
        </pc:sldMkLst>
      </pc:sldChg>
      <pc:sldChg chg="modSp add del mod">
        <pc:chgData name="Jeroen Rodenburg" userId="36afe4a3-a6a4-4251-8e46-e83f049ed970" providerId="ADAL" clId="{80541EAD-BACD-453B-B4E3-7A0482646AA8}" dt="2025-07-01T14:59:32.134" v="1599" actId="47"/>
        <pc:sldMkLst>
          <pc:docMk/>
          <pc:sldMk cId="1050432246" sldId="344"/>
        </pc:sldMkLst>
      </pc:sldChg>
      <pc:sldChg chg="modSp add del mod">
        <pc:chgData name="Jeroen Rodenburg" userId="36afe4a3-a6a4-4251-8e46-e83f049ed970" providerId="ADAL" clId="{80541EAD-BACD-453B-B4E3-7A0482646AA8}" dt="2025-07-03T12:27:11.580" v="3570" actId="47"/>
        <pc:sldMkLst>
          <pc:docMk/>
          <pc:sldMk cId="2245613201" sldId="345"/>
        </pc:sldMkLst>
      </pc:sldChg>
      <pc:sldChg chg="addSp delSp modSp add mod">
        <pc:chgData name="Jeroen Rodenburg" userId="36afe4a3-a6a4-4251-8e46-e83f049ed970" providerId="ADAL" clId="{80541EAD-BACD-453B-B4E3-7A0482646AA8}" dt="2025-07-03T13:35:40.948" v="6034" actId="20577"/>
        <pc:sldMkLst>
          <pc:docMk/>
          <pc:sldMk cId="3706112380" sldId="346"/>
        </pc:sldMkLst>
        <pc:spChg chg="mod">
          <ac:chgData name="Jeroen Rodenburg" userId="36afe4a3-a6a4-4251-8e46-e83f049ed970" providerId="ADAL" clId="{80541EAD-BACD-453B-B4E3-7A0482646AA8}" dt="2025-07-03T13:34:51.139" v="6020" actId="14100"/>
          <ac:spMkLst>
            <pc:docMk/>
            <pc:sldMk cId="3706112380" sldId="346"/>
            <ac:spMk id="2" creationId="{00000000-0000-0000-0000-000000000000}"/>
          </ac:spMkLst>
        </pc:spChg>
        <pc:spChg chg="mod ord">
          <ac:chgData name="Jeroen Rodenburg" userId="36afe4a3-a6a4-4251-8e46-e83f049ed970" providerId="ADAL" clId="{80541EAD-BACD-453B-B4E3-7A0482646AA8}" dt="2025-07-03T13:35:40.948" v="6034" actId="20577"/>
          <ac:spMkLst>
            <pc:docMk/>
            <pc:sldMk cId="3706112380" sldId="346"/>
            <ac:spMk id="3" creationId="{00000000-0000-0000-0000-000000000000}"/>
          </ac:spMkLst>
        </pc:spChg>
        <pc:spChg chg="add mod">
          <ac:chgData name="Jeroen Rodenburg" userId="36afe4a3-a6a4-4251-8e46-e83f049ed970" providerId="ADAL" clId="{80541EAD-BACD-453B-B4E3-7A0482646AA8}" dt="2025-07-03T13:34:14.010" v="6018" actId="114"/>
          <ac:spMkLst>
            <pc:docMk/>
            <pc:sldMk cId="3706112380" sldId="346"/>
            <ac:spMk id="10" creationId="{3D27C854-F7DA-DCA3-20FE-1EC1F83919CE}"/>
          </ac:spMkLst>
        </pc:spChg>
        <pc:graphicFrameChg chg="add mod modGraphic">
          <ac:chgData name="Jeroen Rodenburg" userId="36afe4a3-a6a4-4251-8e46-e83f049ed970" providerId="ADAL" clId="{80541EAD-BACD-453B-B4E3-7A0482646AA8}" dt="2025-07-03T13:17:13.032" v="5965" actId="1076"/>
          <ac:graphicFrameMkLst>
            <pc:docMk/>
            <pc:sldMk cId="3706112380" sldId="346"/>
            <ac:graphicFrameMk id="9" creationId="{9191B112-8848-3717-4AAF-138396BFAE9C}"/>
          </ac:graphicFrameMkLst>
        </pc:graphicFrameChg>
        <pc:picChg chg="add mod ord">
          <ac:chgData name="Jeroen Rodenburg" userId="36afe4a3-a6a4-4251-8e46-e83f049ed970" providerId="ADAL" clId="{80541EAD-BACD-453B-B4E3-7A0482646AA8}" dt="2025-07-03T13:15:58.262" v="5924" actId="1076"/>
          <ac:picMkLst>
            <pc:docMk/>
            <pc:sldMk cId="3706112380" sldId="346"/>
            <ac:picMk id="8" creationId="{6D2BE14F-B598-B18C-DDBC-F9BE65239C9D}"/>
          </ac:picMkLst>
        </pc:picChg>
      </pc:sldChg>
      <pc:sldChg chg="add del">
        <pc:chgData name="Jeroen Rodenburg" userId="36afe4a3-a6a4-4251-8e46-e83f049ed970" providerId="ADAL" clId="{80541EAD-BACD-453B-B4E3-7A0482646AA8}" dt="2025-07-03T13:36:06.592" v="6035" actId="47"/>
        <pc:sldMkLst>
          <pc:docMk/>
          <pc:sldMk cId="4162786431" sldId="347"/>
        </pc:sldMkLst>
      </pc:sldChg>
      <pc:sldChg chg="add del">
        <pc:chgData name="Jeroen Rodenburg" userId="36afe4a3-a6a4-4251-8e46-e83f049ed970" providerId="ADAL" clId="{80541EAD-BACD-453B-B4E3-7A0482646AA8}" dt="2025-07-03T13:36:09.703" v="6036" actId="47"/>
        <pc:sldMkLst>
          <pc:docMk/>
          <pc:sldMk cId="3639278045" sldId="348"/>
        </pc:sldMkLst>
      </pc:sldChg>
      <pc:sldChg chg="add del">
        <pc:chgData name="Jeroen Rodenburg" userId="36afe4a3-a6a4-4251-8e46-e83f049ed970" providerId="ADAL" clId="{80541EAD-BACD-453B-B4E3-7A0482646AA8}" dt="2025-07-03T13:36:10.958" v="6037" actId="47"/>
        <pc:sldMkLst>
          <pc:docMk/>
          <pc:sldMk cId="4116008170" sldId="349"/>
        </pc:sldMkLst>
      </pc:sldChg>
      <pc:sldChg chg="add del">
        <pc:chgData name="Jeroen Rodenburg" userId="36afe4a3-a6a4-4251-8e46-e83f049ed970" providerId="ADAL" clId="{80541EAD-BACD-453B-B4E3-7A0482646AA8}" dt="2025-07-03T13:56:37.253" v="6330" actId="47"/>
        <pc:sldMkLst>
          <pc:docMk/>
          <pc:sldMk cId="2578999846" sldId="350"/>
        </pc:sldMkLst>
      </pc:sldChg>
      <pc:sldChg chg="modSp add del mod">
        <pc:chgData name="Jeroen Rodenburg" userId="36afe4a3-a6a4-4251-8e46-e83f049ed970" providerId="ADAL" clId="{80541EAD-BACD-453B-B4E3-7A0482646AA8}" dt="2025-07-03T13:56:38.085" v="6331" actId="47"/>
        <pc:sldMkLst>
          <pc:docMk/>
          <pc:sldMk cId="1537081058" sldId="351"/>
        </pc:sldMkLst>
      </pc:sldChg>
      <pc:sldChg chg="add del">
        <pc:chgData name="Jeroen Rodenburg" userId="36afe4a3-a6a4-4251-8e46-e83f049ed970" providerId="ADAL" clId="{80541EAD-BACD-453B-B4E3-7A0482646AA8}" dt="2025-07-03T15:00:40.705" v="9094" actId="47"/>
        <pc:sldMkLst>
          <pc:docMk/>
          <pc:sldMk cId="2775225676" sldId="352"/>
        </pc:sldMkLst>
      </pc:sldChg>
      <pc:sldChg chg="modSp add del mod">
        <pc:chgData name="Jeroen Rodenburg" userId="36afe4a3-a6a4-4251-8e46-e83f049ed970" providerId="ADAL" clId="{80541EAD-BACD-453B-B4E3-7A0482646AA8}" dt="2025-07-03T15:00:45.339" v="9096" actId="47"/>
        <pc:sldMkLst>
          <pc:docMk/>
          <pc:sldMk cId="2691384807" sldId="353"/>
        </pc:sldMkLst>
      </pc:sldChg>
      <pc:sldChg chg="modSp add del mod">
        <pc:chgData name="Jeroen Rodenburg" userId="36afe4a3-a6a4-4251-8e46-e83f049ed970" providerId="ADAL" clId="{80541EAD-BACD-453B-B4E3-7A0482646AA8}" dt="2025-07-03T15:01:04.332" v="9100" actId="47"/>
        <pc:sldMkLst>
          <pc:docMk/>
          <pc:sldMk cId="991935208" sldId="354"/>
        </pc:sldMkLst>
      </pc:sldChg>
      <pc:sldChg chg="modSp add del mod">
        <pc:chgData name="Jeroen Rodenburg" userId="36afe4a3-a6a4-4251-8e46-e83f049ed970" providerId="ADAL" clId="{80541EAD-BACD-453B-B4E3-7A0482646AA8}" dt="2025-07-03T13:55:07.786" v="6327" actId="47"/>
        <pc:sldMkLst>
          <pc:docMk/>
          <pc:sldMk cId="147036131" sldId="355"/>
        </pc:sldMkLst>
      </pc:sldChg>
      <pc:sldChg chg="add del">
        <pc:chgData name="Jeroen Rodenburg" userId="36afe4a3-a6a4-4251-8e46-e83f049ed970" providerId="ADAL" clId="{80541EAD-BACD-453B-B4E3-7A0482646AA8}" dt="2025-07-03T15:01:08.211" v="9101" actId="47"/>
        <pc:sldMkLst>
          <pc:docMk/>
          <pc:sldMk cId="722075165" sldId="356"/>
        </pc:sldMkLst>
      </pc:sldChg>
      <pc:sldChg chg="add del">
        <pc:chgData name="Jeroen Rodenburg" userId="36afe4a3-a6a4-4251-8e46-e83f049ed970" providerId="ADAL" clId="{80541EAD-BACD-453B-B4E3-7A0482646AA8}" dt="2025-07-03T15:00:43.085" v="9095" actId="47"/>
        <pc:sldMkLst>
          <pc:docMk/>
          <pc:sldMk cId="3211716377" sldId="357"/>
        </pc:sldMkLst>
      </pc:sldChg>
      <pc:sldChg chg="add del">
        <pc:chgData name="Jeroen Rodenburg" userId="36afe4a3-a6a4-4251-8e46-e83f049ed970" providerId="ADAL" clId="{80541EAD-BACD-453B-B4E3-7A0482646AA8}" dt="2025-07-03T15:00:48.323" v="9097" actId="47"/>
        <pc:sldMkLst>
          <pc:docMk/>
          <pc:sldMk cId="2784351651" sldId="358"/>
        </pc:sldMkLst>
      </pc:sldChg>
      <pc:sldChg chg="modSp add mod">
        <pc:chgData name="Jeroen Rodenburg" userId="36afe4a3-a6a4-4251-8e46-e83f049ed970" providerId="ADAL" clId="{80541EAD-BACD-453B-B4E3-7A0482646AA8}" dt="2025-07-01T14:15:55.777" v="1156" actId="113"/>
        <pc:sldMkLst>
          <pc:docMk/>
          <pc:sldMk cId="820128429" sldId="359"/>
        </pc:sldMkLst>
        <pc:spChg chg="mod">
          <ac:chgData name="Jeroen Rodenburg" userId="36afe4a3-a6a4-4251-8e46-e83f049ed970" providerId="ADAL" clId="{80541EAD-BACD-453B-B4E3-7A0482646AA8}" dt="2025-07-01T14:15:55.777" v="1156" actId="113"/>
          <ac:spMkLst>
            <pc:docMk/>
            <pc:sldMk cId="820128429" sldId="359"/>
            <ac:spMk id="2" creationId="{B56F9FA8-1EE1-C9DE-504A-1CA67CA02438}"/>
          </ac:spMkLst>
        </pc:spChg>
      </pc:sldChg>
      <pc:sldChg chg="modSp add del mod">
        <pc:chgData name="Jeroen Rodenburg" userId="36afe4a3-a6a4-4251-8e46-e83f049ed970" providerId="ADAL" clId="{80541EAD-BACD-453B-B4E3-7A0482646AA8}" dt="2025-07-03T16:14:02.753" v="9312" actId="47"/>
        <pc:sldMkLst>
          <pc:docMk/>
          <pc:sldMk cId="98822565" sldId="360"/>
        </pc:sldMkLst>
      </pc:sldChg>
      <pc:sldChg chg="modSp add del mod">
        <pc:chgData name="Jeroen Rodenburg" userId="36afe4a3-a6a4-4251-8e46-e83f049ed970" providerId="ADAL" clId="{80541EAD-BACD-453B-B4E3-7A0482646AA8}" dt="2025-07-04T07:57:36.732" v="9419" actId="47"/>
        <pc:sldMkLst>
          <pc:docMk/>
          <pc:sldMk cId="869929615" sldId="361"/>
        </pc:sldMkLst>
      </pc:sldChg>
      <pc:sldChg chg="add del">
        <pc:chgData name="Jeroen Rodenburg" userId="36afe4a3-a6a4-4251-8e46-e83f049ed970" providerId="ADAL" clId="{80541EAD-BACD-453B-B4E3-7A0482646AA8}" dt="2025-07-04T09:49:02.929" v="9675" actId="47"/>
        <pc:sldMkLst>
          <pc:docMk/>
          <pc:sldMk cId="3253103446" sldId="362"/>
        </pc:sldMkLst>
      </pc:sldChg>
      <pc:sldChg chg="add del">
        <pc:chgData name="Jeroen Rodenburg" userId="36afe4a3-a6a4-4251-8e46-e83f049ed970" providerId="ADAL" clId="{80541EAD-BACD-453B-B4E3-7A0482646AA8}" dt="2025-07-04T09:49:05.665" v="9676" actId="47"/>
        <pc:sldMkLst>
          <pc:docMk/>
          <pc:sldMk cId="813628688" sldId="363"/>
        </pc:sldMkLst>
      </pc:sldChg>
      <pc:sldChg chg="add del">
        <pc:chgData name="Jeroen Rodenburg" userId="36afe4a3-a6a4-4251-8e46-e83f049ed970" providerId="ADAL" clId="{80541EAD-BACD-453B-B4E3-7A0482646AA8}" dt="2025-07-04T09:49:10.602" v="9677" actId="47"/>
        <pc:sldMkLst>
          <pc:docMk/>
          <pc:sldMk cId="3345436581" sldId="364"/>
        </pc:sldMkLst>
      </pc:sldChg>
      <pc:sldChg chg="add del">
        <pc:chgData name="Jeroen Rodenburg" userId="36afe4a3-a6a4-4251-8e46-e83f049ed970" providerId="ADAL" clId="{80541EAD-BACD-453B-B4E3-7A0482646AA8}" dt="2025-07-04T09:49:14.145" v="9678" actId="47"/>
        <pc:sldMkLst>
          <pc:docMk/>
          <pc:sldMk cId="487764805" sldId="365"/>
        </pc:sldMkLst>
      </pc:sldChg>
      <pc:sldChg chg="add del">
        <pc:chgData name="Jeroen Rodenburg" userId="36afe4a3-a6a4-4251-8e46-e83f049ed970" providerId="ADAL" clId="{80541EAD-BACD-453B-B4E3-7A0482646AA8}" dt="2025-07-04T09:49:17.815" v="9680" actId="47"/>
        <pc:sldMkLst>
          <pc:docMk/>
          <pc:sldMk cId="3119232007" sldId="366"/>
        </pc:sldMkLst>
      </pc:sldChg>
      <pc:sldChg chg="modSp add del mod">
        <pc:chgData name="Jeroen Rodenburg" userId="36afe4a3-a6a4-4251-8e46-e83f049ed970" providerId="ADAL" clId="{80541EAD-BACD-453B-B4E3-7A0482646AA8}" dt="2025-07-03T16:03:18.423" v="9104" actId="47"/>
        <pc:sldMkLst>
          <pc:docMk/>
          <pc:sldMk cId="4132929285" sldId="367"/>
        </pc:sldMkLst>
      </pc:sldChg>
      <pc:sldChg chg="add del">
        <pc:chgData name="Jeroen Rodenburg" userId="36afe4a3-a6a4-4251-8e46-e83f049ed970" providerId="ADAL" clId="{80541EAD-BACD-453B-B4E3-7A0482646AA8}" dt="2025-07-03T16:03:17.340" v="9103" actId="47"/>
        <pc:sldMkLst>
          <pc:docMk/>
          <pc:sldMk cId="94570977" sldId="368"/>
        </pc:sldMkLst>
      </pc:sldChg>
      <pc:sldChg chg="addSp delSp modSp add mod">
        <pc:chgData name="Jeroen Rodenburg" userId="36afe4a3-a6a4-4251-8e46-e83f049ed970" providerId="ADAL" clId="{80541EAD-BACD-453B-B4E3-7A0482646AA8}" dt="2025-07-01T14:56:22.099" v="1470" actId="20577"/>
        <pc:sldMkLst>
          <pc:docMk/>
          <pc:sldMk cId="3016962706" sldId="369"/>
        </pc:sldMkLst>
        <pc:spChg chg="add mod">
          <ac:chgData name="Jeroen Rodenburg" userId="36afe4a3-a6a4-4251-8e46-e83f049ed970" providerId="ADAL" clId="{80541EAD-BACD-453B-B4E3-7A0482646AA8}" dt="2025-07-01T14:50:11.157" v="1327" actId="14100"/>
          <ac:spMkLst>
            <pc:docMk/>
            <pc:sldMk cId="3016962706" sldId="369"/>
            <ac:spMk id="13" creationId="{62DBA1B9-3772-BB4C-5B49-5C6483A03B63}"/>
          </ac:spMkLst>
        </pc:spChg>
        <pc:spChg chg="add">
          <ac:chgData name="Jeroen Rodenburg" userId="36afe4a3-a6a4-4251-8e46-e83f049ed970" providerId="ADAL" clId="{80541EAD-BACD-453B-B4E3-7A0482646AA8}" dt="2025-07-01T14:50:28.075" v="1330"/>
          <ac:spMkLst>
            <pc:docMk/>
            <pc:sldMk cId="3016962706" sldId="369"/>
            <ac:spMk id="15" creationId="{117B4793-8E82-D503-AF91-3B537042CB5F}"/>
          </ac:spMkLst>
        </pc:spChg>
        <pc:spChg chg="add mod">
          <ac:chgData name="Jeroen Rodenburg" userId="36afe4a3-a6a4-4251-8e46-e83f049ed970" providerId="ADAL" clId="{80541EAD-BACD-453B-B4E3-7A0482646AA8}" dt="2025-07-01T14:50:30.350" v="1331"/>
          <ac:spMkLst>
            <pc:docMk/>
            <pc:sldMk cId="3016962706" sldId="369"/>
            <ac:spMk id="16" creationId="{A2267B34-2214-A82C-1098-37153EF0CAF2}"/>
          </ac:spMkLst>
        </pc:spChg>
        <pc:spChg chg="add mod">
          <ac:chgData name="Jeroen Rodenburg" userId="36afe4a3-a6a4-4251-8e46-e83f049ed970" providerId="ADAL" clId="{80541EAD-BACD-453B-B4E3-7A0482646AA8}" dt="2025-07-01T14:56:22.099" v="1470" actId="20577"/>
          <ac:spMkLst>
            <pc:docMk/>
            <pc:sldMk cId="3016962706" sldId="369"/>
            <ac:spMk id="23" creationId="{0A613E29-A85C-1F64-1344-9FAAB5108C0C}"/>
          </ac:spMkLst>
        </pc:spChg>
        <pc:picChg chg="add mod">
          <ac:chgData name="Jeroen Rodenburg" userId="36afe4a3-a6a4-4251-8e46-e83f049ed970" providerId="ADAL" clId="{80541EAD-BACD-453B-B4E3-7A0482646AA8}" dt="2025-07-01T14:52:37.919" v="1348" actId="1076"/>
          <ac:picMkLst>
            <pc:docMk/>
            <pc:sldMk cId="3016962706" sldId="369"/>
            <ac:picMk id="19" creationId="{D43705C4-8845-C11F-72FF-D52AEED5BD36}"/>
          </ac:picMkLst>
        </pc:picChg>
      </pc:sldChg>
      <pc:sldChg chg="addSp delSp modSp add mod modAnim">
        <pc:chgData name="Jeroen Rodenburg" userId="36afe4a3-a6a4-4251-8e46-e83f049ed970" providerId="ADAL" clId="{80541EAD-BACD-453B-B4E3-7A0482646AA8}" dt="2025-07-01T14:59:22.172" v="1598"/>
        <pc:sldMkLst>
          <pc:docMk/>
          <pc:sldMk cId="2816425780" sldId="370"/>
        </pc:sldMkLst>
        <pc:spChg chg="add mod">
          <ac:chgData name="Jeroen Rodenburg" userId="36afe4a3-a6a4-4251-8e46-e83f049ed970" providerId="ADAL" clId="{80541EAD-BACD-453B-B4E3-7A0482646AA8}" dt="2025-07-01T14:58:44.574" v="1592" actId="404"/>
          <ac:spMkLst>
            <pc:docMk/>
            <pc:sldMk cId="2816425780" sldId="370"/>
            <ac:spMk id="12" creationId="{8010FE62-4763-8279-D071-E7392987BC81}"/>
          </ac:spMkLst>
        </pc:spChg>
        <pc:spChg chg="add mod">
          <ac:chgData name="Jeroen Rodenburg" userId="36afe4a3-a6a4-4251-8e46-e83f049ed970" providerId="ADAL" clId="{80541EAD-BACD-453B-B4E3-7A0482646AA8}" dt="2025-07-01T14:58:50.277" v="1593" actId="1076"/>
          <ac:spMkLst>
            <pc:docMk/>
            <pc:sldMk cId="2816425780" sldId="370"/>
            <ac:spMk id="14" creationId="{66425E93-8044-56CE-C038-B2EE82874D3A}"/>
          </ac:spMkLst>
        </pc:spChg>
        <pc:spChg chg="add mod">
          <ac:chgData name="Jeroen Rodenburg" userId="36afe4a3-a6a4-4251-8e46-e83f049ed970" providerId="ADAL" clId="{80541EAD-BACD-453B-B4E3-7A0482646AA8}" dt="2025-07-01T14:59:17.542" v="1596" actId="1076"/>
          <ac:spMkLst>
            <pc:docMk/>
            <pc:sldMk cId="2816425780" sldId="370"/>
            <ac:spMk id="17" creationId="{08EC756B-9187-2030-010E-66E4277630C2}"/>
          </ac:spMkLst>
        </pc:spChg>
        <pc:picChg chg="add mod">
          <ac:chgData name="Jeroen Rodenburg" userId="36afe4a3-a6a4-4251-8e46-e83f049ed970" providerId="ADAL" clId="{80541EAD-BACD-453B-B4E3-7A0482646AA8}" dt="2025-07-01T14:57:07.652" v="1477" actId="1076"/>
          <ac:picMkLst>
            <pc:docMk/>
            <pc:sldMk cId="2816425780" sldId="370"/>
            <ac:picMk id="8" creationId="{9B805BBD-0EAA-8AD1-947C-5B98DF515167}"/>
          </ac:picMkLst>
        </pc:picChg>
        <pc:picChg chg="add mod">
          <ac:chgData name="Jeroen Rodenburg" userId="36afe4a3-a6a4-4251-8e46-e83f049ed970" providerId="ADAL" clId="{80541EAD-BACD-453B-B4E3-7A0482646AA8}" dt="2025-07-01T14:58:53.317" v="1594" actId="14100"/>
          <ac:picMkLst>
            <pc:docMk/>
            <pc:sldMk cId="2816425780" sldId="370"/>
            <ac:picMk id="11" creationId="{2D08DFF9-8963-4F40-881D-E820E2BF70C0}"/>
          </ac:picMkLst>
        </pc:picChg>
      </pc:sldChg>
      <pc:sldChg chg="addSp delSp modSp new mod addAnim delAnim modAnim">
        <pc:chgData name="Jeroen Rodenburg" userId="36afe4a3-a6a4-4251-8e46-e83f049ed970" providerId="ADAL" clId="{80541EAD-BACD-453B-B4E3-7A0482646AA8}" dt="2025-07-04T09:38:34.640" v="9576" actId="113"/>
        <pc:sldMkLst>
          <pc:docMk/>
          <pc:sldMk cId="3152569674" sldId="371"/>
        </pc:sldMkLst>
        <pc:spChg chg="mod">
          <ac:chgData name="Jeroen Rodenburg" userId="36afe4a3-a6a4-4251-8e46-e83f049ed970" providerId="ADAL" clId="{80541EAD-BACD-453B-B4E3-7A0482646AA8}" dt="2025-07-03T12:18:09.351" v="3087" actId="5793"/>
          <ac:spMkLst>
            <pc:docMk/>
            <pc:sldMk cId="3152569674" sldId="371"/>
            <ac:spMk id="2" creationId="{B631E5A1-8083-4CED-17FB-E1E14DD376F2}"/>
          </ac:spMkLst>
        </pc:spChg>
        <pc:spChg chg="mod">
          <ac:chgData name="Jeroen Rodenburg" userId="36afe4a3-a6a4-4251-8e46-e83f049ed970" providerId="ADAL" clId="{80541EAD-BACD-453B-B4E3-7A0482646AA8}" dt="2025-07-04T09:35:08.680" v="9477"/>
          <ac:spMkLst>
            <pc:docMk/>
            <pc:sldMk cId="3152569674" sldId="371"/>
            <ac:spMk id="3" creationId="{4127D757-26B2-8D9D-4FB5-5A3802A2EF69}"/>
          </ac:spMkLst>
        </pc:spChg>
        <pc:spChg chg="mod">
          <ac:chgData name="Jeroen Rodenburg" userId="36afe4a3-a6a4-4251-8e46-e83f049ed970" providerId="ADAL" clId="{80541EAD-BACD-453B-B4E3-7A0482646AA8}" dt="2025-07-03T12:28:11.442" v="3662" actId="20577"/>
          <ac:spMkLst>
            <pc:docMk/>
            <pc:sldMk cId="3152569674" sldId="371"/>
            <ac:spMk id="6" creationId="{A40E7748-70E0-6DED-1D86-6508532A2358}"/>
          </ac:spMkLst>
        </pc:spChg>
        <pc:spChg chg="add del mod">
          <ac:chgData name="Jeroen Rodenburg" userId="36afe4a3-a6a4-4251-8e46-e83f049ed970" providerId="ADAL" clId="{80541EAD-BACD-453B-B4E3-7A0482646AA8}" dt="2025-07-04T09:38:34.640" v="9576" actId="113"/>
          <ac:spMkLst>
            <pc:docMk/>
            <pc:sldMk cId="3152569674" sldId="371"/>
            <ac:spMk id="11" creationId="{1AC8D460-82CF-9C5A-BC0F-01AA798F9CF9}"/>
          </ac:spMkLst>
        </pc:spChg>
        <pc:cxnChg chg="add mod">
          <ac:chgData name="Jeroen Rodenburg" userId="36afe4a3-a6a4-4251-8e46-e83f049ed970" providerId="ADAL" clId="{80541EAD-BACD-453B-B4E3-7A0482646AA8}" dt="2025-07-04T09:38:22.172" v="9570" actId="208"/>
          <ac:cxnSpMkLst>
            <pc:docMk/>
            <pc:sldMk cId="3152569674" sldId="371"/>
            <ac:cxnSpMk id="21" creationId="{26AEBE50-1D00-E20A-5500-E7D0C559DA71}"/>
          </ac:cxnSpMkLst>
        </pc:cxnChg>
      </pc:sldChg>
      <pc:sldChg chg="addSp delSp modSp add mod delAnim">
        <pc:chgData name="Jeroen Rodenburg" userId="36afe4a3-a6a4-4251-8e46-e83f049ed970" providerId="ADAL" clId="{80541EAD-BACD-453B-B4E3-7A0482646AA8}" dt="2025-07-03T12:27:02.472" v="3569" actId="1076"/>
        <pc:sldMkLst>
          <pc:docMk/>
          <pc:sldMk cId="1389424441" sldId="372"/>
        </pc:sldMkLst>
        <pc:spChg chg="mod">
          <ac:chgData name="Jeroen Rodenburg" userId="36afe4a3-a6a4-4251-8e46-e83f049ed970" providerId="ADAL" clId="{80541EAD-BACD-453B-B4E3-7A0482646AA8}" dt="2025-07-03T12:27:02.472" v="3569" actId="1076"/>
          <ac:spMkLst>
            <pc:docMk/>
            <pc:sldMk cId="1389424441" sldId="372"/>
            <ac:spMk id="12" creationId="{8010FE62-4763-8279-D071-E7392987BC81}"/>
          </ac:spMkLst>
        </pc:spChg>
        <pc:picChg chg="add mod ord">
          <ac:chgData name="Jeroen Rodenburg" userId="36afe4a3-a6a4-4251-8e46-e83f049ed970" providerId="ADAL" clId="{80541EAD-BACD-453B-B4E3-7A0482646AA8}" dt="2025-07-03T12:26:42.136" v="3536" actId="1076"/>
          <ac:picMkLst>
            <pc:docMk/>
            <pc:sldMk cId="1389424441" sldId="372"/>
            <ac:picMk id="21" creationId="{018B72CD-3470-5D7F-87B1-CE2EF38685A0}"/>
          </ac:picMkLst>
        </pc:picChg>
      </pc:sldChg>
      <pc:sldChg chg="addSp modSp new mod modTransition modAnim">
        <pc:chgData name="Jeroen Rodenburg" userId="36afe4a3-a6a4-4251-8e46-e83f049ed970" providerId="ADAL" clId="{80541EAD-BACD-453B-B4E3-7A0482646AA8}" dt="2025-07-07T16:19:26.395" v="13643"/>
        <pc:sldMkLst>
          <pc:docMk/>
          <pc:sldMk cId="2240092704" sldId="373"/>
        </pc:sldMkLst>
        <pc:spChg chg="mod">
          <ac:chgData name="Jeroen Rodenburg" userId="36afe4a3-a6a4-4251-8e46-e83f049ed970" providerId="ADAL" clId="{80541EAD-BACD-453B-B4E3-7A0482646AA8}" dt="2025-07-07T15:49:51.523" v="13106" actId="20577"/>
          <ac:spMkLst>
            <pc:docMk/>
            <pc:sldMk cId="2240092704" sldId="373"/>
            <ac:spMk id="2" creationId="{293065E0-8572-3ED8-0BA3-020080B869C3}"/>
          </ac:spMkLst>
        </pc:spChg>
        <pc:spChg chg="mod">
          <ac:chgData name="Jeroen Rodenburg" userId="36afe4a3-a6a4-4251-8e46-e83f049ed970" providerId="ADAL" clId="{80541EAD-BACD-453B-B4E3-7A0482646AA8}" dt="2025-07-04T09:40:03.994" v="9614" actId="1076"/>
          <ac:spMkLst>
            <pc:docMk/>
            <pc:sldMk cId="2240092704" sldId="373"/>
            <ac:spMk id="3" creationId="{29C1A5EC-F1B4-48CE-B3DB-05842BC403B6}"/>
          </ac:spMkLst>
        </pc:spChg>
        <pc:spChg chg="add mod">
          <ac:chgData name="Jeroen Rodenburg" userId="36afe4a3-a6a4-4251-8e46-e83f049ed970" providerId="ADAL" clId="{80541EAD-BACD-453B-B4E3-7A0482646AA8}" dt="2025-07-07T15:50:19.369" v="13122" actId="1076"/>
          <ac:spMkLst>
            <pc:docMk/>
            <pc:sldMk cId="2240092704" sldId="373"/>
            <ac:spMk id="7" creationId="{325261CC-8C82-5BB2-4032-99494572063E}"/>
          </ac:spMkLst>
        </pc:spChg>
        <pc:spChg chg="add mod">
          <ac:chgData name="Jeroen Rodenburg" userId="36afe4a3-a6a4-4251-8e46-e83f049ed970" providerId="ADAL" clId="{80541EAD-BACD-453B-B4E3-7A0482646AA8}" dt="2025-07-07T15:55:42.762" v="13291" actId="1076"/>
          <ac:spMkLst>
            <pc:docMk/>
            <pc:sldMk cId="2240092704" sldId="373"/>
            <ac:spMk id="8" creationId="{71EFA9BF-049C-30F8-23E9-6F59EE9A19FD}"/>
          </ac:spMkLst>
        </pc:spChg>
        <pc:picChg chg="add mod">
          <ac:chgData name="Jeroen Rodenburg" userId="36afe4a3-a6a4-4251-8e46-e83f049ed970" providerId="ADAL" clId="{80541EAD-BACD-453B-B4E3-7A0482646AA8}" dt="2025-07-07T15:55:17.198" v="13250" actId="1076"/>
          <ac:picMkLst>
            <pc:docMk/>
            <pc:sldMk cId="2240092704" sldId="373"/>
            <ac:picMk id="1026" creationId="{7104C9D9-8AB9-FBE2-9765-26174F86A04A}"/>
          </ac:picMkLst>
        </pc:picChg>
      </pc:sldChg>
      <pc:sldChg chg="modSp add del mod">
        <pc:chgData name="Jeroen Rodenburg" userId="36afe4a3-a6a4-4251-8e46-e83f049ed970" providerId="ADAL" clId="{80541EAD-BACD-453B-B4E3-7A0482646AA8}" dt="2025-07-04T09:42:29.597" v="9649" actId="47"/>
        <pc:sldMkLst>
          <pc:docMk/>
          <pc:sldMk cId="3474912770" sldId="374"/>
        </pc:sldMkLst>
      </pc:sldChg>
      <pc:sldChg chg="addSp modSp new mod modAnim">
        <pc:chgData name="Jeroen Rodenburg" userId="36afe4a3-a6a4-4251-8e46-e83f049ed970" providerId="ADAL" clId="{80541EAD-BACD-453B-B4E3-7A0482646AA8}" dt="2025-07-07T16:23:23.460" v="13665"/>
        <pc:sldMkLst>
          <pc:docMk/>
          <pc:sldMk cId="283148662" sldId="375"/>
        </pc:sldMkLst>
        <pc:spChg chg="mod">
          <ac:chgData name="Jeroen Rodenburg" userId="36afe4a3-a6a4-4251-8e46-e83f049ed970" providerId="ADAL" clId="{80541EAD-BACD-453B-B4E3-7A0482646AA8}" dt="2025-07-03T12:48:09.738" v="4899" actId="20577"/>
          <ac:spMkLst>
            <pc:docMk/>
            <pc:sldMk cId="283148662" sldId="375"/>
            <ac:spMk id="2" creationId="{79B808FB-9ABB-8B47-2658-EE7F9ED7C263}"/>
          </ac:spMkLst>
        </pc:spChg>
        <pc:spChg chg="mod">
          <ac:chgData name="Jeroen Rodenburg" userId="36afe4a3-a6a4-4251-8e46-e83f049ed970" providerId="ADAL" clId="{80541EAD-BACD-453B-B4E3-7A0482646AA8}" dt="2025-07-03T13:00:45.391" v="5615" actId="14100"/>
          <ac:spMkLst>
            <pc:docMk/>
            <pc:sldMk cId="283148662" sldId="375"/>
            <ac:spMk id="3" creationId="{A2F16075-7E8C-6572-6A20-F3CD567445B1}"/>
          </ac:spMkLst>
        </pc:spChg>
        <pc:spChg chg="add mod">
          <ac:chgData name="Jeroen Rodenburg" userId="36afe4a3-a6a4-4251-8e46-e83f049ed970" providerId="ADAL" clId="{80541EAD-BACD-453B-B4E3-7A0482646AA8}" dt="2025-07-03T13:01:05.943" v="5624" actId="1076"/>
          <ac:spMkLst>
            <pc:docMk/>
            <pc:sldMk cId="283148662" sldId="375"/>
            <ac:spMk id="7" creationId="{B7CD349F-1285-9033-EAD8-280C0608EE38}"/>
          </ac:spMkLst>
        </pc:spChg>
      </pc:sldChg>
      <pc:sldChg chg="add del modTransition modAnim">
        <pc:chgData name="Jeroen Rodenburg" userId="36afe4a3-a6a4-4251-8e46-e83f049ed970" providerId="ADAL" clId="{80541EAD-BACD-453B-B4E3-7A0482646AA8}" dt="2025-07-03T13:04:07.532" v="5680" actId="47"/>
        <pc:sldMkLst>
          <pc:docMk/>
          <pc:sldMk cId="3466254193" sldId="376"/>
        </pc:sldMkLst>
      </pc:sldChg>
      <pc:sldChg chg="addSp modSp add mod modTransition modAnim">
        <pc:chgData name="Jeroen Rodenburg" userId="36afe4a3-a6a4-4251-8e46-e83f049ed970" providerId="ADAL" clId="{80541EAD-BACD-453B-B4E3-7A0482646AA8}" dt="2025-07-04T09:44:13.727" v="9655"/>
        <pc:sldMkLst>
          <pc:docMk/>
          <pc:sldMk cId="795183698" sldId="377"/>
        </pc:sldMkLst>
        <pc:spChg chg="mod">
          <ac:chgData name="Jeroen Rodenburg" userId="36afe4a3-a6a4-4251-8e46-e83f049ed970" providerId="ADAL" clId="{80541EAD-BACD-453B-B4E3-7A0482646AA8}" dt="2025-07-03T13:01:40.655" v="5628" actId="1076"/>
          <ac:spMkLst>
            <pc:docMk/>
            <pc:sldMk cId="795183698" sldId="377"/>
            <ac:spMk id="7" creationId="{B7CD349F-1285-9033-EAD8-280C0608EE38}"/>
          </ac:spMkLst>
        </pc:spChg>
        <pc:spChg chg="add mod">
          <ac:chgData name="Jeroen Rodenburg" userId="36afe4a3-a6a4-4251-8e46-e83f049ed970" providerId="ADAL" clId="{80541EAD-BACD-453B-B4E3-7A0482646AA8}" dt="2025-07-03T13:03:35.206" v="5677" actId="20577"/>
          <ac:spMkLst>
            <pc:docMk/>
            <pc:sldMk cId="795183698" sldId="377"/>
            <ac:spMk id="8" creationId="{F8E9FA0B-A94A-8B40-7381-31AC6CE0080E}"/>
          </ac:spMkLst>
        </pc:spChg>
      </pc:sldChg>
      <pc:sldChg chg="modSp add del">
        <pc:chgData name="Jeroen Rodenburg" userId="36afe4a3-a6a4-4251-8e46-e83f049ed970" providerId="ADAL" clId="{80541EAD-BACD-453B-B4E3-7A0482646AA8}" dt="2025-07-04T09:42:58.760" v="9650" actId="47"/>
        <pc:sldMkLst>
          <pc:docMk/>
          <pc:sldMk cId="2384347956" sldId="378"/>
        </pc:sldMkLst>
      </pc:sldChg>
      <pc:sldChg chg="addSp delSp modSp add mod modTransition">
        <pc:chgData name="Jeroen Rodenburg" userId="36afe4a3-a6a4-4251-8e46-e83f049ed970" providerId="ADAL" clId="{80541EAD-BACD-453B-B4E3-7A0482646AA8}" dt="2025-07-03T13:39:14.725" v="6149" actId="164"/>
        <pc:sldMkLst>
          <pc:docMk/>
          <pc:sldMk cId="247495979" sldId="379"/>
        </pc:sldMkLst>
        <pc:spChg chg="mod">
          <ac:chgData name="Jeroen Rodenburg" userId="36afe4a3-a6a4-4251-8e46-e83f049ed970" providerId="ADAL" clId="{80541EAD-BACD-453B-B4E3-7A0482646AA8}" dt="2025-07-03T13:37:43.053" v="6125" actId="1076"/>
          <ac:spMkLst>
            <pc:docMk/>
            <pc:sldMk cId="247495979" sldId="379"/>
            <ac:spMk id="10" creationId="{3D27C854-F7DA-DCA3-20FE-1EC1F83919CE}"/>
          </ac:spMkLst>
        </pc:spChg>
        <pc:spChg chg="add mod">
          <ac:chgData name="Jeroen Rodenburg" userId="36afe4a3-a6a4-4251-8e46-e83f049ed970" providerId="ADAL" clId="{80541EAD-BACD-453B-B4E3-7A0482646AA8}" dt="2025-07-03T13:34:02.442" v="6014" actId="114"/>
          <ac:spMkLst>
            <pc:docMk/>
            <pc:sldMk cId="247495979" sldId="379"/>
            <ac:spMk id="11" creationId="{7C0AD5E5-4039-5767-5DBC-70F7A0B90520}"/>
          </ac:spMkLst>
        </pc:spChg>
        <pc:spChg chg="add mod">
          <ac:chgData name="Jeroen Rodenburg" userId="36afe4a3-a6a4-4251-8e46-e83f049ed970" providerId="ADAL" clId="{80541EAD-BACD-453B-B4E3-7A0482646AA8}" dt="2025-07-03T13:39:14.725" v="6149" actId="164"/>
          <ac:spMkLst>
            <pc:docMk/>
            <pc:sldMk cId="247495979" sldId="379"/>
            <ac:spMk id="12" creationId="{610C5AD1-5F84-0B96-C2E6-88541520384F}"/>
          </ac:spMkLst>
        </pc:spChg>
        <pc:grpChg chg="add mod">
          <ac:chgData name="Jeroen Rodenburg" userId="36afe4a3-a6a4-4251-8e46-e83f049ed970" providerId="ADAL" clId="{80541EAD-BACD-453B-B4E3-7A0482646AA8}" dt="2025-07-03T13:39:14.725" v="6149" actId="164"/>
          <ac:grpSpMkLst>
            <pc:docMk/>
            <pc:sldMk cId="247495979" sldId="379"/>
            <ac:grpSpMk id="27" creationId="{78F23833-2021-5DF5-BF11-48132D25C091}"/>
          </ac:grpSpMkLst>
        </pc:grpChg>
        <pc:graphicFrameChg chg="mod">
          <ac:chgData name="Jeroen Rodenburg" userId="36afe4a3-a6a4-4251-8e46-e83f049ed970" providerId="ADAL" clId="{80541EAD-BACD-453B-B4E3-7A0482646AA8}" dt="2025-07-03T13:37:43.053" v="6125" actId="1076"/>
          <ac:graphicFrameMkLst>
            <pc:docMk/>
            <pc:sldMk cId="247495979" sldId="379"/>
            <ac:graphicFrameMk id="9" creationId="{9191B112-8848-3717-4AAF-138396BFAE9C}"/>
          </ac:graphicFrameMkLst>
        </pc:graphicFrameChg>
        <pc:picChg chg="add mod">
          <ac:chgData name="Jeroen Rodenburg" userId="36afe4a3-a6a4-4251-8e46-e83f049ed970" providerId="ADAL" clId="{80541EAD-BACD-453B-B4E3-7A0482646AA8}" dt="2025-07-03T13:33:19" v="5979" actId="1076"/>
          <ac:picMkLst>
            <pc:docMk/>
            <pc:sldMk cId="247495979" sldId="379"/>
            <ac:picMk id="6" creationId="{F8EC1A1A-EC80-EA21-28B3-5390D613B124}"/>
          </ac:picMkLst>
        </pc:picChg>
        <pc:cxnChg chg="add mod">
          <ac:chgData name="Jeroen Rodenburg" userId="36afe4a3-a6a4-4251-8e46-e83f049ed970" providerId="ADAL" clId="{80541EAD-BACD-453B-B4E3-7A0482646AA8}" dt="2025-07-03T13:39:14.725" v="6149" actId="164"/>
          <ac:cxnSpMkLst>
            <pc:docMk/>
            <pc:sldMk cId="247495979" sldId="379"/>
            <ac:cxnSpMk id="14" creationId="{2F9494EC-C8BE-20A8-FCAE-99E7121BB641}"/>
          </ac:cxnSpMkLst>
        </pc:cxnChg>
        <pc:cxnChg chg="add mod">
          <ac:chgData name="Jeroen Rodenburg" userId="36afe4a3-a6a4-4251-8e46-e83f049ed970" providerId="ADAL" clId="{80541EAD-BACD-453B-B4E3-7A0482646AA8}" dt="2025-07-03T13:39:14.725" v="6149" actId="164"/>
          <ac:cxnSpMkLst>
            <pc:docMk/>
            <pc:sldMk cId="247495979" sldId="379"/>
            <ac:cxnSpMk id="15" creationId="{65821C3B-8AE2-D2CE-EF69-682A04F9AD8F}"/>
          </ac:cxnSpMkLst>
        </pc:cxnChg>
        <pc:cxnChg chg="add mod">
          <ac:chgData name="Jeroen Rodenburg" userId="36afe4a3-a6a4-4251-8e46-e83f049ed970" providerId="ADAL" clId="{80541EAD-BACD-453B-B4E3-7A0482646AA8}" dt="2025-07-03T13:39:14.725" v="6149" actId="164"/>
          <ac:cxnSpMkLst>
            <pc:docMk/>
            <pc:sldMk cId="247495979" sldId="379"/>
            <ac:cxnSpMk id="18" creationId="{7E325E51-75AA-079F-9D24-FD4A7EDE903C}"/>
          </ac:cxnSpMkLst>
        </pc:cxnChg>
        <pc:cxnChg chg="add mod">
          <ac:chgData name="Jeroen Rodenburg" userId="36afe4a3-a6a4-4251-8e46-e83f049ed970" providerId="ADAL" clId="{80541EAD-BACD-453B-B4E3-7A0482646AA8}" dt="2025-07-03T13:39:14.725" v="6149" actId="164"/>
          <ac:cxnSpMkLst>
            <pc:docMk/>
            <pc:sldMk cId="247495979" sldId="379"/>
            <ac:cxnSpMk id="20" creationId="{B5206464-E28D-ED08-93E4-6AD5653BA3DE}"/>
          </ac:cxnSpMkLst>
        </pc:cxnChg>
        <pc:cxnChg chg="add mod">
          <ac:chgData name="Jeroen Rodenburg" userId="36afe4a3-a6a4-4251-8e46-e83f049ed970" providerId="ADAL" clId="{80541EAD-BACD-453B-B4E3-7A0482646AA8}" dt="2025-07-03T13:39:14.725" v="6149" actId="164"/>
          <ac:cxnSpMkLst>
            <pc:docMk/>
            <pc:sldMk cId="247495979" sldId="379"/>
            <ac:cxnSpMk id="24" creationId="{BEADC4F1-E946-AF9A-DFCD-5BCC39DE2C1D}"/>
          </ac:cxnSpMkLst>
        </pc:cxnChg>
      </pc:sldChg>
      <pc:sldChg chg="addSp delSp modSp new del mod">
        <pc:chgData name="Jeroen Rodenburg" userId="36afe4a3-a6a4-4251-8e46-e83f049ed970" providerId="ADAL" clId="{80541EAD-BACD-453B-B4E3-7A0482646AA8}" dt="2025-07-03T13:56:33.848" v="6329" actId="47"/>
        <pc:sldMkLst>
          <pc:docMk/>
          <pc:sldMk cId="1395218627" sldId="380"/>
        </pc:sldMkLst>
      </pc:sldChg>
      <pc:sldChg chg="addSp modSp add mod">
        <pc:chgData name="Jeroen Rodenburg" userId="36afe4a3-a6a4-4251-8e46-e83f049ed970" providerId="ADAL" clId="{80541EAD-BACD-453B-B4E3-7A0482646AA8}" dt="2025-07-03T13:52:58.934" v="6326" actId="1076"/>
        <pc:sldMkLst>
          <pc:docMk/>
          <pc:sldMk cId="979145291" sldId="381"/>
        </pc:sldMkLst>
        <pc:spChg chg="mod">
          <ac:chgData name="Jeroen Rodenburg" userId="36afe4a3-a6a4-4251-8e46-e83f049ed970" providerId="ADAL" clId="{80541EAD-BACD-453B-B4E3-7A0482646AA8}" dt="2025-07-03T13:51:04.139" v="6283" actId="1076"/>
          <ac:spMkLst>
            <pc:docMk/>
            <pc:sldMk cId="979145291" sldId="381"/>
            <ac:spMk id="3" creationId="{5425DE51-7BB8-2170-F4C2-469834804C29}"/>
          </ac:spMkLst>
        </pc:spChg>
        <pc:spChg chg="mod">
          <ac:chgData name="Jeroen Rodenburg" userId="36afe4a3-a6a4-4251-8e46-e83f049ed970" providerId="ADAL" clId="{80541EAD-BACD-453B-B4E3-7A0482646AA8}" dt="2025-07-03T13:51:58.816" v="6289" actId="1076"/>
          <ac:spMkLst>
            <pc:docMk/>
            <pc:sldMk cId="979145291" sldId="381"/>
            <ac:spMk id="5" creationId="{9750AAF0-4E43-CC8A-FA16-820C2DB67E10}"/>
          </ac:spMkLst>
        </pc:spChg>
        <pc:spChg chg="add mod">
          <ac:chgData name="Jeroen Rodenburg" userId="36afe4a3-a6a4-4251-8e46-e83f049ed970" providerId="ADAL" clId="{80541EAD-BACD-453B-B4E3-7A0482646AA8}" dt="2025-07-03T13:52:58.934" v="6326" actId="1076"/>
          <ac:spMkLst>
            <pc:docMk/>
            <pc:sldMk cId="979145291" sldId="381"/>
            <ac:spMk id="9" creationId="{56150D8C-29FC-7E12-8AC0-FDA4E3492CD4}"/>
          </ac:spMkLst>
        </pc:spChg>
        <pc:picChg chg="add mod ord modCrop">
          <ac:chgData name="Jeroen Rodenburg" userId="36afe4a3-a6a4-4251-8e46-e83f049ed970" providerId="ADAL" clId="{80541EAD-BACD-453B-B4E3-7A0482646AA8}" dt="2025-07-03T13:52:30.004" v="6301" actId="732"/>
          <ac:picMkLst>
            <pc:docMk/>
            <pc:sldMk cId="979145291" sldId="381"/>
            <ac:picMk id="7" creationId="{2F3F4AD2-617C-2E68-43BD-6530ED0ECD0C}"/>
          </ac:picMkLst>
        </pc:picChg>
        <pc:picChg chg="mod">
          <ac:chgData name="Jeroen Rodenburg" userId="36afe4a3-a6a4-4251-8e46-e83f049ed970" providerId="ADAL" clId="{80541EAD-BACD-453B-B4E3-7A0482646AA8}" dt="2025-07-03T13:52:24.252" v="6299" actId="1076"/>
          <ac:picMkLst>
            <pc:docMk/>
            <pc:sldMk cId="979145291" sldId="381"/>
            <ac:picMk id="8" creationId="{3E3CD29E-63E1-7E90-B3EA-6941B07761EC}"/>
          </ac:picMkLst>
        </pc:picChg>
      </pc:sldChg>
      <pc:sldChg chg="addSp delSp modSp add mod">
        <pc:chgData name="Jeroen Rodenburg" userId="36afe4a3-a6a4-4251-8e46-e83f049ed970" providerId="ADAL" clId="{80541EAD-BACD-453B-B4E3-7A0482646AA8}" dt="2025-07-04T09:50:24.260" v="9699" actId="20577"/>
        <pc:sldMkLst>
          <pc:docMk/>
          <pc:sldMk cId="1174273457" sldId="382"/>
        </pc:sldMkLst>
        <pc:spChg chg="add mod">
          <ac:chgData name="Jeroen Rodenburg" userId="36afe4a3-a6a4-4251-8e46-e83f049ed970" providerId="ADAL" clId="{80541EAD-BACD-453B-B4E3-7A0482646AA8}" dt="2025-07-04T09:50:24.260" v="9699" actId="20577"/>
          <ac:spMkLst>
            <pc:docMk/>
            <pc:sldMk cId="1174273457" sldId="382"/>
            <ac:spMk id="10" creationId="{092DE7DE-2D75-2AEF-8AFE-DF7D4CB29878}"/>
          </ac:spMkLst>
        </pc:spChg>
        <pc:spChg chg="add mod">
          <ac:chgData name="Jeroen Rodenburg" userId="36afe4a3-a6a4-4251-8e46-e83f049ed970" providerId="ADAL" clId="{80541EAD-BACD-453B-B4E3-7A0482646AA8}" dt="2025-07-04T09:45:52.454" v="9664" actId="1076"/>
          <ac:spMkLst>
            <pc:docMk/>
            <pc:sldMk cId="1174273457" sldId="382"/>
            <ac:spMk id="12" creationId="{EB8D86E3-2AC8-31BC-E2D0-F9D3AAF92828}"/>
          </ac:spMkLst>
        </pc:spChg>
        <pc:graphicFrameChg chg="add mod modGraphic">
          <ac:chgData name="Jeroen Rodenburg" userId="36afe4a3-a6a4-4251-8e46-e83f049ed970" providerId="ADAL" clId="{80541EAD-BACD-453B-B4E3-7A0482646AA8}" dt="2025-07-04T09:45:39.112" v="9662" actId="20577"/>
          <ac:graphicFrameMkLst>
            <pc:docMk/>
            <pc:sldMk cId="1174273457" sldId="382"/>
            <ac:graphicFrameMk id="13" creationId="{D843211A-42A1-EE6A-1024-0682381063E4}"/>
          </ac:graphicFrameMkLst>
        </pc:graphicFrameChg>
      </pc:sldChg>
      <pc:sldChg chg="addSp delSp modSp add mod">
        <pc:chgData name="Jeroen Rodenburg" userId="36afe4a3-a6a4-4251-8e46-e83f049ed970" providerId="ADAL" clId="{80541EAD-BACD-453B-B4E3-7A0482646AA8}" dt="2025-07-03T14:57:50.267" v="9069" actId="27636"/>
        <pc:sldMkLst>
          <pc:docMk/>
          <pc:sldMk cId="2013169543" sldId="383"/>
        </pc:sldMkLst>
        <pc:spChg chg="mod">
          <ac:chgData name="Jeroen Rodenburg" userId="36afe4a3-a6a4-4251-8e46-e83f049ed970" providerId="ADAL" clId="{80541EAD-BACD-453B-B4E3-7A0482646AA8}" dt="2025-07-03T14:57:50.267" v="9069" actId="27636"/>
          <ac:spMkLst>
            <pc:docMk/>
            <pc:sldMk cId="2013169543" sldId="383"/>
            <ac:spMk id="10" creationId="{092DE7DE-2D75-2AEF-8AFE-DF7D4CB29878}"/>
          </ac:spMkLst>
        </pc:spChg>
        <pc:spChg chg="mod">
          <ac:chgData name="Jeroen Rodenburg" userId="36afe4a3-a6a4-4251-8e46-e83f049ed970" providerId="ADAL" clId="{80541EAD-BACD-453B-B4E3-7A0482646AA8}" dt="2025-07-03T14:36:51.001" v="8146" actId="1076"/>
          <ac:spMkLst>
            <pc:docMk/>
            <pc:sldMk cId="2013169543" sldId="383"/>
            <ac:spMk id="12" creationId="{EB8D86E3-2AC8-31BC-E2D0-F9D3AAF92828}"/>
          </ac:spMkLst>
        </pc:spChg>
        <pc:picChg chg="add mod">
          <ac:chgData name="Jeroen Rodenburg" userId="36afe4a3-a6a4-4251-8e46-e83f049ed970" providerId="ADAL" clId="{80541EAD-BACD-453B-B4E3-7A0482646AA8}" dt="2025-07-03T14:41:56.311" v="8461" actId="1076"/>
          <ac:picMkLst>
            <pc:docMk/>
            <pc:sldMk cId="2013169543" sldId="383"/>
            <ac:picMk id="3" creationId="{E0A13F03-C23C-C250-B1A9-6F8B66252D9C}"/>
          </ac:picMkLst>
        </pc:picChg>
      </pc:sldChg>
      <pc:sldChg chg="addSp delSp modSp add mod">
        <pc:chgData name="Jeroen Rodenburg" userId="36afe4a3-a6a4-4251-8e46-e83f049ed970" providerId="ADAL" clId="{80541EAD-BACD-453B-B4E3-7A0482646AA8}" dt="2025-07-03T14:59:07.090" v="9084" actId="478"/>
        <pc:sldMkLst>
          <pc:docMk/>
          <pc:sldMk cId="437633265" sldId="384"/>
        </pc:sldMkLst>
        <pc:spChg chg="add mod">
          <ac:chgData name="Jeroen Rodenburg" userId="36afe4a3-a6a4-4251-8e46-e83f049ed970" providerId="ADAL" clId="{80541EAD-BACD-453B-B4E3-7A0482646AA8}" dt="2025-07-03T14:47:37.176" v="8771" actId="1038"/>
          <ac:spMkLst>
            <pc:docMk/>
            <pc:sldMk cId="437633265" sldId="384"/>
            <ac:spMk id="9" creationId="{08A3C9C8-2C29-C1E4-92AA-529C2AC65196}"/>
          </ac:spMkLst>
        </pc:spChg>
        <pc:spChg chg="mod">
          <ac:chgData name="Jeroen Rodenburg" userId="36afe4a3-a6a4-4251-8e46-e83f049ed970" providerId="ADAL" clId="{80541EAD-BACD-453B-B4E3-7A0482646AA8}" dt="2025-07-03T14:59:06.022" v="9082" actId="20577"/>
          <ac:spMkLst>
            <pc:docMk/>
            <pc:sldMk cId="437633265" sldId="384"/>
            <ac:spMk id="10" creationId="{092DE7DE-2D75-2AEF-8AFE-DF7D4CB29878}"/>
          </ac:spMkLst>
        </pc:spChg>
        <pc:picChg chg="add mod">
          <ac:chgData name="Jeroen Rodenburg" userId="36afe4a3-a6a4-4251-8e46-e83f049ed970" providerId="ADAL" clId="{80541EAD-BACD-453B-B4E3-7A0482646AA8}" dt="2025-07-03T14:47:34.982" v="8768" actId="1076"/>
          <ac:picMkLst>
            <pc:docMk/>
            <pc:sldMk cId="437633265" sldId="384"/>
            <ac:picMk id="7" creationId="{2A106C7C-F1EB-6FCC-A606-AB736C2ED4B6}"/>
          </ac:picMkLst>
        </pc:picChg>
      </pc:sldChg>
      <pc:sldChg chg="modSp add mod modTransition">
        <pc:chgData name="Jeroen Rodenburg" userId="36afe4a3-a6a4-4251-8e46-e83f049ed970" providerId="ADAL" clId="{80541EAD-BACD-453B-B4E3-7A0482646AA8}" dt="2025-07-03T15:00:06.258" v="9090"/>
        <pc:sldMkLst>
          <pc:docMk/>
          <pc:sldMk cId="4078750807" sldId="385"/>
        </pc:sldMkLst>
        <pc:spChg chg="mod">
          <ac:chgData name="Jeroen Rodenburg" userId="36afe4a3-a6a4-4251-8e46-e83f049ed970" providerId="ADAL" clId="{80541EAD-BACD-453B-B4E3-7A0482646AA8}" dt="2025-07-03T14:58:53.709" v="9080" actId="20577"/>
          <ac:spMkLst>
            <pc:docMk/>
            <pc:sldMk cId="4078750807" sldId="385"/>
            <ac:spMk id="10" creationId="{092DE7DE-2D75-2AEF-8AFE-DF7D4CB29878}"/>
          </ac:spMkLst>
        </pc:spChg>
      </pc:sldChg>
      <pc:sldChg chg="modSp add mod modTransition">
        <pc:chgData name="Jeroen Rodenburg" userId="36afe4a3-a6a4-4251-8e46-e83f049ed970" providerId="ADAL" clId="{80541EAD-BACD-453B-B4E3-7A0482646AA8}" dt="2025-07-03T15:00:18.084" v="9091"/>
        <pc:sldMkLst>
          <pc:docMk/>
          <pc:sldMk cId="34784446" sldId="386"/>
        </pc:sldMkLst>
        <pc:spChg chg="mod">
          <ac:chgData name="Jeroen Rodenburg" userId="36afe4a3-a6a4-4251-8e46-e83f049ed970" providerId="ADAL" clId="{80541EAD-BACD-453B-B4E3-7A0482646AA8}" dt="2025-07-03T14:57:36.771" v="9063" actId="20577"/>
          <ac:spMkLst>
            <pc:docMk/>
            <pc:sldMk cId="34784446" sldId="386"/>
            <ac:spMk id="10" creationId="{092DE7DE-2D75-2AEF-8AFE-DF7D4CB29878}"/>
          </ac:spMkLst>
        </pc:spChg>
      </pc:sldChg>
      <pc:sldChg chg="delSp modSp add del mod">
        <pc:chgData name="Jeroen Rodenburg" userId="36afe4a3-a6a4-4251-8e46-e83f049ed970" providerId="ADAL" clId="{80541EAD-BACD-453B-B4E3-7A0482646AA8}" dt="2025-07-03T14:58:45.126" v="9079" actId="47"/>
        <pc:sldMkLst>
          <pc:docMk/>
          <pc:sldMk cId="101074472" sldId="387"/>
        </pc:sldMkLst>
      </pc:sldChg>
      <pc:sldChg chg="delSp modSp add mod modTransition">
        <pc:chgData name="Jeroen Rodenburg" userId="36afe4a3-a6a4-4251-8e46-e83f049ed970" providerId="ADAL" clId="{80541EAD-BACD-453B-B4E3-7A0482646AA8}" dt="2025-07-03T15:00:30.163" v="9092"/>
        <pc:sldMkLst>
          <pc:docMk/>
          <pc:sldMk cId="3765495869" sldId="388"/>
        </pc:sldMkLst>
        <pc:spChg chg="mod">
          <ac:chgData name="Jeroen Rodenburg" userId="36afe4a3-a6a4-4251-8e46-e83f049ed970" providerId="ADAL" clId="{80541EAD-BACD-453B-B4E3-7A0482646AA8}" dt="2025-07-03T14:58:27.600" v="9076" actId="20577"/>
          <ac:spMkLst>
            <pc:docMk/>
            <pc:sldMk cId="3765495869" sldId="388"/>
            <ac:spMk id="10" creationId="{092DE7DE-2D75-2AEF-8AFE-DF7D4CB29878}"/>
          </ac:spMkLst>
        </pc:spChg>
      </pc:sldChg>
      <pc:sldChg chg="addSp delSp add mod modTransition">
        <pc:chgData name="Jeroen Rodenburg" userId="36afe4a3-a6a4-4251-8e46-e83f049ed970" providerId="ADAL" clId="{80541EAD-BACD-453B-B4E3-7A0482646AA8}" dt="2025-07-03T15:00:34.940" v="9093"/>
        <pc:sldMkLst>
          <pc:docMk/>
          <pc:sldMk cId="314701097" sldId="389"/>
        </pc:sldMkLst>
        <pc:picChg chg="add del">
          <ac:chgData name="Jeroen Rodenburg" userId="36afe4a3-a6a4-4251-8e46-e83f049ed970" providerId="ADAL" clId="{80541EAD-BACD-453B-B4E3-7A0482646AA8}" dt="2025-07-03T14:58:23.349" v="9074" actId="478"/>
          <ac:picMkLst>
            <pc:docMk/>
            <pc:sldMk cId="314701097" sldId="389"/>
            <ac:picMk id="15" creationId="{A2673F33-8717-AE2C-4431-13852611A655}"/>
          </ac:picMkLst>
        </pc:picChg>
      </pc:sldChg>
      <pc:sldChg chg="addSp delSp modSp add mod modAnim">
        <pc:chgData name="Jeroen Rodenburg" userId="36afe4a3-a6a4-4251-8e46-e83f049ed970" providerId="ADAL" clId="{80541EAD-BACD-453B-B4E3-7A0482646AA8}" dt="2025-07-04T09:48:33.874" v="9674" actId="20577"/>
        <pc:sldMkLst>
          <pc:docMk/>
          <pc:sldMk cId="2003304" sldId="390"/>
        </pc:sldMkLst>
        <pc:spChg chg="add mod">
          <ac:chgData name="Jeroen Rodenburg" userId="36afe4a3-a6a4-4251-8e46-e83f049ed970" providerId="ADAL" clId="{80541EAD-BACD-453B-B4E3-7A0482646AA8}" dt="2025-07-03T16:11:11.714" v="9289" actId="1076"/>
          <ac:spMkLst>
            <pc:docMk/>
            <pc:sldMk cId="2003304" sldId="390"/>
            <ac:spMk id="9" creationId="{76566598-C74C-52B3-351A-DBE2982C47CB}"/>
          </ac:spMkLst>
        </pc:spChg>
        <pc:spChg chg="mod">
          <ac:chgData name="Jeroen Rodenburg" userId="36afe4a3-a6a4-4251-8e46-e83f049ed970" providerId="ADAL" clId="{80541EAD-BACD-453B-B4E3-7A0482646AA8}" dt="2025-07-03T16:04:21.202" v="9112" actId="1076"/>
          <ac:spMkLst>
            <pc:docMk/>
            <pc:sldMk cId="2003304" sldId="390"/>
            <ac:spMk id="10" creationId="{C9E4DF10-8D46-BC90-4A45-60D374A9206D}"/>
          </ac:spMkLst>
        </pc:spChg>
        <pc:spChg chg="add mod">
          <ac:chgData name="Jeroen Rodenburg" userId="36afe4a3-a6a4-4251-8e46-e83f049ed970" providerId="ADAL" clId="{80541EAD-BACD-453B-B4E3-7A0482646AA8}" dt="2025-07-03T16:11:04.466" v="9287" actId="1076"/>
          <ac:spMkLst>
            <pc:docMk/>
            <pc:sldMk cId="2003304" sldId="390"/>
            <ac:spMk id="11" creationId="{58BAE39B-61F8-F7CC-1CAD-383920E30899}"/>
          </ac:spMkLst>
        </pc:spChg>
        <pc:spChg chg="add mod">
          <ac:chgData name="Jeroen Rodenburg" userId="36afe4a3-a6a4-4251-8e46-e83f049ed970" providerId="ADAL" clId="{80541EAD-BACD-453B-B4E3-7A0482646AA8}" dt="2025-07-03T16:11:01.482" v="9286" actId="1076"/>
          <ac:spMkLst>
            <pc:docMk/>
            <pc:sldMk cId="2003304" sldId="390"/>
            <ac:spMk id="12" creationId="{008286D0-31F7-8945-96A6-10FD537899DA}"/>
          </ac:spMkLst>
        </pc:spChg>
        <pc:spChg chg="add mod">
          <ac:chgData name="Jeroen Rodenburg" userId="36afe4a3-a6a4-4251-8e46-e83f049ed970" providerId="ADAL" clId="{80541EAD-BACD-453B-B4E3-7A0482646AA8}" dt="2025-07-03T16:10:59.370" v="9285" actId="1076"/>
          <ac:spMkLst>
            <pc:docMk/>
            <pc:sldMk cId="2003304" sldId="390"/>
            <ac:spMk id="14" creationId="{3C39FEA6-A22A-7999-7E91-AFC6F8F176E3}"/>
          </ac:spMkLst>
        </pc:spChg>
        <pc:spChg chg="add mod">
          <ac:chgData name="Jeroen Rodenburg" userId="36afe4a3-a6a4-4251-8e46-e83f049ed970" providerId="ADAL" clId="{80541EAD-BACD-453B-B4E3-7A0482646AA8}" dt="2025-07-03T16:10:18.632" v="9279" actId="164"/>
          <ac:spMkLst>
            <pc:docMk/>
            <pc:sldMk cId="2003304" sldId="390"/>
            <ac:spMk id="17" creationId="{07541B68-60CB-62FB-FDD3-CD9CF737C750}"/>
          </ac:spMkLst>
        </pc:spChg>
        <pc:spChg chg="add mod">
          <ac:chgData name="Jeroen Rodenburg" userId="36afe4a3-a6a4-4251-8e46-e83f049ed970" providerId="ADAL" clId="{80541EAD-BACD-453B-B4E3-7A0482646AA8}" dt="2025-07-04T09:48:33.874" v="9674" actId="20577"/>
          <ac:spMkLst>
            <pc:docMk/>
            <pc:sldMk cId="2003304" sldId="390"/>
            <ac:spMk id="18" creationId="{5B337E42-E6A3-14E4-A85A-E163E4A5064C}"/>
          </ac:spMkLst>
        </pc:spChg>
        <pc:spChg chg="add mod">
          <ac:chgData name="Jeroen Rodenburg" userId="36afe4a3-a6a4-4251-8e46-e83f049ed970" providerId="ADAL" clId="{80541EAD-BACD-453B-B4E3-7A0482646AA8}" dt="2025-07-03T16:11:58.084" v="9296" actId="1076"/>
          <ac:spMkLst>
            <pc:docMk/>
            <pc:sldMk cId="2003304" sldId="390"/>
            <ac:spMk id="20" creationId="{E6775A20-CEB3-06CC-F5D4-7D3AD43D379C}"/>
          </ac:spMkLst>
        </pc:spChg>
        <pc:spChg chg="add mod">
          <ac:chgData name="Jeroen Rodenburg" userId="36afe4a3-a6a4-4251-8e46-e83f049ed970" providerId="ADAL" clId="{80541EAD-BACD-453B-B4E3-7A0482646AA8}" dt="2025-07-04T09:48:29.059" v="9673" actId="20577"/>
          <ac:spMkLst>
            <pc:docMk/>
            <pc:sldMk cId="2003304" sldId="390"/>
            <ac:spMk id="21" creationId="{225071C7-FC71-2512-86E0-009751CB74F8}"/>
          </ac:spMkLst>
        </pc:spChg>
        <pc:spChg chg="add mod">
          <ac:chgData name="Jeroen Rodenburg" userId="36afe4a3-a6a4-4251-8e46-e83f049ed970" providerId="ADAL" clId="{80541EAD-BACD-453B-B4E3-7A0482646AA8}" dt="2025-07-03T16:10:18.632" v="9279" actId="164"/>
          <ac:spMkLst>
            <pc:docMk/>
            <pc:sldMk cId="2003304" sldId="390"/>
            <ac:spMk id="22" creationId="{30FD8454-6194-D3D0-D186-D9D6585C0754}"/>
          </ac:spMkLst>
        </pc:spChg>
        <pc:spChg chg="mod">
          <ac:chgData name="Jeroen Rodenburg" userId="36afe4a3-a6a4-4251-8e46-e83f049ed970" providerId="ADAL" clId="{80541EAD-BACD-453B-B4E3-7A0482646AA8}" dt="2025-07-03T16:10:55.762" v="9284" actId="1076"/>
          <ac:spMkLst>
            <pc:docMk/>
            <pc:sldMk cId="2003304" sldId="390"/>
            <ac:spMk id="23" creationId="{0A613E29-A85C-1F64-1344-9FAAB5108C0C}"/>
          </ac:spMkLst>
        </pc:spChg>
        <pc:grpChg chg="add mod">
          <ac:chgData name="Jeroen Rodenburg" userId="36afe4a3-a6a4-4251-8e46-e83f049ed970" providerId="ADAL" clId="{80541EAD-BACD-453B-B4E3-7A0482646AA8}" dt="2025-07-03T16:11:22.892" v="9290" actId="1076"/>
          <ac:grpSpMkLst>
            <pc:docMk/>
            <pc:sldMk cId="2003304" sldId="390"/>
            <ac:grpSpMk id="24" creationId="{DD1B1CF6-E88A-E967-98F0-55FBB0C11411}"/>
          </ac:grpSpMkLst>
        </pc:grpChg>
        <pc:picChg chg="add mod">
          <ac:chgData name="Jeroen Rodenburg" userId="36afe4a3-a6a4-4251-8e46-e83f049ed970" providerId="ADAL" clId="{80541EAD-BACD-453B-B4E3-7A0482646AA8}" dt="2025-07-03T16:11:11.714" v="9289" actId="1076"/>
          <ac:picMkLst>
            <pc:docMk/>
            <pc:sldMk cId="2003304" sldId="390"/>
            <ac:picMk id="4" creationId="{A68B5F4D-063C-4191-F37D-37A234330F5B}"/>
          </ac:picMkLst>
        </pc:picChg>
        <pc:picChg chg="add mod">
          <ac:chgData name="Jeroen Rodenburg" userId="36afe4a3-a6a4-4251-8e46-e83f049ed970" providerId="ADAL" clId="{80541EAD-BACD-453B-B4E3-7A0482646AA8}" dt="2025-07-03T16:11:04.466" v="9287" actId="1076"/>
          <ac:picMkLst>
            <pc:docMk/>
            <pc:sldMk cId="2003304" sldId="390"/>
            <ac:picMk id="8" creationId="{53741DFD-21ED-AE1F-78EE-59065AA90806}"/>
          </ac:picMkLst>
        </pc:picChg>
        <pc:picChg chg="mod">
          <ac:chgData name="Jeroen Rodenburg" userId="36afe4a3-a6a4-4251-8e46-e83f049ed970" providerId="ADAL" clId="{80541EAD-BACD-453B-B4E3-7A0482646AA8}" dt="2025-07-03T16:10:51.963" v="9283" actId="1076"/>
          <ac:picMkLst>
            <pc:docMk/>
            <pc:sldMk cId="2003304" sldId="390"/>
            <ac:picMk id="19" creationId="{D43705C4-8845-C11F-72FF-D52AEED5BD36}"/>
          </ac:picMkLst>
        </pc:picChg>
      </pc:sldChg>
      <pc:sldChg chg="add del">
        <pc:chgData name="Jeroen Rodenburg" userId="36afe4a3-a6a4-4251-8e46-e83f049ed970" providerId="ADAL" clId="{80541EAD-BACD-453B-B4E3-7A0482646AA8}" dt="2025-07-03T16:13:51.107" v="9311" actId="47"/>
        <pc:sldMkLst>
          <pc:docMk/>
          <pc:sldMk cId="2151592202" sldId="391"/>
        </pc:sldMkLst>
      </pc:sldChg>
      <pc:sldChg chg="addSp delSp modSp new mod">
        <pc:chgData name="Jeroen Rodenburg" userId="36afe4a3-a6a4-4251-8e46-e83f049ed970" providerId="ADAL" clId="{80541EAD-BACD-453B-B4E3-7A0482646AA8}" dt="2025-07-05T09:35:00.052" v="12958" actId="1076"/>
        <pc:sldMkLst>
          <pc:docMk/>
          <pc:sldMk cId="790800586" sldId="392"/>
        </pc:sldMkLst>
        <pc:spChg chg="mod">
          <ac:chgData name="Jeroen Rodenburg" userId="36afe4a3-a6a4-4251-8e46-e83f049ed970" providerId="ADAL" clId="{80541EAD-BACD-453B-B4E3-7A0482646AA8}" dt="2025-07-05T09:35:00.052" v="12958" actId="1076"/>
          <ac:spMkLst>
            <pc:docMk/>
            <pc:sldMk cId="790800586" sldId="392"/>
            <ac:spMk id="3" creationId="{DD2B3F05-4DB2-C4C9-4D88-8E4C3EA97DD7}"/>
          </ac:spMkLst>
        </pc:spChg>
        <pc:picChg chg="add mod ord">
          <ac:chgData name="Jeroen Rodenburg" userId="36afe4a3-a6a4-4251-8e46-e83f049ed970" providerId="ADAL" clId="{80541EAD-BACD-453B-B4E3-7A0482646AA8}" dt="2025-07-03T16:13:33.613" v="9310" actId="14100"/>
          <ac:picMkLst>
            <pc:docMk/>
            <pc:sldMk cId="790800586" sldId="392"/>
            <ac:picMk id="8" creationId="{380FDA6A-57ED-8A57-C92A-79121AC71524}"/>
          </ac:picMkLst>
        </pc:picChg>
      </pc:sldChg>
      <pc:sldChg chg="add del">
        <pc:chgData name="Jeroen Rodenburg" userId="36afe4a3-a6a4-4251-8e46-e83f049ed970" providerId="ADAL" clId="{80541EAD-BACD-453B-B4E3-7A0482646AA8}" dt="2025-07-04T09:37:35.986" v="9559"/>
        <pc:sldMkLst>
          <pc:docMk/>
          <pc:sldMk cId="1332290591" sldId="393"/>
        </pc:sldMkLst>
      </pc:sldChg>
      <pc:sldChg chg="delSp add mod modTransition modAnim">
        <pc:chgData name="Jeroen Rodenburg" userId="36afe4a3-a6a4-4251-8e46-e83f049ed970" providerId="ADAL" clId="{80541EAD-BACD-453B-B4E3-7A0482646AA8}" dt="2025-07-04T09:39:07.072" v="9582"/>
        <pc:sldMkLst>
          <pc:docMk/>
          <pc:sldMk cId="2880661372" sldId="393"/>
        </pc:sldMkLst>
      </pc:sldChg>
      <pc:sldChg chg="add del">
        <pc:chgData name="Jeroen Rodenburg" userId="36afe4a3-a6a4-4251-8e46-e83f049ed970" providerId="ADAL" clId="{80541EAD-BACD-453B-B4E3-7A0482646AA8}" dt="2025-07-04T09:37:31.695" v="9554"/>
        <pc:sldMkLst>
          <pc:docMk/>
          <pc:sldMk cId="545929630" sldId="394"/>
        </pc:sldMkLst>
      </pc:sldChg>
      <pc:sldChg chg="modSp add">
        <pc:chgData name="Jeroen Rodenburg" userId="36afe4a3-a6a4-4251-8e46-e83f049ed970" providerId="ADAL" clId="{80541EAD-BACD-453B-B4E3-7A0482646AA8}" dt="2025-07-04T09:44:19.174" v="9657" actId="113"/>
        <pc:sldMkLst>
          <pc:docMk/>
          <pc:sldMk cId="844444319" sldId="394"/>
        </pc:sldMkLst>
        <pc:spChg chg="mod">
          <ac:chgData name="Jeroen Rodenburg" userId="36afe4a3-a6a4-4251-8e46-e83f049ed970" providerId="ADAL" clId="{80541EAD-BACD-453B-B4E3-7A0482646AA8}" dt="2025-07-04T09:44:19.174" v="9657" actId="113"/>
          <ac:spMkLst>
            <pc:docMk/>
            <pc:sldMk cId="844444319" sldId="394"/>
            <ac:spMk id="8" creationId="{F8E9FA0B-A94A-8B40-7381-31AC6CE0080E}"/>
          </ac:spMkLst>
        </pc:spChg>
      </pc:sldChg>
      <pc:sldChg chg="delSp modSp add mod">
        <pc:chgData name="Jeroen Rodenburg" userId="36afe4a3-a6a4-4251-8e46-e83f049ed970" providerId="ADAL" clId="{80541EAD-BACD-453B-B4E3-7A0482646AA8}" dt="2025-07-04T14:22:02.604" v="11471" actId="1076"/>
        <pc:sldMkLst>
          <pc:docMk/>
          <pc:sldMk cId="2419728471" sldId="395"/>
        </pc:sldMkLst>
        <pc:spChg chg="mod">
          <ac:chgData name="Jeroen Rodenburg" userId="36afe4a3-a6a4-4251-8e46-e83f049ed970" providerId="ADAL" clId="{80541EAD-BACD-453B-B4E3-7A0482646AA8}" dt="2025-07-04T14:21:57.694" v="11469" actId="20577"/>
          <ac:spMkLst>
            <pc:docMk/>
            <pc:sldMk cId="2419728471" sldId="395"/>
            <ac:spMk id="10" creationId="{092DE7DE-2D75-2AEF-8AFE-DF7D4CB29878}"/>
          </ac:spMkLst>
        </pc:spChg>
        <pc:spChg chg="mod">
          <ac:chgData name="Jeroen Rodenburg" userId="36afe4a3-a6a4-4251-8e46-e83f049ed970" providerId="ADAL" clId="{80541EAD-BACD-453B-B4E3-7A0482646AA8}" dt="2025-07-04T14:22:02.604" v="11471" actId="1076"/>
          <ac:spMkLst>
            <pc:docMk/>
            <pc:sldMk cId="2419728471" sldId="395"/>
            <ac:spMk id="12" creationId="{EB8D86E3-2AC8-31BC-E2D0-F9D3AAF92828}"/>
          </ac:spMkLst>
        </pc:spChg>
      </pc:sldChg>
      <pc:sldChg chg="add del">
        <pc:chgData name="Jeroen Rodenburg" userId="36afe4a3-a6a4-4251-8e46-e83f049ed970" providerId="ADAL" clId="{80541EAD-BACD-453B-B4E3-7A0482646AA8}" dt="2025-07-04T09:50:44.348" v="9700" actId="47"/>
        <pc:sldMkLst>
          <pc:docMk/>
          <pc:sldMk cId="2945056033" sldId="395"/>
        </pc:sldMkLst>
      </pc:sldChg>
      <pc:sldChg chg="addSp delSp modSp new mod modAnim">
        <pc:chgData name="Jeroen Rodenburg" userId="36afe4a3-a6a4-4251-8e46-e83f049ed970" providerId="ADAL" clId="{80541EAD-BACD-453B-B4E3-7A0482646AA8}" dt="2025-07-07T11:57:07.519" v="13068" actId="20577"/>
        <pc:sldMkLst>
          <pc:docMk/>
          <pc:sldMk cId="837258638" sldId="396"/>
        </pc:sldMkLst>
        <pc:spChg chg="add mod">
          <ac:chgData name="Jeroen Rodenburg" userId="36afe4a3-a6a4-4251-8e46-e83f049ed970" providerId="ADAL" clId="{80541EAD-BACD-453B-B4E3-7A0482646AA8}" dt="2025-07-07T11:56:42.101" v="13062" actId="20577"/>
          <ac:spMkLst>
            <pc:docMk/>
            <pc:sldMk cId="837258638" sldId="396"/>
            <ac:spMk id="12" creationId="{3858B212-60A7-AA32-37C8-D6F16868B8DA}"/>
          </ac:spMkLst>
        </pc:spChg>
        <pc:spChg chg="add mod">
          <ac:chgData name="Jeroen Rodenburg" userId="36afe4a3-a6a4-4251-8e46-e83f049ed970" providerId="ADAL" clId="{80541EAD-BACD-453B-B4E3-7A0482646AA8}" dt="2025-07-04T14:24:08.053" v="11501" actId="1076"/>
          <ac:spMkLst>
            <pc:docMk/>
            <pc:sldMk cId="837258638" sldId="396"/>
            <ac:spMk id="13" creationId="{4161BE3B-9B04-0175-0722-536E50381F50}"/>
          </ac:spMkLst>
        </pc:spChg>
        <pc:spChg chg="add mod">
          <ac:chgData name="Jeroen Rodenburg" userId="36afe4a3-a6a4-4251-8e46-e83f049ed970" providerId="ADAL" clId="{80541EAD-BACD-453B-B4E3-7A0482646AA8}" dt="2025-07-04T14:24:12.238" v="11502" actId="1076"/>
          <ac:spMkLst>
            <pc:docMk/>
            <pc:sldMk cId="837258638" sldId="396"/>
            <ac:spMk id="14" creationId="{5E63C8F6-CEDB-00DE-C7E1-70592D41E895}"/>
          </ac:spMkLst>
        </pc:spChg>
        <pc:spChg chg="add mod">
          <ac:chgData name="Jeroen Rodenburg" userId="36afe4a3-a6a4-4251-8e46-e83f049ed970" providerId="ADAL" clId="{80541EAD-BACD-453B-B4E3-7A0482646AA8}" dt="2025-07-04T14:37:21.332" v="11823" actId="1076"/>
          <ac:spMkLst>
            <pc:docMk/>
            <pc:sldMk cId="837258638" sldId="396"/>
            <ac:spMk id="17" creationId="{624F6EA7-7E5D-D1A4-2FE5-28EE2E967EBB}"/>
          </ac:spMkLst>
        </pc:spChg>
        <pc:spChg chg="add mod">
          <ac:chgData name="Jeroen Rodenburg" userId="36afe4a3-a6a4-4251-8e46-e83f049ed970" providerId="ADAL" clId="{80541EAD-BACD-453B-B4E3-7A0482646AA8}" dt="2025-07-04T14:37:21.332" v="11823" actId="1076"/>
          <ac:spMkLst>
            <pc:docMk/>
            <pc:sldMk cId="837258638" sldId="396"/>
            <ac:spMk id="18" creationId="{8678D122-AFE4-3A5A-C9C3-E22BE803D3FB}"/>
          </ac:spMkLst>
        </pc:spChg>
        <pc:spChg chg="add mod">
          <ac:chgData name="Jeroen Rodenburg" userId="36afe4a3-a6a4-4251-8e46-e83f049ed970" providerId="ADAL" clId="{80541EAD-BACD-453B-B4E3-7A0482646AA8}" dt="2025-07-04T14:37:21.332" v="11823" actId="1076"/>
          <ac:spMkLst>
            <pc:docMk/>
            <pc:sldMk cId="837258638" sldId="396"/>
            <ac:spMk id="19" creationId="{1E5E3163-8C87-8DC6-EE23-3AD6A31A3648}"/>
          </ac:spMkLst>
        </pc:spChg>
        <pc:spChg chg="add mod">
          <ac:chgData name="Jeroen Rodenburg" userId="36afe4a3-a6a4-4251-8e46-e83f049ed970" providerId="ADAL" clId="{80541EAD-BACD-453B-B4E3-7A0482646AA8}" dt="2025-07-07T11:57:07.519" v="13068" actId="20577"/>
          <ac:spMkLst>
            <pc:docMk/>
            <pc:sldMk cId="837258638" sldId="396"/>
            <ac:spMk id="20" creationId="{FE665F1C-62E0-86D2-D57C-A17DC8B5C14F}"/>
          </ac:spMkLst>
        </pc:spChg>
        <pc:picChg chg="add mod ord modCrop">
          <ac:chgData name="Jeroen Rodenburg" userId="36afe4a3-a6a4-4251-8e46-e83f049ed970" providerId="ADAL" clId="{80541EAD-BACD-453B-B4E3-7A0482646AA8}" dt="2025-07-04T14:37:21.332" v="11823" actId="1076"/>
          <ac:picMkLst>
            <pc:docMk/>
            <pc:sldMk cId="837258638" sldId="396"/>
            <ac:picMk id="7" creationId="{FC3C9691-7F37-A4DB-AFA4-75C1A60DC1B4}"/>
          </ac:picMkLst>
        </pc:picChg>
        <pc:picChg chg="add mod modCrop">
          <ac:chgData name="Jeroen Rodenburg" userId="36afe4a3-a6a4-4251-8e46-e83f049ed970" providerId="ADAL" clId="{80541EAD-BACD-453B-B4E3-7A0482646AA8}" dt="2025-07-04T14:37:21.332" v="11823" actId="1076"/>
          <ac:picMkLst>
            <pc:docMk/>
            <pc:sldMk cId="837258638" sldId="396"/>
            <ac:picMk id="9" creationId="{E123F3CE-7938-0374-C245-D951B420D14B}"/>
          </ac:picMkLst>
        </pc:picChg>
        <pc:picChg chg="add mod ord modCrop">
          <ac:chgData name="Jeroen Rodenburg" userId="36afe4a3-a6a4-4251-8e46-e83f049ed970" providerId="ADAL" clId="{80541EAD-BACD-453B-B4E3-7A0482646AA8}" dt="2025-07-04T14:37:21.332" v="11823" actId="1076"/>
          <ac:picMkLst>
            <pc:docMk/>
            <pc:sldMk cId="837258638" sldId="396"/>
            <ac:picMk id="11" creationId="{8368D95C-E6DE-325C-3599-08CB32D2D0E7}"/>
          </ac:picMkLst>
        </pc:picChg>
        <pc:picChg chg="add mod">
          <ac:chgData name="Jeroen Rodenburg" userId="36afe4a3-a6a4-4251-8e46-e83f049ed970" providerId="ADAL" clId="{80541EAD-BACD-453B-B4E3-7A0482646AA8}" dt="2025-07-04T14:37:21.332" v="11823" actId="1076"/>
          <ac:picMkLst>
            <pc:docMk/>
            <pc:sldMk cId="837258638" sldId="396"/>
            <ac:picMk id="16" creationId="{B6C0F699-F6DD-A868-4BC7-C5430F2F4449}"/>
          </ac:picMkLst>
        </pc:picChg>
      </pc:sldChg>
      <pc:sldChg chg="addSp delSp modSp new del mod">
        <pc:chgData name="Jeroen Rodenburg" userId="36afe4a3-a6a4-4251-8e46-e83f049ed970" providerId="ADAL" clId="{80541EAD-BACD-453B-B4E3-7A0482646AA8}" dt="2025-07-04T14:19:44.695" v="11213" actId="47"/>
        <pc:sldMkLst>
          <pc:docMk/>
          <pc:sldMk cId="1410904420" sldId="397"/>
        </pc:sldMkLst>
      </pc:sldChg>
      <pc:sldChg chg="addSp modSp add mod">
        <pc:chgData name="Jeroen Rodenburg" userId="36afe4a3-a6a4-4251-8e46-e83f049ed970" providerId="ADAL" clId="{80541EAD-BACD-453B-B4E3-7A0482646AA8}" dt="2025-07-04T14:02:30.137" v="10302" actId="20577"/>
        <pc:sldMkLst>
          <pc:docMk/>
          <pc:sldMk cId="3475440039" sldId="398"/>
        </pc:sldMkLst>
        <pc:spChg chg="mod">
          <ac:chgData name="Jeroen Rodenburg" userId="36afe4a3-a6a4-4251-8e46-e83f049ed970" providerId="ADAL" clId="{80541EAD-BACD-453B-B4E3-7A0482646AA8}" dt="2025-07-04T14:02:30.137" v="10302" actId="20577"/>
          <ac:spMkLst>
            <pc:docMk/>
            <pc:sldMk cId="3475440039" sldId="398"/>
            <ac:spMk id="10" creationId="{092DE7DE-2D75-2AEF-8AFE-DF7D4CB29878}"/>
          </ac:spMkLst>
        </pc:spChg>
        <pc:spChg chg="mod">
          <ac:chgData name="Jeroen Rodenburg" userId="36afe4a3-a6a4-4251-8e46-e83f049ed970" providerId="ADAL" clId="{80541EAD-BACD-453B-B4E3-7A0482646AA8}" dt="2025-07-04T14:02:24.746" v="10299" actId="20577"/>
          <ac:spMkLst>
            <pc:docMk/>
            <pc:sldMk cId="3475440039" sldId="398"/>
            <ac:spMk id="12" creationId="{EB8D86E3-2AC8-31BC-E2D0-F9D3AAF92828}"/>
          </ac:spMkLst>
        </pc:spChg>
        <pc:picChg chg="add mod">
          <ac:chgData name="Jeroen Rodenburg" userId="36afe4a3-a6a4-4251-8e46-e83f049ed970" providerId="ADAL" clId="{80541EAD-BACD-453B-B4E3-7A0482646AA8}" dt="2025-07-04T14:02:11.425" v="10288" actId="1076"/>
          <ac:picMkLst>
            <pc:docMk/>
            <pc:sldMk cId="3475440039" sldId="398"/>
            <ac:picMk id="3" creationId="{462BDB1F-9C51-5087-8CA8-4EE22768AE12}"/>
          </ac:picMkLst>
        </pc:picChg>
      </pc:sldChg>
      <pc:sldChg chg="addSp delSp modSp new mod">
        <pc:chgData name="Jeroen Rodenburg" userId="36afe4a3-a6a4-4251-8e46-e83f049ed970" providerId="ADAL" clId="{80541EAD-BACD-453B-B4E3-7A0482646AA8}" dt="2025-07-07T12:09:03.121" v="13088" actId="20577"/>
        <pc:sldMkLst>
          <pc:docMk/>
          <pc:sldMk cId="4268129958" sldId="399"/>
        </pc:sldMkLst>
        <pc:spChg chg="mod">
          <ac:chgData name="Jeroen Rodenburg" userId="36afe4a3-a6a4-4251-8e46-e83f049ed970" providerId="ADAL" clId="{80541EAD-BACD-453B-B4E3-7A0482646AA8}" dt="2025-07-04T14:04:37.580" v="10424" actId="1076"/>
          <ac:spMkLst>
            <pc:docMk/>
            <pc:sldMk cId="4268129958" sldId="399"/>
            <ac:spMk id="2" creationId="{4CD81F20-7814-337B-7C8A-66EB06ECD1AE}"/>
          </ac:spMkLst>
        </pc:spChg>
        <pc:spChg chg="mod">
          <ac:chgData name="Jeroen Rodenburg" userId="36afe4a3-a6a4-4251-8e46-e83f049ed970" providerId="ADAL" clId="{80541EAD-BACD-453B-B4E3-7A0482646AA8}" dt="2025-07-04T14:04:37.580" v="10424" actId="1076"/>
          <ac:spMkLst>
            <pc:docMk/>
            <pc:sldMk cId="4268129958" sldId="399"/>
            <ac:spMk id="4" creationId="{FB049012-16D0-7196-CBDA-247A34A68634}"/>
          </ac:spMkLst>
        </pc:spChg>
        <pc:spChg chg="mod">
          <ac:chgData name="Jeroen Rodenburg" userId="36afe4a3-a6a4-4251-8e46-e83f049ed970" providerId="ADAL" clId="{80541EAD-BACD-453B-B4E3-7A0482646AA8}" dt="2025-07-04T14:03:09.113" v="10326" actId="1076"/>
          <ac:spMkLst>
            <pc:docMk/>
            <pc:sldMk cId="4268129958" sldId="399"/>
            <ac:spMk id="6" creationId="{0C643ACE-274D-7B3C-BD63-8ECABDC750B5}"/>
          </ac:spMkLst>
        </pc:spChg>
        <pc:spChg chg="add mod">
          <ac:chgData name="Jeroen Rodenburg" userId="36afe4a3-a6a4-4251-8e46-e83f049ed970" providerId="ADAL" clId="{80541EAD-BACD-453B-B4E3-7A0482646AA8}" dt="2025-07-07T12:09:03.121" v="13088" actId="20577"/>
          <ac:spMkLst>
            <pc:docMk/>
            <pc:sldMk cId="4268129958" sldId="399"/>
            <ac:spMk id="23" creationId="{AD42E066-BDA1-7757-AB91-E45C0E6B6DA6}"/>
          </ac:spMkLst>
        </pc:spChg>
        <pc:picChg chg="add mod modCrop">
          <ac:chgData name="Jeroen Rodenburg" userId="36afe4a3-a6a4-4251-8e46-e83f049ed970" providerId="ADAL" clId="{80541EAD-BACD-453B-B4E3-7A0482646AA8}" dt="2025-07-04T14:05:29.188" v="10435" actId="1076"/>
          <ac:picMkLst>
            <pc:docMk/>
            <pc:sldMk cId="4268129958" sldId="399"/>
            <ac:picMk id="14" creationId="{83D08D0A-1EA3-E013-DE8C-404C8242F7AE}"/>
          </ac:picMkLst>
        </pc:picChg>
        <pc:picChg chg="add mod modCrop">
          <ac:chgData name="Jeroen Rodenburg" userId="36afe4a3-a6a4-4251-8e46-e83f049ed970" providerId="ADAL" clId="{80541EAD-BACD-453B-B4E3-7A0482646AA8}" dt="2025-07-04T14:05:29.188" v="10435" actId="1076"/>
          <ac:picMkLst>
            <pc:docMk/>
            <pc:sldMk cId="4268129958" sldId="399"/>
            <ac:picMk id="15" creationId="{4EB0E1DA-9D67-DFDA-E581-1EC626520061}"/>
          </ac:picMkLst>
        </pc:picChg>
        <pc:picChg chg="add mod modCrop">
          <ac:chgData name="Jeroen Rodenburg" userId="36afe4a3-a6a4-4251-8e46-e83f049ed970" providerId="ADAL" clId="{80541EAD-BACD-453B-B4E3-7A0482646AA8}" dt="2025-07-04T14:09:01.424" v="10477" actId="1076"/>
          <ac:picMkLst>
            <pc:docMk/>
            <pc:sldMk cId="4268129958" sldId="399"/>
            <ac:picMk id="19" creationId="{EF6C0A7B-C0B9-5561-379D-3F4D6A43E156}"/>
          </ac:picMkLst>
        </pc:picChg>
        <pc:picChg chg="add mod">
          <ac:chgData name="Jeroen Rodenburg" userId="36afe4a3-a6a4-4251-8e46-e83f049ed970" providerId="ADAL" clId="{80541EAD-BACD-453B-B4E3-7A0482646AA8}" dt="2025-07-04T14:09:13.888" v="10479" actId="1037"/>
          <ac:picMkLst>
            <pc:docMk/>
            <pc:sldMk cId="4268129958" sldId="399"/>
            <ac:picMk id="21" creationId="{74E442B4-D325-5C5B-1291-9101BF85764B}"/>
          </ac:picMkLst>
        </pc:picChg>
        <pc:cxnChg chg="add mod">
          <ac:chgData name="Jeroen Rodenburg" userId="36afe4a3-a6a4-4251-8e46-e83f049ed970" providerId="ADAL" clId="{80541EAD-BACD-453B-B4E3-7A0482646AA8}" dt="2025-07-04T14:09:10.295" v="10478" actId="14100"/>
          <ac:cxnSpMkLst>
            <pc:docMk/>
            <pc:sldMk cId="4268129958" sldId="399"/>
            <ac:cxnSpMk id="11" creationId="{E7B72DEF-2CA9-7ED6-40F8-805709E26509}"/>
          </ac:cxnSpMkLst>
        </pc:cxnChg>
      </pc:sldChg>
      <pc:sldChg chg="addSp delSp modSp add del mod">
        <pc:chgData name="Jeroen Rodenburg" userId="36afe4a3-a6a4-4251-8e46-e83f049ed970" providerId="ADAL" clId="{80541EAD-BACD-453B-B4E3-7A0482646AA8}" dt="2025-07-04T14:38:22.618" v="11829" actId="47"/>
        <pc:sldMkLst>
          <pc:docMk/>
          <pc:sldMk cId="113961456" sldId="400"/>
        </pc:sldMkLst>
      </pc:sldChg>
      <pc:sldChg chg="delSp modSp add mod">
        <pc:chgData name="Jeroen Rodenburg" userId="36afe4a3-a6a4-4251-8e46-e83f049ed970" providerId="ADAL" clId="{80541EAD-BACD-453B-B4E3-7A0482646AA8}" dt="2025-07-04T14:40:46.214" v="11907" actId="1076"/>
        <pc:sldMkLst>
          <pc:docMk/>
          <pc:sldMk cId="3577310092" sldId="400"/>
        </pc:sldMkLst>
        <pc:spChg chg="mod">
          <ac:chgData name="Jeroen Rodenburg" userId="36afe4a3-a6a4-4251-8e46-e83f049ed970" providerId="ADAL" clId="{80541EAD-BACD-453B-B4E3-7A0482646AA8}" dt="2025-07-04T14:40:46.214" v="11907" actId="1076"/>
          <ac:spMkLst>
            <pc:docMk/>
            <pc:sldMk cId="3577310092" sldId="400"/>
            <ac:spMk id="11" creationId="{D2559603-765E-8655-ABF8-D5157E02F1C1}"/>
          </ac:spMkLst>
        </pc:spChg>
      </pc:sldChg>
      <pc:sldChg chg="addSp delSp modSp add mod modTransition">
        <pc:chgData name="Jeroen Rodenburg" userId="36afe4a3-a6a4-4251-8e46-e83f049ed970" providerId="ADAL" clId="{80541EAD-BACD-453B-B4E3-7A0482646AA8}" dt="2025-07-05T09:35:14.874" v="12962" actId="1076"/>
        <pc:sldMkLst>
          <pc:docMk/>
          <pc:sldMk cId="2477316361" sldId="401"/>
        </pc:sldMkLst>
        <pc:spChg chg="add mod">
          <ac:chgData name="Jeroen Rodenburg" userId="36afe4a3-a6a4-4251-8e46-e83f049ed970" providerId="ADAL" clId="{80541EAD-BACD-453B-B4E3-7A0482646AA8}" dt="2025-07-05T09:03:01.356" v="11945" actId="1076"/>
          <ac:spMkLst>
            <pc:docMk/>
            <pc:sldMk cId="2477316361" sldId="401"/>
            <ac:spMk id="15" creationId="{393E2CD6-C383-2BDF-7551-120F62472FDD}"/>
          </ac:spMkLst>
        </pc:spChg>
        <pc:spChg chg="add mod">
          <ac:chgData name="Jeroen Rodenburg" userId="36afe4a3-a6a4-4251-8e46-e83f049ed970" providerId="ADAL" clId="{80541EAD-BACD-453B-B4E3-7A0482646AA8}" dt="2025-07-05T09:03:18.766" v="11953" actId="1076"/>
          <ac:spMkLst>
            <pc:docMk/>
            <pc:sldMk cId="2477316361" sldId="401"/>
            <ac:spMk id="16" creationId="{FC214656-48BB-AE85-D762-D9BD2F7721E1}"/>
          </ac:spMkLst>
        </pc:spChg>
        <pc:spChg chg="add mod">
          <ac:chgData name="Jeroen Rodenburg" userId="36afe4a3-a6a4-4251-8e46-e83f049ed970" providerId="ADAL" clId="{80541EAD-BACD-453B-B4E3-7A0482646AA8}" dt="2025-07-05T09:03:30.901" v="11958" actId="1076"/>
          <ac:spMkLst>
            <pc:docMk/>
            <pc:sldMk cId="2477316361" sldId="401"/>
            <ac:spMk id="17" creationId="{CA84DA5D-5D0E-30FD-E498-D0163C7CB44B}"/>
          </ac:spMkLst>
        </pc:spChg>
        <pc:spChg chg="add mod">
          <ac:chgData name="Jeroen Rodenburg" userId="36afe4a3-a6a4-4251-8e46-e83f049ed970" providerId="ADAL" clId="{80541EAD-BACD-453B-B4E3-7A0482646AA8}" dt="2025-07-05T09:06:38.644" v="12124" actId="1076"/>
          <ac:spMkLst>
            <pc:docMk/>
            <pc:sldMk cId="2477316361" sldId="401"/>
            <ac:spMk id="18" creationId="{57ACEB26-0619-8A3C-0D96-BCB3A52729F7}"/>
          </ac:spMkLst>
        </pc:spChg>
        <pc:spChg chg="add mod">
          <ac:chgData name="Jeroen Rodenburg" userId="36afe4a3-a6a4-4251-8e46-e83f049ed970" providerId="ADAL" clId="{80541EAD-BACD-453B-B4E3-7A0482646AA8}" dt="2025-07-05T09:35:14.874" v="12962" actId="1076"/>
          <ac:spMkLst>
            <pc:docMk/>
            <pc:sldMk cId="2477316361" sldId="401"/>
            <ac:spMk id="21" creationId="{4FA914A0-E8F6-45B1-1905-CF35542FC74D}"/>
          </ac:spMkLst>
        </pc:spChg>
        <pc:picChg chg="mod">
          <ac:chgData name="Jeroen Rodenburg" userId="36afe4a3-a6a4-4251-8e46-e83f049ed970" providerId="ADAL" clId="{80541EAD-BACD-453B-B4E3-7A0482646AA8}" dt="2025-07-05T09:03:11.884" v="11951" actId="1076"/>
          <ac:picMkLst>
            <pc:docMk/>
            <pc:sldMk cId="2477316361" sldId="401"/>
            <ac:picMk id="8" creationId="{380FDA6A-57ED-8A57-C92A-79121AC71524}"/>
          </ac:picMkLst>
        </pc:picChg>
        <pc:picChg chg="add mod modCrop">
          <ac:chgData name="Jeroen Rodenburg" userId="36afe4a3-a6a4-4251-8e46-e83f049ed970" providerId="ADAL" clId="{80541EAD-BACD-453B-B4E3-7A0482646AA8}" dt="2025-07-05T09:02:24.844" v="11938" actId="1076"/>
          <ac:picMkLst>
            <pc:docMk/>
            <pc:sldMk cId="2477316361" sldId="401"/>
            <ac:picMk id="10" creationId="{E58A2026-82AD-415B-F881-033EB76180F7}"/>
          </ac:picMkLst>
        </pc:picChg>
        <pc:picChg chg="add mod modCrop">
          <ac:chgData name="Jeroen Rodenburg" userId="36afe4a3-a6a4-4251-8e46-e83f049ed970" providerId="ADAL" clId="{80541EAD-BACD-453B-B4E3-7A0482646AA8}" dt="2025-07-05T09:02:32.226" v="11940" actId="1076"/>
          <ac:picMkLst>
            <pc:docMk/>
            <pc:sldMk cId="2477316361" sldId="401"/>
            <ac:picMk id="12" creationId="{D25B3446-51E7-87FC-707C-B6AF1CBF304F}"/>
          </ac:picMkLst>
        </pc:picChg>
        <pc:picChg chg="add mod modCrop">
          <ac:chgData name="Jeroen Rodenburg" userId="36afe4a3-a6a4-4251-8e46-e83f049ed970" providerId="ADAL" clId="{80541EAD-BACD-453B-B4E3-7A0482646AA8}" dt="2025-07-05T09:02:28.747" v="11939" actId="1076"/>
          <ac:picMkLst>
            <pc:docMk/>
            <pc:sldMk cId="2477316361" sldId="401"/>
            <ac:picMk id="14" creationId="{E3CA51E5-4BEB-657F-A304-A575C1F31228}"/>
          </ac:picMkLst>
        </pc:picChg>
      </pc:sldChg>
      <pc:sldChg chg="addSp delSp modSp add mod modTransition modAnim">
        <pc:chgData name="Jeroen Rodenburg" userId="36afe4a3-a6a4-4251-8e46-e83f049ed970" providerId="ADAL" clId="{80541EAD-BACD-453B-B4E3-7A0482646AA8}" dt="2025-07-05T09:41:39.332" v="13051" actId="478"/>
        <pc:sldMkLst>
          <pc:docMk/>
          <pc:sldMk cId="924587959" sldId="402"/>
        </pc:sldMkLst>
        <pc:spChg chg="add mod">
          <ac:chgData name="Jeroen Rodenburg" userId="36afe4a3-a6a4-4251-8e46-e83f049ed970" providerId="ADAL" clId="{80541EAD-BACD-453B-B4E3-7A0482646AA8}" dt="2025-07-05T09:12:04.940" v="12192" actId="1076"/>
          <ac:spMkLst>
            <pc:docMk/>
            <pc:sldMk cId="924587959" sldId="402"/>
            <ac:spMk id="2" creationId="{1C343DB3-9054-9C42-57C1-22BDF0AD6F7B}"/>
          </ac:spMkLst>
        </pc:spChg>
        <pc:spChg chg="add mod">
          <ac:chgData name="Jeroen Rodenburg" userId="36afe4a3-a6a4-4251-8e46-e83f049ed970" providerId="ADAL" clId="{80541EAD-BACD-453B-B4E3-7A0482646AA8}" dt="2025-07-05T09:12:26.548" v="12200" actId="1076"/>
          <ac:spMkLst>
            <pc:docMk/>
            <pc:sldMk cId="924587959" sldId="402"/>
            <ac:spMk id="7" creationId="{3E8F7B68-24E5-C085-B16E-7EA2ACF336ED}"/>
          </ac:spMkLst>
        </pc:spChg>
        <pc:spChg chg="add mod">
          <ac:chgData name="Jeroen Rodenburg" userId="36afe4a3-a6a4-4251-8e46-e83f049ed970" providerId="ADAL" clId="{80541EAD-BACD-453B-B4E3-7A0482646AA8}" dt="2025-07-05T09:10:36.765" v="12169" actId="1038"/>
          <ac:spMkLst>
            <pc:docMk/>
            <pc:sldMk cId="924587959" sldId="402"/>
            <ac:spMk id="13" creationId="{64EAD224-A67D-411E-B7E7-7C18CEDE4685}"/>
          </ac:spMkLst>
        </pc:spChg>
        <pc:spChg chg="add mod">
          <ac:chgData name="Jeroen Rodenburg" userId="36afe4a3-a6a4-4251-8e46-e83f049ed970" providerId="ADAL" clId="{80541EAD-BACD-453B-B4E3-7A0482646AA8}" dt="2025-07-05T09:11:57.749" v="12189" actId="1076"/>
          <ac:spMkLst>
            <pc:docMk/>
            <pc:sldMk cId="924587959" sldId="402"/>
            <ac:spMk id="19" creationId="{3130EE9A-EC1B-5561-7377-6DEB067F2465}"/>
          </ac:spMkLst>
        </pc:spChg>
        <pc:spChg chg="add mod">
          <ac:chgData name="Jeroen Rodenburg" userId="36afe4a3-a6a4-4251-8e46-e83f049ed970" providerId="ADAL" clId="{80541EAD-BACD-453B-B4E3-7A0482646AA8}" dt="2025-07-05T09:17:55.473" v="12468" actId="14100"/>
          <ac:spMkLst>
            <pc:docMk/>
            <pc:sldMk cId="924587959" sldId="402"/>
            <ac:spMk id="20" creationId="{8411D2E3-5C11-D92B-0E6D-5C66CEA4C85E}"/>
          </ac:spMkLst>
        </pc:spChg>
        <pc:spChg chg="add mod">
          <ac:chgData name="Jeroen Rodenburg" userId="36afe4a3-a6a4-4251-8e46-e83f049ed970" providerId="ADAL" clId="{80541EAD-BACD-453B-B4E3-7A0482646AA8}" dt="2025-07-05T09:41:37.090" v="13050"/>
          <ac:spMkLst>
            <pc:docMk/>
            <pc:sldMk cId="924587959" sldId="402"/>
            <ac:spMk id="27" creationId="{26006C30-A875-32E6-79C8-136055565E25}"/>
          </ac:spMkLst>
        </pc:spChg>
        <pc:picChg chg="mod">
          <ac:chgData name="Jeroen Rodenburg" userId="36afe4a3-a6a4-4251-8e46-e83f049ed970" providerId="ADAL" clId="{80541EAD-BACD-453B-B4E3-7A0482646AA8}" dt="2025-07-05T09:10:33.965" v="12165" actId="1037"/>
          <ac:picMkLst>
            <pc:docMk/>
            <pc:sldMk cId="924587959" sldId="402"/>
            <ac:picMk id="8" creationId="{380FDA6A-57ED-8A57-C92A-79121AC71524}"/>
          </ac:picMkLst>
        </pc:picChg>
        <pc:picChg chg="add mod modCrop">
          <ac:chgData name="Jeroen Rodenburg" userId="36afe4a3-a6a4-4251-8e46-e83f049ed970" providerId="ADAL" clId="{80541EAD-BACD-453B-B4E3-7A0482646AA8}" dt="2025-07-05T09:11:54.428" v="12188" actId="1076"/>
          <ac:picMkLst>
            <pc:docMk/>
            <pc:sldMk cId="924587959" sldId="402"/>
            <ac:picMk id="11" creationId="{C1D8F8ED-BAEA-6671-FFFC-659D31C5244A}"/>
          </ac:picMkLst>
        </pc:picChg>
        <pc:picChg chg="mod">
          <ac:chgData name="Jeroen Rodenburg" userId="36afe4a3-a6a4-4251-8e46-e83f049ed970" providerId="ADAL" clId="{80541EAD-BACD-453B-B4E3-7A0482646AA8}" dt="2025-07-05T09:12:08.085" v="12194" actId="1076"/>
          <ac:picMkLst>
            <pc:docMk/>
            <pc:sldMk cId="924587959" sldId="402"/>
            <ac:picMk id="12" creationId="{D25B3446-51E7-87FC-707C-B6AF1CBF304F}"/>
          </ac:picMkLst>
        </pc:picChg>
        <pc:cxnChg chg="add mod">
          <ac:chgData name="Jeroen Rodenburg" userId="36afe4a3-a6a4-4251-8e46-e83f049ed970" providerId="ADAL" clId="{80541EAD-BACD-453B-B4E3-7A0482646AA8}" dt="2025-07-05T09:16:23.786" v="12459" actId="14100"/>
          <ac:cxnSpMkLst>
            <pc:docMk/>
            <pc:sldMk cId="924587959" sldId="402"/>
            <ac:cxnSpMk id="22" creationId="{1331EEF7-6D1F-4B7A-76B9-0AA79D671770}"/>
          </ac:cxnSpMkLst>
        </pc:cxnChg>
      </pc:sldChg>
      <pc:sldChg chg="addSp delSp modSp add mod modAnim">
        <pc:chgData name="Jeroen Rodenburg" userId="36afe4a3-a6a4-4251-8e46-e83f049ed970" providerId="ADAL" clId="{80541EAD-BACD-453B-B4E3-7A0482646AA8}" dt="2025-07-05T09:42:00.582" v="13061" actId="1076"/>
        <pc:sldMkLst>
          <pc:docMk/>
          <pc:sldMk cId="1685480397" sldId="403"/>
        </pc:sldMkLst>
        <pc:spChg chg="mod">
          <ac:chgData name="Jeroen Rodenburg" userId="36afe4a3-a6a4-4251-8e46-e83f049ed970" providerId="ADAL" clId="{80541EAD-BACD-453B-B4E3-7A0482646AA8}" dt="2025-07-05T09:24:29.071" v="12564" actId="1076"/>
          <ac:spMkLst>
            <pc:docMk/>
            <pc:sldMk cId="1685480397" sldId="403"/>
            <ac:spMk id="2" creationId="{1C343DB3-9054-9C42-57C1-22BDF0AD6F7B}"/>
          </ac:spMkLst>
        </pc:spChg>
        <pc:spChg chg="mod">
          <ac:chgData name="Jeroen Rodenburg" userId="36afe4a3-a6a4-4251-8e46-e83f049ed970" providerId="ADAL" clId="{80541EAD-BACD-453B-B4E3-7A0482646AA8}" dt="2025-07-05T09:24:31.559" v="12565" actId="1076"/>
          <ac:spMkLst>
            <pc:docMk/>
            <pc:sldMk cId="1685480397" sldId="403"/>
            <ac:spMk id="7" creationId="{3E8F7B68-24E5-C085-B16E-7EA2ACF336ED}"/>
          </ac:spMkLst>
        </pc:spChg>
        <pc:spChg chg="mod">
          <ac:chgData name="Jeroen Rodenburg" userId="36afe4a3-a6a4-4251-8e46-e83f049ed970" providerId="ADAL" clId="{80541EAD-BACD-453B-B4E3-7A0482646AA8}" dt="2025-07-05T09:25:00.820" v="12572" actId="1076"/>
          <ac:spMkLst>
            <pc:docMk/>
            <pc:sldMk cId="1685480397" sldId="403"/>
            <ac:spMk id="15" creationId="{393E2CD6-C383-2BDF-7551-120F62472FDD}"/>
          </ac:spMkLst>
        </pc:spChg>
        <pc:spChg chg="mod">
          <ac:chgData name="Jeroen Rodenburg" userId="36afe4a3-a6a4-4251-8e46-e83f049ed970" providerId="ADAL" clId="{80541EAD-BACD-453B-B4E3-7A0482646AA8}" dt="2025-07-05T09:23:55.984" v="12549" actId="1076"/>
          <ac:spMkLst>
            <pc:docMk/>
            <pc:sldMk cId="1685480397" sldId="403"/>
            <ac:spMk id="16" creationId="{FC214656-48BB-AE85-D762-D9BD2F7721E1}"/>
          </ac:spMkLst>
        </pc:spChg>
        <pc:spChg chg="mod">
          <ac:chgData name="Jeroen Rodenburg" userId="36afe4a3-a6a4-4251-8e46-e83f049ed970" providerId="ADAL" clId="{80541EAD-BACD-453B-B4E3-7A0482646AA8}" dt="2025-07-05T09:23:49.928" v="12546" actId="1076"/>
          <ac:spMkLst>
            <pc:docMk/>
            <pc:sldMk cId="1685480397" sldId="403"/>
            <ac:spMk id="17" creationId="{CA84DA5D-5D0E-30FD-E498-D0163C7CB44B}"/>
          </ac:spMkLst>
        </pc:spChg>
        <pc:spChg chg="mod">
          <ac:chgData name="Jeroen Rodenburg" userId="36afe4a3-a6a4-4251-8e46-e83f049ed970" providerId="ADAL" clId="{80541EAD-BACD-453B-B4E3-7A0482646AA8}" dt="2025-07-05T09:24:37.187" v="12568" actId="1035"/>
          <ac:spMkLst>
            <pc:docMk/>
            <pc:sldMk cId="1685480397" sldId="403"/>
            <ac:spMk id="19" creationId="{3130EE9A-EC1B-5561-7377-6DEB067F2465}"/>
          </ac:spMkLst>
        </pc:spChg>
        <pc:spChg chg="add mod ord">
          <ac:chgData name="Jeroen Rodenburg" userId="36afe4a3-a6a4-4251-8e46-e83f049ed970" providerId="ADAL" clId="{80541EAD-BACD-453B-B4E3-7A0482646AA8}" dt="2025-07-05T09:30:15.737" v="12688" actId="1076"/>
          <ac:spMkLst>
            <pc:docMk/>
            <pc:sldMk cId="1685480397" sldId="403"/>
            <ac:spMk id="23" creationId="{31ED85DF-AF1B-8DE9-4E76-2EB3BE91E144}"/>
          </ac:spMkLst>
        </pc:spChg>
        <pc:spChg chg="add mod">
          <ac:chgData name="Jeroen Rodenburg" userId="36afe4a3-a6a4-4251-8e46-e83f049ed970" providerId="ADAL" clId="{80541EAD-BACD-453B-B4E3-7A0482646AA8}" dt="2025-07-05T09:39:17.104" v="13018" actId="1076"/>
          <ac:spMkLst>
            <pc:docMk/>
            <pc:sldMk cId="1685480397" sldId="403"/>
            <ac:spMk id="25" creationId="{C9B4BB22-9AC5-D61C-CCEF-FCE42F1245A0}"/>
          </ac:spMkLst>
        </pc:spChg>
        <pc:spChg chg="add mod">
          <ac:chgData name="Jeroen Rodenburg" userId="36afe4a3-a6a4-4251-8e46-e83f049ed970" providerId="ADAL" clId="{80541EAD-BACD-453B-B4E3-7A0482646AA8}" dt="2025-07-05T09:33:25.346" v="12914" actId="1076"/>
          <ac:spMkLst>
            <pc:docMk/>
            <pc:sldMk cId="1685480397" sldId="403"/>
            <ac:spMk id="27" creationId="{15A85A05-35E5-ECBA-489C-F0DD3119E0B4}"/>
          </ac:spMkLst>
        </pc:spChg>
        <pc:spChg chg="add mod">
          <ac:chgData name="Jeroen Rodenburg" userId="36afe4a3-a6a4-4251-8e46-e83f049ed970" providerId="ADAL" clId="{80541EAD-BACD-453B-B4E3-7A0482646AA8}" dt="2025-07-05T09:34:17.823" v="12943" actId="1076"/>
          <ac:spMkLst>
            <pc:docMk/>
            <pc:sldMk cId="1685480397" sldId="403"/>
            <ac:spMk id="28" creationId="{A289C7BA-BFAD-9EF7-6FE3-6C7D728AEBB8}"/>
          </ac:spMkLst>
        </pc:spChg>
        <pc:spChg chg="add mod">
          <ac:chgData name="Jeroen Rodenburg" userId="36afe4a3-a6a4-4251-8e46-e83f049ed970" providerId="ADAL" clId="{80541EAD-BACD-453B-B4E3-7A0482646AA8}" dt="2025-07-05T09:38:10.743" v="12989" actId="1076"/>
          <ac:spMkLst>
            <pc:docMk/>
            <pc:sldMk cId="1685480397" sldId="403"/>
            <ac:spMk id="29" creationId="{4FE4D6F6-2BBB-FB6A-8A41-DE157CB2A971}"/>
          </ac:spMkLst>
        </pc:spChg>
        <pc:spChg chg="add mod">
          <ac:chgData name="Jeroen Rodenburg" userId="36afe4a3-a6a4-4251-8e46-e83f049ed970" providerId="ADAL" clId="{80541EAD-BACD-453B-B4E3-7A0482646AA8}" dt="2025-07-05T09:33:33.297" v="12916" actId="1076"/>
          <ac:spMkLst>
            <pc:docMk/>
            <pc:sldMk cId="1685480397" sldId="403"/>
            <ac:spMk id="30" creationId="{FC7CBECC-4DB1-142B-8E33-39FBE4C1186C}"/>
          </ac:spMkLst>
        </pc:spChg>
        <pc:spChg chg="add mod">
          <ac:chgData name="Jeroen Rodenburg" userId="36afe4a3-a6a4-4251-8e46-e83f049ed970" providerId="ADAL" clId="{80541EAD-BACD-453B-B4E3-7A0482646AA8}" dt="2025-07-05T09:38:31.914" v="13012" actId="20577"/>
          <ac:spMkLst>
            <pc:docMk/>
            <pc:sldMk cId="1685480397" sldId="403"/>
            <ac:spMk id="34" creationId="{CCB71E73-3323-5D83-77C6-7C08D9E59B66}"/>
          </ac:spMkLst>
        </pc:spChg>
        <pc:spChg chg="add mod">
          <ac:chgData name="Jeroen Rodenburg" userId="36afe4a3-a6a4-4251-8e46-e83f049ed970" providerId="ADAL" clId="{80541EAD-BACD-453B-B4E3-7A0482646AA8}" dt="2025-07-05T09:38:43.968" v="13015" actId="20577"/>
          <ac:spMkLst>
            <pc:docMk/>
            <pc:sldMk cId="1685480397" sldId="403"/>
            <ac:spMk id="35" creationId="{29263973-E280-ED8E-B5E7-A9DB2FB0AA63}"/>
          </ac:spMkLst>
        </pc:spChg>
        <pc:spChg chg="add mod">
          <ac:chgData name="Jeroen Rodenburg" userId="36afe4a3-a6a4-4251-8e46-e83f049ed970" providerId="ADAL" clId="{80541EAD-BACD-453B-B4E3-7A0482646AA8}" dt="2025-07-05T09:41:25.754" v="13047" actId="14100"/>
          <ac:spMkLst>
            <pc:docMk/>
            <pc:sldMk cId="1685480397" sldId="403"/>
            <ac:spMk id="36" creationId="{C6C474C1-451D-C69C-224A-4D1404CF3DF1}"/>
          </ac:spMkLst>
        </pc:spChg>
        <pc:spChg chg="add mod">
          <ac:chgData name="Jeroen Rodenburg" userId="36afe4a3-a6a4-4251-8e46-e83f049ed970" providerId="ADAL" clId="{80541EAD-BACD-453B-B4E3-7A0482646AA8}" dt="2025-07-05T09:42:00.582" v="13061" actId="1076"/>
          <ac:spMkLst>
            <pc:docMk/>
            <pc:sldMk cId="1685480397" sldId="403"/>
            <ac:spMk id="39" creationId="{2771D825-F4B7-F83A-545E-2EC3B1F022FF}"/>
          </ac:spMkLst>
        </pc:spChg>
        <pc:grpChg chg="add mod">
          <ac:chgData name="Jeroen Rodenburg" userId="36afe4a3-a6a4-4251-8e46-e83f049ed970" providerId="ADAL" clId="{80541EAD-BACD-453B-B4E3-7A0482646AA8}" dt="2025-07-05T09:38:05.867" v="12988" actId="403"/>
          <ac:grpSpMkLst>
            <pc:docMk/>
            <pc:sldMk cId="1685480397" sldId="403"/>
            <ac:grpSpMk id="26" creationId="{F316399E-4F49-003F-96D3-53B5CC432A46}"/>
          </ac:grpSpMkLst>
        </pc:grpChg>
        <pc:grpChg chg="add mod">
          <ac:chgData name="Jeroen Rodenburg" userId="36afe4a3-a6a4-4251-8e46-e83f049ed970" providerId="ADAL" clId="{80541EAD-BACD-453B-B4E3-7A0482646AA8}" dt="2025-07-05T09:38:05.867" v="12988" actId="403"/>
          <ac:grpSpMkLst>
            <pc:docMk/>
            <pc:sldMk cId="1685480397" sldId="403"/>
            <ac:grpSpMk id="33" creationId="{F050E0AD-1F74-C3C4-4FF3-5F5729CDD27D}"/>
          </ac:grpSpMkLst>
        </pc:grpChg>
        <pc:picChg chg="mod">
          <ac:chgData name="Jeroen Rodenburg" userId="36afe4a3-a6a4-4251-8e46-e83f049ed970" providerId="ADAL" clId="{80541EAD-BACD-453B-B4E3-7A0482646AA8}" dt="2025-07-05T09:23:32.863" v="12540" actId="1076"/>
          <ac:picMkLst>
            <pc:docMk/>
            <pc:sldMk cId="1685480397" sldId="403"/>
            <ac:picMk id="8" creationId="{380FDA6A-57ED-8A57-C92A-79121AC71524}"/>
          </ac:picMkLst>
        </pc:picChg>
        <pc:picChg chg="mod ord">
          <ac:chgData name="Jeroen Rodenburg" userId="36afe4a3-a6a4-4251-8e46-e83f049ed970" providerId="ADAL" clId="{80541EAD-BACD-453B-B4E3-7A0482646AA8}" dt="2025-07-05T09:23:59.988" v="12550" actId="1076"/>
          <ac:picMkLst>
            <pc:docMk/>
            <pc:sldMk cId="1685480397" sldId="403"/>
            <ac:picMk id="10" creationId="{E58A2026-82AD-415B-F881-033EB76180F7}"/>
          </ac:picMkLst>
        </pc:picChg>
        <pc:picChg chg="mod ord">
          <ac:chgData name="Jeroen Rodenburg" userId="36afe4a3-a6a4-4251-8e46-e83f049ed970" providerId="ADAL" clId="{80541EAD-BACD-453B-B4E3-7A0482646AA8}" dt="2025-07-05T09:24:42.200" v="12569" actId="1076"/>
          <ac:picMkLst>
            <pc:docMk/>
            <pc:sldMk cId="1685480397" sldId="403"/>
            <ac:picMk id="11" creationId="{C1D8F8ED-BAEA-6671-FFFC-659D31C5244A}"/>
          </ac:picMkLst>
        </pc:picChg>
        <pc:picChg chg="mod ord">
          <ac:chgData name="Jeroen Rodenburg" userId="36afe4a3-a6a4-4251-8e46-e83f049ed970" providerId="ADAL" clId="{80541EAD-BACD-453B-B4E3-7A0482646AA8}" dt="2025-07-05T09:23:47.477" v="12545" actId="1076"/>
          <ac:picMkLst>
            <pc:docMk/>
            <pc:sldMk cId="1685480397" sldId="403"/>
            <ac:picMk id="12" creationId="{D25B3446-51E7-87FC-707C-B6AF1CBF304F}"/>
          </ac:picMkLst>
        </pc:picChg>
        <pc:picChg chg="mod ord">
          <ac:chgData name="Jeroen Rodenburg" userId="36afe4a3-a6a4-4251-8e46-e83f049ed970" providerId="ADAL" clId="{80541EAD-BACD-453B-B4E3-7A0482646AA8}" dt="2025-07-05T09:23:44.848" v="12544" actId="1076"/>
          <ac:picMkLst>
            <pc:docMk/>
            <pc:sldMk cId="1685480397" sldId="403"/>
            <ac:picMk id="14" creationId="{E3CA51E5-4BEB-657F-A304-A575C1F31228}"/>
          </ac:picMkLst>
        </pc:picChg>
        <pc:picChg chg="add mod modCrop">
          <ac:chgData name="Jeroen Rodenburg" userId="36afe4a3-a6a4-4251-8e46-e83f049ed970" providerId="ADAL" clId="{80541EAD-BACD-453B-B4E3-7A0482646AA8}" dt="2025-07-05T09:39:17.104" v="13018" actId="1076"/>
          <ac:picMkLst>
            <pc:docMk/>
            <pc:sldMk cId="1685480397" sldId="403"/>
            <ac:picMk id="21" creationId="{CBCD3A11-27A5-06DB-8D7E-14E31C379102}"/>
          </ac:picMkLst>
        </pc:picChg>
        <pc:picChg chg="add mod modCrop">
          <ac:chgData name="Jeroen Rodenburg" userId="36afe4a3-a6a4-4251-8e46-e83f049ed970" providerId="ADAL" clId="{80541EAD-BACD-453B-B4E3-7A0482646AA8}" dt="2025-07-05T09:38:05.867" v="12988" actId="403"/>
          <ac:picMkLst>
            <pc:docMk/>
            <pc:sldMk cId="1685480397" sldId="403"/>
            <ac:picMk id="24" creationId="{7BFBE560-825D-F1A1-3D6E-0E2C975EC4B1}"/>
          </ac:picMkLst>
        </pc:picChg>
        <pc:cxnChg chg="add mod">
          <ac:chgData name="Jeroen Rodenburg" userId="36afe4a3-a6a4-4251-8e46-e83f049ed970" providerId="ADAL" clId="{80541EAD-BACD-453B-B4E3-7A0482646AA8}" dt="2025-07-05T09:33:29.231" v="12915" actId="14100"/>
          <ac:cxnSpMkLst>
            <pc:docMk/>
            <pc:sldMk cId="1685480397" sldId="403"/>
            <ac:cxnSpMk id="31" creationId="{852C5EA3-C046-6D30-3D2D-CE8FFB5BCE91}"/>
          </ac:cxnSpMkLst>
        </pc:cxnChg>
      </pc:sldChg>
      <pc:sldChg chg="addSp delSp modSp add mod modTransition modAnim">
        <pc:chgData name="Jeroen Rodenburg" userId="36afe4a3-a6a4-4251-8e46-e83f049ed970" providerId="ADAL" clId="{80541EAD-BACD-453B-B4E3-7A0482646AA8}" dt="2025-07-07T16:12:10.692" v="13603"/>
        <pc:sldMkLst>
          <pc:docMk/>
          <pc:sldMk cId="446258750" sldId="404"/>
        </pc:sldMkLst>
        <pc:spChg chg="mod">
          <ac:chgData name="Jeroen Rodenburg" userId="36afe4a3-a6a4-4251-8e46-e83f049ed970" providerId="ADAL" clId="{80541EAD-BACD-453B-B4E3-7A0482646AA8}" dt="2025-07-07T15:58:36.837" v="13338" actId="27636"/>
          <ac:spMkLst>
            <pc:docMk/>
            <pc:sldMk cId="446258750" sldId="404"/>
            <ac:spMk id="2" creationId="{293065E0-8572-3ED8-0BA3-020080B869C3}"/>
          </ac:spMkLst>
        </pc:spChg>
        <pc:spChg chg="add mod">
          <ac:chgData name="Jeroen Rodenburg" userId="36afe4a3-a6a4-4251-8e46-e83f049ed970" providerId="ADAL" clId="{80541EAD-BACD-453B-B4E3-7A0482646AA8}" dt="2025-07-07T15:57:12.605" v="13322" actId="404"/>
          <ac:spMkLst>
            <pc:docMk/>
            <pc:sldMk cId="446258750" sldId="404"/>
            <ac:spMk id="7" creationId="{4B9D1D4C-9066-7B4B-136D-4FDB0AC4AB1A}"/>
          </ac:spMkLst>
        </pc:spChg>
        <pc:spChg chg="add mod">
          <ac:chgData name="Jeroen Rodenburg" userId="36afe4a3-a6a4-4251-8e46-e83f049ed970" providerId="ADAL" clId="{80541EAD-BACD-453B-B4E3-7A0482646AA8}" dt="2025-07-07T15:55:54.530" v="13295" actId="1076"/>
          <ac:spMkLst>
            <pc:docMk/>
            <pc:sldMk cId="446258750" sldId="404"/>
            <ac:spMk id="8" creationId="{308C9900-2106-5517-437B-3112D063CB4F}"/>
          </ac:spMkLst>
        </pc:spChg>
        <pc:spChg chg="add mod">
          <ac:chgData name="Jeroen Rodenburg" userId="36afe4a3-a6a4-4251-8e46-e83f049ed970" providerId="ADAL" clId="{80541EAD-BACD-453B-B4E3-7A0482646AA8}" dt="2025-07-07T15:56:17.541" v="13312" actId="20577"/>
          <ac:spMkLst>
            <pc:docMk/>
            <pc:sldMk cId="446258750" sldId="404"/>
            <ac:spMk id="9" creationId="{11C0EE50-4ED0-7821-508D-F786979F11E8}"/>
          </ac:spMkLst>
        </pc:spChg>
        <pc:spChg chg="add mod">
          <ac:chgData name="Jeroen Rodenburg" userId="36afe4a3-a6a4-4251-8e46-e83f049ed970" providerId="ADAL" clId="{80541EAD-BACD-453B-B4E3-7A0482646AA8}" dt="2025-07-07T16:05:49.389" v="13518" actId="1076"/>
          <ac:spMkLst>
            <pc:docMk/>
            <pc:sldMk cId="446258750" sldId="404"/>
            <ac:spMk id="11" creationId="{FFF3CCF4-477E-BB40-C526-5FA3198EFB7F}"/>
          </ac:spMkLst>
        </pc:spChg>
        <pc:picChg chg="add mod">
          <ac:chgData name="Jeroen Rodenburg" userId="36afe4a3-a6a4-4251-8e46-e83f049ed970" providerId="ADAL" clId="{80541EAD-BACD-453B-B4E3-7A0482646AA8}" dt="2025-07-07T16:02:29.262" v="13443" actId="1076"/>
          <ac:picMkLst>
            <pc:docMk/>
            <pc:sldMk cId="446258750" sldId="404"/>
            <ac:picMk id="12" creationId="{E76265D9-DDCB-9B6B-1442-E850E4F9F358}"/>
          </ac:picMkLst>
        </pc:picChg>
        <pc:picChg chg="add mod">
          <ac:chgData name="Jeroen Rodenburg" userId="36afe4a3-a6a4-4251-8e46-e83f049ed970" providerId="ADAL" clId="{80541EAD-BACD-453B-B4E3-7A0482646AA8}" dt="2025-07-07T15:55:13.050" v="13249" actId="732"/>
          <ac:picMkLst>
            <pc:docMk/>
            <pc:sldMk cId="446258750" sldId="404"/>
            <ac:picMk id="6146" creationId="{4ED26D83-2900-58D8-C2B4-BFE3EB557AAC}"/>
          </ac:picMkLst>
        </pc:picChg>
      </pc:sldChg>
      <pc:sldChg chg="add del">
        <pc:chgData name="Jeroen Rodenburg" userId="36afe4a3-a6a4-4251-8e46-e83f049ed970" providerId="ADAL" clId="{80541EAD-BACD-453B-B4E3-7A0482646AA8}" dt="2025-07-07T16:14:07.183" v="13608" actId="47"/>
        <pc:sldMkLst>
          <pc:docMk/>
          <pc:sldMk cId="2883911869" sldId="405"/>
        </pc:sldMkLst>
      </pc:sldChg>
      <pc:sldChg chg="delSp add del">
        <pc:chgData name="Jeroen Rodenburg" userId="36afe4a3-a6a4-4251-8e46-e83f049ed970" providerId="ADAL" clId="{80541EAD-BACD-453B-B4E3-7A0482646AA8}" dt="2025-07-07T16:14:13.658" v="13609" actId="47"/>
        <pc:sldMkLst>
          <pc:docMk/>
          <pc:sldMk cId="1046314762" sldId="406"/>
        </pc:sldMkLst>
      </pc:sldChg>
      <pc:sldChg chg="add del">
        <pc:chgData name="Jeroen Rodenburg" userId="36afe4a3-a6a4-4251-8e46-e83f049ed970" providerId="ADAL" clId="{80541EAD-BACD-453B-B4E3-7A0482646AA8}" dt="2025-07-07T16:14:31.583" v="13612" actId="47"/>
        <pc:sldMkLst>
          <pc:docMk/>
          <pc:sldMk cId="1949804310" sldId="407"/>
        </pc:sldMkLst>
      </pc:sldChg>
      <pc:sldChg chg="addSp modSp add del mod">
        <pc:chgData name="Jeroen Rodenburg" userId="36afe4a3-a6a4-4251-8e46-e83f049ed970" providerId="ADAL" clId="{80541EAD-BACD-453B-B4E3-7A0482646AA8}" dt="2025-07-07T16:08:56.318" v="13548" actId="47"/>
        <pc:sldMkLst>
          <pc:docMk/>
          <pc:sldMk cId="3613567547" sldId="408"/>
        </pc:sldMkLst>
      </pc:sldChg>
      <pc:sldChg chg="add del">
        <pc:chgData name="Jeroen Rodenburg" userId="36afe4a3-a6a4-4251-8e46-e83f049ed970" providerId="ADAL" clId="{80541EAD-BACD-453B-B4E3-7A0482646AA8}" dt="2025-07-07T15:54:37.052" v="13244"/>
        <pc:sldMkLst>
          <pc:docMk/>
          <pc:sldMk cId="4227482456" sldId="408"/>
        </pc:sldMkLst>
      </pc:sldChg>
      <pc:sldChg chg="add del">
        <pc:chgData name="Jeroen Rodenburg" userId="36afe4a3-a6a4-4251-8e46-e83f049ed970" providerId="ADAL" clId="{80541EAD-BACD-453B-B4E3-7A0482646AA8}" dt="2025-07-07T16:08:56.318" v="13548" actId="47"/>
        <pc:sldMkLst>
          <pc:docMk/>
          <pc:sldMk cId="716455710" sldId="409"/>
        </pc:sldMkLst>
      </pc:sldChg>
      <pc:sldChg chg="addSp delSp modSp add mod modAnim">
        <pc:chgData name="Jeroen Rodenburg" userId="36afe4a3-a6a4-4251-8e46-e83f049ed970" providerId="ADAL" clId="{80541EAD-BACD-453B-B4E3-7A0482646AA8}" dt="2025-07-07T16:12:53.448" v="13605"/>
        <pc:sldMkLst>
          <pc:docMk/>
          <pc:sldMk cId="868179750" sldId="410"/>
        </pc:sldMkLst>
        <pc:spChg chg="mod">
          <ac:chgData name="Jeroen Rodenburg" userId="36afe4a3-a6a4-4251-8e46-e83f049ed970" providerId="ADAL" clId="{80541EAD-BACD-453B-B4E3-7A0482646AA8}" dt="2025-07-07T16:05:39.468" v="13515" actId="1076"/>
          <ac:spMkLst>
            <pc:docMk/>
            <pc:sldMk cId="868179750" sldId="410"/>
            <ac:spMk id="11" creationId="{FFF3CCF4-477E-BB40-C526-5FA3198EFB7F}"/>
          </ac:spMkLst>
        </pc:spChg>
        <pc:spChg chg="add mod">
          <ac:chgData name="Jeroen Rodenburg" userId="36afe4a3-a6a4-4251-8e46-e83f049ed970" providerId="ADAL" clId="{80541EAD-BACD-453B-B4E3-7A0482646AA8}" dt="2025-07-07T16:03:22.743" v="13449" actId="1076"/>
          <ac:spMkLst>
            <pc:docMk/>
            <pc:sldMk cId="868179750" sldId="410"/>
            <ac:spMk id="12" creationId="{6B41D2C1-DF13-029C-F99A-B905EA28274D}"/>
          </ac:spMkLst>
        </pc:spChg>
        <pc:spChg chg="add mod">
          <ac:chgData name="Jeroen Rodenburg" userId="36afe4a3-a6a4-4251-8e46-e83f049ed970" providerId="ADAL" clId="{80541EAD-BACD-453B-B4E3-7A0482646AA8}" dt="2025-07-07T16:03:22.743" v="13449" actId="1076"/>
          <ac:spMkLst>
            <pc:docMk/>
            <pc:sldMk cId="868179750" sldId="410"/>
            <ac:spMk id="13" creationId="{F00D4252-8305-7E3D-1BB5-52B2E5C50AF7}"/>
          </ac:spMkLst>
        </pc:spChg>
        <pc:spChg chg="add mod">
          <ac:chgData name="Jeroen Rodenburg" userId="36afe4a3-a6a4-4251-8e46-e83f049ed970" providerId="ADAL" clId="{80541EAD-BACD-453B-B4E3-7A0482646AA8}" dt="2025-07-07T16:05:42.284" v="13516" actId="1076"/>
          <ac:spMkLst>
            <pc:docMk/>
            <pc:sldMk cId="868179750" sldId="410"/>
            <ac:spMk id="14" creationId="{8CB08D0B-50FD-2493-A077-75F52B32AEDE}"/>
          </ac:spMkLst>
        </pc:spChg>
        <pc:spChg chg="add mod">
          <ac:chgData name="Jeroen Rodenburg" userId="36afe4a3-a6a4-4251-8e46-e83f049ed970" providerId="ADAL" clId="{80541EAD-BACD-453B-B4E3-7A0482646AA8}" dt="2025-07-07T16:08:26.984" v="13546" actId="1076"/>
          <ac:spMkLst>
            <pc:docMk/>
            <pc:sldMk cId="868179750" sldId="410"/>
            <ac:spMk id="15" creationId="{99249389-4021-C045-B7D1-EEEE33BEF3D7}"/>
          </ac:spMkLst>
        </pc:spChg>
        <pc:picChg chg="add mod">
          <ac:chgData name="Jeroen Rodenburg" userId="36afe4a3-a6a4-4251-8e46-e83f049ed970" providerId="ADAL" clId="{80541EAD-BACD-453B-B4E3-7A0482646AA8}" dt="2025-07-07T16:03:22.743" v="13449" actId="1076"/>
          <ac:picMkLst>
            <pc:docMk/>
            <pc:sldMk cId="868179750" sldId="410"/>
            <ac:picMk id="10" creationId="{602792DB-9617-E12A-24A1-07104E148883}"/>
          </ac:picMkLst>
        </pc:picChg>
        <pc:picChg chg="add mod">
          <ac:chgData name="Jeroen Rodenburg" userId="36afe4a3-a6a4-4251-8e46-e83f049ed970" providerId="ADAL" clId="{80541EAD-BACD-453B-B4E3-7A0482646AA8}" dt="2025-07-07T16:08:26.984" v="13546" actId="1076"/>
          <ac:picMkLst>
            <pc:docMk/>
            <pc:sldMk cId="868179750" sldId="410"/>
            <ac:picMk id="7170" creationId="{F88E095B-D79E-9570-4455-FBB2BC7A7CF1}"/>
          </ac:picMkLst>
        </pc:picChg>
      </pc:sldChg>
      <pc:sldChg chg="delSp modSp add mod delAnim modAnim">
        <pc:chgData name="Jeroen Rodenburg" userId="36afe4a3-a6a4-4251-8e46-e83f049ed970" providerId="ADAL" clId="{80541EAD-BACD-453B-B4E3-7A0482646AA8}" dt="2025-07-07T16:19:54.317" v="13646" actId="27636"/>
        <pc:sldMkLst>
          <pc:docMk/>
          <pc:sldMk cId="2321007443" sldId="411"/>
        </pc:sldMkLst>
        <pc:spChg chg="mod">
          <ac:chgData name="Jeroen Rodenburg" userId="36afe4a3-a6a4-4251-8e46-e83f049ed970" providerId="ADAL" clId="{80541EAD-BACD-453B-B4E3-7A0482646AA8}" dt="2025-07-07T16:19:54.317" v="13646" actId="27636"/>
          <ac:spMkLst>
            <pc:docMk/>
            <pc:sldMk cId="2321007443" sldId="411"/>
            <ac:spMk id="11" creationId="{FFF3CCF4-477E-BB40-C526-5FA3198EFB7F}"/>
          </ac:spMkLst>
        </pc:spChg>
        <pc:spChg chg="mod">
          <ac:chgData name="Jeroen Rodenburg" userId="36afe4a3-a6a4-4251-8e46-e83f049ed970" providerId="ADAL" clId="{80541EAD-BACD-453B-B4E3-7A0482646AA8}" dt="2025-07-07T16:09:38.549" v="13558" actId="1076"/>
          <ac:spMkLst>
            <pc:docMk/>
            <pc:sldMk cId="2321007443" sldId="411"/>
            <ac:spMk id="14" creationId="{8CB08D0B-50FD-2493-A077-75F52B32AEDE}"/>
          </ac:spMkLst>
        </pc:spChg>
      </pc:sldChg>
      <pc:sldChg chg="addSp modSp add mod modAnim">
        <pc:chgData name="Jeroen Rodenburg" userId="36afe4a3-a6a4-4251-8e46-e83f049ed970" providerId="ADAL" clId="{80541EAD-BACD-453B-B4E3-7A0482646AA8}" dt="2025-07-07T16:21:39.005" v="13653"/>
        <pc:sldMkLst>
          <pc:docMk/>
          <pc:sldMk cId="2805416893" sldId="412"/>
        </pc:sldMkLst>
        <pc:spChg chg="add mod">
          <ac:chgData name="Jeroen Rodenburg" userId="36afe4a3-a6a4-4251-8e46-e83f049ed970" providerId="ADAL" clId="{80541EAD-BACD-453B-B4E3-7A0482646AA8}" dt="2025-07-07T16:11:26.180" v="13598" actId="20577"/>
          <ac:spMkLst>
            <pc:docMk/>
            <pc:sldMk cId="2805416893" sldId="412"/>
            <ac:spMk id="7" creationId="{E61F942A-F48A-C01B-597C-5E30D5FFFAB0}"/>
          </ac:spMkLst>
        </pc:spChg>
        <pc:spChg chg="mod">
          <ac:chgData name="Jeroen Rodenburg" userId="36afe4a3-a6a4-4251-8e46-e83f049ed970" providerId="ADAL" clId="{80541EAD-BACD-453B-B4E3-7A0482646AA8}" dt="2025-07-07T16:10:40.989" v="13567" actId="1076"/>
          <ac:spMkLst>
            <pc:docMk/>
            <pc:sldMk cId="2805416893" sldId="412"/>
            <ac:spMk id="14" creationId="{8CB08D0B-50FD-2493-A077-75F52B32AEDE}"/>
          </ac:spMkLst>
        </pc:spChg>
        <pc:picChg chg="add mod">
          <ac:chgData name="Jeroen Rodenburg" userId="36afe4a3-a6a4-4251-8e46-e83f049ed970" providerId="ADAL" clId="{80541EAD-BACD-453B-B4E3-7A0482646AA8}" dt="2025-07-07T16:21:24.377" v="13652" actId="1076"/>
          <ac:picMkLst>
            <pc:docMk/>
            <pc:sldMk cId="2805416893" sldId="412"/>
            <ac:picMk id="8" creationId="{02AFFB82-6900-5793-4C75-E10618320A5D}"/>
          </ac:picMkLst>
        </pc:picChg>
      </pc:sldChg>
      <pc:sldChg chg="addSp delSp modSp new del mod">
        <pc:chgData name="Jeroen Rodenburg" userId="36afe4a3-a6a4-4251-8e46-e83f049ed970" providerId="ADAL" clId="{80541EAD-BACD-453B-B4E3-7A0482646AA8}" dt="2025-07-07T16:18:21.270" v="13638" actId="47"/>
        <pc:sldMkLst>
          <pc:docMk/>
          <pc:sldMk cId="1234176835" sldId="413"/>
        </pc:sldMkLst>
      </pc:sldChg>
      <pc:sldChg chg="addSp delSp modSp add mod delAnim">
        <pc:chgData name="Jeroen Rodenburg" userId="36afe4a3-a6a4-4251-8e46-e83f049ed970" providerId="ADAL" clId="{80541EAD-BACD-453B-B4E3-7A0482646AA8}" dt="2025-07-07T16:18:33.739" v="13642" actId="1076"/>
        <pc:sldMkLst>
          <pc:docMk/>
          <pc:sldMk cId="3544156062" sldId="414"/>
        </pc:sldMkLst>
        <pc:spChg chg="add mod">
          <ac:chgData name="Jeroen Rodenburg" userId="36afe4a3-a6a4-4251-8e46-e83f049ed970" providerId="ADAL" clId="{80541EAD-BACD-453B-B4E3-7A0482646AA8}" dt="2025-07-07T16:18:25.644" v="13639"/>
          <ac:spMkLst>
            <pc:docMk/>
            <pc:sldMk cId="3544156062" sldId="414"/>
            <ac:spMk id="2" creationId="{BCA3EFEB-ED48-48E3-AA13-CC6DAC0D99A5}"/>
          </ac:spMkLst>
        </pc:spChg>
        <pc:picChg chg="mod modCrop">
          <ac:chgData name="Jeroen Rodenburg" userId="36afe4a3-a6a4-4251-8e46-e83f049ed970" providerId="ADAL" clId="{80541EAD-BACD-453B-B4E3-7A0482646AA8}" dt="2025-07-07T16:18:33.739" v="13642" actId="1076"/>
          <ac:picMkLst>
            <pc:docMk/>
            <pc:sldMk cId="3544156062" sldId="414"/>
            <ac:picMk id="12" creationId="{5D295721-6946-0BAE-5035-91746CD2E778}"/>
          </ac:picMkLst>
        </pc:picChg>
      </pc:sldChg>
      <pc:sldChg chg="add">
        <pc:chgData name="Jeroen Rodenburg" userId="36afe4a3-a6a4-4251-8e46-e83f049ed970" providerId="ADAL" clId="{80541EAD-BACD-453B-B4E3-7A0482646AA8}" dt="2025-07-07T16:19:49.633" v="13644"/>
        <pc:sldMkLst>
          <pc:docMk/>
          <pc:sldMk cId="2789599307" sldId="415"/>
        </pc:sldMkLst>
      </pc:sldChg>
      <pc:sldChg chg="addSp modSp add mod modAnim">
        <pc:chgData name="Jeroen Rodenburg" userId="36afe4a3-a6a4-4251-8e46-e83f049ed970" providerId="ADAL" clId="{80541EAD-BACD-453B-B4E3-7A0482646AA8}" dt="2025-07-07T16:22:50.461" v="13662"/>
        <pc:sldMkLst>
          <pc:docMk/>
          <pc:sldMk cId="909526496" sldId="416"/>
        </pc:sldMkLst>
        <pc:spChg chg="mod">
          <ac:chgData name="Jeroen Rodenburg" userId="36afe4a3-a6a4-4251-8e46-e83f049ed970" providerId="ADAL" clId="{80541EAD-BACD-453B-B4E3-7A0482646AA8}" dt="2025-07-07T16:20:34.444" v="13648" actId="113"/>
          <ac:spMkLst>
            <pc:docMk/>
            <pc:sldMk cId="909526496" sldId="416"/>
            <ac:spMk id="7" creationId="{E61F942A-F48A-C01B-597C-5E30D5FFFAB0}"/>
          </ac:spMkLst>
        </pc:spChg>
        <pc:spChg chg="add mod">
          <ac:chgData name="Jeroen Rodenburg" userId="36afe4a3-a6a4-4251-8e46-e83f049ed970" providerId="ADAL" clId="{80541EAD-BACD-453B-B4E3-7A0482646AA8}" dt="2025-07-07T16:22:10.428" v="13659" actId="207"/>
          <ac:spMkLst>
            <pc:docMk/>
            <pc:sldMk cId="909526496" sldId="416"/>
            <ac:spMk id="9" creationId="{1AB3F193-4811-7D3C-04B9-3A8F6CE9456C}"/>
          </ac:spMkLst>
        </pc:spChg>
        <pc:picChg chg="add mod">
          <ac:chgData name="Jeroen Rodenburg" userId="36afe4a3-a6a4-4251-8e46-e83f049ed970" providerId="ADAL" clId="{80541EAD-BACD-453B-B4E3-7A0482646AA8}" dt="2025-07-07T16:21:42.825" v="13654"/>
          <ac:picMkLst>
            <pc:docMk/>
            <pc:sldMk cId="909526496" sldId="416"/>
            <ac:picMk id="8" creationId="{5FC9BFC8-92C5-9CF4-705A-432CC68B7828}"/>
          </ac:picMkLst>
        </pc:picChg>
      </pc:sldChg>
    </pc:docChg>
  </pc:docChgLst>
  <pc:docChgLst>
    <pc:chgData name="Jeroen Rodenburg" userId="36afe4a3-a6a4-4251-8e46-e83f049ed970" providerId="ADAL" clId="{1BCB4CB1-0F49-4270-A286-18960E571829}"/>
    <pc:docChg chg="undo custSel modSld delMainMaster">
      <pc:chgData name="Jeroen Rodenburg" userId="36afe4a3-a6a4-4251-8e46-e83f049ed970" providerId="ADAL" clId="{1BCB4CB1-0F49-4270-A286-18960E571829}" dt="2025-07-09T09:31:40.148" v="30" actId="1076"/>
      <pc:docMkLst>
        <pc:docMk/>
      </pc:docMkLst>
      <pc:sldChg chg="addSp modSp mod modAnim">
        <pc:chgData name="Jeroen Rodenburg" userId="36afe4a3-a6a4-4251-8e46-e83f049ed970" providerId="ADAL" clId="{1BCB4CB1-0F49-4270-A286-18960E571829}" dt="2025-07-09T06:28:15.117" v="8" actId="1076"/>
        <pc:sldMkLst>
          <pc:docMk/>
          <pc:sldMk cId="270936369" sldId="262"/>
        </pc:sldMkLst>
        <pc:spChg chg="add mod">
          <ac:chgData name="Jeroen Rodenburg" userId="36afe4a3-a6a4-4251-8e46-e83f049ed970" providerId="ADAL" clId="{1BCB4CB1-0F49-4270-A286-18960E571829}" dt="2025-07-09T06:28:15.117" v="8" actId="1076"/>
          <ac:spMkLst>
            <pc:docMk/>
            <pc:sldMk cId="270936369" sldId="262"/>
            <ac:spMk id="7" creationId="{BAB68E70-68CD-1235-46E8-3E44108A0354}"/>
          </ac:spMkLst>
        </pc:spChg>
      </pc:sldChg>
      <pc:sldChg chg="addSp modSp mod">
        <pc:chgData name="Jeroen Rodenburg" userId="36afe4a3-a6a4-4251-8e46-e83f049ed970" providerId="ADAL" clId="{1BCB4CB1-0F49-4270-A286-18960E571829}" dt="2025-07-09T08:22:55.750" v="12" actId="1076"/>
        <pc:sldMkLst>
          <pc:docMk/>
          <pc:sldMk cId="1174273457" sldId="382"/>
        </pc:sldMkLst>
        <pc:picChg chg="add mod">
          <ac:chgData name="Jeroen Rodenburg" userId="36afe4a3-a6a4-4251-8e46-e83f049ed970" providerId="ADAL" clId="{1BCB4CB1-0F49-4270-A286-18960E571829}" dt="2025-07-09T08:22:55.750" v="12" actId="1076"/>
          <ac:picMkLst>
            <pc:docMk/>
            <pc:sldMk cId="1174273457" sldId="382"/>
            <ac:picMk id="2" creationId="{9FEEAE9A-DA21-0272-F111-9C8573B06B85}"/>
          </ac:picMkLst>
        </pc:picChg>
      </pc:sldChg>
      <pc:sldChg chg="addSp modSp mod">
        <pc:chgData name="Jeroen Rodenburg" userId="36afe4a3-a6a4-4251-8e46-e83f049ed970" providerId="ADAL" clId="{1BCB4CB1-0F49-4270-A286-18960E571829}" dt="2025-07-09T09:31:40.148" v="30" actId="1076"/>
        <pc:sldMkLst>
          <pc:docMk/>
          <pc:sldMk cId="2419728471" sldId="395"/>
        </pc:sldMkLst>
        <pc:spChg chg="mod">
          <ac:chgData name="Jeroen Rodenburg" userId="36afe4a3-a6a4-4251-8e46-e83f049ed970" providerId="ADAL" clId="{1BCB4CB1-0F49-4270-A286-18960E571829}" dt="2025-07-09T09:31:22.544" v="29" actId="20577"/>
          <ac:spMkLst>
            <pc:docMk/>
            <pc:sldMk cId="2419728471" sldId="395"/>
            <ac:spMk id="10" creationId="{092DE7DE-2D75-2AEF-8AFE-DF7D4CB29878}"/>
          </ac:spMkLst>
        </pc:spChg>
        <pc:picChg chg="add mod">
          <ac:chgData name="Jeroen Rodenburg" userId="36afe4a3-a6a4-4251-8e46-e83f049ed970" providerId="ADAL" clId="{1BCB4CB1-0F49-4270-A286-18960E571829}" dt="2025-07-09T09:31:40.148" v="30" actId="1076"/>
          <ac:picMkLst>
            <pc:docMk/>
            <pc:sldMk cId="2419728471" sldId="395"/>
            <ac:picMk id="2" creationId="{7A4C229D-FC9F-A6D0-41FC-BB3BBA6C697A}"/>
          </ac:picMkLst>
        </pc:picChg>
      </pc:sld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4241431550" sldId="2147483709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512625919" sldId="21474837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427691336" sldId="21474837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256192978" sldId="214748371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706173966" sldId="214748371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843859587" sldId="21474837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527740370" sldId="21474837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816991836" sldId="214748371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206187006" sldId="214748371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51822435" sldId="214748371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282890228" sldId="214748371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51701811" sldId="214748372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4037777020" sldId="214748372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432636161" sldId="214748372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267788535" sldId="214748372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630651215" sldId="214748372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402628550" sldId="214748372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356881687" sldId="214748372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365539315" sldId="214748372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891477532" sldId="214748372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40222265" sldId="214748372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272266835" sldId="214748373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75093446" sldId="214748373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351870117" sldId="214748373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538986481" sldId="214748373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787511325" sldId="214748373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054962775" sldId="214748373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480427969" sldId="214748373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592874434" sldId="214748373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332669532" sldId="214748373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557005997" sldId="214748373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607939012" sldId="214748374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3168339800" sldId="214748374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845996989" sldId="21474837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971886895" sldId="21474837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1804389063" sldId="21474837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2722296851" sldId="21474837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241431550" sldId="2147483709"/>
            <pc:sldLayoutMk cId="866859445" sldId="2147483746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200658446" sldId="2147483747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552126541" sldId="21474837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271637174" sldId="21474837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751370830" sldId="214748375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073979028" sldId="214748375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928978515" sldId="21474837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4275052549" sldId="21474837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201031324" sldId="21474837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840292697" sldId="21474837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398746627" sldId="21474837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040011008" sldId="21474837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576732747" sldId="21474837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554759552" sldId="21474837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832473283" sldId="214748376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485488021" sldId="214748376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423793331" sldId="21474837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026905231" sldId="21474837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041635763" sldId="214748376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4220934610" sldId="214748376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236790050" sldId="21474837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165640706" sldId="21474837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008741530" sldId="21474837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471517290" sldId="21474837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8660019" sldId="21474837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179424240" sldId="21474837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3234359890" sldId="21474837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704349165" sldId="21474837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718548901" sldId="214748377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189796028" sldId="214748377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708869714" sldId="21474837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116553512" sldId="21474837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77574178" sldId="214748377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141108802" sldId="214748377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246399046" sldId="21474837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761657005" sldId="21474837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2701208247" sldId="21474837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1851689290" sldId="21474837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00658446" sldId="2147483747"/>
            <pc:sldLayoutMk cId="967206878" sldId="2147483784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369858751" sldId="2147483785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174689429" sldId="21474837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705825911" sldId="21474837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082744769" sldId="214748378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780644698" sldId="214748378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269045573" sldId="21474837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4204833662" sldId="21474837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881923509" sldId="21474837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131342359" sldId="21474837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512758424" sldId="21474837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797049778" sldId="21474837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51038956" sldId="21474837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581438900" sldId="21474837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372247307" sldId="214748379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407711565" sldId="214748379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197016715" sldId="21474838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906430512" sldId="21474838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059448229" sldId="214748380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846332051" sldId="214748380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552114393" sldId="214748380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134131535" sldId="214748380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467919795" sldId="214748380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016364492" sldId="214748380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968494867" sldId="214748380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247589000" sldId="214748380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885404886" sldId="21474838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746814555" sldId="21474838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619397545" sldId="214748381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3381362118" sldId="214748381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777071217" sldId="21474838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687461021" sldId="21474838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532450710" sldId="214748381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227636901" sldId="214748381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985732517" sldId="214748381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243416494" sldId="214748381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1107142176" sldId="214748382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561308744" sldId="214748382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69858751" sldId="2147483785"/>
            <pc:sldLayoutMk cId="2509476719" sldId="2147483822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809863222" sldId="2147483823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858613712" sldId="214748382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3966369614" sldId="214748382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393805967" sldId="214748382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449040487" sldId="214748382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506155273" sldId="214748382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4245815073" sldId="214748382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4177914369" sldId="214748383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763138840" sldId="214748383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792514932" sldId="214748383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548538036" sldId="214748383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194419415" sldId="214748383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621466700" sldId="214748383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093843717" sldId="214748383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371588526" sldId="214748383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554858866" sldId="214748383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3419896945" sldId="214748383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244550584" sldId="214748384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559274089" sldId="214748384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523641388" sldId="21474838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33289411" sldId="21474838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289905327" sldId="21474838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486355201" sldId="21474838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074906021" sldId="214748384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753158427" sldId="214748384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503455052" sldId="21474838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207689431" sldId="21474838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3185268154" sldId="214748385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174907414" sldId="214748385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841295649" sldId="21474838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069528130" sldId="21474838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478909431" sldId="21474838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4100036620" sldId="21474838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358561640" sldId="21474838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1301246374" sldId="21474838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3812402353" sldId="21474838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643856635" sldId="21474838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809863222" sldId="2147483823"/>
            <pc:sldLayoutMk cId="405351306" sldId="2147483860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315621682" sldId="2147483861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883516577" sldId="21474838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39736653" sldId="21474838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421910642" sldId="214748386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062062685" sldId="214748386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924329854" sldId="21474838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533241239" sldId="21474838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934376148" sldId="21474838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467779137" sldId="21474838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041230585" sldId="21474838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335565130" sldId="21474838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976925878" sldId="21474838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102344426" sldId="21474838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081574883" sldId="214748387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818640026" sldId="214748387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00896496" sldId="21474838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786847090" sldId="21474838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611918698" sldId="214748387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894197541" sldId="214748387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323370273" sldId="21474838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672072809" sldId="21474838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309273138" sldId="21474838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185279850" sldId="21474838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529406927" sldId="214748388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050689182" sldId="214748388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113576299" sldId="21474838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135020915" sldId="21474838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101237127" sldId="214748388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664266808" sldId="214748388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527319370" sldId="21474838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560363141" sldId="21474838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999547144" sldId="21474838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2241137701" sldId="21474838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4283305081" sldId="21474838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1678425484" sldId="21474838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679714470" sldId="21474838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941308971" sldId="21474838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15621682" sldId="2147483861"/>
            <pc:sldLayoutMk cId="3455376342" sldId="2147483898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4108964695" sldId="2147483899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409856482" sldId="21474839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179721613" sldId="21474839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089135879" sldId="214748390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802147376" sldId="214748390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944328728" sldId="214748390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45644743" sldId="214748390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4083354168" sldId="214748390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865385560" sldId="214748390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060752848" sldId="214748390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217382398" sldId="214748390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75234695" sldId="21474839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412464528" sldId="21474839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52900649" sldId="214748391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054186400" sldId="214748391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4040409023" sldId="21474839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33155752" sldId="21474839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115121239" sldId="214748391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085283470" sldId="214748391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623815599" sldId="214748391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4261246936" sldId="214748391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4168189220" sldId="214748392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870211677" sldId="214748392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421010911" sldId="214748392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0491322" sldId="214748392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359483623" sldId="214748392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013858447" sldId="214748392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045510834" sldId="214748392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850288411" sldId="214748392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863954009" sldId="214748392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839831774" sldId="214748392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911750299" sldId="214748393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976297637" sldId="214748393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354943708" sldId="214748393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361904909" sldId="214748393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2635051377" sldId="214748393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1954177900" sldId="214748393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4108964695" sldId="2147483899"/>
            <pc:sldLayoutMk cId="4137350345" sldId="2147483936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1164932360" sldId="2147483937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352864629" sldId="214748393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035324054" sldId="214748393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702764419" sldId="214748394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552817581" sldId="214748394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590045504" sldId="21474839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532661021" sldId="21474839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084383657" sldId="21474839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376858781" sldId="21474839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131879046" sldId="214748394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984326434" sldId="214748394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604231648" sldId="21474839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108722010" sldId="21474839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4016103528" sldId="214748395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601255443" sldId="214748395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51379201" sldId="21474839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92979193" sldId="21474839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020243980" sldId="21474839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610821037" sldId="21474839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4013186842" sldId="21474839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630154904" sldId="21474839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277986316" sldId="21474839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908751331" sldId="21474839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012174826" sldId="214748396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170100827" sldId="214748396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309166024" sldId="21474839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404086537" sldId="21474839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930056981" sldId="214748396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421122778" sldId="214748396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698043470" sldId="21474839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4211769858" sldId="21474839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900427750" sldId="21474839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286239568" sldId="21474839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3889598390" sldId="21474839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93001986" sldId="21474839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1656979003" sldId="21474839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834345601" sldId="21474839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164932360" sldId="2147483937"/>
            <pc:sldLayoutMk cId="2795968991" sldId="2147483974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721299964" sldId="2147483975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349484718" sldId="21474839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192482817" sldId="21474839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89785689" sldId="214748397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169427803" sldId="214748397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4042384298" sldId="21474839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183690353" sldId="21474839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334327081" sldId="21474839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1295695459" sldId="21474839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737148656" sldId="214748398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251003685" sldId="214748398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1340942214" sldId="21474839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6127154" sldId="21474839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177042599" sldId="214748398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7351382" sldId="214748398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958738463" sldId="21474839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559676049" sldId="21474839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900235768" sldId="21474839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495626123" sldId="21474839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707102512" sldId="21474839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015614294" sldId="21474839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570468485" sldId="21474839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547521581" sldId="21474839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787190993" sldId="214748399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1688247284" sldId="214748399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409665683" sldId="21474840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598473731" sldId="21474840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681410373" sldId="214748400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1689706876" sldId="214748400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203608473" sldId="214748400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994274220" sldId="214748400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964544904" sldId="214748400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91690899" sldId="214748400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568425827" sldId="214748400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2381029155" sldId="214748400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465324433" sldId="21474840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3513380705" sldId="21474840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721299964" sldId="2147483975"/>
            <pc:sldLayoutMk cId="1896910334" sldId="2147484012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457280081" sldId="2147484013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4176246196" sldId="21474840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3059525" sldId="21474840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183880494" sldId="214748401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433275993" sldId="214748401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136927799" sldId="214748401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659749868" sldId="214748401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479928194" sldId="214748402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360275658" sldId="214748402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586212702" sldId="214748402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267470275" sldId="214748402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877627521" sldId="214748402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763577980" sldId="214748402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536447644" sldId="214748402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3741993897" sldId="214748402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400037882" sldId="214748402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032991857" sldId="214748402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677357675" sldId="214748403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768788484" sldId="214748403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4245938288" sldId="214748403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450515938" sldId="214748403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660706397" sldId="214748403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571500128" sldId="214748403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866582159" sldId="214748403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794290200" sldId="214748403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567071710" sldId="214748403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706434222" sldId="214748403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728303021" sldId="214748404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216091732" sldId="214748404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4039030176" sldId="21474840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556427029" sldId="21474840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4189264575" sldId="21474840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131591586" sldId="21474840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537500923" sldId="214748404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2999735021" sldId="214748404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82025733" sldId="21474840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948253519" sldId="21474840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457280081" sldId="2147484013"/>
            <pc:sldLayoutMk cId="1217538327" sldId="2147484050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374389385" sldId="2147484051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723626950" sldId="21474840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81507551" sldId="21474840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616575973" sldId="21474840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935154637" sldId="21474840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590510225" sldId="21474840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7029948" sldId="21474840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882314496" sldId="21474840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4150052555" sldId="21474840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730488996" sldId="214748406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705225096" sldId="214748406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4186648277" sldId="21474840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717050070" sldId="21474840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547990489" sldId="214748406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566286327" sldId="214748406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441085360" sldId="21474840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075222497" sldId="21474840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695956336" sldId="21474840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142966655" sldId="21474840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895852604" sldId="21474840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536546682" sldId="21474840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519576726" sldId="21474840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44861484" sldId="21474840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947464002" sldId="214748407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357712446" sldId="214748407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488715578" sldId="21474840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604089686" sldId="21474840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798349173" sldId="214748407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339955872" sldId="214748407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866182037" sldId="21474840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126066703" sldId="21474840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892711853" sldId="21474840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123930283" sldId="21474840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93872089" sldId="214748408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2556498918" sldId="214748408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1818158375" sldId="21474840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797578010" sldId="21474840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374389385" sldId="2147484051"/>
            <pc:sldLayoutMk cId="490681935" sldId="2147484088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566028089" sldId="2147484089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807615750" sldId="21474840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564078682" sldId="21474840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587225655" sldId="21474840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588146204" sldId="21474840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980402141" sldId="21474840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836164114" sldId="21474840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756161915" sldId="21474840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785241941" sldId="21474840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039814907" sldId="214748409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664808410" sldId="214748409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977626490" sldId="21474841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927111925" sldId="21474841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140405675" sldId="214748410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446729598" sldId="214748410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877485826" sldId="214748410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523829786" sldId="214748410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443241725" sldId="214748410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40440325" sldId="214748410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853443278" sldId="214748410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418486798" sldId="214748410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517962716" sldId="21474841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4246496024" sldId="21474841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84513595" sldId="214748411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116176817" sldId="214748411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98621098" sldId="21474841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332535322" sldId="21474841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4259708668" sldId="214748411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754370468" sldId="214748411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4282881098" sldId="214748411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1023279787" sldId="214748411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3615776136" sldId="214748412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876860302" sldId="214748412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329966566" sldId="214748412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477728104" sldId="214748412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116712559" sldId="214748412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737481781" sldId="214748412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566028089" sldId="2147484089"/>
            <pc:sldLayoutMk cId="2566304322" sldId="2147484126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1596592191" sldId="2147484127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4027134923" sldId="214748412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386681839" sldId="214748412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948604561" sldId="214748413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2034820564" sldId="214748413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091790291" sldId="214748413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194986287" sldId="214748413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4291004511" sldId="214748413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641929333" sldId="214748413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170714266" sldId="214748413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797488341" sldId="214748413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46460967" sldId="214748413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049901924" sldId="214748413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755032922" sldId="214748414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4102410114" sldId="214748414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550748231" sldId="21474841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643471207" sldId="21474841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74678167" sldId="21474841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74364188" sldId="21474841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345043480" sldId="214748414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121703243" sldId="214748414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514168819" sldId="21474841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24062604" sldId="21474841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911682025" sldId="214748415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754743984" sldId="214748415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692153542" sldId="21474841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2248437085" sldId="21474841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797625918" sldId="21474841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434461582" sldId="21474841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646461287" sldId="21474841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2058323899" sldId="21474841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377667573" sldId="21474841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200027941" sldId="21474841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148747726" sldId="214748416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967140098" sldId="214748416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1795579789" sldId="21474841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2193837214" sldId="21474841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596592191" sldId="2147484127"/>
            <pc:sldLayoutMk cId="3170216405" sldId="2147484164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1622951255" sldId="2147484165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587557174" sldId="21474841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493580635" sldId="21474841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57660846" sldId="21474841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895861671" sldId="21474841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615057968" sldId="21474841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633747343" sldId="21474841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55121982" sldId="21474841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919708514" sldId="21474841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687698374" sldId="214748417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721581889" sldId="214748417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362901401" sldId="21474841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619315879" sldId="21474841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825198704" sldId="214748417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84490530" sldId="214748417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294864597" sldId="21474841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522129487" sldId="21474841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963452918" sldId="21474841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90986287" sldId="21474841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21571297" sldId="214748418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363801934" sldId="214748418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897578528" sldId="21474841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205479049" sldId="21474841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991585589" sldId="214748418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97287430" sldId="214748418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303106726" sldId="21474841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021295455" sldId="21474841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104247704" sldId="21474841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393195331" sldId="21474841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013445373" sldId="21474841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3988951944" sldId="21474841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469548000" sldId="21474841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0665116" sldId="21474841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260277594" sldId="214748419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3354069" sldId="214748419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4228568808" sldId="21474842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65759336" sldId="21474842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1622951255" sldId="2147484165"/>
            <pc:sldLayoutMk cId="1359926358" sldId="2147484202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3119228035" sldId="2147484241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657608630" sldId="214748424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4267671601" sldId="214748424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799766953" sldId="214748424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945258529" sldId="214748424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458646116" sldId="214748424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410130585" sldId="214748424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594751688" sldId="214748424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923924264" sldId="214748424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978481670" sldId="214748425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95281442" sldId="214748425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797144658" sldId="214748425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423705089" sldId="214748425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344250237" sldId="214748425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611629278" sldId="214748425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483481855" sldId="214748425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273968543" sldId="214748425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620120592" sldId="214748425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280509107" sldId="214748425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674949941" sldId="214748426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875211610" sldId="214748426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968053377" sldId="214748426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791960394" sldId="214748426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837157952" sldId="214748426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697981748" sldId="214748426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859720750" sldId="214748426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532496000" sldId="214748426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832266747" sldId="214748426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947704125" sldId="214748426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2169785767" sldId="214748427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010350896" sldId="214748427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627423956" sldId="214748427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1083369" sldId="214748427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470843570" sldId="214748427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43868766" sldId="214748427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299101856" sldId="214748427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1473842157" sldId="214748427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3119228035" sldId="2147484241"/>
            <pc:sldLayoutMk cId="3129974735" sldId="2147484278"/>
          </pc:sldLayoutMkLst>
        </pc:sldLayoutChg>
      </pc:sldMasterChg>
      <pc:sldMasterChg chg="del delSldLayout">
        <pc:chgData name="Jeroen Rodenburg" userId="36afe4a3-a6a4-4251-8e46-e83f049ed970" providerId="ADAL" clId="{1BCB4CB1-0F49-4270-A286-18960E571829}" dt="2025-07-09T06:27:05.394" v="3"/>
        <pc:sldMasterMkLst>
          <pc:docMk/>
          <pc:sldMasterMk cId="2396348310" sldId="2147484279"/>
        </pc:sldMasterMkLst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762497783" sldId="214748428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150535834" sldId="214748428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444335933" sldId="214748428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640084756" sldId="214748428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332396791" sldId="214748428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779279325" sldId="214748428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338705886" sldId="214748428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4261847752" sldId="214748428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941734913" sldId="214748428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475162332" sldId="214748428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542063487" sldId="214748429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715630391" sldId="214748429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704621089" sldId="214748429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798615773" sldId="214748429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290580343" sldId="214748429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179193476" sldId="214748429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017122979" sldId="214748429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036944789" sldId="214748429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4015658394" sldId="214748429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999885496" sldId="214748429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568110733" sldId="214748430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899367103" sldId="214748430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781034223" sldId="214748430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855235955" sldId="214748430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437224250" sldId="214748430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686055072" sldId="214748430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051605704" sldId="2147484306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003199755" sldId="2147484307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542355983" sldId="2147484308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810956242" sldId="2147484309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962769878" sldId="2147484310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074167863" sldId="2147484311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545564638" sldId="2147484312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846334696" sldId="2147484313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186727861" sldId="2147484314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3547797974" sldId="2147484315"/>
          </pc:sldLayoutMkLst>
        </pc:sldLayoutChg>
        <pc:sldLayoutChg chg="del">
          <pc:chgData name="Jeroen Rodenburg" userId="36afe4a3-a6a4-4251-8e46-e83f049ed970" providerId="ADAL" clId="{1BCB4CB1-0F49-4270-A286-18960E571829}" dt="2025-07-09T06:27:05.394" v="3"/>
          <pc:sldLayoutMkLst>
            <pc:docMk/>
            <pc:sldMasterMk cId="2396348310" sldId="2147484279"/>
            <pc:sldLayoutMk cId="2454379699" sldId="214748431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DCFAE84-7DA1-4AD3-8048-CA82355A8A37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9591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nl-NL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nl-NL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DE5616D-1653-4A72-A4BA-E11F684B3036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772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501649-886C-4324-AD4C-E61C88D47728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6375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835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0510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5248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460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78948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71790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3469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73496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96663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5652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27202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6671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3513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788182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155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7261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71460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52951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39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074978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77455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200887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22474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56650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37726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22519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148082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197401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50495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70009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E5616D-1653-4A72-A4BA-E11F684B3036}" type="slidenum">
              <a:rPr lang="nl-NL" smtClean="0"/>
              <a:pPr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000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emf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0B660F8D-0194-1549-9A85-B8585C341D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E23BE38-388B-B84F-B596-4361C8FFEE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15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85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46B8B84C-376E-994B-A5F9-91418E6845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6C2F8E9-252A-884A-A559-1D42CD8FB1F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3A8D1DE4-A09D-ED49-8B1B-03D7088976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3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55C01093-6876-FF4B-A205-0797E4219E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2AA80F83-76D5-4442-B68B-A643B29E2F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54096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DC891B-0BBD-3E4B-A301-653F943C4C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C01ABBA-4376-CE44-A51E-00DFACFA86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00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DE3D8C70-0B24-9C4E-A803-F7009FF2D2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5EC85681-AB2A-C448-B63F-6E7DA8D874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20" y="-13176"/>
            <a:ext cx="2745294" cy="156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5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D815D00C-C7D7-DC44-8D0D-FE716DCD2C5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970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91C355E-6E70-0A46-B795-FD910DE422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B0A3098-83E2-4E4B-8810-7E5E75AE97D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7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3244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32628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227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0495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5218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4400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9437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 dirty="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ED6F77E-FFE0-AB46-BF4D-6C1EEF3BD1B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96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FE34897-656E-D24A-B5C8-368571FB3BA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232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683415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0FB6CFD-9EA3-2D46-B72F-63AC89835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69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70401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01E6C2-CD86-4C4B-A751-B19F6263B71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8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56101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7465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092846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tx1"/>
              </a:buClr>
              <a:tabLst>
                <a:tab pos="1214438" algn="l"/>
              </a:tabLs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3256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52349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buClr>
                <a:schemeClr val="tx1"/>
              </a:buClr>
              <a:defRPr lang="nl-NL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2348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vert="horz" wrap="square" lIns="720000" tIns="1152000" rIns="91440" bIns="45720" rtlCol="0">
            <a:noAutofit/>
          </a:bodyPr>
          <a:lstStyle>
            <a:lvl1pPr>
              <a:defRPr lang="nl-NL"/>
            </a:lvl1pPr>
          </a:lstStyle>
          <a:p>
            <a:pPr lvl="0"/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336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296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7291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2605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4301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C958710-A035-984C-9963-99974470621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7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5C342-F410-1C42-BBE9-52289EFE77B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732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2C36848C-75BB-B944-BBD6-880B1B12C73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63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2424C08-D06D-F64A-B964-B229C0F5B8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638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SPADE for intakes from food and supplements (manual ch. 5 &amp; 6)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432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915941" y="1882800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915941" y="4215600"/>
            <a:ext cx="3753000" cy="133920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EBE4755-54A0-BE4A-A1D1-44625DF7D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7698AD6E-795F-3C41-A601-70EF331F67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08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636">
          <p15:clr>
            <a:srgbClr val="FBAE40"/>
          </p15:clr>
        </p15:guide>
        <p15:guide id="2" pos="40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250715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afbeelding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hoek 15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Afbeelding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24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7" name="Titel 1"/>
          <p:cNvSpPr>
            <a:spLocks noGrp="1"/>
          </p:cNvSpPr>
          <p:nvPr>
            <p:ph type="ctrTitle"/>
          </p:nvPr>
        </p:nvSpPr>
        <p:spPr>
          <a:xfrm>
            <a:off x="4914900" y="1885467"/>
            <a:ext cx="3753000" cy="233640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8" name="Ondertitel 2"/>
          <p:cNvSpPr>
            <a:spLocks noGrp="1"/>
          </p:cNvSpPr>
          <p:nvPr>
            <p:ph type="subTitle" idx="1"/>
          </p:nvPr>
        </p:nvSpPr>
        <p:spPr>
          <a:xfrm>
            <a:off x="4914900" y="4218267"/>
            <a:ext cx="3753000" cy="1613786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FBE31237-1083-AB4B-91BD-AFA64A0C07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21" name="Tijdelijke aanduiding voor afbeelding 22">
            <a:extLst>
              <a:ext uri="{FF2B5EF4-FFF2-40B4-BE49-F238E27FC236}">
                <a16:creationId xmlns:a16="http://schemas.microsoft.com/office/drawing/2014/main" id="{8437548B-FF95-DB49-849D-A635600FE6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" y="0"/>
            <a:ext cx="4574381" cy="6858000"/>
          </a:xfrm>
          <a:custGeom>
            <a:avLst/>
            <a:gdLst>
              <a:gd name="connsiteX0" fmla="*/ 0 w 6099175"/>
              <a:gd name="connsiteY0" fmla="*/ 0 h 6858000"/>
              <a:gd name="connsiteX1" fmla="*/ 5782375 w 6099175"/>
              <a:gd name="connsiteY1" fmla="*/ 0 h 6858000"/>
              <a:gd name="connsiteX2" fmla="*/ 5782375 w 6099175"/>
              <a:gd name="connsiteY2" fmla="*/ 1278000 h 6858000"/>
              <a:gd name="connsiteX3" fmla="*/ 6099175 w 6099175"/>
              <a:gd name="connsiteY3" fmla="*/ 1278000 h 6858000"/>
              <a:gd name="connsiteX4" fmla="*/ 6099175 w 6099175"/>
              <a:gd name="connsiteY4" fmla="*/ 6858000 h 6858000"/>
              <a:gd name="connsiteX5" fmla="*/ 0 w 60991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175" h="6858000">
                <a:moveTo>
                  <a:pt x="0" y="0"/>
                </a:moveTo>
                <a:lnTo>
                  <a:pt x="5782375" y="0"/>
                </a:lnTo>
                <a:lnTo>
                  <a:pt x="5782375" y="1278000"/>
                </a:lnTo>
                <a:lnTo>
                  <a:pt x="6099175" y="1278000"/>
                </a:lnTo>
                <a:lnTo>
                  <a:pt x="609917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B3886928-8BE6-4442-8D6B-CF481A6628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2313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dia afbeelding horizonta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76011" y="3427413"/>
            <a:ext cx="8192930" cy="1726479"/>
          </a:xfrm>
        </p:spPr>
        <p:txBody>
          <a:bodyPr lIns="57600" tIns="90000" bIns="90000" anchor="b">
            <a:normAutofit/>
          </a:bodyPr>
          <a:lstStyle>
            <a:lvl1pPr algn="l">
              <a:defRPr sz="2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476011" y="5162401"/>
            <a:ext cx="8192930" cy="664319"/>
          </a:xfrm>
        </p:spPr>
        <p:txBody>
          <a:bodyPr lIns="7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854054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6511EAEE-859D-C44F-B575-334B22A17A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sp>
        <p:nvSpPr>
          <p:cNvPr id="12" name="Tijdelijke aanduiding voor afbeelding 12">
            <a:extLst>
              <a:ext uri="{FF2B5EF4-FFF2-40B4-BE49-F238E27FC236}">
                <a16:creationId xmlns:a16="http://schemas.microsoft.com/office/drawing/2014/main" id="{9D360720-C202-8C45-9FBF-F7D13BCD9DB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9144000" cy="3427413"/>
          </a:xfrm>
          <a:custGeom>
            <a:avLst/>
            <a:gdLst>
              <a:gd name="connsiteX0" fmla="*/ 5779200 w 12192000"/>
              <a:gd name="connsiteY0" fmla="*/ 1 h 3427413"/>
              <a:gd name="connsiteX1" fmla="*/ 5779200 w 12192000"/>
              <a:gd name="connsiteY1" fmla="*/ 1278001 h 3427413"/>
              <a:gd name="connsiteX2" fmla="*/ 6412800 w 12192000"/>
              <a:gd name="connsiteY2" fmla="*/ 1278001 h 3427413"/>
              <a:gd name="connsiteX3" fmla="*/ 6412800 w 12192000"/>
              <a:gd name="connsiteY3" fmla="*/ 1 h 3427413"/>
              <a:gd name="connsiteX4" fmla="*/ 0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5779200" y="1"/>
                </a:moveTo>
                <a:lnTo>
                  <a:pt x="5779200" y="1278001"/>
                </a:lnTo>
                <a:lnTo>
                  <a:pt x="6412800" y="1278001"/>
                </a:lnTo>
                <a:lnTo>
                  <a:pt x="6412800" y="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vert="horz" wrap="square" lIns="612000" tIns="45720" rIns="91440" bIns="45720" rtlCol="0" anchor="ctr" anchorCtr="0">
            <a:no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icon to add picture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8998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2656">
          <p15:clr>
            <a:srgbClr val="FBAE40"/>
          </p15:clr>
        </p15:guide>
        <p15:guide id="3" pos="4044">
          <p15:clr>
            <a:srgbClr val="FBAE40"/>
          </p15:clr>
        </p15:guide>
        <p15:guide id="4" pos="3636">
          <p15:clr>
            <a:srgbClr val="FBAE40"/>
          </p15:clr>
        </p15:guide>
        <p15:guide id="5" orient="horz" pos="31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4" name="Afbeelding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8" name="Tijdelijke aanduiding voor datum 1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20" name="Tijdelijke aanduiding voor dianummer 1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4" name="Ondertitel 2"/>
          <p:cNvSpPr>
            <a:spLocks noGrp="1"/>
          </p:cNvSpPr>
          <p:nvPr>
            <p:ph type="subTitle" idx="1"/>
          </p:nvPr>
        </p:nvSpPr>
        <p:spPr>
          <a:xfrm>
            <a:off x="4917132" y="3427413"/>
            <a:ext cx="3753000" cy="2404640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25" name="Tijdelijke aanduiding voor tekst 16"/>
          <p:cNvSpPr>
            <a:spLocks noGrp="1"/>
          </p:cNvSpPr>
          <p:nvPr>
            <p:ph type="body" sz="quarter" idx="21" hasCustomPrompt="1"/>
          </p:nvPr>
        </p:nvSpPr>
        <p:spPr>
          <a:xfrm>
            <a:off x="4914900" y="5832053"/>
            <a:ext cx="3753000" cy="389360"/>
          </a:xfrm>
        </p:spPr>
        <p:txBody>
          <a:bodyPr lIns="118800" anchor="b" anchorCtr="0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sp>
        <p:nvSpPr>
          <p:cNvPr id="21" name="Titel 1"/>
          <p:cNvSpPr>
            <a:spLocks noGrp="1"/>
          </p:cNvSpPr>
          <p:nvPr>
            <p:ph type="ctrTitle"/>
          </p:nvPr>
        </p:nvSpPr>
        <p:spPr>
          <a:xfrm>
            <a:off x="4915941" y="2024063"/>
            <a:ext cx="3753000" cy="1403350"/>
          </a:xfrm>
        </p:spPr>
        <p:txBody>
          <a:bodyPr tIns="90000" bIns="90000" anchor="b">
            <a:normAutofit/>
          </a:bodyPr>
          <a:lstStyle>
            <a:lvl1pPr algn="l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CA0AFD14-6D12-784C-A3CF-527AFBDAA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EC71564-EF07-AA49-BBEB-AB800F8CA2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563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horizont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879601"/>
            <a:ext cx="8192691" cy="1547813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pic>
        <p:nvPicPr>
          <p:cNvPr id="7" name="Afbeelding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82" y="0"/>
            <a:ext cx="9148763" cy="1066800"/>
          </a:xfrm>
          <a:prstGeom prst="rect">
            <a:avLst/>
          </a:prstGeom>
        </p:spPr>
      </p:pic>
      <p:sp>
        <p:nvSpPr>
          <p:cNvPr id="15" name="Tijdelijke aanduiding voor datum 1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6" name="Tijdelijke aanduiding voor voettekst 1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7" name="Tijdelijke aanduiding voor dianummer 1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Ondertitel 2"/>
          <p:cNvSpPr>
            <a:spLocks noGrp="1"/>
          </p:cNvSpPr>
          <p:nvPr>
            <p:ph type="subTitle" idx="1"/>
          </p:nvPr>
        </p:nvSpPr>
        <p:spPr>
          <a:xfrm>
            <a:off x="476250" y="3749487"/>
            <a:ext cx="8193882" cy="2077232"/>
          </a:xfrm>
        </p:spPr>
        <p:txBody>
          <a:bodyPr lIns="104400" tIns="90000" rIns="90000" bIns="46800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0" hasCustomPrompt="1"/>
          </p:nvPr>
        </p:nvSpPr>
        <p:spPr>
          <a:xfrm>
            <a:off x="475059" y="5829386"/>
            <a:ext cx="3754041" cy="389360"/>
          </a:xfrm>
        </p:spPr>
        <p:txBody>
          <a:bodyPr lIns="86400" anchor="b" anchorCtr="0"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350">
                <a:solidFill>
                  <a:schemeClr val="bg1"/>
                </a:solidFill>
              </a:defRPr>
            </a:lvl4pPr>
            <a:lvl5pPr>
              <a:defRPr sz="135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Naam spreker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9EB05636-7F8C-1348-B5BB-6852BA80BA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CB0AC13E-1529-F445-A302-F5C8E60480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319" y="-13176"/>
            <a:ext cx="2745298" cy="156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315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2851" cy="1584325"/>
          </a:xfrm>
        </p:spPr>
        <p:txBody>
          <a:bodyPr anchor="ctr" anchorCtr="0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tekst 4"/>
          <p:cNvSpPr>
            <a:spLocks noGrp="1"/>
          </p:cNvSpPr>
          <p:nvPr>
            <p:ph type="body" sz="quarter" idx="15"/>
          </p:nvPr>
        </p:nvSpPr>
        <p:spPr>
          <a:xfrm>
            <a:off x="5843799" y="916926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tekst 4"/>
          <p:cNvSpPr>
            <a:spLocks noGrp="1"/>
          </p:cNvSpPr>
          <p:nvPr>
            <p:ph type="body" sz="quarter" idx="16"/>
          </p:nvPr>
        </p:nvSpPr>
        <p:spPr>
          <a:xfrm>
            <a:off x="5843799" y="2061911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ijdelijke aanduiding voor tekst 4"/>
          <p:cNvSpPr>
            <a:spLocks noGrp="1"/>
          </p:cNvSpPr>
          <p:nvPr>
            <p:ph type="body" sz="quarter" idx="17"/>
          </p:nvPr>
        </p:nvSpPr>
        <p:spPr>
          <a:xfrm>
            <a:off x="5843799" y="3211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ijdelijke aanduiding voor tekst 4"/>
          <p:cNvSpPr>
            <a:spLocks noGrp="1"/>
          </p:cNvSpPr>
          <p:nvPr>
            <p:ph type="body" sz="quarter" idx="18"/>
          </p:nvPr>
        </p:nvSpPr>
        <p:spPr>
          <a:xfrm>
            <a:off x="5843799" y="43524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jdelijke aanduiding voor tekst 4"/>
          <p:cNvSpPr>
            <a:spLocks noGrp="1"/>
          </p:cNvSpPr>
          <p:nvPr>
            <p:ph type="body" sz="quarter" idx="19"/>
          </p:nvPr>
        </p:nvSpPr>
        <p:spPr>
          <a:xfrm>
            <a:off x="5843799" y="5497200"/>
            <a:ext cx="2825142" cy="817562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350"/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22" name="Tijdelijke aanduiding voor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4814046" y="998446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3" name="Tijdelijke aanduiding voor tekst 2"/>
          <p:cNvSpPr>
            <a:spLocks noGrp="1"/>
          </p:cNvSpPr>
          <p:nvPr>
            <p:ph type="body" sz="quarter" idx="11" hasCustomPrompt="1"/>
          </p:nvPr>
        </p:nvSpPr>
        <p:spPr>
          <a:xfrm>
            <a:off x="4814046" y="2143675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4" name="Tijdelijke aanduiding voor tekst 2"/>
          <p:cNvSpPr>
            <a:spLocks noGrp="1"/>
          </p:cNvSpPr>
          <p:nvPr>
            <p:ph type="body" sz="quarter" idx="12" hasCustomPrompt="1"/>
          </p:nvPr>
        </p:nvSpPr>
        <p:spPr>
          <a:xfrm>
            <a:off x="4814046" y="3288904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5" name="Tijdelijke aanduiding voor tekst 2"/>
          <p:cNvSpPr>
            <a:spLocks noGrp="1"/>
          </p:cNvSpPr>
          <p:nvPr>
            <p:ph type="body" sz="quarter" idx="13" hasCustomPrompt="1"/>
          </p:nvPr>
        </p:nvSpPr>
        <p:spPr>
          <a:xfrm>
            <a:off x="4814046" y="4434133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26" name="Tijdelijke aanduiding voor tekst 2"/>
          <p:cNvSpPr>
            <a:spLocks noGrp="1"/>
          </p:cNvSpPr>
          <p:nvPr>
            <p:ph type="body" sz="quarter" idx="14" hasCustomPrompt="1"/>
          </p:nvPr>
        </p:nvSpPr>
        <p:spPr>
          <a:xfrm>
            <a:off x="4814046" y="5579362"/>
            <a:ext cx="1029754" cy="817563"/>
          </a:xfrm>
        </p:spPr>
        <p:txBody>
          <a:bodyPr bIns="46800" anchor="b" anchorCtr="0">
            <a:normAutofit/>
          </a:bodyPr>
          <a:lstStyle>
            <a:lvl1pPr marL="0" indent="0" algn="r">
              <a:buNone/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#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AFC6884B-BC2E-E047-9F81-148C584CAF0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03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sopgave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ijdelijke aanduiding voor tekst 11"/>
          <p:cNvSpPr>
            <a:spLocks noGrp="1"/>
          </p:cNvSpPr>
          <p:nvPr>
            <p:ph type="body" sz="quarter" idx="13"/>
          </p:nvPr>
        </p:nvSpPr>
        <p:spPr>
          <a:xfrm>
            <a:off x="4914900" y="2289601"/>
            <a:ext cx="3753000" cy="3931813"/>
          </a:xfrm>
        </p:spPr>
        <p:txBody>
          <a:bodyPr/>
          <a:lstStyle>
            <a:lvl1pPr marL="342900" indent="-342900">
              <a:buClr>
                <a:schemeClr val="bg1"/>
              </a:buClr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13000" indent="-162000"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914900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65CDA938-34ED-EC47-B19D-D582D052909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573682" cy="6858000"/>
          </a:xfrm>
          <a:custGeom>
            <a:avLst/>
            <a:gdLst>
              <a:gd name="connsiteX0" fmla="*/ 0 w 6098242"/>
              <a:gd name="connsiteY0" fmla="*/ 0 h 6858000"/>
              <a:gd name="connsiteX1" fmla="*/ 5860200 w 6098242"/>
              <a:gd name="connsiteY1" fmla="*/ 0 h 6858000"/>
              <a:gd name="connsiteX2" fmla="*/ 5860200 w 6098242"/>
              <a:gd name="connsiteY2" fmla="*/ 712800 h 6858000"/>
              <a:gd name="connsiteX3" fmla="*/ 6098242 w 6098242"/>
              <a:gd name="connsiteY3" fmla="*/ 712800 h 6858000"/>
              <a:gd name="connsiteX4" fmla="*/ 6098242 w 6098242"/>
              <a:gd name="connsiteY4" fmla="*/ 6858000 h 6858000"/>
              <a:gd name="connsiteX5" fmla="*/ 0 w 609824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8242" h="6858000">
                <a:moveTo>
                  <a:pt x="0" y="0"/>
                </a:moveTo>
                <a:lnTo>
                  <a:pt x="5860200" y="0"/>
                </a:lnTo>
                <a:lnTo>
                  <a:pt x="5860200" y="712800"/>
                </a:lnTo>
                <a:lnTo>
                  <a:pt x="6098242" y="712800"/>
                </a:lnTo>
                <a:lnTo>
                  <a:pt x="6098242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lIns="612000" anchor="ctr" anchorCtr="0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595C8C08-B68E-8848-8443-4926C53810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5943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49" y="2636838"/>
            <a:ext cx="3752851" cy="1584325"/>
          </a:xfrm>
        </p:spPr>
        <p:txBody>
          <a:bodyPr anchor="b">
            <a:normAutofit/>
          </a:bodyPr>
          <a:lstStyle>
            <a:lvl1pPr algn="r">
              <a:defRPr sz="2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49" y="4221163"/>
            <a:ext cx="3752851" cy="2000251"/>
          </a:xfrm>
        </p:spPr>
        <p:txBody>
          <a:bodyPr tIns="90000" rIns="1008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476249" y="1171575"/>
            <a:ext cx="3752851" cy="1463674"/>
          </a:xfrm>
        </p:spPr>
        <p:txBody>
          <a:bodyPr rIns="0" anchor="b" anchorCtr="0">
            <a:normAutofit/>
          </a:bodyPr>
          <a:lstStyle>
            <a:lvl1pPr marL="0" indent="0" algn="r">
              <a:buNone/>
              <a:defRPr sz="7200" b="1" i="0">
                <a:solidFill>
                  <a:schemeClr val="bg1"/>
                </a:solidFill>
              </a:defRPr>
            </a:lvl1pPr>
            <a:lvl2pPr marL="234900" indent="0" algn="r">
              <a:buNone/>
              <a:defRPr/>
            </a:lvl2pPr>
            <a:lvl3pPr marL="472500" indent="0" algn="r">
              <a:buNone/>
              <a:defRPr/>
            </a:lvl3pPr>
            <a:lvl4pPr marL="707400" indent="0" algn="r">
              <a:buNone/>
              <a:defRPr/>
            </a:lvl4pPr>
            <a:lvl5pPr marL="945000" indent="0" algn="r">
              <a:buNone/>
              <a:defRPr/>
            </a:lvl5pPr>
          </a:lstStyle>
          <a:p>
            <a:pPr lvl="0"/>
            <a:r>
              <a:rPr lang="nl-NL" dirty="0"/>
              <a:t>#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3B540BB-06A3-4B4B-9728-91FA7F1A1F1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1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76250" y="2276475"/>
            <a:ext cx="3919538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914899" y="2276475"/>
            <a:ext cx="3753000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51279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1" y="2306037"/>
            <a:ext cx="3753000" cy="648000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76251" y="2953738"/>
            <a:ext cx="3753000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914900" y="2306037"/>
            <a:ext cx="3753000" cy="647228"/>
          </a:xfrm>
          <a:noFill/>
        </p:spPr>
        <p:txBody>
          <a:bodyPr lIns="180000" tIns="180000" rIns="180000" bIns="72000" anchor="b">
            <a:noAutofit/>
          </a:bodyPr>
          <a:lstStyle>
            <a:lvl1pPr marL="0" indent="0">
              <a:buNone/>
              <a:defRPr sz="1350" b="1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914900" y="2953738"/>
            <a:ext cx="3754041" cy="3267676"/>
          </a:xfrm>
          <a:noFill/>
        </p:spPr>
        <p:txBody>
          <a:bodyPr lIns="180000" tIns="180000" rIns="180000" bIns="72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6" name="Tijdelijke aanduiding voor datum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7" name="Tijdelijke aanduiding voor voettekst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74113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88">
          <p15:clr>
            <a:srgbClr val="FBAE40"/>
          </p15:clr>
        </p15:guide>
        <p15:guide id="2" pos="3693">
          <p15:clr>
            <a:srgbClr val="FBAE40"/>
          </p15:clr>
        </p15:guide>
        <p15:guide id="3" orient="horz" pos="166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2" name="Tijdelijke aanduiding voor datum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3" name="Tijdelijke aanduiding voor voettekst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4" name="Tijdelijke aanduiding voor dianumm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22182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datum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311914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4"/>
            <a:ext cx="3752850" cy="2793999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inhoud 9"/>
          <p:cNvSpPr>
            <a:spLocks noGrp="1"/>
          </p:cNvSpPr>
          <p:nvPr>
            <p:ph sz="quarter" idx="13"/>
          </p:nvPr>
        </p:nvSpPr>
        <p:spPr>
          <a:xfrm>
            <a:off x="4915941" y="1052513"/>
            <a:ext cx="3753000" cy="516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Tijdelijke aanduiding voor datum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8" name="Tijdelijke aanduiding voor voettekst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9" name="Tijdelijke aanduiding voor dianumm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705733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8"/>
          </a:xfrm>
        </p:spPr>
        <p:txBody>
          <a:bodyPr lIns="162000" tIns="90000" rIns="90000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1913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4024800"/>
          </a:xfrm>
        </p:spPr>
        <p:txBody>
          <a:bodyPr anchor="b" anchorCtr="0">
            <a:normAutofit/>
          </a:bodyPr>
          <a:lstStyle>
            <a:lvl1pPr algn="l">
              <a:defRPr sz="6000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Ondertitel 2"/>
          <p:cNvSpPr>
            <a:spLocks noGrp="1"/>
          </p:cNvSpPr>
          <p:nvPr>
            <p:ph type="subTitle" idx="1"/>
          </p:nvPr>
        </p:nvSpPr>
        <p:spPr>
          <a:xfrm>
            <a:off x="476250" y="5077315"/>
            <a:ext cx="4095750" cy="1144099"/>
          </a:xfrm>
        </p:spPr>
        <p:txBody>
          <a:bodyPr lIns="162000" tIns="9000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71348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659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-1588"/>
            <a:ext cx="4572000" cy="685958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indent="0" algn="l">
              <a:buFont typeface="Arial" charset="0"/>
              <a:buNone/>
            </a:pPr>
            <a:endParaRPr lang="nl-NL" sz="750">
              <a:solidFill>
                <a:schemeClr val="bg1"/>
              </a:solidFill>
            </a:endParaRP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50" y="2636838"/>
            <a:ext cx="3752849" cy="1584324"/>
          </a:xfrm>
        </p:spPr>
        <p:txBody>
          <a:bodyPr anchor="ctr" anchorCtr="0"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4915941" y="1066801"/>
            <a:ext cx="3753000" cy="5154613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1F52F3E-725F-8745-9F31-C52D92D324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93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  <p15:guide id="3" pos="5609">
          <p15:clr>
            <a:srgbClr val="FBAE40"/>
          </p15:clr>
        </p15:guide>
        <p15:guide id="4" pos="5904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vlak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>
          <a:xfrm>
            <a:off x="476249" y="2636839"/>
            <a:ext cx="3753000" cy="1584324"/>
          </a:xfrm>
        </p:spPr>
        <p:txBody>
          <a:bodyPr anchor="ctr" anchorCtr="0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0"/>
          </p:nvPr>
        </p:nvSpPr>
        <p:spPr>
          <a:xfrm>
            <a:off x="4914899" y="1052513"/>
            <a:ext cx="3753000" cy="51689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2D8D946-A344-3147-A971-781F250C055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91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76250" y="3427413"/>
            <a:ext cx="3752850" cy="27940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6250" y="1052514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687318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kl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Rechthoek 6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5"/>
          </p:nvPr>
        </p:nvSpPr>
        <p:spPr>
          <a:xfrm>
            <a:off x="476250" y="2289601"/>
            <a:ext cx="3754041" cy="393541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1051201"/>
            <a:ext cx="3753446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20" name="Tijdelijke aanduiding voor datum 1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21" name="Tijdelijke aanduiding voor voettekst 20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22" name="Tijdelijke aanduiding voor dianummer 21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D29F35F-0F39-594C-826B-4BDC677D6B0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41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vertic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afbeelding 16">
            <a:extLst>
              <a:ext uri="{FF2B5EF4-FFF2-40B4-BE49-F238E27FC236}">
                <a16:creationId xmlns:a16="http://schemas.microsoft.com/office/drawing/2014/main" id="{BBCE35AD-A624-6445-84E4-C0AC03B155A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72000" y="-2381"/>
            <a:ext cx="4572000" cy="6860381"/>
          </a:xfrm>
          <a:custGeom>
            <a:avLst/>
            <a:gdLst>
              <a:gd name="connsiteX0" fmla="*/ 235800 w 6096000"/>
              <a:gd name="connsiteY0" fmla="*/ 0 h 6860381"/>
              <a:gd name="connsiteX1" fmla="*/ 6096000 w 6096000"/>
              <a:gd name="connsiteY1" fmla="*/ 0 h 6860381"/>
              <a:gd name="connsiteX2" fmla="*/ 6096000 w 6096000"/>
              <a:gd name="connsiteY2" fmla="*/ 6860381 h 6860381"/>
              <a:gd name="connsiteX3" fmla="*/ 0 w 6096000"/>
              <a:gd name="connsiteY3" fmla="*/ 6860381 h 6860381"/>
              <a:gd name="connsiteX4" fmla="*/ 0 w 6096000"/>
              <a:gd name="connsiteY4" fmla="*/ 711581 h 6860381"/>
              <a:gd name="connsiteX5" fmla="*/ 235800 w 6096000"/>
              <a:gd name="connsiteY5" fmla="*/ 711581 h 6860381"/>
              <a:gd name="connsiteX6" fmla="*/ 235800 w 6096000"/>
              <a:gd name="connsiteY6" fmla="*/ 2381 h 686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6860381">
                <a:moveTo>
                  <a:pt x="235800" y="0"/>
                </a:moveTo>
                <a:lnTo>
                  <a:pt x="6096000" y="0"/>
                </a:lnTo>
                <a:lnTo>
                  <a:pt x="6096000" y="6860381"/>
                </a:lnTo>
                <a:lnTo>
                  <a:pt x="0" y="6860381"/>
                </a:lnTo>
                <a:lnTo>
                  <a:pt x="0" y="711581"/>
                </a:lnTo>
                <a:lnTo>
                  <a:pt x="235800" y="711581"/>
                </a:lnTo>
                <a:lnTo>
                  <a:pt x="235800" y="2381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1" name="Tijdelijke aanduiding voor tekst 10"/>
          <p:cNvSpPr>
            <a:spLocks noGrp="1"/>
          </p:cNvSpPr>
          <p:nvPr>
            <p:ph type="body" sz="quarter" idx="16"/>
          </p:nvPr>
        </p:nvSpPr>
        <p:spPr>
          <a:xfrm>
            <a:off x="476250" y="2289601"/>
            <a:ext cx="3752850" cy="3931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1201"/>
            <a:ext cx="3752850" cy="9480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58217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7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3C559DCA-5789-E947-96F2-E0A472AD8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59831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horizontaal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3430588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6250" y="1052513"/>
            <a:ext cx="8192691" cy="23749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749488"/>
            <a:ext cx="8192691" cy="2471925"/>
          </a:xfrm>
        </p:spPr>
        <p:txBody>
          <a:bodyPr numCol="2" spcCol="4680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5851577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buClr>
                <a:schemeClr val="bg2"/>
              </a:buCl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5941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3583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914899" y="3888001"/>
            <a:ext cx="3753000" cy="2333413"/>
          </a:xfrm>
        </p:spPr>
        <p:txBody>
          <a:bodyPr tIns="50400" numCol="1" spcCol="468000" anchor="t" anchorCtr="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654" y="3888001"/>
            <a:ext cx="3753446" cy="2333413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datum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jdelijke aanduiding voor voettekst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1" name="Tijdelijke aanduiding voor dianumm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6864217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kleur zonde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>
            <a:lvl1pPr>
              <a:tabLst>
                <a:tab pos="1214438" algn="l"/>
              </a:tabLst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240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. wit zonde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/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9144000" cy="3427413"/>
          </a:xfrm>
          <a:custGeom>
            <a:avLst/>
            <a:gdLst>
              <a:gd name="connsiteX0" fmla="*/ 0 w 12192000"/>
              <a:gd name="connsiteY0" fmla="*/ 0 h 3427413"/>
              <a:gd name="connsiteX1" fmla="*/ 5862638 w 12192000"/>
              <a:gd name="connsiteY1" fmla="*/ 0 h 3427413"/>
              <a:gd name="connsiteX2" fmla="*/ 5862638 w 12192000"/>
              <a:gd name="connsiteY2" fmla="*/ 709613 h 3427413"/>
              <a:gd name="connsiteX3" fmla="*/ 6329363 w 12192000"/>
              <a:gd name="connsiteY3" fmla="*/ 709613 h 3427413"/>
              <a:gd name="connsiteX4" fmla="*/ 6329363 w 12192000"/>
              <a:gd name="connsiteY4" fmla="*/ 0 h 3427413"/>
              <a:gd name="connsiteX5" fmla="*/ 12192000 w 12192000"/>
              <a:gd name="connsiteY5" fmla="*/ 0 h 3427413"/>
              <a:gd name="connsiteX6" fmla="*/ 12192000 w 12192000"/>
              <a:gd name="connsiteY6" fmla="*/ 3427413 h 3427413"/>
              <a:gd name="connsiteX7" fmla="*/ 0 w 12192000"/>
              <a:gd name="connsiteY7" fmla="*/ 3427413 h 3427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3427413">
                <a:moveTo>
                  <a:pt x="0" y="0"/>
                </a:moveTo>
                <a:lnTo>
                  <a:pt x="5862638" y="0"/>
                </a:lnTo>
                <a:lnTo>
                  <a:pt x="5862638" y="709613"/>
                </a:lnTo>
                <a:lnTo>
                  <a:pt x="6329363" y="709613"/>
                </a:lnTo>
                <a:lnTo>
                  <a:pt x="6329363" y="0"/>
                </a:lnTo>
                <a:lnTo>
                  <a:pt x="12192000" y="0"/>
                </a:lnTo>
                <a:lnTo>
                  <a:pt x="12192000" y="3427413"/>
                </a:lnTo>
                <a:lnTo>
                  <a:pt x="0" y="3427413"/>
                </a:lnTo>
                <a:close/>
              </a:path>
            </a:pathLst>
          </a:custGeom>
          <a:noFill/>
        </p:spPr>
        <p:txBody>
          <a:bodyPr wrap="square" lIns="720000" tIns="1152000">
            <a:noAutofit/>
          </a:bodyPr>
          <a:lstStyle/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476250" y="3888001"/>
            <a:ext cx="8192691" cy="2333413"/>
          </a:xfrm>
        </p:spPr>
        <p:txBody>
          <a:bodyPr tIns="50400" numCol="2" spcCol="468000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jdelijke aanduiding voor datum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9" name="Tijdelijke aanduiding voor voettekst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0" name="Tijdelijke aanduiding voor dianumm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544077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kleur tite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>
            <a:lvl1pPr>
              <a:buClr>
                <a:schemeClr val="bg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75200" y="1051200"/>
            <a:ext cx="8193287" cy="94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Tijdelijke aanduiding voor datum 12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1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16456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horizontaal wit tite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/>
          <p:cNvSpPr>
            <a:spLocks noGrp="1"/>
          </p:cNvSpPr>
          <p:nvPr>
            <p:ph type="pic" sz="quarter" idx="14"/>
          </p:nvPr>
        </p:nvSpPr>
        <p:spPr>
          <a:xfrm>
            <a:off x="0" y="3427414"/>
            <a:ext cx="9144000" cy="3430587"/>
          </a:xfrm>
          <a:prstGeom prst="rect">
            <a:avLst/>
          </a:prstGeom>
          <a:noFill/>
        </p:spPr>
        <p:txBody>
          <a:bodyPr wrap="square" lIns="612000">
            <a:noAutofit/>
          </a:bodyPr>
          <a:lstStyle/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Titel 8"/>
          <p:cNvSpPr>
            <a:spLocks noGrp="1"/>
          </p:cNvSpPr>
          <p:nvPr>
            <p:ph type="title"/>
          </p:nvPr>
        </p:nvSpPr>
        <p:spPr>
          <a:xfrm>
            <a:off x="475654" y="1051200"/>
            <a:ext cx="8193287" cy="946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52255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41918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titel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0" y="5153776"/>
            <a:ext cx="9144000" cy="576000"/>
          </a:xfrm>
          <a:solidFill>
            <a:schemeClr val="tx2"/>
          </a:solidFill>
        </p:spPr>
        <p:txBody>
          <a:bodyPr lIns="756000" anchor="ctr" anchorCtr="0">
            <a:noAutofit/>
          </a:bodyPr>
          <a:lstStyle>
            <a:lvl1pPr algn="l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0"/>
          </p:nvPr>
        </p:nvSpPr>
        <p:spPr>
          <a:xfrm>
            <a:off x="0" y="5825413"/>
            <a:ext cx="9144000" cy="396000"/>
          </a:xfrm>
          <a:solidFill>
            <a:schemeClr val="bg1"/>
          </a:solidFill>
        </p:spPr>
        <p:txBody>
          <a:bodyPr lIns="756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1"/>
                </a:solidFill>
              </a:defRPr>
            </a:lvl1pPr>
            <a:lvl2pPr marL="234900" indent="0">
              <a:buNone/>
              <a:defRPr/>
            </a:lvl2pPr>
            <a:lvl3pPr marL="472500" indent="0">
              <a:buNone/>
              <a:defRPr/>
            </a:lvl3pPr>
            <a:lvl4pPr marL="707400" indent="0">
              <a:buNone/>
              <a:defRPr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052927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jdelijke aanduiding voor voettekst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2" name="Tijdelijke aanduiding voor dianumm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257814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5969144" y="2276475"/>
            <a:ext cx="2700000" cy="3937000"/>
          </a:xfrm>
        </p:spPr>
        <p:txBody>
          <a:bodyPr/>
          <a:lstStyle>
            <a:lvl1pPr marL="0" indent="0">
              <a:buNone/>
              <a:defRPr sz="1500"/>
            </a:lvl1pPr>
            <a:lvl2pPr marL="234900" indent="0">
              <a:buNone/>
              <a:defRPr sz="1350"/>
            </a:lvl2pPr>
            <a:lvl3pPr marL="472500" indent="0">
              <a:buNone/>
              <a:defRPr sz="1200"/>
            </a:lvl3pPr>
            <a:lvl4pPr marL="707400" indent="0">
              <a:buNone/>
              <a:defRPr sz="1200"/>
            </a:lvl4pPr>
            <a:lvl5pPr marL="9450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5"/>
          </p:nvPr>
        </p:nvSpPr>
        <p:spPr>
          <a:xfrm>
            <a:off x="476250" y="2276475"/>
            <a:ext cx="5384223" cy="3944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jdelijke aanduiding voor datum 10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2" name="Tijdelijke aanduiding voor voettekst 1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3" name="Tijdelijke aanduiding voor dianumm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146925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el/grafiek vertica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hoek 6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4"/>
          </p:nvPr>
        </p:nvSpPr>
        <p:spPr>
          <a:xfrm>
            <a:off x="4912518" y="2289600"/>
            <a:ext cx="3753000" cy="3931813"/>
          </a:xfrm>
        </p:spPr>
        <p:txBody>
          <a:bodyPr anchor="t" anchorCtr="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2518" y="1051201"/>
            <a:ext cx="3753000" cy="94804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9" name="Tijdelijke aanduiding voor inhoud 8"/>
          <p:cNvSpPr>
            <a:spLocks noGrp="1"/>
          </p:cNvSpPr>
          <p:nvPr>
            <p:ph sz="quarter" idx="19"/>
          </p:nvPr>
        </p:nvSpPr>
        <p:spPr>
          <a:xfrm>
            <a:off x="476250" y="1066800"/>
            <a:ext cx="3752850" cy="5154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jdelijke aanduiding voor datum 1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5" name="Tijdelijke aanduiding voor voettekst 14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6" name="Tijdelijke aanduiding voor dianummer 1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4CC89E80-9261-BB4A-A6CC-EB46D74DDB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33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61">
          <p15:clr>
            <a:srgbClr val="FBAE40"/>
          </p15:clr>
        </p15:guide>
        <p15:guide id="2" orient="horz" pos="2659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9144000" cy="34274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7"/>
            <a:ext cx="8192691" cy="1551796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86756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86756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86756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340858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340858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340858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5BD8074-A8E6-2B46-82E2-9C872A82DB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608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/>
        </p:nvSpPr>
        <p:spPr>
          <a:xfrm>
            <a:off x="0" y="-1"/>
            <a:ext cx="4572000" cy="68580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2565400"/>
            <a:ext cx="3752850" cy="1727200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82214" y="2286000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5382214" y="3079487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5382214" y="3845506"/>
            <a:ext cx="3286727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4923235" y="2361344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4923235" y="3147360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4923235" y="3920850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C8AEFCCC-40B4-294C-B7C6-9EF1FBDEF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7917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C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76250" y="1875618"/>
            <a:ext cx="8192691" cy="1551795"/>
          </a:xfrm>
        </p:spPr>
        <p:txBody>
          <a:bodyPr anchor="ctr" anchorCtr="0">
            <a:norm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Typ een afsluitende zin</a:t>
            </a:r>
          </a:p>
        </p:txBody>
      </p:sp>
      <p:sp>
        <p:nvSpPr>
          <p:cNvPr id="18" name="Tijdelijke aanduiding voor tekst 13"/>
          <p:cNvSpPr>
            <a:spLocks noGrp="1"/>
          </p:cNvSpPr>
          <p:nvPr>
            <p:ph type="body" sz="quarter" idx="13" hasCustomPrompt="1"/>
          </p:nvPr>
        </p:nvSpPr>
        <p:spPr>
          <a:xfrm>
            <a:off x="3168235" y="3846022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19" name="Tijdelijke aanduiding voor tekst 13"/>
          <p:cNvSpPr>
            <a:spLocks noGrp="1"/>
          </p:cNvSpPr>
          <p:nvPr>
            <p:ph type="body" sz="quarter" idx="17" hasCustomPrompt="1"/>
          </p:nvPr>
        </p:nvSpPr>
        <p:spPr>
          <a:xfrm>
            <a:off x="3168235" y="4639509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0" name="Tijdelijke aanduiding voor tekst 13"/>
          <p:cNvSpPr>
            <a:spLocks noGrp="1"/>
          </p:cNvSpPr>
          <p:nvPr>
            <p:ph type="body" sz="quarter" idx="18" hasCustomPrompt="1"/>
          </p:nvPr>
        </p:nvSpPr>
        <p:spPr>
          <a:xfrm>
            <a:off x="3168235" y="5405528"/>
            <a:ext cx="3510000" cy="691884"/>
          </a:xfrm>
        </p:spPr>
        <p:txBody>
          <a:bodyPr numCol="1" spcCol="180000" anchor="ctr" anchorCtr="0">
            <a:normAutofit/>
          </a:bodyPr>
          <a:lstStyle>
            <a:lvl1pPr marL="0" indent="0">
              <a:buNone/>
              <a:defRPr sz="1500" i="0">
                <a:solidFill>
                  <a:schemeClr val="tx2"/>
                </a:solidFill>
              </a:defRPr>
            </a:lvl1pPr>
          </a:lstStyle>
          <a:p>
            <a:pPr lvl="0"/>
            <a:r>
              <a:rPr lang="nl-NL" dirty="0"/>
              <a:t>Klik om de tekststijl van het model te bewerken</a:t>
            </a:r>
          </a:p>
        </p:txBody>
      </p:sp>
      <p:sp>
        <p:nvSpPr>
          <p:cNvPr id="21" name="Tijdelijke aanduiding voor afbeelding 3"/>
          <p:cNvSpPr>
            <a:spLocks noGrp="1" noChangeAspect="1"/>
          </p:cNvSpPr>
          <p:nvPr>
            <p:ph type="pic" sz="quarter" idx="19"/>
          </p:nvPr>
        </p:nvSpPr>
        <p:spPr>
          <a:xfrm>
            <a:off x="2709256" y="3921366"/>
            <a:ext cx="405902" cy="5400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2" name="Tijdelijke aanduiding voor afbeelding 3"/>
          <p:cNvSpPr>
            <a:spLocks noGrp="1" noChangeAspect="1"/>
          </p:cNvSpPr>
          <p:nvPr>
            <p:ph type="pic" sz="quarter" idx="20"/>
          </p:nvPr>
        </p:nvSpPr>
        <p:spPr>
          <a:xfrm>
            <a:off x="2709256" y="4707382"/>
            <a:ext cx="405902" cy="540000"/>
          </a:xfrm>
          <a:blipFill>
            <a:blip r:embed="rId3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3" name="Tijdelijke aanduiding voor afbeelding 3"/>
          <p:cNvSpPr>
            <a:spLocks noGrp="1" noChangeAspect="1"/>
          </p:cNvSpPr>
          <p:nvPr>
            <p:ph type="pic" sz="quarter" idx="21"/>
          </p:nvPr>
        </p:nvSpPr>
        <p:spPr>
          <a:xfrm>
            <a:off x="2709256" y="5480872"/>
            <a:ext cx="405902" cy="540000"/>
          </a:xfrm>
          <a:blipFill>
            <a:blip r:embed="rId4"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ctr">
              <a:buNone/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6" name="Tijdelijke aanduiding voor datum 5"/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7" name="Tijdelijke aanduiding voor voettekst 6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8" name="Tijdelijke aanduiding voor dianummer 7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E45EE5BE-E669-9D46-B874-885CEBBDD2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6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10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r"/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SPADE for intakes from food and supplements (manual ch. 5 &amp; 6)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21E99-CB6E-4E1C-8709-25BF64FEA530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368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9" Type="http://schemas.openxmlformats.org/officeDocument/2006/relationships/theme" Target="../theme/theme2.xml"/><Relationship Id="rId21" Type="http://schemas.openxmlformats.org/officeDocument/2006/relationships/slideLayout" Target="../slideLayouts/slideLayout59.xml"/><Relationship Id="rId34" Type="http://schemas.openxmlformats.org/officeDocument/2006/relationships/slideLayout" Target="../slideLayouts/slideLayout72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29" Type="http://schemas.openxmlformats.org/officeDocument/2006/relationships/slideLayout" Target="../slideLayouts/slideLayout67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69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8D23ADD-093A-498F-9D10-305EE9E97437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00808B11-D078-144E-BFA9-BB483B794E93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41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1" r:id="rId31"/>
    <p:sldLayoutId id="2147483702" r:id="rId32"/>
    <p:sldLayoutId id="2147483703" r:id="rId33"/>
    <p:sldLayoutId id="2147483704" r:id="rId34"/>
    <p:sldLayoutId id="2147483705" r:id="rId35"/>
    <p:sldLayoutId id="2147483706" r:id="rId36"/>
    <p:sldLayoutId id="2147483707" r:id="rId37"/>
    <p:sldLayoutId id="2147483708" r:id="rId3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6250" y="2289485"/>
            <a:ext cx="8192691" cy="3931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  <a:p>
            <a:pPr lvl="5"/>
            <a:r>
              <a:rPr lang="nl-NL" dirty="0"/>
              <a:t>Zesde niveau</a:t>
            </a:r>
          </a:p>
          <a:p>
            <a:pPr lvl="6"/>
            <a:r>
              <a:rPr lang="nl-NL" dirty="0"/>
              <a:t>Zevende niveau</a:t>
            </a:r>
          </a:p>
          <a:p>
            <a:pPr lvl="7"/>
            <a:r>
              <a:rPr lang="nl-NL" dirty="0"/>
              <a:t>Achtste niveau</a:t>
            </a:r>
          </a:p>
          <a:p>
            <a:pPr lvl="8"/>
            <a:r>
              <a:rPr lang="nl-NL" dirty="0"/>
              <a:t>Negende niveau</a:t>
            </a:r>
          </a:p>
          <a:p>
            <a:pPr lvl="8"/>
            <a:endParaRPr lang="nl-NL" dirty="0"/>
          </a:p>
        </p:txBody>
      </p:sp>
      <p:sp>
        <p:nvSpPr>
          <p:cNvPr id="11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76250" y="6543488"/>
            <a:ext cx="3752850" cy="264272"/>
          </a:xfrm>
          <a:prstGeom prst="rect">
            <a:avLst/>
          </a:prstGeom>
        </p:spPr>
        <p:txBody>
          <a:bodyPr vert="horz" lIns="91440" tIns="0" rIns="91440" bIns="45720" rtlCol="0" anchor="t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4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76250" y="6221414"/>
            <a:ext cx="3752850" cy="32207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15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4914900" y="6221414"/>
            <a:ext cx="3754042" cy="322075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788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0A0A6AF-03C5-477E-939A-E28F7E7F05EA}" type="slidenum">
              <a:rPr lang="nl-NL" smtClean="0"/>
              <a:pPr/>
              <a:t>‹#›</a:t>
            </a:fld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11B2933-5997-A34E-B170-A9007385D908}"/>
              </a:ext>
            </a:extLst>
          </p:cNvPr>
          <p:cNvPicPr>
            <a:picLocks noChangeAspect="1"/>
          </p:cNvPicPr>
          <p:nvPr/>
        </p:nvPicPr>
        <p:blipFill rotWithShape="1"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34" t="19074" r="44934"/>
          <a:stretch/>
        </p:blipFill>
        <p:spPr>
          <a:xfrm>
            <a:off x="4229100" y="1075"/>
            <a:ext cx="685800" cy="10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24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  <p:sldLayoutId id="2147484205" r:id="rId2"/>
    <p:sldLayoutId id="2147484206" r:id="rId3"/>
    <p:sldLayoutId id="2147484207" r:id="rId4"/>
    <p:sldLayoutId id="2147484208" r:id="rId5"/>
    <p:sldLayoutId id="2147484209" r:id="rId6"/>
    <p:sldLayoutId id="2147484210" r:id="rId7"/>
    <p:sldLayoutId id="2147484211" r:id="rId8"/>
    <p:sldLayoutId id="2147484212" r:id="rId9"/>
    <p:sldLayoutId id="2147484213" r:id="rId10"/>
    <p:sldLayoutId id="2147484214" r:id="rId11"/>
    <p:sldLayoutId id="2147484215" r:id="rId12"/>
    <p:sldLayoutId id="2147484216" r:id="rId13"/>
    <p:sldLayoutId id="2147484217" r:id="rId14"/>
    <p:sldLayoutId id="2147484218" r:id="rId15"/>
    <p:sldLayoutId id="2147484219" r:id="rId16"/>
    <p:sldLayoutId id="2147484220" r:id="rId17"/>
    <p:sldLayoutId id="2147484221" r:id="rId18"/>
    <p:sldLayoutId id="2147484222" r:id="rId19"/>
    <p:sldLayoutId id="2147484223" r:id="rId20"/>
    <p:sldLayoutId id="2147484224" r:id="rId21"/>
    <p:sldLayoutId id="2147484225" r:id="rId22"/>
    <p:sldLayoutId id="2147484226" r:id="rId23"/>
    <p:sldLayoutId id="2147484227" r:id="rId24"/>
    <p:sldLayoutId id="2147484228" r:id="rId25"/>
    <p:sldLayoutId id="2147484229" r:id="rId26"/>
    <p:sldLayoutId id="2147484230" r:id="rId27"/>
    <p:sldLayoutId id="2147484231" r:id="rId28"/>
    <p:sldLayoutId id="2147484232" r:id="rId29"/>
    <p:sldLayoutId id="2147484233" r:id="rId30"/>
    <p:sldLayoutId id="2147484234" r:id="rId31"/>
    <p:sldLayoutId id="2147484235" r:id="rId32"/>
    <p:sldLayoutId id="2147484236" r:id="rId33"/>
    <p:sldLayoutId id="2147484237" r:id="rId34"/>
    <p:sldLayoutId id="2147484238" r:id="rId35"/>
    <p:sldLayoutId id="2147484239" r:id="rId36"/>
    <p:sldLayoutId id="2147484240" r:id="rId37"/>
    <p:sldLayoutId id="2147484317" r:id="rId3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7600" indent="-237600" algn="l" defTabSz="685800" rtl="0" eaLnBrk="1" latinLnBrk="0" hangingPunct="1">
        <a:lnSpc>
          <a:spcPct val="90000"/>
        </a:lnSpc>
        <a:spcBef>
          <a:spcPts val="900"/>
        </a:spcBef>
        <a:buClr>
          <a:schemeClr val="tx2"/>
        </a:buClr>
        <a:buSzPct val="80000"/>
        <a:buFont typeface="Verdana" panose="020B060403050404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2500" indent="-237600" algn="l" defTabSz="685800" rtl="0" eaLnBrk="1" latinLnBrk="0" hangingPunct="1">
        <a:lnSpc>
          <a:spcPct val="90000"/>
        </a:lnSpc>
        <a:spcBef>
          <a:spcPts val="750"/>
        </a:spcBef>
        <a:buClr>
          <a:schemeClr val="tx2"/>
        </a:buClr>
        <a:buFont typeface="Verdana" panose="020B060403050404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10100" indent="-237600" algn="l" defTabSz="6858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45000" indent="-2376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182600" indent="-237600" algn="l" defTabSz="685800" rtl="0" eaLnBrk="1" latinLnBrk="0" hangingPunct="1">
        <a:lnSpc>
          <a:spcPct val="90000"/>
        </a:lnSpc>
        <a:spcBef>
          <a:spcPts val="450"/>
        </a:spcBef>
        <a:buFont typeface="Verdana" panose="020B0604030504040204" pitchFamily="34" charset="0"/>
        <a:buChar char="–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417500" indent="-237600" algn="l" defTabSz="68580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05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6pPr>
      <a:lvl7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b="1" i="0" kern="1200">
          <a:solidFill>
            <a:schemeClr val="tx2"/>
          </a:solidFill>
          <a:latin typeface="+mn-lt"/>
          <a:ea typeface="+mn-ea"/>
          <a:cs typeface="+mn-cs"/>
        </a:defRPr>
      </a:lvl7pPr>
      <a:lvl8pPr marL="54000" indent="-54000" algn="l" defTabSz="685800" rtl="0" eaLnBrk="1" latinLnBrk="0" hangingPunct="1">
        <a:lnSpc>
          <a:spcPct val="90000"/>
        </a:lnSpc>
        <a:spcBef>
          <a:spcPts val="450"/>
        </a:spcBef>
        <a:buSzPct val="25000"/>
        <a:buFont typeface="Verdana" panose="020B0604030504040204" pitchFamily="34" charset="0"/>
        <a:buChar char=" 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" indent="-108000" algn="l" defTabSz="685800" rtl="0" eaLnBrk="1" latinLnBrk="0" hangingPunct="1">
        <a:lnSpc>
          <a:spcPct val="90000"/>
        </a:lnSpc>
        <a:spcBef>
          <a:spcPts val="450"/>
        </a:spcBef>
        <a:buClr>
          <a:schemeClr val="tx2"/>
        </a:buClr>
        <a:buFont typeface="Verdana" panose="020B0604030504040204" pitchFamily="34" charset="0"/>
        <a:buChar char="–"/>
        <a:defRPr sz="900" i="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81">
          <p15:clr>
            <a:srgbClr val="F26B43"/>
          </p15:clr>
        </p15:guide>
        <p15:guide id="8" orient="horz" pos="3919">
          <p15:clr>
            <a:srgbClr val="F26B43"/>
          </p15:clr>
        </p15:guide>
        <p15:guide id="9" pos="3840">
          <p15:clr>
            <a:srgbClr val="F26B43"/>
          </p15:clr>
        </p15:guide>
        <p15:guide id="10" orient="horz" pos="2159">
          <p15:clr>
            <a:srgbClr val="F26B43"/>
          </p15:clr>
        </p15:guide>
        <p15:guide id="11" pos="400">
          <p15:clr>
            <a:srgbClr val="F26B43"/>
          </p15:clr>
        </p15:guide>
        <p15:guide id="12" pos="4128">
          <p15:clr>
            <a:srgbClr val="F26B43"/>
          </p15:clr>
        </p15:guide>
        <p15:guide id="13" pos="3552">
          <p15:clr>
            <a:srgbClr val="F26B43"/>
          </p15:clr>
        </p15:guide>
        <p15:guide id="14" orient="horz" pos="1275">
          <p15:clr>
            <a:srgbClr val="F26B43"/>
          </p15:clr>
        </p15:guide>
        <p15:guide id="15" orient="horz" pos="1434">
          <p15:clr>
            <a:srgbClr val="F26B43"/>
          </p15:clr>
        </p15:guide>
        <p15:guide id="16" pos="461">
          <p15:clr>
            <a:srgbClr val="F26B43"/>
          </p15:clr>
        </p15:guide>
        <p15:guide id="17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6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3.png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SPADE food &amp; </a:t>
            </a:r>
            <a:r>
              <a:rPr lang="nl-NL" dirty="0" err="1"/>
              <a:t>supplements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 err="1"/>
              <a:t>Estimating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distribution</a:t>
            </a:r>
            <a:r>
              <a:rPr lang="nl-NL" dirty="0"/>
              <a:t> of </a:t>
            </a:r>
            <a:r>
              <a:rPr lang="nl-NL" dirty="0" err="1"/>
              <a:t>combined</a:t>
            </a:r>
            <a:r>
              <a:rPr lang="nl-NL" dirty="0"/>
              <a:t> intake </a:t>
            </a:r>
            <a:r>
              <a:rPr lang="nl-NL" dirty="0" err="1"/>
              <a:t>from</a:t>
            </a:r>
            <a:r>
              <a:rPr lang="nl-NL" dirty="0"/>
              <a:t> food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supplements</a:t>
            </a:r>
            <a:endParaRPr lang="nl-NL" dirty="0"/>
          </a:p>
        </p:txBody>
      </p:sp>
      <p:pic>
        <p:nvPicPr>
          <p:cNvPr id="8" name="Picture 7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1032DBFB-C574-42B9-9AD5-ADC1637B60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91" y="1527589"/>
            <a:ext cx="3990869" cy="349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533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9FA8-1EE1-C9DE-504A-1CA67CA0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l-NL" sz="3200" dirty="0" err="1"/>
              <a:t>Outline</a:t>
            </a:r>
            <a:br>
              <a:rPr lang="nl-NL" sz="3200" dirty="0"/>
            </a:br>
            <a:br>
              <a:rPr lang="nl-NL" sz="3200" dirty="0"/>
            </a:br>
            <a:r>
              <a:rPr lang="nl-NL" sz="2400" dirty="0"/>
              <a:t>1. </a:t>
            </a:r>
            <a:r>
              <a:rPr lang="nl-NL" sz="2400" dirty="0" err="1"/>
              <a:t>Overview</a:t>
            </a:r>
            <a:r>
              <a:rPr lang="nl-NL" sz="2400" dirty="0"/>
              <a:t> </a:t>
            </a:r>
            <a:r>
              <a:rPr lang="nl-NL" sz="2400" dirty="0" err="1"/>
              <a:t>submodels</a:t>
            </a:r>
            <a:r>
              <a:rPr lang="nl-NL" sz="2400" dirty="0"/>
              <a:t> SPADE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2. SPADE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supplements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3. SPADE </a:t>
            </a:r>
            <a:r>
              <a:rPr lang="nl-NL" sz="2400" dirty="0" err="1"/>
              <a:t>for</a:t>
            </a:r>
            <a:r>
              <a:rPr lang="nl-NL" sz="2400" dirty="0"/>
              <a:t> food + </a:t>
            </a:r>
            <a:r>
              <a:rPr lang="nl-NL" sz="2400" dirty="0" err="1"/>
              <a:t>supplements</a:t>
            </a:r>
            <a:endParaRPr lang="nl-NL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7B84-0599-53A6-20EF-F80DF45A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841A-0672-1C75-68B9-0967B497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2AE6-F65D-B31E-24E6-E15738A6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9147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9FA8-1EE1-C9DE-504A-1CA67CA0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l-NL" sz="3200" dirty="0" err="1"/>
              <a:t>Outline</a:t>
            </a:r>
            <a:br>
              <a:rPr lang="nl-NL" sz="3200" dirty="0"/>
            </a:br>
            <a:br>
              <a:rPr lang="nl-NL" sz="3200" dirty="0"/>
            </a:br>
            <a:r>
              <a:rPr lang="nl-NL" sz="2400" dirty="0"/>
              <a:t>1. </a:t>
            </a:r>
            <a:r>
              <a:rPr lang="nl-NL" sz="2400" b="1" dirty="0" err="1"/>
              <a:t>Overview</a:t>
            </a:r>
            <a:r>
              <a:rPr lang="nl-NL" sz="2400" b="1" dirty="0"/>
              <a:t> </a:t>
            </a:r>
            <a:r>
              <a:rPr lang="nl-NL" sz="2400" b="1" dirty="0" err="1"/>
              <a:t>submodels</a:t>
            </a:r>
            <a:r>
              <a:rPr lang="nl-NL" sz="2400" b="1" dirty="0"/>
              <a:t> SPADE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2. SPADE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supplements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3. SPADE </a:t>
            </a:r>
            <a:r>
              <a:rPr lang="nl-NL" sz="2400" dirty="0" err="1"/>
              <a:t>for</a:t>
            </a:r>
            <a:r>
              <a:rPr lang="nl-NL" sz="2400" dirty="0"/>
              <a:t> food + </a:t>
            </a:r>
            <a:r>
              <a:rPr lang="nl-NL" sz="2400" dirty="0" err="1"/>
              <a:t>supplements</a:t>
            </a:r>
            <a:endParaRPr lang="nl-NL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7B84-0599-53A6-20EF-F80DF45A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841A-0672-1C75-68B9-0967B497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2AE6-F65D-B31E-24E6-E15738A6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535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604" y="29305"/>
            <a:ext cx="4866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14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0060"/>
            <a:ext cx="10714317" cy="1509798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6A18265-36A0-0EB8-98FF-4030D73E3E6A}"/>
              </a:ext>
            </a:extLst>
          </p:cNvPr>
          <p:cNvSpPr/>
          <p:nvPr/>
        </p:nvSpPr>
        <p:spPr>
          <a:xfrm>
            <a:off x="2699792" y="1556792"/>
            <a:ext cx="4752528" cy="1440160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58659-686D-CFA7-208F-1754E5EA0F97}"/>
              </a:ext>
            </a:extLst>
          </p:cNvPr>
          <p:cNvSpPr txBox="1"/>
          <p:nvPr/>
        </p:nvSpPr>
        <p:spPr>
          <a:xfrm>
            <a:off x="539552" y="1052736"/>
            <a:ext cx="2592288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 err="1">
                <a:solidFill>
                  <a:srgbClr val="E43DA6"/>
                </a:solidFill>
              </a:rPr>
              <a:t>yesterday</a:t>
            </a:r>
            <a:r>
              <a:rPr lang="nl-NL" sz="1400" b="1" dirty="0">
                <a:solidFill>
                  <a:srgbClr val="E43DA6"/>
                </a:solidFill>
              </a:rPr>
              <a:t>: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SPADE </a:t>
            </a:r>
            <a:r>
              <a:rPr lang="nl-NL" sz="1400" b="1" dirty="0" err="1">
                <a:solidFill>
                  <a:srgbClr val="E43DA6"/>
                </a:solidFill>
              </a:rPr>
              <a:t>for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daily</a:t>
            </a:r>
            <a:r>
              <a:rPr lang="nl-NL" sz="1400" b="1" dirty="0">
                <a:solidFill>
                  <a:srgbClr val="E43DA6"/>
                </a:solidFill>
              </a:rPr>
              <a:t> intakes,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 err="1">
                <a:solidFill>
                  <a:srgbClr val="E43DA6"/>
                </a:solidFill>
              </a:rPr>
              <a:t>uses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frml.if</a:t>
            </a:r>
            <a:r>
              <a:rPr lang="nl-NL" sz="1400" b="1" dirty="0">
                <a:solidFill>
                  <a:srgbClr val="E43DA6"/>
                </a:solidFill>
              </a:rPr>
              <a:t> = “</a:t>
            </a:r>
            <a:r>
              <a:rPr lang="nl-NL" sz="1400" b="1" dirty="0" err="1">
                <a:solidFill>
                  <a:srgbClr val="E43DA6"/>
                </a:solidFill>
              </a:rPr>
              <a:t>no.if</a:t>
            </a:r>
            <a:r>
              <a:rPr lang="nl-NL" sz="1400" b="1" dirty="0">
                <a:solidFill>
                  <a:srgbClr val="E43DA6"/>
                </a:solidFill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54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6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0060"/>
            <a:ext cx="10714317" cy="1509798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6A18265-36A0-0EB8-98FF-4030D73E3E6A}"/>
              </a:ext>
            </a:extLst>
          </p:cNvPr>
          <p:cNvSpPr/>
          <p:nvPr/>
        </p:nvSpPr>
        <p:spPr>
          <a:xfrm>
            <a:off x="2538636" y="2852936"/>
            <a:ext cx="4752528" cy="1440160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58659-686D-CFA7-208F-1754E5EA0F97}"/>
              </a:ext>
            </a:extLst>
          </p:cNvPr>
          <p:cNvSpPr txBox="1"/>
          <p:nvPr/>
        </p:nvSpPr>
        <p:spPr>
          <a:xfrm>
            <a:off x="332098" y="2127754"/>
            <a:ext cx="3439244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 err="1">
                <a:solidFill>
                  <a:srgbClr val="E43DA6"/>
                </a:solidFill>
              </a:rPr>
              <a:t>this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afternoon</a:t>
            </a:r>
            <a:r>
              <a:rPr lang="nl-NL" sz="1400" b="1" dirty="0">
                <a:solidFill>
                  <a:srgbClr val="E43DA6"/>
                </a:solidFill>
              </a:rPr>
              <a:t> (</a:t>
            </a:r>
            <a:r>
              <a:rPr lang="nl-NL" sz="1400" b="1" dirty="0" err="1">
                <a:solidFill>
                  <a:srgbClr val="E43DA6"/>
                </a:solidFill>
              </a:rPr>
              <a:t>optional</a:t>
            </a:r>
            <a:r>
              <a:rPr lang="nl-NL" sz="1400" b="1" dirty="0">
                <a:solidFill>
                  <a:srgbClr val="E43DA6"/>
                </a:solidFill>
              </a:rPr>
              <a:t>):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SPADE </a:t>
            </a:r>
            <a:r>
              <a:rPr lang="nl-NL" sz="1400" b="1" dirty="0" err="1">
                <a:solidFill>
                  <a:srgbClr val="E43DA6"/>
                </a:solidFill>
              </a:rPr>
              <a:t>for</a:t>
            </a:r>
            <a:r>
              <a:rPr lang="nl-NL" sz="1400" b="1" dirty="0">
                <a:solidFill>
                  <a:srgbClr val="E43DA6"/>
                </a:solidFill>
              </a:rPr>
              <a:t> non-</a:t>
            </a:r>
            <a:r>
              <a:rPr lang="nl-NL" sz="1400" b="1" dirty="0" err="1">
                <a:solidFill>
                  <a:srgbClr val="E43DA6"/>
                </a:solidFill>
              </a:rPr>
              <a:t>daily</a:t>
            </a:r>
            <a:r>
              <a:rPr lang="nl-NL" sz="1400" b="1" dirty="0">
                <a:solidFill>
                  <a:srgbClr val="E43DA6"/>
                </a:solidFill>
              </a:rPr>
              <a:t> intakes, 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 err="1">
                <a:solidFill>
                  <a:srgbClr val="E43DA6"/>
                </a:solidFill>
              </a:rPr>
              <a:t>uses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frml.if</a:t>
            </a:r>
            <a:r>
              <a:rPr lang="nl-NL" sz="1400" b="1" dirty="0">
                <a:solidFill>
                  <a:srgbClr val="E43DA6"/>
                </a:solidFill>
              </a:rPr>
              <a:t> = </a:t>
            </a:r>
            <a:r>
              <a:rPr lang="nl-NL" sz="1400" b="1" dirty="0" err="1">
                <a:solidFill>
                  <a:srgbClr val="E43DA6"/>
                </a:solidFill>
              </a:rPr>
              <a:t>nutrient</a:t>
            </a:r>
            <a:r>
              <a:rPr lang="nl-NL" sz="1400" b="1" dirty="0">
                <a:solidFill>
                  <a:srgbClr val="E43DA6"/>
                </a:solidFill>
              </a:rPr>
              <a:t> ~ </a:t>
            </a:r>
            <a:r>
              <a:rPr lang="nl-NL" sz="1400" b="1" dirty="0" err="1">
                <a:solidFill>
                  <a:srgbClr val="E43DA6"/>
                </a:solidFill>
              </a:rPr>
              <a:t>cs</a:t>
            </a:r>
            <a:r>
              <a:rPr lang="nl-NL" sz="1400" b="1" dirty="0">
                <a:solidFill>
                  <a:srgbClr val="E43DA6"/>
                </a:solidFill>
              </a:rPr>
              <a:t>(</a:t>
            </a:r>
            <a:r>
              <a:rPr lang="nl-NL" sz="1400" b="1" dirty="0" err="1">
                <a:solidFill>
                  <a:srgbClr val="E43DA6"/>
                </a:solidFill>
              </a:rPr>
              <a:t>age</a:t>
            </a:r>
            <a:r>
              <a:rPr lang="nl-NL" sz="1400" b="1" dirty="0">
                <a:solidFill>
                  <a:srgbClr val="E43DA6"/>
                </a:solidFill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68E70-68CD-1235-46E8-3E44108A0354}"/>
              </a:ext>
            </a:extLst>
          </p:cNvPr>
          <p:cNvSpPr/>
          <p:nvPr/>
        </p:nvSpPr>
        <p:spPr>
          <a:xfrm>
            <a:off x="294817" y="340059"/>
            <a:ext cx="4487638" cy="1600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nl-NL" sz="1400" b="1" dirty="0"/>
              <a:t>*</a:t>
            </a:r>
            <a:r>
              <a:rPr lang="nl-NL" sz="1400" b="1" dirty="0" err="1"/>
              <a:t>SPADE’s</a:t>
            </a:r>
            <a:r>
              <a:rPr lang="nl-NL" sz="1400" b="1" dirty="0"/>
              <a:t> </a:t>
            </a:r>
            <a:r>
              <a:rPr lang="nl-NL" sz="1400" b="1" dirty="0" err="1"/>
              <a:t>terminology</a:t>
            </a:r>
            <a:r>
              <a:rPr lang="nl-NL" sz="1400" b="1" dirty="0"/>
              <a:t>:</a:t>
            </a:r>
            <a:br>
              <a:rPr lang="nl-NL" sz="1400" b="1" dirty="0"/>
            </a:br>
            <a:r>
              <a:rPr lang="nl-NL" sz="1400" dirty="0"/>
              <a:t>intake </a:t>
            </a:r>
            <a:r>
              <a:rPr lang="nl-NL" sz="1400" dirty="0" err="1"/>
              <a:t>frequency</a:t>
            </a:r>
            <a:r>
              <a:rPr lang="nl-NL" sz="1400" dirty="0"/>
              <a:t> = </a:t>
            </a:r>
            <a:r>
              <a:rPr lang="nl-NL" sz="1400" dirty="0" err="1"/>
              <a:t>probability</a:t>
            </a:r>
            <a:r>
              <a:rPr lang="nl-NL" sz="1400" dirty="0"/>
              <a:t> of </a:t>
            </a:r>
            <a:r>
              <a:rPr lang="nl-NL" sz="1400" dirty="0" err="1"/>
              <a:t>positive</a:t>
            </a:r>
            <a:r>
              <a:rPr lang="nl-NL" sz="1400" dirty="0"/>
              <a:t> intake</a:t>
            </a:r>
            <a:br>
              <a:rPr lang="nl-NL" sz="1400" dirty="0"/>
            </a:b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0:    never </a:t>
            </a:r>
            <a:r>
              <a:rPr lang="nl-NL" sz="1400" dirty="0" err="1"/>
              <a:t>consumed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0.5: </a:t>
            </a:r>
            <a:r>
              <a:rPr lang="nl-NL" sz="1400" dirty="0" err="1"/>
              <a:t>consumed</a:t>
            </a:r>
            <a:r>
              <a:rPr lang="nl-NL" sz="1400" dirty="0"/>
              <a:t> on 50% of </a:t>
            </a:r>
            <a:r>
              <a:rPr lang="nl-NL" sz="1400" dirty="0" err="1"/>
              <a:t>day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= 1:    </a:t>
            </a:r>
            <a:r>
              <a:rPr lang="nl-NL" sz="1400" dirty="0" err="1"/>
              <a:t>consumed</a:t>
            </a:r>
            <a:r>
              <a:rPr lang="nl-NL" sz="1400" dirty="0"/>
              <a:t> </a:t>
            </a:r>
            <a:r>
              <a:rPr lang="nl-NL" sz="1400" dirty="0" err="1"/>
              <a:t>every</a:t>
            </a:r>
            <a:r>
              <a:rPr lang="nl-NL" sz="1400" dirty="0"/>
              <a:t> </a:t>
            </a:r>
            <a:r>
              <a:rPr lang="nl-NL" sz="1400" dirty="0" err="1"/>
              <a:t>day</a:t>
            </a:r>
            <a:br>
              <a:rPr lang="nl-NL" sz="1400" dirty="0"/>
            </a:br>
            <a:r>
              <a:rPr lang="nl-NL" sz="1400" dirty="0" err="1"/>
              <a:t>frequency</a:t>
            </a:r>
            <a:r>
              <a:rPr lang="nl-NL" sz="1400" dirty="0"/>
              <a:t> &gt; 1:    </a:t>
            </a:r>
            <a:r>
              <a:rPr lang="nl-NL" sz="1400" dirty="0" err="1"/>
              <a:t>impossible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93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7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40060"/>
            <a:ext cx="10714317" cy="1509798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4B2DAF0-CDD6-99FA-9FBB-52B791D6A918}"/>
              </a:ext>
            </a:extLst>
          </p:cNvPr>
          <p:cNvSpPr/>
          <p:nvPr/>
        </p:nvSpPr>
        <p:spPr>
          <a:xfrm>
            <a:off x="2627784" y="4077071"/>
            <a:ext cx="4752528" cy="2144341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01EEE2-00AC-DAD0-9D78-1F59E6E96A1D}"/>
              </a:ext>
            </a:extLst>
          </p:cNvPr>
          <p:cNvSpPr txBox="1"/>
          <p:nvPr/>
        </p:nvSpPr>
        <p:spPr>
          <a:xfrm>
            <a:off x="44066" y="1268760"/>
            <a:ext cx="3439244" cy="31085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rgbClr val="E43DA6"/>
                </a:solidFill>
              </a:rPr>
              <a:t>SPADE </a:t>
            </a:r>
            <a:r>
              <a:rPr lang="nl-NL" sz="1400" b="1" dirty="0" err="1">
                <a:solidFill>
                  <a:srgbClr val="E43DA6"/>
                </a:solidFill>
              </a:rPr>
              <a:t>for</a:t>
            </a:r>
            <a:r>
              <a:rPr lang="nl-NL" sz="1400" b="1" dirty="0">
                <a:solidFill>
                  <a:srgbClr val="E43DA6"/>
                </a:solidFill>
              </a:rPr>
              <a:t> non-</a:t>
            </a:r>
            <a:r>
              <a:rPr lang="nl-NL" sz="1400" b="1" dirty="0" err="1">
                <a:solidFill>
                  <a:srgbClr val="E43DA6"/>
                </a:solidFill>
              </a:rPr>
              <a:t>daily</a:t>
            </a:r>
            <a:r>
              <a:rPr lang="nl-NL" sz="1400" b="1" dirty="0">
                <a:solidFill>
                  <a:srgbClr val="E43DA6"/>
                </a:solidFill>
              </a:rPr>
              <a:t> intakes </a:t>
            </a:r>
            <a:r>
              <a:rPr lang="nl-NL" sz="1400" b="1" dirty="0" err="1">
                <a:solidFill>
                  <a:srgbClr val="E43DA6"/>
                </a:solidFill>
              </a:rPr>
              <a:t>with</a:t>
            </a:r>
            <a:r>
              <a:rPr lang="nl-NL" sz="1400" b="1" dirty="0">
                <a:solidFill>
                  <a:srgbClr val="E43DA6"/>
                </a:solidFill>
              </a:rPr>
              <a:t> extra info on never-users (</a:t>
            </a:r>
            <a:r>
              <a:rPr lang="nl-NL" sz="1400" b="1" dirty="0" err="1">
                <a:solidFill>
                  <a:srgbClr val="E43DA6"/>
                </a:solidFill>
              </a:rPr>
              <a:t>typically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from</a:t>
            </a:r>
            <a:r>
              <a:rPr lang="nl-NL" sz="1400" b="1" dirty="0">
                <a:solidFill>
                  <a:srgbClr val="E43DA6"/>
                </a:solidFill>
              </a:rPr>
              <a:t> FFQ).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 err="1">
                <a:solidFill>
                  <a:srgbClr val="E43DA6"/>
                </a:solidFill>
              </a:rPr>
              <a:t>Example</a:t>
            </a:r>
            <a:r>
              <a:rPr lang="nl-NL" sz="1400" b="1" dirty="0">
                <a:solidFill>
                  <a:srgbClr val="E43DA6"/>
                </a:solidFill>
              </a:rPr>
              <a:t>: alcohol</a:t>
            </a:r>
            <a:br>
              <a:rPr lang="nl-NL" sz="1400" b="1" dirty="0">
                <a:solidFill>
                  <a:srgbClr val="E43DA6"/>
                </a:solidFill>
              </a:rPr>
            </a:b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 err="1">
                <a:solidFill>
                  <a:srgbClr val="E43DA6"/>
                </a:solidFill>
              </a:rPr>
              <a:t>Requires</a:t>
            </a:r>
            <a:r>
              <a:rPr lang="nl-NL" sz="1400" b="1" dirty="0">
                <a:solidFill>
                  <a:srgbClr val="E43DA6"/>
                </a:solidFill>
              </a:rPr>
              <a:t> extra column in data </a:t>
            </a:r>
            <a:r>
              <a:rPr lang="nl-NL" sz="1400" b="1" dirty="0" err="1">
                <a:solidFill>
                  <a:srgbClr val="E43DA6"/>
                </a:solidFill>
              </a:rPr>
              <a:t>that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indicates</a:t>
            </a:r>
            <a:r>
              <a:rPr lang="nl-NL" sz="1400" b="1" dirty="0">
                <a:solidFill>
                  <a:srgbClr val="E43DA6"/>
                </a:solidFill>
              </a:rPr>
              <a:t> never-users.</a:t>
            </a:r>
            <a:br>
              <a:rPr lang="nl-NL" sz="1400" b="1" dirty="0">
                <a:solidFill>
                  <a:srgbClr val="E43DA6"/>
                </a:solidFill>
              </a:rPr>
            </a:b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Method: 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- </a:t>
            </a:r>
            <a:r>
              <a:rPr lang="nl-NL" sz="1400" b="1" dirty="0" err="1">
                <a:solidFill>
                  <a:srgbClr val="E43DA6"/>
                </a:solidFill>
              </a:rPr>
              <a:t>for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potential</a:t>
            </a:r>
            <a:r>
              <a:rPr lang="nl-NL" sz="1400" b="1" dirty="0">
                <a:solidFill>
                  <a:srgbClr val="E43DA6"/>
                </a:solidFill>
              </a:rPr>
              <a:t> users: </a:t>
            </a:r>
            <a:r>
              <a:rPr lang="nl-NL" sz="1400" b="1" dirty="0" err="1">
                <a:solidFill>
                  <a:srgbClr val="E43DA6"/>
                </a:solidFill>
              </a:rPr>
              <a:t>predict</a:t>
            </a:r>
            <a:r>
              <a:rPr lang="nl-NL" sz="1400" b="1" dirty="0">
                <a:solidFill>
                  <a:srgbClr val="E43DA6"/>
                </a:solidFill>
              </a:rPr>
              <a:t> as </a:t>
            </a:r>
            <a:r>
              <a:rPr lang="nl-NL" sz="1400" b="1" dirty="0" err="1">
                <a:solidFill>
                  <a:srgbClr val="E43DA6"/>
                </a:solidFill>
              </a:rPr>
              <a:t>before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- For </a:t>
            </a:r>
            <a:r>
              <a:rPr lang="nl-NL" sz="1400" b="1" dirty="0" err="1">
                <a:solidFill>
                  <a:srgbClr val="E43DA6"/>
                </a:solidFill>
              </a:rPr>
              <a:t>every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age</a:t>
            </a:r>
            <a:r>
              <a:rPr lang="nl-NL" sz="1400" b="1" dirty="0">
                <a:solidFill>
                  <a:srgbClr val="E43DA6"/>
                </a:solidFill>
              </a:rPr>
              <a:t>, </a:t>
            </a:r>
            <a:r>
              <a:rPr lang="nl-NL" sz="1400" b="1" dirty="0" err="1">
                <a:solidFill>
                  <a:srgbClr val="E43DA6"/>
                </a:solidFill>
              </a:rPr>
              <a:t>add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the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perentage</a:t>
            </a:r>
            <a:r>
              <a:rPr lang="nl-NL" sz="1400" b="1" dirty="0">
                <a:solidFill>
                  <a:srgbClr val="E43DA6"/>
                </a:solidFill>
              </a:rPr>
              <a:t> of never-users (HI = 0) found in </a:t>
            </a:r>
            <a:r>
              <a:rPr lang="nl-NL" sz="1400" b="1" dirty="0" err="1">
                <a:solidFill>
                  <a:srgbClr val="E43DA6"/>
                </a:solidFill>
              </a:rPr>
              <a:t>the</a:t>
            </a:r>
            <a:r>
              <a:rPr lang="nl-NL" sz="1400" b="1" dirty="0">
                <a:solidFill>
                  <a:srgbClr val="E43DA6"/>
                </a:solidFill>
              </a:rPr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20834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0848" y="340060"/>
            <a:ext cx="10714317" cy="1509798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6A18265-36A0-0EB8-98FF-4030D73E3E6A}"/>
              </a:ext>
            </a:extLst>
          </p:cNvPr>
          <p:cNvSpPr/>
          <p:nvPr/>
        </p:nvSpPr>
        <p:spPr>
          <a:xfrm>
            <a:off x="2195736" y="1965789"/>
            <a:ext cx="5184577" cy="4814137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B58659-686D-CFA7-208F-1754E5EA0F97}"/>
              </a:ext>
            </a:extLst>
          </p:cNvPr>
          <p:cNvSpPr txBox="1"/>
          <p:nvPr/>
        </p:nvSpPr>
        <p:spPr>
          <a:xfrm>
            <a:off x="5724128" y="891297"/>
            <a:ext cx="3312368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 err="1">
                <a:solidFill>
                  <a:srgbClr val="E43DA6"/>
                </a:solidFill>
              </a:rPr>
              <a:t>this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session</a:t>
            </a:r>
            <a:r>
              <a:rPr lang="nl-NL" sz="1400" b="1" dirty="0">
                <a:solidFill>
                  <a:srgbClr val="E43DA6"/>
                </a:solidFill>
              </a:rPr>
              <a:t>: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>
                <a:solidFill>
                  <a:srgbClr val="E43DA6"/>
                </a:solidFill>
              </a:rPr>
              <a:t>SPADE </a:t>
            </a:r>
            <a:r>
              <a:rPr lang="nl-NL" sz="1400" b="1" dirty="0" err="1">
                <a:solidFill>
                  <a:srgbClr val="E43DA6"/>
                </a:solidFill>
              </a:rPr>
              <a:t>for</a:t>
            </a:r>
            <a:r>
              <a:rPr lang="nl-NL" sz="1400" b="1" dirty="0">
                <a:solidFill>
                  <a:srgbClr val="E43DA6"/>
                </a:solidFill>
              </a:rPr>
              <a:t> intake </a:t>
            </a:r>
            <a:r>
              <a:rPr lang="nl-NL" sz="1400" b="1" dirty="0" err="1">
                <a:solidFill>
                  <a:srgbClr val="E43DA6"/>
                </a:solidFill>
              </a:rPr>
              <a:t>from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supplements</a:t>
            </a:r>
            <a:r>
              <a:rPr lang="nl-NL" sz="1400" b="1" dirty="0">
                <a:solidFill>
                  <a:srgbClr val="E43DA6"/>
                </a:solidFill>
              </a:rPr>
              <a:t> --</a:t>
            </a:r>
            <a:br>
              <a:rPr lang="nl-NL" sz="1400" b="1" dirty="0">
                <a:solidFill>
                  <a:srgbClr val="E43DA6"/>
                </a:solidFill>
              </a:rPr>
            </a:br>
            <a:r>
              <a:rPr lang="nl-NL" sz="1400" b="1" dirty="0" err="1">
                <a:solidFill>
                  <a:srgbClr val="E43DA6"/>
                </a:solidFill>
              </a:rPr>
              <a:t>episodical</a:t>
            </a:r>
            <a:r>
              <a:rPr lang="nl-NL" sz="1400" b="1" dirty="0">
                <a:solidFill>
                  <a:srgbClr val="E43DA6"/>
                </a:solidFill>
              </a:rPr>
              <a:t>, </a:t>
            </a:r>
            <a:r>
              <a:rPr lang="nl-NL" sz="1400" b="1" dirty="0" err="1">
                <a:solidFill>
                  <a:srgbClr val="E43DA6"/>
                </a:solidFill>
              </a:rPr>
              <a:t>possibly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with</a:t>
            </a:r>
            <a:r>
              <a:rPr lang="nl-NL" sz="1400" b="1" dirty="0">
                <a:solidFill>
                  <a:srgbClr val="E43DA6"/>
                </a:solidFill>
              </a:rPr>
              <a:t> extra info on never-users</a:t>
            </a:r>
          </a:p>
        </p:txBody>
      </p:sp>
    </p:spTree>
    <p:extLst>
      <p:ext uri="{BB962C8B-B14F-4D97-AF65-F5344CB8AC3E}">
        <p14:creationId xmlns:p14="http://schemas.microsoft.com/office/powerpoint/2010/main" val="3470806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-4491880"/>
            <a:ext cx="8352928" cy="117704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F17AC2-AEEB-EE0E-1CA8-30766E3A9782}"/>
              </a:ext>
            </a:extLst>
          </p:cNvPr>
          <p:cNvSpPr txBox="1"/>
          <p:nvPr/>
        </p:nvSpPr>
        <p:spPr>
          <a:xfrm>
            <a:off x="3194349" y="5085184"/>
            <a:ext cx="16919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>
                <a:solidFill>
                  <a:srgbClr val="E43DA6"/>
                </a:solidFill>
              </a:rPr>
              <a:t>in </a:t>
            </a:r>
            <a:r>
              <a:rPr lang="nl-NL" sz="1400" b="1" dirty="0" err="1">
                <a:solidFill>
                  <a:srgbClr val="E43DA6"/>
                </a:solidFill>
              </a:rPr>
              <a:t>this</a:t>
            </a:r>
            <a:r>
              <a:rPr lang="nl-NL" sz="1400" b="1" dirty="0">
                <a:solidFill>
                  <a:srgbClr val="E43DA6"/>
                </a:solidFill>
              </a:rPr>
              <a:t> </a:t>
            </a:r>
            <a:r>
              <a:rPr lang="nl-NL" sz="1400" b="1" dirty="0" err="1">
                <a:solidFill>
                  <a:srgbClr val="E43DA6"/>
                </a:solidFill>
              </a:rPr>
              <a:t>session</a:t>
            </a:r>
            <a:endParaRPr lang="nl-NL" sz="1400" b="1" dirty="0">
              <a:solidFill>
                <a:srgbClr val="E43D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285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498" y="-4203848"/>
            <a:ext cx="7586419" cy="1069033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C3A39D-4549-729B-340E-2A9C4098E8FD}"/>
              </a:ext>
            </a:extLst>
          </p:cNvPr>
          <p:cNvSpPr txBox="1"/>
          <p:nvPr/>
        </p:nvSpPr>
        <p:spPr>
          <a:xfrm>
            <a:off x="3851920" y="6125328"/>
            <a:ext cx="198826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 err="1">
                <a:solidFill>
                  <a:srgbClr val="E43DA6"/>
                </a:solidFill>
              </a:rPr>
              <a:t>not</a:t>
            </a:r>
            <a:r>
              <a:rPr lang="nl-NL" sz="1400" b="1" dirty="0">
                <a:solidFill>
                  <a:srgbClr val="E43DA6"/>
                </a:solidFill>
              </a:rPr>
              <a:t> in </a:t>
            </a:r>
            <a:r>
              <a:rPr lang="nl-NL" sz="1400" b="1" dirty="0" err="1">
                <a:solidFill>
                  <a:srgbClr val="E43DA6"/>
                </a:solidFill>
              </a:rPr>
              <a:t>this</a:t>
            </a:r>
            <a:r>
              <a:rPr lang="nl-NL" sz="1400" b="1" dirty="0">
                <a:solidFill>
                  <a:srgbClr val="E43DA6"/>
                </a:solidFill>
              </a:rPr>
              <a:t> course</a:t>
            </a:r>
          </a:p>
        </p:txBody>
      </p:sp>
    </p:spTree>
    <p:extLst>
      <p:ext uri="{BB962C8B-B14F-4D97-AF65-F5344CB8AC3E}">
        <p14:creationId xmlns:p14="http://schemas.microsoft.com/office/powerpoint/2010/main" val="7284830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EDF384-F164-4058-2AB9-3F2DFADF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2398741"/>
            <a:ext cx="6200775" cy="40386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11</a:t>
            </a:fld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4572000" y="332656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800" b="1">
                <a:solidFill>
                  <a:schemeClr val="bg1"/>
                </a:solidFill>
              </a:rPr>
              <a:t>f.spade.supplements 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3528" y="411376"/>
            <a:ext cx="3510161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b="1" kern="0">
                <a:solidFill>
                  <a:schemeClr val="bg1"/>
                </a:solidFill>
              </a:rPr>
              <a:t>s_syn_fol</a:t>
            </a:r>
            <a:endParaRPr lang="en-GB" b="1" kern="0" dirty="0">
              <a:solidFill>
                <a:schemeClr val="bg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E4DF10-8D46-BC90-4A45-60D374A9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54" y="855876"/>
            <a:ext cx="8192691" cy="948047"/>
          </a:xfrm>
        </p:spPr>
        <p:txBody>
          <a:bodyPr/>
          <a:lstStyle/>
          <a:p>
            <a:r>
              <a:rPr lang="nl-NL" sz="2400" b="1" dirty="0" err="1"/>
              <a:t>Example</a:t>
            </a:r>
            <a:r>
              <a:rPr lang="nl-NL" sz="2400" dirty="0"/>
              <a:t>: </a:t>
            </a:r>
            <a:r>
              <a:rPr lang="nl-NL" sz="2400" dirty="0" err="1"/>
              <a:t>synthetic</a:t>
            </a:r>
            <a:r>
              <a:rPr lang="nl-NL" sz="2400" dirty="0"/>
              <a:t> </a:t>
            </a:r>
            <a:r>
              <a:rPr lang="nl-NL" sz="2400" dirty="0" err="1"/>
              <a:t>folate</a:t>
            </a:r>
            <a:r>
              <a:rPr lang="nl-NL" sz="2400" dirty="0"/>
              <a:t> intakes (</a:t>
            </a:r>
            <a:r>
              <a:rPr lang="nl-NL" sz="2400" dirty="0" err="1"/>
              <a:t>females</a:t>
            </a:r>
            <a:r>
              <a:rPr lang="nl-NL" sz="2400" dirty="0"/>
              <a:t>, </a:t>
            </a:r>
            <a:r>
              <a:rPr lang="nl-NL" sz="2400" dirty="0" err="1"/>
              <a:t>age</a:t>
            </a:r>
            <a:r>
              <a:rPr lang="nl-NL" sz="2400" dirty="0"/>
              <a:t> 1-79, ~Dutch </a:t>
            </a:r>
            <a:r>
              <a:rPr lang="nl-NL" sz="2400" dirty="0" err="1"/>
              <a:t>population</a:t>
            </a:r>
            <a:r>
              <a:rPr lang="nl-NL" sz="2400" dirty="0"/>
              <a:t>)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2B9335-AA6A-0006-2574-AF0BE1C775A6}"/>
              </a:ext>
            </a:extLst>
          </p:cNvPr>
          <p:cNvSpPr txBox="1"/>
          <p:nvPr/>
        </p:nvSpPr>
        <p:spPr>
          <a:xfrm>
            <a:off x="1784797" y="2089076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dirty="0"/>
              <a:t>Total intake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743F8-22A5-8DC2-C9F7-BA07993C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012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12</a:t>
            </a:fld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4572000" y="332656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800" b="1">
                <a:solidFill>
                  <a:schemeClr val="bg1"/>
                </a:solidFill>
              </a:rPr>
              <a:t>f.spade.supplements 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3528" y="411376"/>
            <a:ext cx="3510161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b="1" kern="0">
                <a:solidFill>
                  <a:schemeClr val="bg1"/>
                </a:solidFill>
              </a:rPr>
              <a:t>s_syn_fol</a:t>
            </a:r>
            <a:endParaRPr lang="en-GB" b="1" kern="0" dirty="0">
              <a:solidFill>
                <a:schemeClr val="bg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E4DF10-8D46-BC90-4A45-60D374A9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54" y="855876"/>
            <a:ext cx="8192691" cy="948047"/>
          </a:xfrm>
        </p:spPr>
        <p:txBody>
          <a:bodyPr/>
          <a:lstStyle/>
          <a:p>
            <a:r>
              <a:rPr lang="nl-NL" sz="2400" b="1" dirty="0" err="1"/>
              <a:t>Example</a:t>
            </a:r>
            <a:r>
              <a:rPr lang="nl-NL" sz="2400" dirty="0"/>
              <a:t>: </a:t>
            </a:r>
            <a:r>
              <a:rPr lang="nl-NL" sz="2400" dirty="0" err="1"/>
              <a:t>synthetic</a:t>
            </a:r>
            <a:r>
              <a:rPr lang="nl-NL" sz="2400" dirty="0"/>
              <a:t> </a:t>
            </a:r>
            <a:r>
              <a:rPr lang="nl-NL" sz="2400" dirty="0" err="1"/>
              <a:t>folate</a:t>
            </a:r>
            <a:r>
              <a:rPr lang="nl-NL" sz="2400" dirty="0"/>
              <a:t> intakes (</a:t>
            </a:r>
            <a:r>
              <a:rPr lang="nl-NL" sz="2400" dirty="0" err="1"/>
              <a:t>females</a:t>
            </a:r>
            <a:r>
              <a:rPr lang="nl-NL" sz="2400" dirty="0"/>
              <a:t>, </a:t>
            </a:r>
            <a:r>
              <a:rPr lang="nl-NL" sz="2400" dirty="0" err="1"/>
              <a:t>age</a:t>
            </a:r>
            <a:r>
              <a:rPr lang="nl-NL" sz="2400" dirty="0"/>
              <a:t> 1-79, ~Dutch </a:t>
            </a:r>
            <a:r>
              <a:rPr lang="nl-NL" sz="2400" dirty="0" err="1"/>
              <a:t>population</a:t>
            </a:r>
            <a:r>
              <a:rPr lang="nl-NL" sz="2400" dirty="0"/>
              <a:t>)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2B9335-AA6A-0006-2574-AF0BE1C775A6}"/>
              </a:ext>
            </a:extLst>
          </p:cNvPr>
          <p:cNvSpPr txBox="1"/>
          <p:nvPr/>
        </p:nvSpPr>
        <p:spPr>
          <a:xfrm>
            <a:off x="2879812" y="2611991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/>
              <a:t>Total </a:t>
            </a:r>
            <a:r>
              <a:rPr lang="nl-NL" b="1" dirty="0" err="1"/>
              <a:t>synthetic</a:t>
            </a:r>
            <a:r>
              <a:rPr lang="nl-NL" b="1" dirty="0"/>
              <a:t> </a:t>
            </a:r>
            <a:r>
              <a:rPr lang="nl-NL" b="1" dirty="0" err="1"/>
              <a:t>folate</a:t>
            </a:r>
            <a:r>
              <a:rPr lang="nl-NL" b="1" dirty="0"/>
              <a:t> intake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62DBA1B9-3772-BB4C-5B49-5C6483A03B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528" y="3276600"/>
            <a:ext cx="4400872" cy="440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117B4793-8E82-D503-AF91-3B537042C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267B34-2214-A82C-1098-37153EF0C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3705C4-8845-C11F-72FF-D52AEED5B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2408024"/>
            <a:ext cx="6200775" cy="40386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613E29-A85C-1F64-1344-9FAAB5108C0C}"/>
              </a:ext>
            </a:extLst>
          </p:cNvPr>
          <p:cNvSpPr txBox="1"/>
          <p:nvPr/>
        </p:nvSpPr>
        <p:spPr>
          <a:xfrm>
            <a:off x="1784797" y="2089076"/>
            <a:ext cx="39604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b="1" dirty="0"/>
              <a:t>Total intake (w/o </a:t>
            </a:r>
            <a:r>
              <a:rPr lang="nl-NL" sz="1600" b="1" dirty="0" err="1"/>
              <a:t>zeroes</a:t>
            </a:r>
            <a:r>
              <a:rPr lang="nl-NL" sz="1600" b="1" dirty="0"/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12766-2119-98CF-0312-D59717BC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6962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13</a:t>
            </a:fld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4572000" y="332656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800" b="1">
                <a:solidFill>
                  <a:schemeClr val="bg1"/>
                </a:solidFill>
              </a:rPr>
              <a:t>f.spade.supplements 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3528" y="411376"/>
            <a:ext cx="3510161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b="1" kern="0">
                <a:solidFill>
                  <a:schemeClr val="bg1"/>
                </a:solidFill>
              </a:rPr>
              <a:t>s_syn_fol</a:t>
            </a:r>
            <a:endParaRPr lang="en-GB" b="1" kern="0" dirty="0">
              <a:solidFill>
                <a:schemeClr val="bg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E4DF10-8D46-BC90-4A45-60D374A9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54" y="855876"/>
            <a:ext cx="8192691" cy="948047"/>
          </a:xfrm>
        </p:spPr>
        <p:txBody>
          <a:bodyPr/>
          <a:lstStyle/>
          <a:p>
            <a:r>
              <a:rPr lang="nl-NL" sz="2400" b="1" dirty="0" err="1"/>
              <a:t>Example</a:t>
            </a:r>
            <a:r>
              <a:rPr lang="nl-NL" sz="2400" dirty="0"/>
              <a:t>: </a:t>
            </a:r>
            <a:r>
              <a:rPr lang="nl-NL" sz="2400" dirty="0" err="1"/>
              <a:t>synthetic</a:t>
            </a:r>
            <a:r>
              <a:rPr lang="nl-NL" sz="2400" dirty="0"/>
              <a:t> </a:t>
            </a:r>
            <a:r>
              <a:rPr lang="nl-NL" sz="2400" dirty="0" err="1"/>
              <a:t>folate</a:t>
            </a:r>
            <a:r>
              <a:rPr lang="nl-NL" sz="2400" dirty="0"/>
              <a:t> intakes (</a:t>
            </a:r>
            <a:r>
              <a:rPr lang="nl-NL" sz="2400" dirty="0" err="1"/>
              <a:t>females</a:t>
            </a:r>
            <a:r>
              <a:rPr lang="nl-NL" sz="2400" dirty="0"/>
              <a:t>, </a:t>
            </a:r>
            <a:r>
              <a:rPr lang="nl-NL" sz="2400" dirty="0" err="1"/>
              <a:t>age</a:t>
            </a:r>
            <a:r>
              <a:rPr lang="nl-NL" sz="2400" dirty="0"/>
              <a:t> 1-79, ~Dutch </a:t>
            </a:r>
            <a:r>
              <a:rPr lang="nl-NL" sz="2400" dirty="0" err="1"/>
              <a:t>population</a:t>
            </a:r>
            <a:r>
              <a:rPr lang="nl-NL" sz="2400" dirty="0"/>
              <a:t>)</a:t>
            </a:r>
            <a:endParaRPr lang="nl-NL" dirty="0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62DBA1B9-3772-BB4C-5B49-5C6483A03B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528" y="3276600"/>
            <a:ext cx="4400872" cy="440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117B4793-8E82-D503-AF91-3B537042C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267B34-2214-A82C-1098-37153EF0C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805BBD-0EAA-8AD1-947C-5B98DF515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3" y="2992202"/>
            <a:ext cx="4322006" cy="28149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08DFF9-8963-4F40-881D-E820E2BF7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045" y="3007078"/>
            <a:ext cx="4322006" cy="2814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10FE62-4763-8279-D071-E7392987BC81}"/>
              </a:ext>
            </a:extLst>
          </p:cNvPr>
          <p:cNvSpPr txBox="1"/>
          <p:nvPr/>
        </p:nvSpPr>
        <p:spPr>
          <a:xfrm>
            <a:off x="323528" y="2717164"/>
            <a:ext cx="396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Intake </a:t>
            </a:r>
            <a:r>
              <a:rPr lang="nl-NL" sz="1400" b="1" dirty="0" err="1"/>
              <a:t>from</a:t>
            </a:r>
            <a:r>
              <a:rPr lang="nl-NL" sz="1400" b="1" dirty="0"/>
              <a:t> food (w/o </a:t>
            </a:r>
            <a:r>
              <a:rPr lang="nl-NL" sz="1400" b="1" dirty="0" err="1"/>
              <a:t>zeroes</a:t>
            </a:r>
            <a:r>
              <a:rPr lang="nl-NL" sz="1400" b="1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25E93-8044-56CE-C038-B2EE82874D3A}"/>
              </a:ext>
            </a:extLst>
          </p:cNvPr>
          <p:cNvSpPr txBox="1"/>
          <p:nvPr/>
        </p:nvSpPr>
        <p:spPr>
          <a:xfrm>
            <a:off x="4645534" y="2765087"/>
            <a:ext cx="4322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Intake </a:t>
            </a:r>
            <a:r>
              <a:rPr lang="nl-NL" sz="1400" b="1" dirty="0" err="1"/>
              <a:t>from</a:t>
            </a:r>
            <a:r>
              <a:rPr lang="nl-NL" sz="1400" b="1" dirty="0"/>
              <a:t> </a:t>
            </a:r>
            <a:r>
              <a:rPr lang="nl-NL" sz="1400" b="1" dirty="0" err="1"/>
              <a:t>supplements</a:t>
            </a:r>
            <a:r>
              <a:rPr lang="nl-NL" sz="1400" b="1" dirty="0"/>
              <a:t> (w/o </a:t>
            </a:r>
            <a:r>
              <a:rPr lang="nl-NL" sz="1400" b="1" dirty="0" err="1"/>
              <a:t>zeroes</a:t>
            </a:r>
            <a:r>
              <a:rPr lang="nl-NL" sz="1400" b="1" dirty="0"/>
              <a:t>)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EC756B-9187-2030-010E-66E4277630C2}"/>
              </a:ext>
            </a:extLst>
          </p:cNvPr>
          <p:cNvSpPr/>
          <p:nvPr/>
        </p:nvSpPr>
        <p:spPr>
          <a:xfrm>
            <a:off x="3994819" y="1861487"/>
            <a:ext cx="5184577" cy="4814137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E9F869-19B6-33B2-63D8-AB03EC42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642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9FA8-1EE1-C9DE-504A-1CA67CA0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l-NL" sz="3200" dirty="0" err="1"/>
              <a:t>Outline</a:t>
            </a:r>
            <a:br>
              <a:rPr lang="nl-NL" sz="3200" dirty="0"/>
            </a:br>
            <a:br>
              <a:rPr lang="nl-NL" sz="3200" dirty="0"/>
            </a:br>
            <a:r>
              <a:rPr lang="nl-NL" sz="2400" dirty="0"/>
              <a:t>1. </a:t>
            </a:r>
            <a:r>
              <a:rPr lang="nl-NL" sz="2400" dirty="0" err="1"/>
              <a:t>Overview</a:t>
            </a:r>
            <a:r>
              <a:rPr lang="nl-NL" sz="2400" dirty="0"/>
              <a:t> </a:t>
            </a:r>
            <a:r>
              <a:rPr lang="nl-NL" sz="2400" dirty="0" err="1"/>
              <a:t>submodels</a:t>
            </a:r>
            <a:r>
              <a:rPr lang="nl-NL" sz="2400" dirty="0"/>
              <a:t> SPADE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2. </a:t>
            </a:r>
            <a:r>
              <a:rPr lang="nl-NL" sz="2400" b="1" dirty="0"/>
              <a:t>SPADE </a:t>
            </a:r>
            <a:r>
              <a:rPr lang="nl-NL" sz="2400" b="1" dirty="0" err="1"/>
              <a:t>for</a:t>
            </a:r>
            <a:r>
              <a:rPr lang="nl-NL" sz="2400" b="1" dirty="0"/>
              <a:t> </a:t>
            </a:r>
            <a:r>
              <a:rPr lang="nl-NL" sz="2400" b="1" dirty="0" err="1"/>
              <a:t>supplements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3. SPADE </a:t>
            </a:r>
            <a:r>
              <a:rPr lang="nl-NL" sz="2400" dirty="0" err="1"/>
              <a:t>for</a:t>
            </a:r>
            <a:r>
              <a:rPr lang="nl-NL" sz="2400" dirty="0"/>
              <a:t> food + </a:t>
            </a:r>
            <a:r>
              <a:rPr lang="nl-NL" sz="2400" dirty="0" err="1"/>
              <a:t>supplements</a:t>
            </a:r>
            <a:endParaRPr lang="nl-NL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7B84-0599-53A6-20EF-F80DF45A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841A-0672-1C75-68B9-0967B497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2AE6-F65D-B31E-24E6-E15738A6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65519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18B72CD-3470-5D7F-87B1-CE2EF3868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43994"/>
            <a:ext cx="4307802" cy="277580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15</a:t>
            </a:fld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4572000" y="332656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800" b="1">
                <a:solidFill>
                  <a:schemeClr val="bg1"/>
                </a:solidFill>
              </a:rPr>
              <a:t>f.spade.supplements 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3528" y="411376"/>
            <a:ext cx="3510161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b="1" kern="0">
                <a:solidFill>
                  <a:schemeClr val="bg1"/>
                </a:solidFill>
              </a:rPr>
              <a:t>s_syn_fol</a:t>
            </a:r>
            <a:endParaRPr lang="en-GB" b="1" kern="0" dirty="0">
              <a:solidFill>
                <a:schemeClr val="bg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E4DF10-8D46-BC90-4A45-60D374A9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654" y="855876"/>
            <a:ext cx="8192691" cy="948047"/>
          </a:xfrm>
        </p:spPr>
        <p:txBody>
          <a:bodyPr/>
          <a:lstStyle/>
          <a:p>
            <a:r>
              <a:rPr lang="nl-NL" sz="2400" b="1" dirty="0" err="1"/>
              <a:t>Example</a:t>
            </a:r>
            <a:r>
              <a:rPr lang="nl-NL" sz="2400" dirty="0"/>
              <a:t>: </a:t>
            </a:r>
            <a:r>
              <a:rPr lang="nl-NL" sz="2400" dirty="0" err="1"/>
              <a:t>synthetic</a:t>
            </a:r>
            <a:r>
              <a:rPr lang="nl-NL" sz="2400" dirty="0"/>
              <a:t> </a:t>
            </a:r>
            <a:r>
              <a:rPr lang="nl-NL" sz="2400" dirty="0" err="1"/>
              <a:t>folate</a:t>
            </a:r>
            <a:r>
              <a:rPr lang="nl-NL" sz="2400" dirty="0"/>
              <a:t> intakes (</a:t>
            </a:r>
            <a:r>
              <a:rPr lang="nl-NL" sz="2400" dirty="0" err="1"/>
              <a:t>females</a:t>
            </a:r>
            <a:r>
              <a:rPr lang="nl-NL" sz="2400" dirty="0"/>
              <a:t>, </a:t>
            </a:r>
            <a:r>
              <a:rPr lang="nl-NL" sz="2400" dirty="0" err="1"/>
              <a:t>age</a:t>
            </a:r>
            <a:r>
              <a:rPr lang="nl-NL" sz="2400" dirty="0"/>
              <a:t> 1-79, ~Dutch </a:t>
            </a:r>
            <a:r>
              <a:rPr lang="nl-NL" sz="2400" dirty="0" err="1"/>
              <a:t>population</a:t>
            </a:r>
            <a:r>
              <a:rPr lang="nl-NL" sz="2400" dirty="0"/>
              <a:t>)</a:t>
            </a:r>
            <a:endParaRPr lang="nl-NL" dirty="0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62DBA1B9-3772-BB4C-5B49-5C6483A03B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528" y="3276600"/>
            <a:ext cx="4400872" cy="440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117B4793-8E82-D503-AF91-3B537042C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267B34-2214-A82C-1098-37153EF0C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08DFF9-8963-4F40-881D-E820E2BF7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045" y="3007078"/>
            <a:ext cx="4322006" cy="2814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10FE62-4763-8279-D071-E7392987BC81}"/>
              </a:ext>
            </a:extLst>
          </p:cNvPr>
          <p:cNvSpPr txBox="1"/>
          <p:nvPr/>
        </p:nvSpPr>
        <p:spPr>
          <a:xfrm>
            <a:off x="337732" y="2769110"/>
            <a:ext cx="43078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Intake </a:t>
            </a:r>
            <a:r>
              <a:rPr lang="nl-NL" sz="1400" b="1" dirty="0" err="1"/>
              <a:t>from</a:t>
            </a:r>
            <a:r>
              <a:rPr lang="nl-NL" sz="1400" b="1" dirty="0"/>
              <a:t> </a:t>
            </a:r>
            <a:r>
              <a:rPr lang="nl-NL" sz="1400" b="1" dirty="0" err="1"/>
              <a:t>supplements</a:t>
            </a:r>
            <a:r>
              <a:rPr lang="nl-NL" sz="1400" b="1" dirty="0"/>
              <a:t> (</a:t>
            </a:r>
            <a:r>
              <a:rPr lang="nl-NL" sz="1400" b="1" dirty="0" err="1"/>
              <a:t>with</a:t>
            </a:r>
            <a:r>
              <a:rPr lang="nl-NL" sz="1400" b="1" dirty="0"/>
              <a:t> </a:t>
            </a:r>
            <a:r>
              <a:rPr lang="nl-NL" sz="1400" b="1" dirty="0" err="1"/>
              <a:t>zeroes</a:t>
            </a:r>
            <a:r>
              <a:rPr lang="nl-NL" sz="1400" b="1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425E93-8044-56CE-C038-B2EE82874D3A}"/>
              </a:ext>
            </a:extLst>
          </p:cNvPr>
          <p:cNvSpPr txBox="1"/>
          <p:nvPr/>
        </p:nvSpPr>
        <p:spPr>
          <a:xfrm>
            <a:off x="4645534" y="2765087"/>
            <a:ext cx="43220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Intake </a:t>
            </a:r>
            <a:r>
              <a:rPr lang="nl-NL" sz="1400" b="1" dirty="0" err="1"/>
              <a:t>from</a:t>
            </a:r>
            <a:r>
              <a:rPr lang="nl-NL" sz="1400" b="1" dirty="0"/>
              <a:t> </a:t>
            </a:r>
            <a:r>
              <a:rPr lang="nl-NL" sz="1400" b="1" dirty="0" err="1"/>
              <a:t>supplements</a:t>
            </a:r>
            <a:r>
              <a:rPr lang="nl-NL" sz="1400" b="1" dirty="0"/>
              <a:t> (w/o </a:t>
            </a:r>
            <a:r>
              <a:rPr lang="nl-NL" sz="1400" b="1" dirty="0" err="1"/>
              <a:t>zeroes</a:t>
            </a:r>
            <a:r>
              <a:rPr lang="nl-NL" sz="1400" b="1" dirty="0"/>
              <a:t>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E7BBEE-6C2B-5F1D-A7BA-34AD2EDDD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89424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31E5A1-8083-4CED-17FB-E1E14DD37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Data </a:t>
            </a:r>
            <a:r>
              <a:rPr lang="nl-NL" dirty="0" err="1"/>
              <a:t>Characteristics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7D757-26B2-8D9D-4FB5-5A3802A2EF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many</a:t>
            </a:r>
            <a:r>
              <a:rPr lang="nl-NL" sz="1600" dirty="0"/>
              <a:t> zero intakes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Often</a:t>
            </a:r>
            <a:r>
              <a:rPr lang="nl-NL" sz="1600" dirty="0"/>
              <a:t> extra information on </a:t>
            </a:r>
            <a:r>
              <a:rPr lang="nl-NL" sz="1600" u="sng" dirty="0"/>
              <a:t>never</a:t>
            </a:r>
            <a:r>
              <a:rPr lang="nl-NL" sz="1600" dirty="0"/>
              <a:t> supplement users (e.g. </a:t>
            </a:r>
            <a:r>
              <a:rPr lang="nl-NL" sz="1600" dirty="0" err="1"/>
              <a:t>from</a:t>
            </a:r>
            <a:r>
              <a:rPr lang="nl-NL" sz="1600" dirty="0"/>
              <a:t> FFQ)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Irregular</a:t>
            </a:r>
            <a:r>
              <a:rPr lang="nl-NL" sz="1600" dirty="0"/>
              <a:t> histogram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positive</a:t>
            </a:r>
            <a:r>
              <a:rPr lang="nl-NL" sz="1600" dirty="0"/>
              <a:t> intake, </a:t>
            </a:r>
            <a:r>
              <a:rPr lang="nl-NL" sz="1600" dirty="0" err="1"/>
              <a:t>the</a:t>
            </a:r>
            <a:r>
              <a:rPr lang="nl-NL" sz="1600" dirty="0"/>
              <a:t> intake </a:t>
            </a:r>
            <a:r>
              <a:rPr lang="nl-NL" sz="1600" dirty="0" err="1"/>
              <a:t>amount</a:t>
            </a:r>
            <a:r>
              <a:rPr lang="nl-NL" sz="1600" dirty="0"/>
              <a:t> is </a:t>
            </a: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</a:t>
            </a:r>
            <a:r>
              <a:rPr lang="nl-NL" sz="1600" dirty="0" err="1"/>
              <a:t>within</a:t>
            </a:r>
            <a:r>
              <a:rPr lang="nl-NL" sz="1600" dirty="0"/>
              <a:t> </a:t>
            </a:r>
            <a:r>
              <a:rPr lang="nl-NL" sz="1600" dirty="0" err="1"/>
              <a:t>one</a:t>
            </a:r>
            <a:r>
              <a:rPr lang="nl-NL" sz="1600" dirty="0"/>
              <a:t> person (~70% of </a:t>
            </a:r>
            <a:r>
              <a:rPr lang="nl-NL" sz="1600" dirty="0" err="1"/>
              <a:t>the</a:t>
            </a:r>
            <a:r>
              <a:rPr lang="nl-NL" sz="1600" dirty="0"/>
              <a:t> time)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0E7748-70E0-6DED-1D86-6508532A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025D9-9FF4-CA10-98E0-C8599FDA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876D63-5F93-2C28-9F15-1C9F54D9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A4AF8-E941-25A9-52FA-199D0CCA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16</a:t>
            </a:fld>
            <a:endParaRPr lang="nl-N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C8D460-82CF-9C5A-BC0F-01AA798F9CF9}"/>
              </a:ext>
            </a:extLst>
          </p:cNvPr>
          <p:cNvSpPr txBox="1"/>
          <p:nvPr/>
        </p:nvSpPr>
        <p:spPr>
          <a:xfrm>
            <a:off x="3491880" y="2762660"/>
            <a:ext cx="3888432" cy="2616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050" b="1" dirty="0"/>
              <a:t>NB: </a:t>
            </a:r>
            <a:r>
              <a:rPr lang="nl-NL" sz="1050" b="1" dirty="0" err="1"/>
              <a:t>Only</a:t>
            </a:r>
            <a:r>
              <a:rPr lang="nl-NL" sz="1050" b="1" dirty="0"/>
              <a:t> zero intakes does </a:t>
            </a:r>
            <a:r>
              <a:rPr lang="nl-NL" sz="1050" b="1" dirty="0" err="1"/>
              <a:t>not</a:t>
            </a:r>
            <a:r>
              <a:rPr lang="nl-NL" sz="1050" b="1" dirty="0"/>
              <a:t> </a:t>
            </a:r>
            <a:r>
              <a:rPr lang="nl-NL" sz="1050" b="1" dirty="0" err="1"/>
              <a:t>mean</a:t>
            </a:r>
            <a:r>
              <a:rPr lang="nl-NL" sz="1050" b="1" dirty="0"/>
              <a:t> never-user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AEBE50-1D00-E20A-5500-E7D0C559DA71}"/>
              </a:ext>
            </a:extLst>
          </p:cNvPr>
          <p:cNvCxnSpPr/>
          <p:nvPr/>
        </p:nvCxnSpPr>
        <p:spPr>
          <a:xfrm flipV="1">
            <a:off x="3131840" y="2965329"/>
            <a:ext cx="288032" cy="1178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569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31E5A1-8083-4CED-17FB-E1E14DD37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Data </a:t>
            </a:r>
            <a:r>
              <a:rPr lang="nl-NL" dirty="0" err="1"/>
              <a:t>Characteristics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7D757-26B2-8D9D-4FB5-5A3802A2EF6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many</a:t>
            </a:r>
            <a:r>
              <a:rPr lang="nl-NL" sz="1600" dirty="0"/>
              <a:t> zero intakes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Often</a:t>
            </a:r>
            <a:r>
              <a:rPr lang="nl-NL" sz="1600" dirty="0"/>
              <a:t> extra information on </a:t>
            </a:r>
            <a:r>
              <a:rPr lang="nl-NL" sz="1600" u="sng" dirty="0"/>
              <a:t>never</a:t>
            </a:r>
            <a:r>
              <a:rPr lang="nl-NL" sz="1600" dirty="0"/>
              <a:t> supplement users (e.g. </a:t>
            </a:r>
            <a:r>
              <a:rPr lang="nl-NL" sz="1600" dirty="0" err="1"/>
              <a:t>from</a:t>
            </a:r>
            <a:r>
              <a:rPr lang="nl-NL" sz="1600" dirty="0"/>
              <a:t> FFQ)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Irregular</a:t>
            </a:r>
            <a:r>
              <a:rPr lang="nl-NL" sz="1600" dirty="0"/>
              <a:t> histogram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positive</a:t>
            </a:r>
            <a:r>
              <a:rPr lang="nl-NL" sz="1600" dirty="0"/>
              <a:t> intake, </a:t>
            </a:r>
            <a:r>
              <a:rPr lang="nl-NL" sz="1600" dirty="0" err="1"/>
              <a:t>the</a:t>
            </a:r>
            <a:r>
              <a:rPr lang="nl-NL" sz="1600" dirty="0"/>
              <a:t> intake </a:t>
            </a:r>
            <a:r>
              <a:rPr lang="nl-NL" sz="1600" dirty="0" err="1"/>
              <a:t>amount</a:t>
            </a:r>
            <a:r>
              <a:rPr lang="nl-NL" sz="1600" dirty="0"/>
              <a:t> is </a:t>
            </a:r>
            <a:r>
              <a:rPr lang="nl-NL" sz="1600" dirty="0" err="1"/>
              <a:t>often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</a:t>
            </a:r>
            <a:r>
              <a:rPr lang="nl-NL" sz="1600" dirty="0" err="1"/>
              <a:t>within</a:t>
            </a:r>
            <a:r>
              <a:rPr lang="nl-NL" sz="1600" dirty="0"/>
              <a:t> </a:t>
            </a:r>
            <a:r>
              <a:rPr lang="nl-NL" sz="1600" dirty="0" err="1"/>
              <a:t>one</a:t>
            </a:r>
            <a:r>
              <a:rPr lang="nl-NL" sz="1600" dirty="0"/>
              <a:t> person (~70% of </a:t>
            </a:r>
            <a:r>
              <a:rPr lang="nl-NL" sz="1600" dirty="0" err="1"/>
              <a:t>the</a:t>
            </a:r>
            <a:r>
              <a:rPr lang="nl-NL" sz="1600" dirty="0"/>
              <a:t> time)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1D0DE4-02C5-70F9-4D86-2755293C02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 err="1"/>
              <a:t>Modelling</a:t>
            </a:r>
            <a:r>
              <a:rPr lang="nl-NL" dirty="0"/>
              <a:t> </a:t>
            </a:r>
            <a:r>
              <a:rPr lang="nl-NL" dirty="0" err="1"/>
              <a:t>strategy</a:t>
            </a:r>
            <a:endParaRPr lang="nl-NL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5A6F6D-88D4-8848-4BA1-E02F65BF577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nl-NL" sz="1600" dirty="0"/>
              <a:t>Model intake </a:t>
            </a:r>
            <a:r>
              <a:rPr lang="nl-NL" sz="1600" dirty="0" err="1"/>
              <a:t>frequency</a:t>
            </a:r>
            <a:r>
              <a:rPr lang="nl-NL" sz="1600" dirty="0"/>
              <a:t> as </a:t>
            </a:r>
            <a:r>
              <a:rPr lang="nl-NL" sz="1600" dirty="0" err="1"/>
              <a:t>before</a:t>
            </a:r>
            <a:endParaRPr lang="nl-NL" sz="1600" dirty="0"/>
          </a:p>
          <a:p>
            <a:pPr marL="342900" indent="-342900">
              <a:buAutoNum type="arabicPeriod"/>
            </a:pPr>
            <a:r>
              <a:rPr lang="nl-NL" sz="1600" dirty="0"/>
              <a:t>Account </a:t>
            </a:r>
            <a:r>
              <a:rPr lang="nl-NL" sz="1600" dirty="0" err="1"/>
              <a:t>for</a:t>
            </a:r>
            <a:r>
              <a:rPr lang="nl-NL" sz="1600" dirty="0"/>
              <a:t> never-users as </a:t>
            </a:r>
            <a:r>
              <a:rPr lang="nl-NL" sz="1600" dirty="0" err="1"/>
              <a:t>before</a:t>
            </a:r>
            <a:endParaRPr lang="nl-NL" sz="1600" dirty="0"/>
          </a:p>
          <a:p>
            <a:pPr marL="342900" indent="-342900">
              <a:buAutoNum type="arabicPeriod"/>
            </a:pPr>
            <a:r>
              <a:rPr lang="nl-NL" sz="1600" dirty="0"/>
              <a:t>Non-</a:t>
            </a:r>
            <a:r>
              <a:rPr lang="nl-NL" sz="1600" dirty="0" err="1"/>
              <a:t>parametric</a:t>
            </a:r>
            <a:r>
              <a:rPr lang="nl-NL" sz="1600" dirty="0"/>
              <a:t> approach (</a:t>
            </a:r>
            <a:r>
              <a:rPr lang="nl-NL" sz="1600" dirty="0" err="1"/>
              <a:t>stay</a:t>
            </a:r>
            <a:r>
              <a:rPr lang="nl-NL" sz="1600" dirty="0"/>
              <a:t> </a:t>
            </a:r>
            <a:r>
              <a:rPr lang="nl-NL" sz="1600" dirty="0" err="1"/>
              <a:t>very</a:t>
            </a:r>
            <a:r>
              <a:rPr lang="nl-NL" sz="1600" dirty="0"/>
              <a:t> close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original</a:t>
            </a:r>
            <a:r>
              <a:rPr lang="nl-NL" sz="1600" dirty="0"/>
              <a:t> data)</a:t>
            </a:r>
          </a:p>
          <a:p>
            <a:pPr marL="342900" indent="-342900">
              <a:buAutoNum type="arabicPeriod"/>
            </a:pPr>
            <a:r>
              <a:rPr lang="nl-NL" sz="1600" dirty="0" err="1"/>
              <a:t>If</a:t>
            </a:r>
            <a:r>
              <a:rPr lang="nl-NL" sz="1600" dirty="0"/>
              <a:t> </a:t>
            </a:r>
            <a:r>
              <a:rPr lang="nl-NL" sz="1600" dirty="0" err="1"/>
              <a:t>positive</a:t>
            </a:r>
            <a:r>
              <a:rPr lang="nl-NL" sz="1600" dirty="0"/>
              <a:t> intake, </a:t>
            </a:r>
            <a:r>
              <a:rPr lang="nl-NL" sz="1600" dirty="0" err="1"/>
              <a:t>assume</a:t>
            </a:r>
            <a:r>
              <a:rPr lang="nl-NL" sz="1600" dirty="0"/>
              <a:t>: </a:t>
            </a:r>
            <a:r>
              <a:rPr lang="nl-NL" sz="1600" dirty="0" err="1"/>
              <a:t>habitual</a:t>
            </a:r>
            <a:r>
              <a:rPr lang="nl-NL" sz="1600" dirty="0"/>
              <a:t> intake ≈ </a:t>
            </a:r>
            <a:r>
              <a:rPr lang="nl-NL" sz="1600" dirty="0" err="1"/>
              <a:t>mean</a:t>
            </a:r>
            <a:r>
              <a:rPr lang="nl-NL" sz="1600" dirty="0"/>
              <a:t> of </a:t>
            </a:r>
            <a:r>
              <a:rPr lang="nl-NL" sz="1600" dirty="0" err="1"/>
              <a:t>observed</a:t>
            </a:r>
            <a:r>
              <a:rPr lang="nl-NL" sz="1600" dirty="0"/>
              <a:t> intakes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0E7748-70E0-6DED-1D86-6508532A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025D9-9FF4-CA10-98E0-C8599FDAB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876D63-5F93-2C28-9F15-1C9F54D9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0A4AF8-E941-25A9-52FA-199D0CCA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80661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D286A1-F127-F76F-642E-218FDAD57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564F2-2608-354E-B562-3688C0FF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D177-19AC-D13B-7AAF-725A733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18</a:t>
            </a:fld>
            <a:endParaRPr lang="nl-NL" dirty="0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295721-6946-0BAE-5035-91746CD2E7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8" t="25229" r="5238" b="63325"/>
          <a:stretch/>
        </p:blipFill>
        <p:spPr>
          <a:xfrm>
            <a:off x="1547664" y="2408945"/>
            <a:ext cx="6851572" cy="2586673"/>
          </a:xfrm>
          <a:prstGeom prst="rect">
            <a:avLst/>
          </a:prstGeom>
        </p:spPr>
      </p:pic>
      <p:sp>
        <p:nvSpPr>
          <p:cNvPr id="2" name="Title 5">
            <a:extLst>
              <a:ext uri="{FF2B5EF4-FFF2-40B4-BE49-F238E27FC236}">
                <a16:creationId xmlns:a16="http://schemas.microsoft.com/office/drawing/2014/main" id="{BCA3EFEB-ED48-48E3-AA13-CC6DAC0D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052514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</p:spTree>
    <p:extLst>
      <p:ext uri="{BB962C8B-B14F-4D97-AF65-F5344CB8AC3E}">
        <p14:creationId xmlns:p14="http://schemas.microsoft.com/office/powerpoint/2010/main" val="3544156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393192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19</a:t>
            </a:fld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4C9D9-8AB9-FBE2-9765-26174F86A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2123728" y="2889662"/>
            <a:ext cx="3879726" cy="226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5261CC-8C82-5BB2-4032-99494572063E}"/>
              </a:ext>
            </a:extLst>
          </p:cNvPr>
          <p:cNvSpPr txBox="1"/>
          <p:nvPr/>
        </p:nvSpPr>
        <p:spPr>
          <a:xfrm>
            <a:off x="827584" y="3429000"/>
            <a:ext cx="1872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e.g. 25%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FA9BF-049C-30F8-23E9-6F59EE9A19FD}"/>
              </a:ext>
            </a:extLst>
          </p:cNvPr>
          <p:cNvSpPr txBox="1"/>
          <p:nvPr/>
        </p:nvSpPr>
        <p:spPr>
          <a:xfrm>
            <a:off x="2238201" y="2662753"/>
            <a:ext cx="3515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HI distr. never-</a:t>
            </a:r>
            <a:r>
              <a:rPr lang="nl-NL" sz="1100" b="1" dirty="0" err="1"/>
              <a:t>suppl</a:t>
            </a:r>
            <a:r>
              <a:rPr lang="nl-NL" sz="1100" b="1" dirty="0"/>
              <a:t>. users</a:t>
            </a:r>
          </a:p>
        </p:txBody>
      </p:sp>
    </p:spTree>
    <p:extLst>
      <p:ext uri="{BB962C8B-B14F-4D97-AF65-F5344CB8AC3E}">
        <p14:creationId xmlns:p14="http://schemas.microsoft.com/office/powerpoint/2010/main" val="224009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E76265D9-DDCB-9B6B-1442-E850E4F9F3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6210399" y="1529580"/>
            <a:ext cx="2933601" cy="170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20</a:t>
            </a:fld>
            <a:endParaRPr lang="nl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9D1D4C-9066-7B4B-136D-4FDB0AC4AB1A}"/>
              </a:ext>
            </a:extLst>
          </p:cNvPr>
          <p:cNvSpPr txBox="1"/>
          <p:nvPr/>
        </p:nvSpPr>
        <p:spPr>
          <a:xfrm>
            <a:off x="7164289" y="1608842"/>
            <a:ext cx="1847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50" b="1" dirty="0"/>
              <a:t>25% of </a:t>
            </a:r>
            <a:r>
              <a:rPr lang="nl-NL" sz="1050" b="1" dirty="0" err="1"/>
              <a:t>population</a:t>
            </a:r>
            <a:endParaRPr lang="nl-NL" sz="1050" b="1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ED26D83-2900-58D8-C2B4-BFE3EB557A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1"/>
          <a:stretch/>
        </p:blipFill>
        <p:spPr bwMode="auto">
          <a:xfrm>
            <a:off x="1619672" y="3838331"/>
            <a:ext cx="4842040" cy="275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8C9900-2106-5517-437B-3112D063CB4F}"/>
              </a:ext>
            </a:extLst>
          </p:cNvPr>
          <p:cNvSpPr txBox="1"/>
          <p:nvPr/>
        </p:nvSpPr>
        <p:spPr>
          <a:xfrm>
            <a:off x="6461712" y="128335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never-</a:t>
            </a:r>
            <a:r>
              <a:rPr lang="nl-NL" sz="1000" b="1" dirty="0" err="1"/>
              <a:t>suppl</a:t>
            </a:r>
            <a:r>
              <a:rPr lang="nl-NL" sz="1000" b="1" dirty="0"/>
              <a:t>. users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0EE50-4ED0-7821-508D-F786979F11E8}"/>
              </a:ext>
            </a:extLst>
          </p:cNvPr>
          <p:cNvSpPr txBox="1"/>
          <p:nvPr/>
        </p:nvSpPr>
        <p:spPr>
          <a:xfrm>
            <a:off x="1907704" y="3566878"/>
            <a:ext cx="3515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HI distr. </a:t>
            </a:r>
            <a:r>
              <a:rPr lang="nl-NL" sz="1100" b="1" dirty="0" err="1"/>
              <a:t>suppl</a:t>
            </a:r>
            <a:r>
              <a:rPr lang="nl-NL" sz="1100" b="1" dirty="0"/>
              <a:t>. users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0" y="2257795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92500" lnSpcReduction="2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dirty="0"/>
              <a:t>Obtain HI </a:t>
            </a:r>
            <a:r>
              <a:rPr lang="nl-NL" sz="1600" dirty="0" err="1"/>
              <a:t>distribution</a:t>
            </a:r>
            <a:r>
              <a:rPr lang="nl-NL" sz="1600" dirty="0"/>
              <a:t> of (</a:t>
            </a:r>
            <a:r>
              <a:rPr lang="nl-NL" sz="1600" dirty="0" err="1"/>
              <a:t>potential</a:t>
            </a:r>
            <a:r>
              <a:rPr lang="nl-NL" sz="1600" dirty="0"/>
              <a:t>) supplement users.</a:t>
            </a:r>
            <a:br>
              <a:rPr lang="nl-NL" sz="1600" dirty="0"/>
            </a:b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446258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21</a:t>
            </a:fld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04C9D9-8AB9-FBE2-9765-26174F86A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64"/>
          <a:stretch/>
        </p:blipFill>
        <p:spPr bwMode="auto">
          <a:xfrm>
            <a:off x="6372200" y="1481279"/>
            <a:ext cx="2639904" cy="153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9D1D4C-9066-7B4B-136D-4FDB0AC4AB1A}"/>
              </a:ext>
            </a:extLst>
          </p:cNvPr>
          <p:cNvSpPr txBox="1"/>
          <p:nvPr/>
        </p:nvSpPr>
        <p:spPr>
          <a:xfrm>
            <a:off x="7164289" y="1608842"/>
            <a:ext cx="1847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50" b="1" dirty="0"/>
              <a:t>25% of </a:t>
            </a:r>
            <a:r>
              <a:rPr lang="nl-NL" sz="1050" b="1" dirty="0" err="1"/>
              <a:t>population</a:t>
            </a:r>
            <a:endParaRPr lang="nl-NL" sz="105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8C9900-2106-5517-437B-3112D063CB4F}"/>
              </a:ext>
            </a:extLst>
          </p:cNvPr>
          <p:cNvSpPr txBox="1"/>
          <p:nvPr/>
        </p:nvSpPr>
        <p:spPr>
          <a:xfrm>
            <a:off x="6461712" y="128335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never-</a:t>
            </a:r>
            <a:r>
              <a:rPr lang="nl-NL" sz="1000" b="1" dirty="0" err="1"/>
              <a:t>suppl</a:t>
            </a:r>
            <a:r>
              <a:rPr lang="nl-NL" sz="1000" b="1" dirty="0"/>
              <a:t>. users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92500" lnSpcReduction="2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dirty="0"/>
              <a:t>Obtain HI </a:t>
            </a:r>
            <a:r>
              <a:rPr lang="nl-NL" sz="1600" dirty="0" err="1"/>
              <a:t>distribution</a:t>
            </a:r>
            <a:r>
              <a:rPr lang="nl-NL" sz="1600" dirty="0"/>
              <a:t> of (</a:t>
            </a:r>
            <a:r>
              <a:rPr lang="nl-NL" sz="1600" dirty="0" err="1"/>
              <a:t>potential</a:t>
            </a:r>
            <a:r>
              <a:rPr lang="nl-NL" sz="1600" dirty="0"/>
              <a:t>) supplement users.</a:t>
            </a:r>
            <a:br>
              <a:rPr lang="nl-NL" sz="1600" dirty="0"/>
            </a:br>
            <a:endParaRPr lang="nl-NL" sz="1600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602792DB-9617-E12A-24A1-07104E1488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31"/>
          <a:stretch/>
        </p:blipFill>
        <p:spPr bwMode="auto">
          <a:xfrm>
            <a:off x="6327838" y="3340982"/>
            <a:ext cx="2639904" cy="150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41D2C1-DF13-029C-F99A-B905EA28274D}"/>
              </a:ext>
            </a:extLst>
          </p:cNvPr>
          <p:cNvSpPr txBox="1"/>
          <p:nvPr/>
        </p:nvSpPr>
        <p:spPr>
          <a:xfrm>
            <a:off x="6435364" y="3115831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</a:t>
            </a:r>
            <a:r>
              <a:rPr lang="nl-NL" sz="1000" b="1" dirty="0" err="1"/>
              <a:t>suppl</a:t>
            </a:r>
            <a:r>
              <a:rPr lang="nl-NL" sz="1000" b="1" dirty="0"/>
              <a:t>.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00D4252-8305-7E3D-1BB5-52B2E5C50AF7}"/>
              </a:ext>
            </a:extLst>
          </p:cNvPr>
          <p:cNvSpPr txBox="1"/>
          <p:nvPr/>
        </p:nvSpPr>
        <p:spPr>
          <a:xfrm>
            <a:off x="6820811" y="4775486"/>
            <a:ext cx="18478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/>
              <a:t>75% of </a:t>
            </a:r>
            <a:r>
              <a:rPr lang="nl-NL" sz="1200" b="1" dirty="0" err="1"/>
              <a:t>population</a:t>
            </a:r>
            <a:endParaRPr lang="nl-NL" sz="1200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2778920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88E095B-D79E-9570-4455-FBB2BC7A7C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43"/>
          <a:stretch/>
        </p:blipFill>
        <p:spPr bwMode="auto">
          <a:xfrm>
            <a:off x="899592" y="3636158"/>
            <a:ext cx="4680520" cy="267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249389-4021-C045-B7D1-EEEE33BEF3D7}"/>
              </a:ext>
            </a:extLst>
          </p:cNvPr>
          <p:cNvSpPr txBox="1"/>
          <p:nvPr/>
        </p:nvSpPr>
        <p:spPr>
          <a:xfrm>
            <a:off x="1207495" y="3400449"/>
            <a:ext cx="35154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000" b="1" dirty="0"/>
              <a:t>HI distr. </a:t>
            </a:r>
            <a:r>
              <a:rPr lang="nl-NL" sz="1000" b="1" dirty="0" err="1"/>
              <a:t>entire</a:t>
            </a:r>
            <a:r>
              <a:rPr lang="nl-NL" sz="1000" b="1" dirty="0"/>
              <a:t> </a:t>
            </a:r>
            <a:r>
              <a:rPr lang="nl-NL" sz="1000" b="1" dirty="0" err="1"/>
              <a:t>population</a:t>
            </a:r>
            <a:endParaRPr lang="nl-NL" sz="1000" b="1" dirty="0"/>
          </a:p>
        </p:txBody>
      </p:sp>
    </p:spTree>
    <p:extLst>
      <p:ext uri="{BB962C8B-B14F-4D97-AF65-F5344CB8AC3E}">
        <p14:creationId xmlns:p14="http://schemas.microsoft.com/office/powerpoint/2010/main" val="868179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22</a:t>
            </a:fld>
            <a:endParaRPr lang="nl-NL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92500" lnSpcReduction="2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dirty="0"/>
              <a:t>Obtain HI </a:t>
            </a:r>
            <a:r>
              <a:rPr lang="nl-NL" sz="1600" dirty="0" err="1"/>
              <a:t>distribution</a:t>
            </a:r>
            <a:r>
              <a:rPr lang="nl-NL" sz="1600" dirty="0"/>
              <a:t> of (</a:t>
            </a:r>
            <a:r>
              <a:rPr lang="nl-NL" sz="1600" dirty="0" err="1"/>
              <a:t>potential</a:t>
            </a:r>
            <a:r>
              <a:rPr lang="nl-NL" sz="1600" dirty="0"/>
              <a:t>) supplement 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2778920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1007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23</a:t>
            </a:fld>
            <a:endParaRPr lang="nl-NL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85000" lnSpcReduction="1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b="1" dirty="0"/>
              <a:t>Obtain HI </a:t>
            </a:r>
            <a:r>
              <a:rPr lang="nl-NL" sz="1600" b="1" dirty="0" err="1"/>
              <a:t>distribution</a:t>
            </a:r>
            <a:r>
              <a:rPr lang="nl-NL" sz="1600" b="1" dirty="0"/>
              <a:t> of (</a:t>
            </a:r>
            <a:r>
              <a:rPr lang="nl-NL" sz="1600" b="1" dirty="0" err="1"/>
              <a:t>potential</a:t>
            </a:r>
            <a:r>
              <a:rPr lang="nl-NL" sz="1600" b="1" dirty="0"/>
              <a:t>) supplement users.</a:t>
            </a:r>
            <a:br>
              <a:rPr lang="nl-NL" sz="1600" b="1" dirty="0"/>
            </a:br>
            <a:endParaRPr lang="nl-NL" sz="1600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2778920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9599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24</a:t>
            </a:fld>
            <a:endParaRPr lang="nl-NL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85000" lnSpcReduction="1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b="1" dirty="0"/>
              <a:t>Obtain HI </a:t>
            </a:r>
            <a:r>
              <a:rPr lang="nl-NL" sz="1600" b="1" dirty="0" err="1"/>
              <a:t>distribution</a:t>
            </a:r>
            <a:r>
              <a:rPr lang="nl-NL" sz="1600" b="1" dirty="0"/>
              <a:t> of (</a:t>
            </a:r>
            <a:r>
              <a:rPr lang="nl-NL" sz="1600" b="1" dirty="0" err="1"/>
              <a:t>potential</a:t>
            </a:r>
            <a:r>
              <a:rPr lang="nl-NL" sz="1600" b="1" dirty="0"/>
              <a:t>) supplement users.</a:t>
            </a:r>
            <a:br>
              <a:rPr lang="nl-NL" sz="1600" b="1" dirty="0"/>
            </a:br>
            <a:endParaRPr lang="nl-NL" sz="1600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4371591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1F942A-F48A-C01B-597C-5E30D5FFFAB0}"/>
                  </a:ext>
                </a:extLst>
              </p:cNvPr>
              <p:cNvSpPr txBox="1"/>
              <p:nvPr/>
            </p:nvSpPr>
            <p:spPr>
              <a:xfrm>
                <a:off x="476250" y="3089707"/>
                <a:ext cx="827221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dirty="0"/>
                  <a:t>Fit </a:t>
                </a:r>
                <a:r>
                  <a:rPr lang="nl-NL" sz="1400" dirty="0" err="1"/>
                  <a:t>probability</a:t>
                </a:r>
                <a:r>
                  <a:rPr lang="nl-NL" sz="1400" dirty="0"/>
                  <a:t> of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</a:t>
                </a:r>
              </a:p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dirty="0" err="1"/>
                  <a:t>Conditional</a:t>
                </a:r>
                <a:r>
                  <a:rPr lang="nl-NL" sz="1400" dirty="0"/>
                  <a:t> on </a:t>
                </a:r>
                <a:r>
                  <a:rPr lang="nl-NL" sz="1400" dirty="0" err="1"/>
                  <a:t>having</a:t>
                </a:r>
                <a:r>
                  <a:rPr lang="nl-NL" sz="1400" dirty="0"/>
                  <a:t>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intake, </a:t>
                </a:r>
                <a:r>
                  <a:rPr lang="nl-NL" sz="1400" dirty="0" err="1"/>
                  <a:t>determine</a:t>
                </a:r>
                <a:r>
                  <a:rPr lang="nl-NL" sz="1400" dirty="0"/>
                  <a:t> </a:t>
                </a:r>
                <a:r>
                  <a:rPr lang="nl-NL" sz="1400" dirty="0" err="1"/>
                  <a:t>distribution</a:t>
                </a:r>
                <a:r>
                  <a:rPr lang="nl-NL" sz="1400" dirty="0"/>
                  <a:t> of HI. </a:t>
                </a:r>
              </a:p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dirty="0"/>
                  <a:t>Obtain HI </a:t>
                </a:r>
                <a:r>
                  <a:rPr lang="nl-NL" sz="1400" dirty="0" err="1"/>
                  <a:t>distribution</a:t>
                </a:r>
                <a:r>
                  <a:rPr lang="nl-NL" sz="1400" dirty="0"/>
                  <a:t>, </a:t>
                </a:r>
                <a:r>
                  <a:rPr lang="nl-NL" sz="1400" dirty="0" err="1"/>
                  <a:t>using</a:t>
                </a:r>
                <a:r>
                  <a:rPr lang="nl-NL" sz="1400" dirty="0"/>
                  <a:t>:</a:t>
                </a:r>
                <a:br>
                  <a:rPr lang="nl-NL" sz="1400" dirty="0"/>
                </a:br>
                <a:br>
                  <a:rPr lang="nl-NL" sz="1400" dirty="0"/>
                </a:br>
                <a14:m>
                  <m:oMath xmlns:m="http://schemas.openxmlformats.org/officeDocument/2006/math"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𝐻𝐼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</m:t>
                        </m:r>
                      </m:e>
                    </m:d>
                    <m:r>
                      <m:rPr>
                        <m:nor/>
                      </m:rPr>
                      <a:rPr lang="nl-NL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NL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nl-NL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endChr m:val="|"/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𝐻𝐼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𝑝𝑜𝑠𝑖𝑡𝑖𝑣𝑒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𝑖𝑛𝑡𝑎𝑘𝑒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1F942A-F48A-C01B-597C-5E30D5FF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3089707"/>
                <a:ext cx="8272214" cy="1446550"/>
              </a:xfrm>
              <a:prstGeom prst="rect">
                <a:avLst/>
              </a:prstGeom>
              <a:blipFill>
                <a:blip r:embed="rId3"/>
                <a:stretch>
                  <a:fillRect t="-84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AFFB82-6900-5793-4C75-E10618320A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8" t="25229" r="5238" b="63325"/>
          <a:stretch/>
        </p:blipFill>
        <p:spPr>
          <a:xfrm>
            <a:off x="4139952" y="5056748"/>
            <a:ext cx="4464496" cy="168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41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3065E0-8572-3ED8-0BA3-020080B86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1" y="1700808"/>
            <a:ext cx="6183982" cy="948047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nl-NL" dirty="0"/>
              <a:t>Modelling steps: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sz="1600" dirty="0"/>
              <a:t>For </a:t>
            </a:r>
            <a:r>
              <a:rPr lang="nl-NL" sz="1600" dirty="0" err="1"/>
              <a:t>every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: </a:t>
            </a:r>
            <a:r>
              <a:rPr lang="nl-NL" sz="1600" dirty="0" err="1"/>
              <a:t>determine</a:t>
            </a:r>
            <a:r>
              <a:rPr lang="nl-NL" sz="1600" dirty="0"/>
              <a:t> percentage of never-users.</a:t>
            </a:r>
            <a:br>
              <a:rPr lang="nl-NL" sz="1600" dirty="0"/>
            </a:br>
            <a:endParaRPr lang="nl-NL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C1A5EC-F1B4-48CE-B3DB-05842BC4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73" y="548680"/>
            <a:ext cx="8192691" cy="948047"/>
          </a:xfrm>
        </p:spPr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model supplement intake?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70D0-4F5E-E306-7039-42D4898F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17752-F1A1-BB6B-346C-12D4E42AF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4F09D-F380-E022-08C8-28B476E2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25</a:t>
            </a:fld>
            <a:endParaRPr lang="nl-NL" dirty="0"/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FFF3CCF4-477E-BB40-C526-5FA3198EFB7F}"/>
              </a:ext>
            </a:extLst>
          </p:cNvPr>
          <p:cNvSpPr txBox="1">
            <a:spLocks/>
          </p:cNvSpPr>
          <p:nvPr/>
        </p:nvSpPr>
        <p:spPr>
          <a:xfrm>
            <a:off x="476251" y="2216857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 fontScale="85000" lnSpcReduction="10000"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sz="1600" b="1" dirty="0"/>
              <a:t>Obtain HI </a:t>
            </a:r>
            <a:r>
              <a:rPr lang="nl-NL" sz="1600" b="1" dirty="0" err="1"/>
              <a:t>distribution</a:t>
            </a:r>
            <a:r>
              <a:rPr lang="nl-NL" sz="1600" b="1" dirty="0"/>
              <a:t> of (</a:t>
            </a:r>
            <a:r>
              <a:rPr lang="nl-NL" sz="1600" b="1" dirty="0" err="1"/>
              <a:t>potential</a:t>
            </a:r>
            <a:r>
              <a:rPr lang="nl-NL" sz="1600" b="1" dirty="0"/>
              <a:t>) supplement users.</a:t>
            </a:r>
            <a:br>
              <a:rPr lang="nl-NL" sz="1600" b="1" dirty="0"/>
            </a:br>
            <a:endParaRPr lang="nl-NL" sz="1600" b="1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8CB08D0B-50FD-2493-A077-75F52B32AEDE}"/>
              </a:ext>
            </a:extLst>
          </p:cNvPr>
          <p:cNvSpPr txBox="1">
            <a:spLocks/>
          </p:cNvSpPr>
          <p:nvPr/>
        </p:nvSpPr>
        <p:spPr>
          <a:xfrm>
            <a:off x="476251" y="4371591"/>
            <a:ext cx="6183982" cy="948047"/>
          </a:xfrm>
          <a:prstGeom prst="rect">
            <a:avLst/>
          </a:prstGeom>
        </p:spPr>
        <p:txBody>
          <a:bodyPr vert="horz" lIns="91440" tIns="45720" rIns="91440" bIns="45720" numCol="1" spcCol="46800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3"/>
            </a:pPr>
            <a:r>
              <a:rPr lang="nl-NL" sz="1500" dirty="0"/>
              <a:t>For </a:t>
            </a:r>
            <a:r>
              <a:rPr lang="nl-NL" sz="1500" dirty="0" err="1"/>
              <a:t>every</a:t>
            </a:r>
            <a:r>
              <a:rPr lang="nl-NL" sz="1500" dirty="0"/>
              <a:t> </a:t>
            </a:r>
            <a:r>
              <a:rPr lang="nl-NL" sz="1500" dirty="0" err="1"/>
              <a:t>age</a:t>
            </a:r>
            <a:r>
              <a:rPr lang="nl-NL" sz="1500" dirty="0"/>
              <a:t>: combine </a:t>
            </a:r>
            <a:r>
              <a:rPr lang="nl-NL" sz="1500" dirty="0" err="1"/>
              <a:t>the</a:t>
            </a:r>
            <a:r>
              <a:rPr lang="nl-NL" sz="1500" dirty="0"/>
              <a:t> </a:t>
            </a:r>
            <a:r>
              <a:rPr lang="nl-NL" sz="1500" dirty="0" err="1"/>
              <a:t>two</a:t>
            </a:r>
            <a:r>
              <a:rPr lang="nl-NL" sz="1500" dirty="0"/>
              <a:t> </a:t>
            </a:r>
            <a:r>
              <a:rPr lang="nl-NL" sz="1500" dirty="0" err="1"/>
              <a:t>distributions</a:t>
            </a:r>
            <a:r>
              <a:rPr lang="nl-NL" sz="15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1F942A-F48A-C01B-597C-5E30D5FFFAB0}"/>
                  </a:ext>
                </a:extLst>
              </p:cNvPr>
              <p:cNvSpPr txBox="1"/>
              <p:nvPr/>
            </p:nvSpPr>
            <p:spPr>
              <a:xfrm>
                <a:off x="476250" y="3089707"/>
                <a:ext cx="827221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dirty="0"/>
                  <a:t>Fit </a:t>
                </a:r>
                <a:r>
                  <a:rPr lang="nl-NL" sz="1400" dirty="0" err="1"/>
                  <a:t>probability</a:t>
                </a:r>
                <a:r>
                  <a:rPr lang="nl-NL" sz="1400" dirty="0"/>
                  <a:t> of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</a:t>
                </a:r>
              </a:p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b="1" dirty="0" err="1"/>
                  <a:t>Conditional</a:t>
                </a:r>
                <a:r>
                  <a:rPr lang="nl-NL" sz="1400" b="1" dirty="0"/>
                  <a:t> on </a:t>
                </a:r>
                <a:r>
                  <a:rPr lang="nl-NL" sz="1400" b="1" dirty="0" err="1"/>
                  <a:t>having</a:t>
                </a:r>
                <a:r>
                  <a:rPr lang="nl-NL" sz="1400" b="1" dirty="0"/>
                  <a:t> </a:t>
                </a:r>
                <a:r>
                  <a:rPr lang="nl-NL" sz="1400" b="1" dirty="0" err="1"/>
                  <a:t>positive</a:t>
                </a:r>
                <a:r>
                  <a:rPr lang="nl-NL" sz="1400" b="1" dirty="0"/>
                  <a:t> intake, </a:t>
                </a:r>
                <a:r>
                  <a:rPr lang="nl-NL" sz="1400" b="1" dirty="0" err="1"/>
                  <a:t>determine</a:t>
                </a:r>
                <a:r>
                  <a:rPr lang="nl-NL" sz="1400" b="1" dirty="0"/>
                  <a:t> </a:t>
                </a:r>
                <a:r>
                  <a:rPr lang="nl-NL" sz="1400" b="1" dirty="0" err="1"/>
                  <a:t>distribution</a:t>
                </a:r>
                <a:r>
                  <a:rPr lang="nl-NL" sz="1400" b="1" dirty="0"/>
                  <a:t> of HI. </a:t>
                </a:r>
              </a:p>
              <a:p>
                <a:pPr marL="577800" lvl="1" indent="-342900">
                  <a:buFont typeface="+mj-lt"/>
                  <a:buAutoNum type="alphaLcParenR"/>
                </a:pPr>
                <a:r>
                  <a:rPr lang="nl-NL" sz="1400" dirty="0"/>
                  <a:t>Obtain HI </a:t>
                </a:r>
                <a:r>
                  <a:rPr lang="nl-NL" sz="1400" dirty="0" err="1"/>
                  <a:t>distribution</a:t>
                </a:r>
                <a:r>
                  <a:rPr lang="nl-NL" sz="1400" dirty="0"/>
                  <a:t>, </a:t>
                </a:r>
                <a:r>
                  <a:rPr lang="nl-NL" sz="1400" dirty="0" err="1"/>
                  <a:t>using</a:t>
                </a:r>
                <a:r>
                  <a:rPr lang="nl-NL" sz="1400" dirty="0"/>
                  <a:t>:</a:t>
                </a:r>
                <a:br>
                  <a:rPr lang="nl-NL" sz="1400" dirty="0"/>
                </a:br>
                <a:br>
                  <a:rPr lang="nl-NL" sz="1400" dirty="0"/>
                </a:br>
                <a14:m>
                  <m:oMath xmlns:m="http://schemas.openxmlformats.org/officeDocument/2006/math"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𝐻𝐼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</m:t>
                        </m:r>
                      </m:e>
                    </m:d>
                    <m:r>
                      <m:rPr>
                        <m:nor/>
                      </m:rPr>
                      <a:rPr lang="nl-NL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nl-NL" sz="1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nl-NL" sz="1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endChr m:val="|"/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𝐻𝐼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𝑝𝑜𝑠𝑖𝑡𝑖𝑣𝑒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𝑖𝑛𝑡𝑎𝑘𝑒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61F942A-F48A-C01B-597C-5E30D5FFF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3089707"/>
                <a:ext cx="8272214" cy="1446550"/>
              </a:xfrm>
              <a:prstGeom prst="rect">
                <a:avLst/>
              </a:prstGeom>
              <a:blipFill>
                <a:blip r:embed="rId3"/>
                <a:stretch>
                  <a:fillRect t="-844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C9BFC8-92C5-9CF4-705A-432CC68B78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38" t="25229" r="5238" b="63325"/>
          <a:stretch/>
        </p:blipFill>
        <p:spPr>
          <a:xfrm>
            <a:off x="4139952" y="5056748"/>
            <a:ext cx="4464496" cy="1685481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1AB3F193-4811-7D3C-04B9-3A8F6CE9456C}"/>
              </a:ext>
            </a:extLst>
          </p:cNvPr>
          <p:cNvSpPr/>
          <p:nvPr/>
        </p:nvSpPr>
        <p:spPr>
          <a:xfrm rot="3368460">
            <a:off x="6992938" y="5460712"/>
            <a:ext cx="216024" cy="619626"/>
          </a:xfrm>
          <a:prstGeom prst="down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952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08FB-9ABB-8B47-2658-EE7F9ED7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 </a:t>
            </a:r>
            <a:r>
              <a:rPr lang="nl-NL" dirty="0" err="1"/>
              <a:t>distribution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on </a:t>
            </a:r>
            <a:r>
              <a:rPr lang="nl-NL" dirty="0" err="1"/>
              <a:t>positive</a:t>
            </a:r>
            <a:r>
              <a:rPr lang="nl-NL" dirty="0"/>
              <a:t> intake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6075-7E8C-6572-6A20-F3CD567445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1728589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Approach: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 err="1"/>
              <a:t>Assign</a:t>
            </a:r>
            <a:r>
              <a:rPr lang="nl-NL" dirty="0"/>
              <a:t> a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person in </a:t>
            </a:r>
            <a:r>
              <a:rPr lang="nl-NL" dirty="0" err="1"/>
              <a:t>the</a:t>
            </a:r>
            <a:r>
              <a:rPr lang="nl-NL" dirty="0"/>
              <a:t> dataset</a:t>
            </a:r>
            <a:br>
              <a:rPr lang="nl-NL" dirty="0"/>
            </a:b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514C-AB95-CEAE-D9EC-78774A44D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F5EF-4688-F049-4F90-779F8C12C4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BAEA-2236-88BF-220E-2B7261FBB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26</a:t>
            </a:fld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CD349F-1285-9033-EAD8-280C0608EE38}"/>
              </a:ext>
            </a:extLst>
          </p:cNvPr>
          <p:cNvSpPr txBox="1">
            <a:spLocks/>
          </p:cNvSpPr>
          <p:nvPr/>
        </p:nvSpPr>
        <p:spPr>
          <a:xfrm>
            <a:off x="475654" y="2883251"/>
            <a:ext cx="8192691" cy="2550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b="1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dirty="0" err="1"/>
              <a:t>Directly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these </a:t>
            </a:r>
            <a:r>
              <a:rPr lang="nl-NL" dirty="0" err="1"/>
              <a:t>habitual</a:t>
            </a:r>
            <a:r>
              <a:rPr lang="nl-NL" dirty="0"/>
              <a:t> intakes (</a:t>
            </a:r>
            <a:r>
              <a:rPr lang="nl-NL" dirty="0" err="1"/>
              <a:t>empirical</a:t>
            </a:r>
            <a:r>
              <a:rPr lang="nl-NL" dirty="0"/>
              <a:t> </a:t>
            </a:r>
            <a:r>
              <a:rPr lang="nl-NL" dirty="0" err="1"/>
              <a:t>distribution</a:t>
            </a:r>
            <a:r>
              <a:rPr lang="nl-NL" dirty="0"/>
              <a:t>)</a:t>
            </a:r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148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08FB-9ABB-8B47-2658-EE7F9ED7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 </a:t>
            </a:r>
            <a:r>
              <a:rPr lang="nl-NL" dirty="0" err="1"/>
              <a:t>distribution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on </a:t>
            </a:r>
            <a:r>
              <a:rPr lang="nl-NL" dirty="0" err="1"/>
              <a:t>positive</a:t>
            </a:r>
            <a:r>
              <a:rPr lang="nl-NL" dirty="0"/>
              <a:t> intake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6075-7E8C-6572-6A20-F3CD567445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1728589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Approach: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 err="1"/>
              <a:t>Assign</a:t>
            </a:r>
            <a:r>
              <a:rPr lang="nl-NL" dirty="0"/>
              <a:t> a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person in </a:t>
            </a:r>
            <a:r>
              <a:rPr lang="nl-NL" dirty="0" err="1"/>
              <a:t>the</a:t>
            </a:r>
            <a:r>
              <a:rPr lang="nl-NL" dirty="0"/>
              <a:t> dataset</a:t>
            </a:r>
            <a:br>
              <a:rPr lang="nl-NL" dirty="0"/>
            </a:b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514C-AB95-CEAE-D9EC-78774A44D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F5EF-4688-F049-4F90-779F8C12C4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BAEA-2236-88BF-220E-2B7261FBB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27</a:t>
            </a:fld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CD349F-1285-9033-EAD8-280C0608EE38}"/>
              </a:ext>
            </a:extLst>
          </p:cNvPr>
          <p:cNvSpPr txBox="1">
            <a:spLocks/>
          </p:cNvSpPr>
          <p:nvPr/>
        </p:nvSpPr>
        <p:spPr>
          <a:xfrm>
            <a:off x="475654" y="4437112"/>
            <a:ext cx="8192691" cy="2550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b="1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dirty="0" err="1"/>
              <a:t>Directly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these </a:t>
            </a:r>
            <a:r>
              <a:rPr lang="nl-NL" dirty="0" err="1"/>
              <a:t>habitual</a:t>
            </a:r>
            <a:r>
              <a:rPr lang="nl-NL" dirty="0"/>
              <a:t> intakes (</a:t>
            </a:r>
            <a:r>
              <a:rPr lang="nl-NL" dirty="0" err="1"/>
              <a:t>empirical</a:t>
            </a:r>
            <a:r>
              <a:rPr lang="nl-NL" dirty="0"/>
              <a:t> </a:t>
            </a:r>
            <a:r>
              <a:rPr lang="nl-NL" dirty="0" err="1"/>
              <a:t>distribution</a:t>
            </a:r>
            <a:r>
              <a:rPr lang="nl-NL" dirty="0"/>
              <a:t>)</a:t>
            </a:r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E9FA0B-A94A-8B40-7381-31AC6CE008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3609" y="2855636"/>
                <a:ext cx="7624142" cy="25503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37600" indent="-23760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tx2"/>
                  </a:buClr>
                  <a:buSzPct val="80000"/>
                  <a:buFont typeface="Verdana" panose="020B0604030504040204" pitchFamily="34" charset="0"/>
                  <a:buChar char="›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72500" indent="-23760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tx2"/>
                  </a:buClr>
                  <a:buFont typeface="Verdana" panose="020B060403050404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0100" indent="-237600" algn="l" defTabSz="6858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450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26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Verdana" panose="020B0604030504040204" pitchFamily="34" charset="0"/>
                  <a:buChar char="–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4175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54000" indent="-54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SzPct val="25000"/>
                  <a:buFont typeface="Verdana" panose="020B0604030504040204" pitchFamily="34" charset="0"/>
                  <a:buChar char=" "/>
                  <a:defRPr sz="900" b="1" i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54000" indent="-54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SzPct val="25000"/>
                  <a:buFont typeface="Verdana" panose="020B0604030504040204" pitchFamily="34" charset="0"/>
                  <a:buChar char=" "/>
                  <a:defRPr sz="900" i="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2000" indent="-108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Clr>
                    <a:schemeClr val="tx2"/>
                  </a:buClr>
                  <a:buFont typeface="Verdana" panose="020B0604030504040204" pitchFamily="34" charset="0"/>
                  <a:buChar char="–"/>
                  <a:defRPr sz="900" i="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Font typeface="Verdana" panose="020B0604030504040204" pitchFamily="34" charset="0"/>
                  <a:buNone/>
                </a:pPr>
                <a:br>
                  <a:rPr lang="nl-NL" dirty="0"/>
                </a:br>
                <a:endParaRPr lang="nl-NL" b="1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nl-NL" sz="1400" dirty="0"/>
                  <a:t>- For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≥1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intakes:    </a:t>
                </a:r>
                <a:br>
                  <a:rPr lang="nl-NL" sz="1400" dirty="0"/>
                </a:br>
                <a:br>
                  <a:rPr lang="nl-NL" sz="1400" dirty="0"/>
                </a:br>
                <a:r>
                  <a:rPr lang="nl-NL" sz="1400" dirty="0"/>
                  <a:t>  (</a:t>
                </a:r>
                <a14:m>
                  <m:oMath xmlns:m="http://schemas.openxmlformats.org/officeDocument/2006/math"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𝐻𝐼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</m:t>
                        </m:r>
                      </m:e>
                    </m:d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𝑖𝑛𝑡𝑎𝑘𝑒𝑠</m:t>
                        </m:r>
                      </m:e>
                    </m:d>
                  </m:oMath>
                </a14:m>
                <a:br>
                  <a:rPr lang="nl-NL" sz="1400" dirty="0"/>
                </a:br>
                <a:br>
                  <a:rPr lang="nl-NL" sz="1400" dirty="0"/>
                </a:br>
                <a:r>
                  <a:rPr lang="nl-NL" sz="1400" dirty="0"/>
                  <a:t>- For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0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intakes: </a:t>
                </a:r>
                <a:r>
                  <a:rPr lang="nl-NL" sz="1400" dirty="0" err="1"/>
                  <a:t>randomly</a:t>
                </a:r>
                <a:r>
                  <a:rPr lang="nl-NL" sz="1400" dirty="0"/>
                  <a:t> </a:t>
                </a:r>
                <a:r>
                  <a:rPr lang="nl-NL" sz="1400" dirty="0" err="1"/>
                  <a:t>pick</a:t>
                </a:r>
                <a:r>
                  <a:rPr lang="nl-NL" sz="1400" dirty="0"/>
                  <a:t> </a:t>
                </a:r>
                <a:r>
                  <a:rPr lang="nl-NL" sz="1400" dirty="0" err="1"/>
                  <a:t>the</a:t>
                </a:r>
                <a:r>
                  <a:rPr lang="nl-NL" sz="1400" dirty="0"/>
                  <a:t> HI </a:t>
                </a:r>
                <a:r>
                  <a:rPr lang="nl-NL" sz="1400" dirty="0" err="1"/>
                  <a:t>from</a:t>
                </a:r>
                <a:r>
                  <a:rPr lang="nl-NL" sz="1400" dirty="0"/>
                  <a:t>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br>
                  <a:rPr lang="nl-NL" sz="1400" dirty="0"/>
                </a:br>
                <a:r>
                  <a:rPr lang="nl-NL" sz="1400" dirty="0"/>
                  <a:t> 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≥1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 </a:t>
                </a:r>
                <a:r>
                  <a:rPr lang="nl-NL" sz="1400" i="1" dirty="0" err="1"/>
                  <a:t>from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the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same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agegroup</a:t>
                </a:r>
                <a:r>
                  <a:rPr lang="nl-NL" sz="1400" dirty="0"/>
                  <a:t>. </a:t>
                </a:r>
                <a:r>
                  <a:rPr lang="nl-NL" sz="1400" i="1" dirty="0"/>
                  <a:t>These </a:t>
                </a:r>
                <a:r>
                  <a:rPr lang="nl-NL" sz="1400" i="1" dirty="0" err="1"/>
                  <a:t>agegroups</a:t>
                </a:r>
                <a:r>
                  <a:rPr lang="nl-NL" sz="1400" i="1" dirty="0"/>
                  <a:t> follow </a:t>
                </a:r>
                <a:r>
                  <a:rPr lang="nl-NL" sz="1400" i="1" dirty="0" err="1"/>
                  <a:t>from</a:t>
                </a:r>
                <a:r>
                  <a:rPr lang="nl-NL" sz="1400" i="1" dirty="0"/>
                  <a:t> a </a:t>
                </a:r>
                <a:r>
                  <a:rPr lang="nl-NL" sz="1400" i="1" dirty="0" err="1"/>
                  <a:t>regression</a:t>
                </a:r>
                <a:r>
                  <a:rPr lang="nl-NL" sz="1400" i="1" dirty="0"/>
                  <a:t> tree</a:t>
                </a:r>
                <a:r>
                  <a:rPr lang="nl-NL" sz="1400" dirty="0"/>
                  <a:t>.</a:t>
                </a:r>
              </a:p>
              <a:p>
                <a:pPr marL="342900" indent="-342900" fontAlgn="auto">
                  <a:spcAft>
                    <a:spcPts val="0"/>
                  </a:spcAft>
                  <a:buFont typeface="+mj-lt"/>
                  <a:buAutoNum type="arabicPeriod" startAt="2"/>
                </a:pPr>
                <a:endParaRPr lang="nl-NL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E9FA0B-A94A-8B40-7381-31AC6CE00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9" y="2855636"/>
                <a:ext cx="7624142" cy="2550342"/>
              </a:xfrm>
              <a:prstGeom prst="rect">
                <a:avLst/>
              </a:prstGeom>
              <a:blipFill>
                <a:blip r:embed="rId3"/>
                <a:stretch>
                  <a:fillRect l="-240" r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183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808FB-9ABB-8B47-2658-EE7F9ED7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 </a:t>
            </a:r>
            <a:r>
              <a:rPr lang="nl-NL" dirty="0" err="1"/>
              <a:t>distribution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on </a:t>
            </a:r>
            <a:r>
              <a:rPr lang="nl-NL" dirty="0" err="1"/>
              <a:t>positive</a:t>
            </a:r>
            <a:r>
              <a:rPr lang="nl-NL" dirty="0"/>
              <a:t> intake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16075-7E8C-6572-6A20-F3CD567445B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250" y="2276475"/>
            <a:ext cx="8192691" cy="1728589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Approach:</a:t>
            </a:r>
            <a:br>
              <a:rPr lang="nl-NL" dirty="0"/>
            </a:br>
            <a:endParaRPr lang="nl-NL" dirty="0"/>
          </a:p>
          <a:p>
            <a:pPr marL="342900" indent="-342900">
              <a:buFont typeface="+mj-lt"/>
              <a:buAutoNum type="arabicPeriod"/>
            </a:pPr>
            <a:r>
              <a:rPr lang="nl-NL" dirty="0" err="1"/>
              <a:t>Assign</a:t>
            </a:r>
            <a:r>
              <a:rPr lang="nl-NL" dirty="0"/>
              <a:t> a </a:t>
            </a:r>
            <a:r>
              <a:rPr lang="nl-NL" dirty="0" err="1"/>
              <a:t>habitual</a:t>
            </a:r>
            <a:r>
              <a:rPr lang="nl-NL" dirty="0"/>
              <a:t> intake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person in </a:t>
            </a:r>
            <a:r>
              <a:rPr lang="nl-NL" dirty="0" err="1"/>
              <a:t>the</a:t>
            </a:r>
            <a:r>
              <a:rPr lang="nl-NL" dirty="0"/>
              <a:t> dataset</a:t>
            </a:r>
            <a:br>
              <a:rPr lang="nl-NL" dirty="0"/>
            </a:b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8514C-AB95-CEAE-D9EC-78774A44DF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F5EF-4688-F049-4F90-779F8C12C4B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0BAEA-2236-88BF-220E-2B7261FBB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28</a:t>
            </a:fld>
            <a:endParaRPr lang="nl-N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CD349F-1285-9033-EAD8-280C0608EE38}"/>
              </a:ext>
            </a:extLst>
          </p:cNvPr>
          <p:cNvSpPr txBox="1">
            <a:spLocks/>
          </p:cNvSpPr>
          <p:nvPr/>
        </p:nvSpPr>
        <p:spPr>
          <a:xfrm>
            <a:off x="475654" y="4437112"/>
            <a:ext cx="8192691" cy="2550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37600" indent="-237600" algn="l" defTabSz="685800" rtl="0" eaLnBrk="1" latinLnBrk="0" hangingPunct="1">
              <a:lnSpc>
                <a:spcPct val="90000"/>
              </a:lnSpc>
              <a:spcBef>
                <a:spcPts val="900"/>
              </a:spcBef>
              <a:buClr>
                <a:schemeClr val="tx2"/>
              </a:buClr>
              <a:buSzPct val="80000"/>
              <a:buFont typeface="Verdana" panose="020B060403050404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72500" indent="-23760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0100" indent="-237600" algn="l" defTabSz="6858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450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26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Verdana" panose="020B0604030504040204" pitchFamily="34" charset="0"/>
              <a:buChar char="–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417500" indent="-2376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b="1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54000" indent="-54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SzPct val="25000"/>
              <a:buFont typeface="Verdana" panose="020B0604030504040204" pitchFamily="34" charset="0"/>
              <a:buChar char=" 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" indent="-108000" algn="l" defTabSz="685800" rtl="0" eaLnBrk="1" latinLnBrk="0" hangingPunct="1">
              <a:lnSpc>
                <a:spcPct val="90000"/>
              </a:lnSpc>
              <a:spcBef>
                <a:spcPts val="450"/>
              </a:spcBef>
              <a:buClr>
                <a:schemeClr val="tx2"/>
              </a:buClr>
              <a:buFont typeface="Verdana" panose="020B0604030504040204" pitchFamily="34" charset="0"/>
              <a:buChar char="–"/>
              <a:defRPr sz="90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Verdana" panose="020B0604030504040204" pitchFamily="34" charset="0"/>
              <a:buNone/>
            </a:pPr>
            <a:br>
              <a:rPr lang="nl-NL" dirty="0"/>
            </a:br>
            <a:endParaRPr lang="nl-NL" b="1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r>
              <a:rPr lang="nl-NL" dirty="0" err="1"/>
              <a:t>Directly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these </a:t>
            </a:r>
            <a:r>
              <a:rPr lang="nl-NL" dirty="0" err="1"/>
              <a:t>habitual</a:t>
            </a:r>
            <a:r>
              <a:rPr lang="nl-NL" dirty="0"/>
              <a:t> intakes (</a:t>
            </a:r>
            <a:r>
              <a:rPr lang="nl-NL" dirty="0" err="1"/>
              <a:t>empirical</a:t>
            </a:r>
            <a:r>
              <a:rPr lang="nl-NL" dirty="0"/>
              <a:t> </a:t>
            </a:r>
            <a:r>
              <a:rPr lang="nl-NL" dirty="0" err="1"/>
              <a:t>distribution</a:t>
            </a:r>
            <a:r>
              <a:rPr lang="nl-NL" dirty="0"/>
              <a:t>)</a:t>
            </a:r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  <a:p>
            <a:pPr marL="342900" indent="-342900" fontAlgn="auto">
              <a:spcAft>
                <a:spcPts val="0"/>
              </a:spcAft>
              <a:buFont typeface="+mj-lt"/>
              <a:buAutoNum type="arabicPeriod" startAt="2"/>
            </a:pP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E9FA0B-A94A-8B40-7381-31AC6CE008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3609" y="2855636"/>
                <a:ext cx="7624142" cy="255034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37600" indent="-23760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buClr>
                    <a:schemeClr val="tx2"/>
                  </a:buClr>
                  <a:buSzPct val="80000"/>
                  <a:buFont typeface="Verdana" panose="020B0604030504040204" pitchFamily="34" charset="0"/>
                  <a:buChar char="›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72500" indent="-23760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Clr>
                    <a:schemeClr val="tx2"/>
                  </a:buClr>
                  <a:buFont typeface="Verdana" panose="020B0604030504040204" pitchFamily="34" charset="0"/>
                  <a:buChar char="–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10100" indent="-237600" algn="l" defTabSz="685800" rtl="0" eaLnBrk="1" latinLnBrk="0" hangingPunct="1">
                  <a:lnSpc>
                    <a:spcPct val="90000"/>
                  </a:lnSpc>
                  <a:spcBef>
                    <a:spcPts val="600"/>
                  </a:spcBef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450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Clr>
                    <a:schemeClr val="tx2"/>
                  </a:buClr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826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Verdana" panose="020B0604030504040204" pitchFamily="34" charset="0"/>
                  <a:buChar char="–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417500" indent="-2376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54000" indent="-54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SzPct val="25000"/>
                  <a:buFont typeface="Verdana" panose="020B0604030504040204" pitchFamily="34" charset="0"/>
                  <a:buChar char=" "/>
                  <a:defRPr sz="900" b="1" i="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54000" indent="-54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SzPct val="25000"/>
                  <a:buFont typeface="Verdana" panose="020B0604030504040204" pitchFamily="34" charset="0"/>
                  <a:buChar char=" "/>
                  <a:defRPr sz="900" i="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62000" indent="-108000" algn="l" defTabSz="685800" rtl="0" eaLnBrk="1" latinLnBrk="0" hangingPunct="1">
                  <a:lnSpc>
                    <a:spcPct val="90000"/>
                  </a:lnSpc>
                  <a:spcBef>
                    <a:spcPts val="450"/>
                  </a:spcBef>
                  <a:buClr>
                    <a:schemeClr val="tx2"/>
                  </a:buClr>
                  <a:buFont typeface="Verdana" panose="020B0604030504040204" pitchFamily="34" charset="0"/>
                  <a:buChar char="–"/>
                  <a:defRPr sz="900" i="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fontAlgn="auto">
                  <a:spcAft>
                    <a:spcPts val="0"/>
                  </a:spcAft>
                  <a:buFont typeface="Verdana" panose="020B0604030504040204" pitchFamily="34" charset="0"/>
                  <a:buNone/>
                </a:pPr>
                <a:br>
                  <a:rPr lang="nl-NL" dirty="0"/>
                </a:br>
                <a:endParaRPr lang="nl-NL" b="1" dirty="0"/>
              </a:p>
              <a:p>
                <a:pPr marL="0" indent="0" fontAlgn="auto">
                  <a:spcAft>
                    <a:spcPts val="0"/>
                  </a:spcAft>
                  <a:buNone/>
                </a:pPr>
                <a:r>
                  <a:rPr lang="nl-NL" sz="1400" dirty="0"/>
                  <a:t>- For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≥1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intakes:    </a:t>
                </a:r>
                <a:br>
                  <a:rPr lang="nl-NL" sz="1400" dirty="0"/>
                </a:br>
                <a:br>
                  <a:rPr lang="nl-NL" sz="1400" dirty="0"/>
                </a:br>
                <a:r>
                  <a:rPr lang="nl-NL" sz="1400" dirty="0"/>
                  <a:t>  (</a:t>
                </a:r>
                <a14:m>
                  <m:oMath xmlns:m="http://schemas.openxmlformats.org/officeDocument/2006/math"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𝐻𝐼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</m:t>
                        </m:r>
                      </m:e>
                    </m:d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1400" b="0" i="1" smtClean="0">
                        <a:latin typeface="Cambria Math" panose="02040503050406030204" pitchFamily="18" charset="0"/>
                      </a:rPr>
                      <m:t>𝑚𝑒𝑎𝑛</m:t>
                    </m:r>
                    <m:d>
                      <m:dPr>
                        <m:ctrlPr>
                          <a:rPr lang="nl-NL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𝑝𝑜𝑠𝑖𝑡𝑖𝑣𝑒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nl-NL" sz="1400" b="0" i="1" smtClean="0">
                            <a:latin typeface="Cambria Math" panose="02040503050406030204" pitchFamily="18" charset="0"/>
                          </a:rPr>
                          <m:t>𝑖𝑛𝑡𝑎𝑘𝑒𝑠</m:t>
                        </m:r>
                      </m:e>
                    </m:d>
                  </m:oMath>
                </a14:m>
                <a:br>
                  <a:rPr lang="nl-NL" sz="1400" dirty="0"/>
                </a:br>
                <a:br>
                  <a:rPr lang="nl-NL" sz="1400" dirty="0"/>
                </a:br>
                <a:r>
                  <a:rPr lang="nl-NL" sz="1400" dirty="0"/>
                  <a:t>- For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0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intakes: </a:t>
                </a:r>
                <a:r>
                  <a:rPr lang="nl-NL" sz="1400" dirty="0" err="1"/>
                  <a:t>randomly</a:t>
                </a:r>
                <a:r>
                  <a:rPr lang="nl-NL" sz="1400" dirty="0"/>
                  <a:t> </a:t>
                </a:r>
                <a:r>
                  <a:rPr lang="nl-NL" sz="1400" dirty="0" err="1"/>
                  <a:t>pick</a:t>
                </a:r>
                <a:r>
                  <a:rPr lang="nl-NL" sz="1400" dirty="0"/>
                  <a:t> </a:t>
                </a:r>
                <a:r>
                  <a:rPr lang="nl-NL" sz="1400" dirty="0" err="1"/>
                  <a:t>the</a:t>
                </a:r>
                <a:r>
                  <a:rPr lang="nl-NL" sz="1400" dirty="0"/>
                  <a:t> HI </a:t>
                </a:r>
                <a:r>
                  <a:rPr lang="nl-NL" sz="1400" dirty="0" err="1"/>
                  <a:t>from</a:t>
                </a:r>
                <a:r>
                  <a:rPr lang="nl-NL" sz="1400" dirty="0"/>
                  <a:t> </a:t>
                </a:r>
                <a:r>
                  <a:rPr lang="nl-NL" sz="1400" dirty="0" err="1"/>
                  <a:t>anyone</a:t>
                </a:r>
                <a:r>
                  <a:rPr lang="nl-NL" sz="1400" dirty="0"/>
                  <a:t> </a:t>
                </a:r>
                <a:br>
                  <a:rPr lang="nl-NL" sz="1400" dirty="0"/>
                </a:br>
                <a:r>
                  <a:rPr lang="nl-NL" sz="1400" dirty="0"/>
                  <a:t>  </a:t>
                </a:r>
                <a:r>
                  <a:rPr lang="nl-NL" sz="1400" dirty="0" err="1"/>
                  <a:t>with</a:t>
                </a:r>
                <a:r>
                  <a:rPr lang="nl-NL" sz="1400" dirty="0"/>
                  <a:t> ≥1 </a:t>
                </a:r>
                <a:r>
                  <a:rPr lang="nl-NL" sz="1400" dirty="0" err="1"/>
                  <a:t>positive</a:t>
                </a:r>
                <a:r>
                  <a:rPr lang="nl-NL" sz="1400" dirty="0"/>
                  <a:t> intakes </a:t>
                </a:r>
                <a:r>
                  <a:rPr lang="nl-NL" sz="1400" i="1" dirty="0" err="1"/>
                  <a:t>from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the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same</a:t>
                </a:r>
                <a:r>
                  <a:rPr lang="nl-NL" sz="1400" i="1" dirty="0"/>
                  <a:t> </a:t>
                </a:r>
                <a:r>
                  <a:rPr lang="nl-NL" sz="1400" i="1" dirty="0" err="1"/>
                  <a:t>agegroup</a:t>
                </a:r>
                <a:r>
                  <a:rPr lang="nl-NL" sz="1400" dirty="0"/>
                  <a:t>. </a:t>
                </a:r>
                <a:r>
                  <a:rPr lang="nl-NL" sz="1400" i="1" dirty="0"/>
                  <a:t>These </a:t>
                </a:r>
                <a:r>
                  <a:rPr lang="nl-NL" sz="1400" i="1" dirty="0" err="1"/>
                  <a:t>agegroups</a:t>
                </a:r>
                <a:r>
                  <a:rPr lang="nl-NL" sz="1400" i="1" dirty="0"/>
                  <a:t> follow </a:t>
                </a:r>
                <a:r>
                  <a:rPr lang="nl-NL" sz="1400" i="1" dirty="0" err="1"/>
                  <a:t>from</a:t>
                </a:r>
                <a:r>
                  <a:rPr lang="nl-NL" sz="1400" i="1" dirty="0"/>
                  <a:t> a </a:t>
                </a:r>
                <a:r>
                  <a:rPr lang="nl-NL" sz="1400" b="1" i="1" dirty="0" err="1"/>
                  <a:t>regression</a:t>
                </a:r>
                <a:r>
                  <a:rPr lang="nl-NL" sz="1400" b="1" i="1" dirty="0"/>
                  <a:t> tree</a:t>
                </a:r>
                <a:r>
                  <a:rPr lang="nl-NL" sz="1400" b="1" dirty="0"/>
                  <a:t>.</a:t>
                </a:r>
              </a:p>
              <a:p>
                <a:pPr marL="342900" indent="-342900" fontAlgn="auto">
                  <a:spcAft>
                    <a:spcPts val="0"/>
                  </a:spcAft>
                  <a:buFont typeface="+mj-lt"/>
                  <a:buAutoNum type="arabicPeriod" startAt="2"/>
                </a:pPr>
                <a:endParaRPr lang="nl-NL" dirty="0"/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F8E9FA0B-A94A-8B40-7381-31AC6CE00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9" y="2855636"/>
                <a:ext cx="7624142" cy="2550342"/>
              </a:xfrm>
              <a:prstGeom prst="rect">
                <a:avLst/>
              </a:prstGeom>
              <a:blipFill>
                <a:blip r:embed="rId3"/>
                <a:stretch>
                  <a:fillRect l="-240" r="-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4444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2BE14F-B598-B18C-DDBC-F9BE65239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83267"/>
            <a:ext cx="4475287" cy="43866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3531" y="935623"/>
            <a:ext cx="4695245" cy="595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600" b="1" dirty="0" err="1">
                <a:solidFill>
                  <a:srgbClr val="0070C0"/>
                </a:solidFill>
              </a:rPr>
              <a:t>among</a:t>
            </a:r>
            <a:r>
              <a:rPr lang="nl-NL" sz="1600" b="1" dirty="0">
                <a:solidFill>
                  <a:srgbClr val="0070C0"/>
                </a:solidFill>
              </a:rPr>
              <a:t> users </a:t>
            </a:r>
            <a:r>
              <a:rPr lang="nl-NL" sz="1600" b="1" dirty="0" err="1">
                <a:solidFill>
                  <a:srgbClr val="0070C0"/>
                </a:solidFill>
              </a:rPr>
              <a:t>with</a:t>
            </a:r>
            <a:r>
              <a:rPr lang="nl-NL" sz="1600" b="1" dirty="0">
                <a:solidFill>
                  <a:srgbClr val="0070C0"/>
                </a:solidFill>
              </a:rPr>
              <a:t> ≥1 </a:t>
            </a:r>
            <a:r>
              <a:rPr lang="nl-NL" sz="1600" b="1" dirty="0" err="1">
                <a:solidFill>
                  <a:srgbClr val="0070C0"/>
                </a:solidFill>
              </a:rPr>
              <a:t>positive</a:t>
            </a:r>
            <a:r>
              <a:rPr lang="nl-NL" sz="1600" b="1" dirty="0">
                <a:solidFill>
                  <a:srgbClr val="0070C0"/>
                </a:solidFill>
              </a:rPr>
              <a:t> intakes, </a:t>
            </a:r>
            <a:br>
              <a:rPr lang="nl-NL" sz="1600" b="1" dirty="0">
                <a:solidFill>
                  <a:srgbClr val="0070C0"/>
                </a:solidFill>
              </a:rPr>
            </a:br>
            <a:r>
              <a:rPr lang="nl-NL" sz="1600" b="1" dirty="0" err="1">
                <a:solidFill>
                  <a:srgbClr val="0070C0"/>
                </a:solidFill>
              </a:rPr>
              <a:t>finds</a:t>
            </a:r>
            <a:r>
              <a:rPr lang="nl-NL" sz="1600" b="1" dirty="0">
                <a:solidFill>
                  <a:srgbClr val="0070C0"/>
                </a:solidFill>
              </a:rPr>
              <a:t> </a:t>
            </a:r>
            <a:r>
              <a:rPr lang="nl-NL" sz="1600" b="1" dirty="0" err="1">
                <a:solidFill>
                  <a:srgbClr val="0070C0"/>
                </a:solidFill>
              </a:rPr>
              <a:t>agegroups</a:t>
            </a:r>
            <a:r>
              <a:rPr lang="nl-NL" sz="1600" b="1" dirty="0">
                <a:solidFill>
                  <a:srgbClr val="0070C0"/>
                </a:solidFill>
              </a:rPr>
              <a:t> </a:t>
            </a:r>
            <a:r>
              <a:rPr lang="nl-NL" sz="1600" b="1" dirty="0" err="1">
                <a:solidFill>
                  <a:srgbClr val="0070C0"/>
                </a:solidFill>
              </a:rPr>
              <a:t>with</a:t>
            </a:r>
            <a:r>
              <a:rPr lang="nl-NL" sz="1600" b="1" dirty="0">
                <a:solidFill>
                  <a:srgbClr val="0070C0"/>
                </a:solidFill>
              </a:rPr>
              <a:t> </a:t>
            </a:r>
            <a:r>
              <a:rPr lang="nl-NL" sz="1600" b="1" dirty="0" err="1">
                <a:solidFill>
                  <a:srgbClr val="0070C0"/>
                </a:solidFill>
              </a:rPr>
              <a:t>similar</a:t>
            </a:r>
            <a:r>
              <a:rPr lang="nl-NL" sz="1600" b="1" dirty="0">
                <a:solidFill>
                  <a:srgbClr val="0070C0"/>
                </a:solidFill>
              </a:rPr>
              <a:t> HI.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461600"/>
            <a:ext cx="3377281" cy="948047"/>
          </a:xfrm>
        </p:spPr>
        <p:txBody>
          <a:bodyPr/>
          <a:lstStyle/>
          <a:p>
            <a:r>
              <a:rPr lang="nl-NL" dirty="0" err="1">
                <a:solidFill>
                  <a:srgbClr val="0070C0"/>
                </a:solidFill>
              </a:rPr>
              <a:t>Regression</a:t>
            </a:r>
            <a:r>
              <a:rPr lang="nl-NL" dirty="0">
                <a:solidFill>
                  <a:srgbClr val="0070C0"/>
                </a:solidFill>
              </a:rPr>
              <a:t> tree: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29</a:t>
            </a:fld>
            <a:endParaRPr lang="nl-NL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91B112-8848-3717-4AAF-138396BF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700297"/>
              </p:ext>
            </p:extLst>
          </p:nvPr>
        </p:nvGraphicFramePr>
        <p:xfrm>
          <a:off x="5460217" y="2973673"/>
          <a:ext cx="3184688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92344">
                  <a:extLst>
                    <a:ext uri="{9D8B030D-6E8A-4147-A177-3AD203B41FA5}">
                      <a16:colId xmlns:a16="http://schemas.microsoft.com/office/drawing/2014/main" val="4104568746"/>
                    </a:ext>
                  </a:extLst>
                </a:gridCol>
                <a:gridCol w="1592344">
                  <a:extLst>
                    <a:ext uri="{9D8B030D-6E8A-4147-A177-3AD203B41FA5}">
                      <a16:colId xmlns:a16="http://schemas.microsoft.com/office/drawing/2014/main" val="2968759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agegroup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mean</a:t>
                      </a:r>
                      <a:r>
                        <a:rPr lang="nl-NL" dirty="0"/>
                        <a:t> 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1 - 18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19 - 28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6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29 - 30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47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09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32 - 79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80048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D27C854-F7DA-DCA3-20FE-1EC1F83919CE}"/>
              </a:ext>
            </a:extLst>
          </p:cNvPr>
          <p:cNvSpPr txBox="1"/>
          <p:nvPr/>
        </p:nvSpPr>
        <p:spPr>
          <a:xfrm>
            <a:off x="5397472" y="2640122"/>
            <a:ext cx="3184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 err="1"/>
              <a:t>Resulting</a:t>
            </a:r>
            <a:r>
              <a:rPr lang="nl-NL" sz="1400" b="1" dirty="0"/>
              <a:t> </a:t>
            </a:r>
            <a:r>
              <a:rPr lang="nl-NL" sz="1400" b="1" dirty="0" err="1"/>
              <a:t>agegroups</a:t>
            </a:r>
            <a:r>
              <a:rPr lang="nl-NL" sz="1400" b="1" dirty="0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801A-4C3F-97E2-85DC-FB3D834B8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6112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3531" y="935623"/>
            <a:ext cx="4695245" cy="595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1400" b="1" i="1" dirty="0" err="1"/>
              <a:t>Among</a:t>
            </a:r>
            <a:r>
              <a:rPr lang="nl-NL" sz="1400" b="1" i="1" dirty="0"/>
              <a:t> users </a:t>
            </a:r>
            <a:r>
              <a:rPr lang="nl-NL" sz="1400" b="1" i="1" dirty="0" err="1"/>
              <a:t>with</a:t>
            </a:r>
            <a:r>
              <a:rPr lang="nl-NL" sz="1400" b="1" i="1" dirty="0"/>
              <a:t> ≥1 </a:t>
            </a:r>
            <a:r>
              <a:rPr lang="nl-NL" sz="1400" b="1" i="1" dirty="0" err="1"/>
              <a:t>positive</a:t>
            </a:r>
            <a:r>
              <a:rPr lang="nl-NL" sz="1400" b="1" i="1" dirty="0"/>
              <a:t> intakes, </a:t>
            </a:r>
            <a:br>
              <a:rPr lang="nl-NL" sz="1400" b="1" i="1" dirty="0"/>
            </a:br>
            <a:r>
              <a:rPr lang="nl-NL" sz="1400" b="1" i="1" dirty="0" err="1"/>
              <a:t>finds</a:t>
            </a:r>
            <a:r>
              <a:rPr lang="nl-NL" sz="1400" b="1" i="1" dirty="0"/>
              <a:t> </a:t>
            </a:r>
            <a:r>
              <a:rPr lang="nl-NL" sz="1400" b="1" i="1" dirty="0" err="1"/>
              <a:t>agegroups</a:t>
            </a:r>
            <a:r>
              <a:rPr lang="nl-NL" sz="1400" b="1" i="1" dirty="0"/>
              <a:t> </a:t>
            </a:r>
            <a:r>
              <a:rPr lang="nl-NL" sz="1400" b="1" i="1" dirty="0" err="1"/>
              <a:t>with</a:t>
            </a:r>
            <a:r>
              <a:rPr lang="nl-NL" sz="1400" b="1" i="1" dirty="0"/>
              <a:t> </a:t>
            </a:r>
            <a:r>
              <a:rPr lang="nl-NL" sz="1400" b="1" i="1" dirty="0" err="1"/>
              <a:t>similar</a:t>
            </a:r>
            <a:r>
              <a:rPr lang="nl-NL" sz="1400" b="1" i="1" dirty="0"/>
              <a:t> HI.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461600"/>
            <a:ext cx="8192691" cy="948047"/>
          </a:xfrm>
        </p:spPr>
        <p:txBody>
          <a:bodyPr/>
          <a:lstStyle/>
          <a:p>
            <a:r>
              <a:rPr lang="nl-NL" dirty="0" err="1">
                <a:solidFill>
                  <a:srgbClr val="0070C0"/>
                </a:solidFill>
              </a:rPr>
              <a:t>Regression</a:t>
            </a:r>
            <a:r>
              <a:rPr lang="nl-NL" dirty="0">
                <a:solidFill>
                  <a:srgbClr val="0070C0"/>
                </a:solidFill>
              </a:rPr>
              <a:t> tree: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30</a:t>
            </a:fld>
            <a:endParaRPr lang="nl-NL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191B112-8848-3717-4AAF-138396BF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454020"/>
              </p:ext>
            </p:extLst>
          </p:nvPr>
        </p:nvGraphicFramePr>
        <p:xfrm>
          <a:off x="5724128" y="3011376"/>
          <a:ext cx="3184688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592344">
                  <a:extLst>
                    <a:ext uri="{9D8B030D-6E8A-4147-A177-3AD203B41FA5}">
                      <a16:colId xmlns:a16="http://schemas.microsoft.com/office/drawing/2014/main" val="4104568746"/>
                    </a:ext>
                  </a:extLst>
                </a:gridCol>
                <a:gridCol w="1592344">
                  <a:extLst>
                    <a:ext uri="{9D8B030D-6E8A-4147-A177-3AD203B41FA5}">
                      <a16:colId xmlns:a16="http://schemas.microsoft.com/office/drawing/2014/main" val="29687597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agegroup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mean</a:t>
                      </a:r>
                      <a:r>
                        <a:rPr lang="nl-NL" dirty="0"/>
                        <a:t> HI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05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1 - 18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9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19 - 28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274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63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29 - 30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477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519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209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32 - 79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80048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D27C854-F7DA-DCA3-20FE-1EC1F83919CE}"/>
              </a:ext>
            </a:extLst>
          </p:cNvPr>
          <p:cNvSpPr txBox="1"/>
          <p:nvPr/>
        </p:nvSpPr>
        <p:spPr>
          <a:xfrm>
            <a:off x="5661383" y="2677825"/>
            <a:ext cx="3184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 err="1"/>
              <a:t>Resulting</a:t>
            </a:r>
            <a:r>
              <a:rPr lang="nl-NL" sz="1400" b="1" dirty="0"/>
              <a:t> </a:t>
            </a:r>
            <a:r>
              <a:rPr lang="nl-NL" sz="1400" b="1" dirty="0" err="1"/>
              <a:t>agegroups</a:t>
            </a:r>
            <a:r>
              <a:rPr lang="nl-NL" sz="1400" b="1" dirty="0"/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EC1A1A-EC80-EA21-28B3-5390D613B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27" y="2005328"/>
            <a:ext cx="4896544" cy="42619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0AD5E5-4039-5767-5DBC-70F7A0B90520}"/>
              </a:ext>
            </a:extLst>
          </p:cNvPr>
          <p:cNvSpPr txBox="1"/>
          <p:nvPr/>
        </p:nvSpPr>
        <p:spPr>
          <a:xfrm>
            <a:off x="899592" y="1737384"/>
            <a:ext cx="3184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HI </a:t>
            </a:r>
            <a:r>
              <a:rPr lang="nl-NL" sz="1400" b="1" dirty="0" err="1"/>
              <a:t>histograms</a:t>
            </a:r>
            <a:r>
              <a:rPr lang="nl-NL" sz="1400" b="1" dirty="0"/>
              <a:t> per </a:t>
            </a:r>
            <a:r>
              <a:rPr lang="nl-NL" sz="1400" b="1" dirty="0" err="1"/>
              <a:t>agegroup</a:t>
            </a:r>
            <a:endParaRPr lang="nl-NL" sz="1400" b="1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8F23833-2021-5DF5-BF11-48132D25C091}"/>
              </a:ext>
            </a:extLst>
          </p:cNvPr>
          <p:cNvGrpSpPr/>
          <p:nvPr/>
        </p:nvGrpSpPr>
        <p:grpSpPr>
          <a:xfrm>
            <a:off x="1961140" y="3938113"/>
            <a:ext cx="6127420" cy="2223435"/>
            <a:chOff x="1961140" y="3938113"/>
            <a:chExt cx="6127420" cy="222343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10C5AD1-5F84-0B96-C2E6-88541520384F}"/>
                </a:ext>
              </a:extLst>
            </p:cNvPr>
            <p:cNvSpPr txBox="1"/>
            <p:nvPr/>
          </p:nvSpPr>
          <p:spPr>
            <a:xfrm>
              <a:off x="4200128" y="5638328"/>
              <a:ext cx="38884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HI </a:t>
              </a:r>
              <a:r>
                <a:rPr lang="nl-NL" sz="1400" b="1" dirty="0" err="1">
                  <a:solidFill>
                    <a:schemeClr val="accent1">
                      <a:lumMod val="75000"/>
                    </a:schemeClr>
                  </a:solidFill>
                </a:rPr>
                <a:t>for</a:t>
              </a:r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 users </a:t>
              </a:r>
              <a:r>
                <a:rPr lang="nl-NL" sz="1400" b="1" dirty="0" err="1">
                  <a:solidFill>
                    <a:schemeClr val="accent1">
                      <a:lumMod val="75000"/>
                    </a:schemeClr>
                  </a:solidFill>
                </a:rPr>
                <a:t>with</a:t>
              </a:r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NL" sz="1400" b="1" dirty="0" err="1">
                  <a:solidFill>
                    <a:schemeClr val="accent1">
                      <a:lumMod val="75000"/>
                    </a:schemeClr>
                  </a:solidFill>
                </a:rPr>
                <a:t>only</a:t>
              </a:r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 zero intakes is </a:t>
              </a:r>
              <a:r>
                <a:rPr lang="nl-NL" sz="1400" b="1" dirty="0" err="1">
                  <a:solidFill>
                    <a:schemeClr val="accent1">
                      <a:lumMod val="75000"/>
                    </a:schemeClr>
                  </a:solidFill>
                </a:rPr>
                <a:t>drawn</a:t>
              </a:r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nl-NL" sz="1400" b="1" dirty="0" err="1">
                  <a:solidFill>
                    <a:schemeClr val="accent1">
                      <a:lumMod val="75000"/>
                    </a:schemeClr>
                  </a:solidFill>
                </a:rPr>
                <a:t>from</a:t>
              </a:r>
              <a:r>
                <a:rPr lang="nl-NL" sz="1400" b="1" dirty="0">
                  <a:solidFill>
                    <a:schemeClr val="accent1">
                      <a:lumMod val="75000"/>
                    </a:schemeClr>
                  </a:solidFill>
                </a:rPr>
                <a:t> these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F9494EC-C8BE-20A8-FCAE-99E7121BB6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27984" y="4183962"/>
              <a:ext cx="271620" cy="144592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5821C3B-8AE2-D2CE-EF69-682A04F9AD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25926" y="4005064"/>
              <a:ext cx="922694" cy="163326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E325E51-75AA-079F-9D24-FD4A7EDE90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1140" y="3938113"/>
              <a:ext cx="2687480" cy="170021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5206464-E28D-ED08-93E4-6AD5653BA3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5926" y="5638328"/>
              <a:ext cx="586402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EADC4F1-E946-AF9A-DFCD-5BCC39DE2C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7744" y="5733256"/>
              <a:ext cx="1932384" cy="8334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5DBD0-EA1C-FF7C-A9B6-A4F68419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7495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3F4AD2-617C-2E68-43BD-6530ED0ECD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87"/>
          <a:stretch/>
        </p:blipFill>
        <p:spPr>
          <a:xfrm>
            <a:off x="4427984" y="2178602"/>
            <a:ext cx="4240958" cy="387590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E3CD29E-63E1-7E90-B3EA-6941B0776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0632"/>
          <a:stretch/>
        </p:blipFill>
        <p:spPr>
          <a:xfrm>
            <a:off x="-8134" y="2178603"/>
            <a:ext cx="4232825" cy="3860355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425DE51-7BB8-2170-F4C2-46983480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68" y="1623969"/>
            <a:ext cx="3168352" cy="472819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nl-NL" sz="1400" b="1" dirty="0" err="1"/>
              <a:t>Habitual</a:t>
            </a:r>
            <a:r>
              <a:rPr lang="nl-NL" sz="1400" b="1" dirty="0"/>
              <a:t> </a:t>
            </a:r>
            <a:r>
              <a:rPr lang="nl-NL" sz="1400" b="1" dirty="0" err="1"/>
              <a:t>amount</a:t>
            </a:r>
            <a:r>
              <a:rPr lang="nl-NL" sz="1400" b="1" dirty="0"/>
              <a:t> </a:t>
            </a:r>
            <a:r>
              <a:rPr lang="nl-NL" sz="1400" b="1" dirty="0" err="1"/>
              <a:t>distribution</a:t>
            </a:r>
            <a:r>
              <a:rPr lang="nl-NL" sz="1400" b="1" dirty="0"/>
              <a:t> (</a:t>
            </a:r>
            <a:r>
              <a:rPr lang="nl-NL" sz="1400" b="1" dirty="0" err="1"/>
              <a:t>conditional</a:t>
            </a:r>
            <a:r>
              <a:rPr lang="nl-NL" sz="1400" b="1" dirty="0"/>
              <a:t> on </a:t>
            </a:r>
            <a:r>
              <a:rPr lang="nl-NL" sz="1400" b="1" dirty="0" err="1"/>
              <a:t>positive</a:t>
            </a:r>
            <a:r>
              <a:rPr lang="nl-NL" sz="1400" b="1" dirty="0"/>
              <a:t> intake)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31</a:t>
            </a:fld>
            <a:endParaRPr lang="nl-N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6150D8C-29FC-7E12-8AC0-FDA4E3492CD4}"/>
              </a:ext>
            </a:extLst>
          </p:cNvPr>
          <p:cNvSpPr txBox="1">
            <a:spLocks/>
          </p:cNvSpPr>
          <p:nvPr/>
        </p:nvSpPr>
        <p:spPr>
          <a:xfrm>
            <a:off x="4879826" y="1538880"/>
            <a:ext cx="3168352" cy="47281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b" anchorCtr="0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sz="1200" b="1" dirty="0" err="1"/>
              <a:t>Habitual</a:t>
            </a:r>
            <a:r>
              <a:rPr lang="nl-NL" sz="1200" b="1" dirty="0"/>
              <a:t> intake </a:t>
            </a:r>
            <a:r>
              <a:rPr lang="nl-NL" sz="1200" b="1" dirty="0" err="1"/>
              <a:t>distribution</a:t>
            </a:r>
            <a:endParaRPr lang="nl-NL" sz="1200" b="1" dirty="0"/>
          </a:p>
        </p:txBody>
      </p:sp>
    </p:spTree>
    <p:extLst>
      <p:ext uri="{BB962C8B-B14F-4D97-AF65-F5344CB8AC3E}">
        <p14:creationId xmlns:p14="http://schemas.microsoft.com/office/powerpoint/2010/main" val="979145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32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694187"/>
            <a:ext cx="8417422" cy="3931928"/>
          </a:xfrm>
          <a:solidFill>
            <a:schemeClr val="bg1"/>
          </a:solidFill>
        </p:spPr>
        <p:txBody>
          <a:bodyPr numCol="1"/>
          <a:lstStyle/>
          <a:p>
            <a:pPr marL="342900" indent="-342900">
              <a:buFont typeface="+mj-lt"/>
              <a:buAutoNum type="alphaLcParenR"/>
            </a:pPr>
            <a:r>
              <a:rPr lang="nl-NL" sz="1600" dirty="0"/>
              <a:t>For men in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-ranges 1-18 </a:t>
            </a:r>
            <a:r>
              <a:rPr lang="nl-NL" sz="1600" dirty="0" err="1"/>
              <a:t>and</a:t>
            </a:r>
            <a:r>
              <a:rPr lang="nl-NL" sz="1600" dirty="0"/>
              <a:t> 19-79,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following</a:t>
            </a:r>
            <a:r>
              <a:rPr lang="nl-NL" sz="1600" dirty="0"/>
              <a:t> </a:t>
            </a:r>
            <a:r>
              <a:rPr lang="nl-NL" sz="1600" dirty="0" err="1"/>
              <a:t>characteristics</a:t>
            </a:r>
            <a:r>
              <a:rPr lang="nl-NL" sz="1600" dirty="0"/>
              <a:t> of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intake </a:t>
            </a:r>
            <a:r>
              <a:rPr lang="nl-NL" sz="1600" dirty="0" err="1"/>
              <a:t>distributions</a:t>
            </a:r>
            <a:r>
              <a:rPr lang="nl-NL" sz="1600" dirty="0"/>
              <a:t> of </a:t>
            </a:r>
            <a:r>
              <a:rPr lang="nl-NL" sz="1600" dirty="0" err="1"/>
              <a:t>synthetic</a:t>
            </a:r>
            <a:r>
              <a:rPr lang="nl-NL" sz="1600" dirty="0"/>
              <a:t> </a:t>
            </a:r>
            <a:r>
              <a:rPr lang="nl-NL" sz="1600" dirty="0" err="1"/>
              <a:t>folate</a:t>
            </a:r>
            <a:r>
              <a:rPr lang="nl-NL" sz="1600" dirty="0"/>
              <a:t> </a:t>
            </a:r>
            <a:r>
              <a:rPr lang="nl-NL" sz="1600" dirty="0" err="1"/>
              <a:t>supplements</a:t>
            </a:r>
            <a:r>
              <a:rPr lang="nl-NL" sz="1600" dirty="0"/>
              <a:t>: </a:t>
            </a:r>
            <a:br>
              <a:rPr lang="nl-NL" sz="1600" dirty="0"/>
            </a:br>
            <a:r>
              <a:rPr lang="nl-NL" sz="1600" dirty="0" err="1"/>
              <a:t>mean</a:t>
            </a:r>
            <a:r>
              <a:rPr lang="nl-NL" sz="1600" dirty="0"/>
              <a:t> (AM), P5, P10, P25, P50, P75, P90, P95. </a:t>
            </a:r>
            <a:br>
              <a:rPr lang="nl-NL" sz="1600" dirty="0"/>
            </a:br>
            <a:r>
              <a:rPr lang="nl-NL" sz="1600" dirty="0" err="1"/>
              <a:t>What</a:t>
            </a:r>
            <a:r>
              <a:rPr lang="nl-NL" sz="1600" dirty="0"/>
              <a:t> features stand out?</a:t>
            </a:r>
          </a:p>
          <a:p>
            <a:pPr marL="342900" indent="-342900">
              <a:buFont typeface="+mj-lt"/>
              <a:buAutoNum type="alphaLcParenR"/>
            </a:pPr>
            <a:r>
              <a:rPr lang="nl-NL" sz="1600" dirty="0" err="1"/>
              <a:t>Investigate</a:t>
            </a:r>
            <a:r>
              <a:rPr lang="nl-NL" sz="1600" dirty="0"/>
              <a:t>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both</a:t>
            </a:r>
            <a:r>
              <a:rPr lang="nl-NL" sz="1600" dirty="0"/>
              <a:t> </a:t>
            </a:r>
            <a:r>
              <a:rPr lang="nl-NL" sz="1600" dirty="0" err="1"/>
              <a:t>groups</a:t>
            </a:r>
            <a:r>
              <a:rPr lang="nl-NL" sz="1600" dirty="0"/>
              <a:t>: </a:t>
            </a:r>
            <a:r>
              <a:rPr lang="nl-NL" sz="1600" dirty="0" err="1"/>
              <a:t>which</a:t>
            </a:r>
            <a:r>
              <a:rPr lang="nl-NL" sz="1600" dirty="0"/>
              <a:t> is </a:t>
            </a:r>
            <a:r>
              <a:rPr lang="nl-NL" sz="1600" dirty="0" err="1"/>
              <a:t>the</a:t>
            </a:r>
            <a:r>
              <a:rPr lang="nl-NL" sz="1600" dirty="0"/>
              <a:t> first non-zero </a:t>
            </a:r>
            <a:r>
              <a:rPr lang="nl-NL" sz="1600" dirty="0" err="1"/>
              <a:t>percentile</a:t>
            </a:r>
            <a:r>
              <a:rPr lang="nl-NL" sz="1600" dirty="0"/>
              <a:t>? </a:t>
            </a:r>
            <a:br>
              <a:rPr lang="nl-NL" sz="1600" dirty="0"/>
            </a:br>
            <a:r>
              <a:rPr lang="nl-NL" sz="1600" dirty="0" err="1"/>
              <a:t>Possible</a:t>
            </a:r>
            <a:r>
              <a:rPr lang="nl-NL" sz="1600" dirty="0"/>
              <a:t> (but </a:t>
            </a:r>
            <a:r>
              <a:rPr lang="nl-NL" sz="1600" dirty="0" err="1"/>
              <a:t>false</a:t>
            </a:r>
            <a:r>
              <a:rPr lang="nl-NL" sz="1600" dirty="0"/>
              <a:t>) </a:t>
            </a:r>
            <a:r>
              <a:rPr lang="nl-NL" sz="1600" dirty="0" err="1"/>
              <a:t>answer</a:t>
            </a:r>
            <a:r>
              <a:rPr lang="nl-NL" sz="1600" dirty="0"/>
              <a:t>: P41 </a:t>
            </a:r>
            <a:r>
              <a:rPr lang="nl-NL" sz="1600" dirty="0" err="1"/>
              <a:t>and</a:t>
            </a:r>
            <a:r>
              <a:rPr lang="nl-NL" sz="1600" dirty="0"/>
              <a:t> P24.</a:t>
            </a:r>
          </a:p>
          <a:p>
            <a:pPr marL="342900" indent="-342900">
              <a:buFont typeface="+mj-lt"/>
              <a:buAutoNum type="alphaLcParenR"/>
            </a:pPr>
            <a:r>
              <a:rPr lang="nl-NL" sz="1600" dirty="0" err="1"/>
              <a:t>Can</a:t>
            </a:r>
            <a:r>
              <a:rPr lang="nl-NL" sz="1600" dirty="0"/>
              <a:t>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explain</a:t>
            </a:r>
            <a:r>
              <a:rPr lang="nl-NL" sz="1600" dirty="0"/>
              <a:t> </a:t>
            </a:r>
            <a:r>
              <a:rPr lang="nl-NL" sz="1600" dirty="0" err="1"/>
              <a:t>why</a:t>
            </a:r>
            <a:r>
              <a:rPr lang="nl-NL" sz="1600" dirty="0"/>
              <a:t> </a:t>
            </a:r>
            <a:r>
              <a:rPr lang="nl-NL" sz="1600" dirty="0" err="1"/>
              <a:t>all</a:t>
            </a:r>
            <a:r>
              <a:rPr lang="nl-NL" sz="1600" dirty="0"/>
              <a:t> </a:t>
            </a:r>
            <a:r>
              <a:rPr lang="nl-NL" sz="1600" dirty="0" err="1"/>
              <a:t>lower</a:t>
            </a:r>
            <a:r>
              <a:rPr lang="nl-NL" sz="1600" dirty="0"/>
              <a:t> </a:t>
            </a:r>
            <a:r>
              <a:rPr lang="nl-NL" sz="1600" dirty="0" err="1"/>
              <a:t>percentiles</a:t>
            </a:r>
            <a:r>
              <a:rPr lang="nl-NL" sz="1600" dirty="0"/>
              <a:t> are 0? </a:t>
            </a:r>
            <a:br>
              <a:rPr lang="nl-NL" sz="1600" dirty="0"/>
            </a:br>
            <a:r>
              <a:rPr lang="nl-NL" sz="1600" dirty="0"/>
              <a:t>How do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expect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see</a:t>
            </a:r>
            <a:r>
              <a:rPr lang="nl-NL" sz="1600" dirty="0"/>
              <a:t> </a:t>
            </a:r>
            <a:r>
              <a:rPr lang="nl-NL" sz="1600" dirty="0" err="1"/>
              <a:t>this</a:t>
            </a:r>
            <a:r>
              <a:rPr lang="nl-NL" sz="1600" dirty="0"/>
              <a:t> in </a:t>
            </a:r>
            <a:r>
              <a:rPr lang="nl-NL" sz="1600" dirty="0" err="1"/>
              <a:t>the</a:t>
            </a:r>
            <a:r>
              <a:rPr lang="nl-NL" sz="1600" dirty="0"/>
              <a:t> data?</a:t>
            </a:r>
          </a:p>
          <a:p>
            <a:pPr marL="0" indent="0">
              <a:buNone/>
            </a:pPr>
            <a:r>
              <a:rPr lang="nl-NL" sz="1200" b="1" dirty="0"/>
              <a:t>Hint: </a:t>
            </a:r>
            <a:r>
              <a:rPr lang="nl-NL" sz="1200" b="1" dirty="0" err="1"/>
              <a:t>use</a:t>
            </a:r>
            <a:r>
              <a:rPr lang="nl-NL" sz="1200" b="1" dirty="0"/>
              <a:t> </a:t>
            </a:r>
            <a:r>
              <a:rPr lang="nl-NL" sz="1200" b="1" dirty="0" err="1"/>
              <a:t>the</a:t>
            </a:r>
            <a:r>
              <a:rPr lang="nl-NL" sz="1200" b="1" dirty="0"/>
              <a:t> </a:t>
            </a:r>
            <a:r>
              <a:rPr lang="nl-NL" sz="1200" b="1" dirty="0" err="1"/>
              <a:t>function</a:t>
            </a:r>
            <a:r>
              <a:rPr lang="nl-NL" sz="1200" b="1" dirty="0"/>
              <a:t> </a:t>
            </a:r>
            <a:r>
              <a:rPr lang="nl-NL" sz="1200" b="1" dirty="0" err="1"/>
              <a:t>f.spade.supplement</a:t>
            </a:r>
            <a:r>
              <a:rPr lang="nl-NL" sz="1200" b="1" dirty="0"/>
              <a:t>. </a:t>
            </a:r>
            <a:r>
              <a:rPr lang="nl-NL" sz="1200" b="1" dirty="0" err="1"/>
              <a:t>Useful</a:t>
            </a:r>
            <a:r>
              <a:rPr lang="nl-NL" sz="1200" b="1" dirty="0"/>
              <a:t> </a:t>
            </a:r>
            <a:r>
              <a:rPr lang="nl-NL" sz="1200" b="1" dirty="0" err="1"/>
              <a:t>arguments</a:t>
            </a:r>
            <a:r>
              <a:rPr lang="nl-NL" sz="1200" b="1" dirty="0"/>
              <a:t>:</a:t>
            </a:r>
          </a:p>
          <a:p>
            <a:endParaRPr lang="nl-NL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94319"/>
            <a:ext cx="2423022" cy="486572"/>
          </a:xfrm>
        </p:spPr>
        <p:txBody>
          <a:bodyPr>
            <a:normAutofit/>
          </a:bodyPr>
          <a:lstStyle/>
          <a:p>
            <a:r>
              <a:rPr lang="nl-NL" sz="1800" b="1" dirty="0" err="1"/>
              <a:t>Exercise</a:t>
            </a:r>
            <a:r>
              <a:rPr lang="nl-NL" sz="1800" b="1" dirty="0"/>
              <a:t> 1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843211A-42A1-EE6A-1024-068238106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007077"/>
              </p:ext>
            </p:extLst>
          </p:nvPr>
        </p:nvGraphicFramePr>
        <p:xfrm>
          <a:off x="335557" y="3030816"/>
          <a:ext cx="6650311" cy="377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806">
                  <a:extLst>
                    <a:ext uri="{9D8B030D-6E8A-4147-A177-3AD203B41FA5}">
                      <a16:colId xmlns:a16="http://schemas.microsoft.com/office/drawing/2014/main" val="1604649701"/>
                    </a:ext>
                  </a:extLst>
                </a:gridCol>
                <a:gridCol w="4957505">
                  <a:extLst>
                    <a:ext uri="{9D8B030D-6E8A-4147-A177-3AD203B41FA5}">
                      <a16:colId xmlns:a16="http://schemas.microsoft.com/office/drawing/2014/main" val="2833639843"/>
                    </a:ext>
                  </a:extLst>
                </a:gridCol>
              </a:tblGrid>
              <a:tr h="289238">
                <a:tc>
                  <a:txBody>
                    <a:bodyPr/>
                    <a:lstStyle/>
                    <a:p>
                      <a:r>
                        <a:rPr lang="nl-NL" sz="1100" dirty="0"/>
                        <a:t>argument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100" dirty="0" err="1"/>
                        <a:t>Description</a:t>
                      </a:r>
                      <a:r>
                        <a:rPr lang="nl-NL" sz="1100" dirty="0"/>
                        <a:t> / </a:t>
                      </a:r>
                      <a:r>
                        <a:rPr lang="nl-NL" sz="1100" dirty="0" err="1"/>
                        <a:t>remarks</a:t>
                      </a:r>
                      <a:endParaRPr lang="nl-N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6732036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name dataset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27171"/>
                  </a:ext>
                </a:extLst>
              </a:tr>
              <a:tr h="332822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frml.ia.supp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Formula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to</a:t>
                      </a:r>
                      <a:r>
                        <a:rPr lang="nl-NL" sz="900" b="1" dirty="0"/>
                        <a:t> model </a:t>
                      </a:r>
                      <a:r>
                        <a:rPr lang="nl-NL" sz="900" b="1" dirty="0" err="1"/>
                        <a:t>the</a:t>
                      </a:r>
                      <a:r>
                        <a:rPr lang="nl-NL" sz="900" b="1" dirty="0"/>
                        <a:t> intake </a:t>
                      </a:r>
                      <a:r>
                        <a:rPr lang="nl-NL" sz="900" b="1" dirty="0" err="1"/>
                        <a:t>amounts</a:t>
                      </a:r>
                      <a:r>
                        <a:rPr lang="nl-NL" sz="900" b="1" dirty="0"/>
                        <a:t>, </a:t>
                      </a:r>
                      <a:r>
                        <a:rPr lang="nl-NL" sz="900" b="1" dirty="0" err="1"/>
                        <a:t>usually</a:t>
                      </a:r>
                      <a:br>
                        <a:rPr lang="nl-NL" sz="900" b="1" dirty="0"/>
                      </a:br>
                      <a:r>
                        <a:rPr lang="nl-NL" sz="900" b="1" i="1" dirty="0" err="1"/>
                        <a:t>variable_name</a:t>
                      </a:r>
                      <a:r>
                        <a:rPr lang="nl-NL" sz="900" b="1" i="1" dirty="0"/>
                        <a:t> ~ </a:t>
                      </a:r>
                      <a:r>
                        <a:rPr lang="nl-NL" sz="900" b="1" i="1" dirty="0" err="1"/>
                        <a:t>age</a:t>
                      </a:r>
                      <a:endParaRPr lang="nl-NL" sz="900" b="1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173911"/>
                  </a:ext>
                </a:extLst>
              </a:tr>
              <a:tr h="332822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frml.if.supp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Formula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to</a:t>
                      </a:r>
                      <a:r>
                        <a:rPr lang="nl-NL" sz="900" b="1" dirty="0"/>
                        <a:t> model </a:t>
                      </a:r>
                      <a:r>
                        <a:rPr lang="nl-NL" sz="900" b="1" dirty="0" err="1"/>
                        <a:t>the</a:t>
                      </a:r>
                      <a:r>
                        <a:rPr lang="nl-NL" sz="900" b="1" dirty="0"/>
                        <a:t> intake </a:t>
                      </a:r>
                      <a:r>
                        <a:rPr lang="nl-NL" sz="900" b="1" dirty="0" err="1"/>
                        <a:t>frequencies</a:t>
                      </a:r>
                      <a:r>
                        <a:rPr lang="nl-NL" sz="900" b="1" dirty="0"/>
                        <a:t>, </a:t>
                      </a:r>
                      <a:r>
                        <a:rPr lang="nl-NL" sz="900" b="1" dirty="0" err="1"/>
                        <a:t>typically</a:t>
                      </a:r>
                      <a:br>
                        <a:rPr lang="nl-NL" sz="900" b="1" dirty="0"/>
                      </a:br>
                      <a:r>
                        <a:rPr lang="nl-NL" sz="900" b="1" i="1" dirty="0" err="1"/>
                        <a:t>variable_name</a:t>
                      </a:r>
                      <a:r>
                        <a:rPr lang="nl-NL" sz="900" b="1" i="1" dirty="0"/>
                        <a:t> ~ </a:t>
                      </a:r>
                      <a:r>
                        <a:rPr lang="nl-NL" sz="900" b="1" i="1" dirty="0" err="1"/>
                        <a:t>cs</a:t>
                      </a:r>
                      <a:r>
                        <a:rPr lang="nl-NL" sz="900" b="1" i="1" dirty="0"/>
                        <a:t>(</a:t>
                      </a:r>
                      <a:r>
                        <a:rPr lang="nl-NL" sz="900" b="1" i="1" dirty="0" err="1"/>
                        <a:t>age</a:t>
                      </a:r>
                      <a:r>
                        <a:rPr lang="nl-NL" sz="900" b="1" i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636729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only.supp.user.ok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Is </a:t>
                      </a:r>
                      <a:r>
                        <a:rPr lang="nl-NL" sz="900" b="1" u="sng" dirty="0" err="1"/>
                        <a:t>everyone</a:t>
                      </a:r>
                      <a:r>
                        <a:rPr lang="nl-NL" sz="900" b="1" u="none" dirty="0"/>
                        <a:t> a supplement user? (TRUE/FALSE)</a:t>
                      </a:r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946816"/>
                  </a:ext>
                </a:extLst>
              </a:tr>
              <a:tr h="332822">
                <a:tc>
                  <a:txBody>
                    <a:bodyPr/>
                    <a:lstStyle/>
                    <a:p>
                      <a:r>
                        <a:rPr lang="nl-NL" sz="900" b="1" dirty="0"/>
                        <a:t>supp.user.name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Name of column </a:t>
                      </a:r>
                      <a:r>
                        <a:rPr lang="nl-NL" sz="900" b="1" dirty="0" err="1"/>
                        <a:t>that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indicates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whether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someone</a:t>
                      </a:r>
                      <a:r>
                        <a:rPr lang="nl-NL" sz="900" b="1" dirty="0"/>
                        <a:t> is a supplement user (1) or </a:t>
                      </a:r>
                      <a:r>
                        <a:rPr lang="nl-NL" sz="900" b="1" dirty="0" err="1"/>
                        <a:t>not</a:t>
                      </a:r>
                      <a:r>
                        <a:rPr lang="nl-NL" sz="900" b="1" dirty="0"/>
                        <a:t> (0)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133640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min.age</a:t>
                      </a:r>
                      <a:r>
                        <a:rPr lang="nl-NL" sz="900" b="1" dirty="0"/>
                        <a:t> / </a:t>
                      </a:r>
                      <a:r>
                        <a:rPr lang="nl-NL" sz="900" b="1" dirty="0" err="1"/>
                        <a:t>max.age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minimum / maximum </a:t>
                      </a:r>
                      <a:r>
                        <a:rPr lang="nl-NL" sz="900" b="1" dirty="0" err="1"/>
                        <a:t>ages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used</a:t>
                      </a:r>
                      <a:r>
                        <a:rPr lang="nl-NL" sz="900" b="1" dirty="0"/>
                        <a:t> in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536336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/>
                        <a:t>sex.label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“men”/”male”, “</a:t>
                      </a:r>
                      <a:r>
                        <a:rPr lang="nl-NL" sz="900" b="1" dirty="0" err="1"/>
                        <a:t>women</a:t>
                      </a:r>
                      <a:r>
                        <a:rPr lang="nl-NL" sz="900" b="1" dirty="0"/>
                        <a:t>”/”</a:t>
                      </a:r>
                      <a:r>
                        <a:rPr lang="nl-NL" sz="900" b="1" dirty="0" err="1"/>
                        <a:t>female</a:t>
                      </a:r>
                      <a:r>
                        <a:rPr lang="nl-NL" sz="900" b="1" dirty="0"/>
                        <a:t>” or “</a:t>
                      </a:r>
                      <a:r>
                        <a:rPr lang="nl-NL" sz="900" b="1" dirty="0" err="1"/>
                        <a:t>both</a:t>
                      </a:r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305686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900" b="1" dirty="0" err="1"/>
                        <a:t>age.classes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900" b="1" dirty="0"/>
                        <a:t>Age-classes </a:t>
                      </a:r>
                      <a:r>
                        <a:rPr lang="nl-NL" sz="900" b="1" dirty="0" err="1"/>
                        <a:t>to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aggregate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final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results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by</a:t>
                      </a:r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191497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prb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Percentiles</a:t>
                      </a:r>
                      <a:r>
                        <a:rPr lang="nl-NL" sz="900" b="1" dirty="0"/>
                        <a:t> </a:t>
                      </a:r>
                      <a:r>
                        <a:rPr lang="nl-NL" sz="900" b="1" dirty="0" err="1"/>
                        <a:t>reported</a:t>
                      </a:r>
                      <a:r>
                        <a:rPr lang="nl-NL" sz="900" b="1" dirty="0"/>
                        <a:t> in </a:t>
                      </a:r>
                      <a:r>
                        <a:rPr lang="nl-NL" sz="900" b="1" dirty="0" err="1"/>
                        <a:t>the</a:t>
                      </a:r>
                      <a:r>
                        <a:rPr lang="nl-NL" sz="900" b="1" dirty="0"/>
                        <a:t> output.</a:t>
                      </a:r>
                      <a:br>
                        <a:rPr lang="nl-NL" sz="900" b="1" dirty="0"/>
                      </a:br>
                      <a:r>
                        <a:rPr lang="nl-NL" sz="900" b="1" dirty="0"/>
                        <a:t>Default: </a:t>
                      </a:r>
                      <a:r>
                        <a:rPr lang="nl-NL" sz="900" b="1" i="1" dirty="0" err="1"/>
                        <a:t>prb</a:t>
                      </a:r>
                      <a:r>
                        <a:rPr lang="nl-NL" sz="900" b="1" i="1" dirty="0"/>
                        <a:t> = c(5, 10, 25, 50, 75, 90, 95) / 100</a:t>
                      </a:r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057716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spade.output.path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900" b="1" dirty="0"/>
                        <a:t>Directory </a:t>
                      </a:r>
                      <a:r>
                        <a:rPr lang="nl-NL" sz="900" b="1" dirty="0" err="1"/>
                        <a:t>to</a:t>
                      </a:r>
                      <a:r>
                        <a:rPr lang="nl-NL" sz="900" b="1" dirty="0"/>
                        <a:t> save </a:t>
                      </a:r>
                      <a:r>
                        <a:rPr lang="nl-NL" sz="900" b="1" dirty="0" err="1"/>
                        <a:t>results</a:t>
                      </a:r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293438"/>
                  </a:ext>
                </a:extLst>
              </a:tr>
              <a:tr h="289238">
                <a:tc>
                  <a:txBody>
                    <a:bodyPr/>
                    <a:lstStyle/>
                    <a:p>
                      <a:r>
                        <a:rPr lang="nl-NL" sz="900" b="1" dirty="0" err="1"/>
                        <a:t>seed</a:t>
                      </a:r>
                      <a:endParaRPr lang="nl-NL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9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97041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FEEAE9A-DA21-0272-F111-9C8573B06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11" y="3053179"/>
            <a:ext cx="8602240" cy="377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734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33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br>
              <a:rPr lang="nl-NL" dirty="0"/>
            </a:br>
            <a:endParaRPr lang="nl-NL" dirty="0"/>
          </a:p>
          <a:p>
            <a:pPr marL="0" indent="0">
              <a:buNone/>
            </a:pP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A13F03-C23C-C250-B1A9-6F8B662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7" y="1194183"/>
            <a:ext cx="5706271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69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34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sz="1400" dirty="0" err="1"/>
              <a:t>Results</a:t>
            </a:r>
            <a:r>
              <a:rPr lang="nl-NL" sz="1400" dirty="0"/>
              <a:t> (</a:t>
            </a:r>
            <a:r>
              <a:rPr lang="nl-NL" sz="1400" dirty="0" err="1"/>
              <a:t>from</a:t>
            </a:r>
            <a:r>
              <a:rPr lang="nl-NL" sz="1400" dirty="0"/>
              <a:t> tab “HI” of </a:t>
            </a:r>
            <a:r>
              <a:rPr lang="nl-NL" sz="1400" dirty="0" err="1"/>
              <a:t>saved</a:t>
            </a:r>
            <a:r>
              <a:rPr lang="nl-NL" sz="1400" dirty="0"/>
              <a:t> </a:t>
            </a:r>
            <a:r>
              <a:rPr lang="nl-NL" sz="1400" dirty="0" err="1"/>
              <a:t>excel</a:t>
            </a:r>
            <a:r>
              <a:rPr lang="nl-NL" sz="1400" dirty="0"/>
              <a:t>-file)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A13F03-C23C-C250-B1A9-6F8B662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7" y="1194183"/>
            <a:ext cx="5706271" cy="250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BD78C-7694-2DCD-EB15-7473194A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0" y="4197461"/>
            <a:ext cx="695422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5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35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 lnSpcReduction="10000"/>
          </a:bodyPr>
          <a:lstStyle/>
          <a:p>
            <a:pPr marL="342900" indent="-342900">
              <a:buFont typeface="+mj-lt"/>
              <a:buAutoNum type="alphaLcParenR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342900" indent="-342900">
              <a:buFont typeface="+mj-lt"/>
              <a:buAutoNum type="alphaLcParenR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sz="1400" dirty="0" err="1"/>
              <a:t>Results</a:t>
            </a:r>
            <a:r>
              <a:rPr lang="nl-NL" sz="1400" dirty="0"/>
              <a:t> (</a:t>
            </a:r>
            <a:r>
              <a:rPr lang="nl-NL" sz="1400" dirty="0" err="1"/>
              <a:t>from</a:t>
            </a:r>
            <a:r>
              <a:rPr lang="nl-NL" sz="1400" dirty="0"/>
              <a:t> tab “HI” of </a:t>
            </a:r>
            <a:r>
              <a:rPr lang="nl-NL" sz="1400" dirty="0" err="1"/>
              <a:t>saved</a:t>
            </a:r>
            <a:r>
              <a:rPr lang="nl-NL" sz="1400" dirty="0"/>
              <a:t> </a:t>
            </a:r>
            <a:r>
              <a:rPr lang="nl-NL" sz="1400" dirty="0" err="1"/>
              <a:t>excel</a:t>
            </a:r>
            <a:r>
              <a:rPr lang="nl-NL" sz="1400" dirty="0"/>
              <a:t>-file)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 err="1"/>
              <a:t>Things</a:t>
            </a:r>
            <a:r>
              <a:rPr lang="nl-NL" sz="1400" dirty="0"/>
              <a:t> </a:t>
            </a:r>
            <a:r>
              <a:rPr lang="nl-NL" sz="1400" dirty="0" err="1"/>
              <a:t>to</a:t>
            </a:r>
            <a:r>
              <a:rPr lang="nl-NL" sz="1400" dirty="0"/>
              <a:t> </a:t>
            </a:r>
            <a:r>
              <a:rPr lang="nl-NL" sz="1400" dirty="0" err="1"/>
              <a:t>note</a:t>
            </a:r>
            <a:r>
              <a:rPr lang="nl-NL" sz="1400" dirty="0"/>
              <a:t>:</a:t>
            </a:r>
          </a:p>
          <a:p>
            <a:r>
              <a:rPr lang="nl-NL" sz="1400" dirty="0" err="1"/>
              <a:t>Mean</a:t>
            </a:r>
            <a:r>
              <a:rPr lang="nl-NL" sz="1400" dirty="0"/>
              <a:t> HI is </a:t>
            </a:r>
            <a:r>
              <a:rPr lang="nl-NL" sz="1400" dirty="0" err="1"/>
              <a:t>higher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adults</a:t>
            </a:r>
            <a:r>
              <a:rPr lang="nl-NL" sz="1400" dirty="0"/>
              <a:t> </a:t>
            </a:r>
            <a:r>
              <a:rPr lang="nl-NL" sz="1400" dirty="0" err="1"/>
              <a:t>than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youth</a:t>
            </a:r>
            <a:endParaRPr lang="nl-NL" sz="1400" dirty="0"/>
          </a:p>
          <a:p>
            <a:r>
              <a:rPr lang="nl-NL" sz="1400" dirty="0"/>
              <a:t>At </a:t>
            </a:r>
            <a:r>
              <a:rPr lang="nl-NL" sz="1400" dirty="0" err="1"/>
              <a:t>least</a:t>
            </a:r>
            <a:r>
              <a:rPr lang="nl-NL" sz="1400" dirty="0"/>
              <a:t> 50% of </a:t>
            </a:r>
            <a:r>
              <a:rPr lang="nl-NL" sz="1400" dirty="0" err="1"/>
              <a:t>people</a:t>
            </a:r>
            <a:r>
              <a:rPr lang="nl-NL" sz="1400" dirty="0"/>
              <a:t> have HI = 0</a:t>
            </a:r>
          </a:p>
          <a:p>
            <a:r>
              <a:rPr lang="nl-NL" sz="1400" dirty="0"/>
              <a:t>P75 is </a:t>
            </a:r>
            <a:r>
              <a:rPr lang="nl-NL" sz="1400" dirty="0" err="1"/>
              <a:t>still</a:t>
            </a:r>
            <a:r>
              <a:rPr lang="nl-NL" sz="1400" dirty="0"/>
              <a:t> </a:t>
            </a:r>
            <a:r>
              <a:rPr lang="nl-NL" sz="1400" dirty="0" err="1"/>
              <a:t>very</a:t>
            </a:r>
            <a:r>
              <a:rPr lang="nl-NL" sz="1400" dirty="0"/>
              <a:t> low</a:t>
            </a:r>
          </a:p>
          <a:p>
            <a:r>
              <a:rPr lang="nl-NL" sz="1400" dirty="0"/>
              <a:t>Most of </a:t>
            </a:r>
            <a:r>
              <a:rPr lang="nl-NL" sz="1400" dirty="0" err="1"/>
              <a:t>the</a:t>
            </a:r>
            <a:r>
              <a:rPr lang="nl-NL" sz="1400" dirty="0"/>
              <a:t> intake </a:t>
            </a:r>
            <a:r>
              <a:rPr lang="nl-NL" sz="1400" dirty="0" err="1"/>
              <a:t>comes</a:t>
            </a:r>
            <a:r>
              <a:rPr lang="nl-NL" sz="1400" dirty="0"/>
              <a:t> </a:t>
            </a:r>
            <a:r>
              <a:rPr lang="nl-NL" sz="1400" dirty="0" err="1"/>
              <a:t>from</a:t>
            </a:r>
            <a:r>
              <a:rPr lang="nl-NL" sz="1400" dirty="0"/>
              <a:t> a </a:t>
            </a:r>
            <a:r>
              <a:rPr lang="nl-NL" sz="1400" dirty="0" err="1"/>
              <a:t>relatively</a:t>
            </a:r>
            <a:r>
              <a:rPr lang="nl-NL" sz="1400" dirty="0"/>
              <a:t> small </a:t>
            </a:r>
            <a:r>
              <a:rPr lang="nl-NL" sz="1400" dirty="0" err="1"/>
              <a:t>group</a:t>
            </a:r>
            <a:endParaRPr lang="nl-NL" sz="1400" dirty="0"/>
          </a:p>
          <a:p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A13F03-C23C-C250-B1A9-6F8B66252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57" y="1194183"/>
            <a:ext cx="5706271" cy="250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BBD78C-7694-2DCD-EB15-7473194A7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0" y="4197461"/>
            <a:ext cx="6954220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4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36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06C7C-F1EB-6FCC-A606-AB736C2E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338" y="1124744"/>
            <a:ext cx="5725324" cy="251495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8A3C9C8-2C29-C1E4-92AA-529C2AC65196}"/>
              </a:ext>
            </a:extLst>
          </p:cNvPr>
          <p:cNvSpPr/>
          <p:nvPr/>
        </p:nvSpPr>
        <p:spPr>
          <a:xfrm>
            <a:off x="3339753" y="3102198"/>
            <a:ext cx="800199" cy="488156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7633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37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sz="1400" dirty="0" err="1"/>
              <a:t>Results</a:t>
            </a:r>
            <a:r>
              <a:rPr lang="nl-NL" sz="1400" dirty="0"/>
              <a:t> (</a:t>
            </a:r>
            <a:r>
              <a:rPr lang="nl-NL" sz="1400" dirty="0" err="1"/>
              <a:t>from</a:t>
            </a:r>
            <a:r>
              <a:rPr lang="nl-NL" sz="1400" dirty="0"/>
              <a:t> tab “HI” of </a:t>
            </a:r>
            <a:r>
              <a:rPr lang="nl-NL" sz="1400" dirty="0" err="1"/>
              <a:t>saved</a:t>
            </a:r>
            <a:r>
              <a:rPr lang="nl-NL" sz="1400" dirty="0"/>
              <a:t> </a:t>
            </a:r>
            <a:r>
              <a:rPr lang="nl-NL" sz="1400" dirty="0" err="1"/>
              <a:t>excel</a:t>
            </a:r>
            <a:r>
              <a:rPr lang="nl-NL" sz="1400" dirty="0"/>
              <a:t>-file)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 err="1"/>
              <a:t>Mean</a:t>
            </a:r>
            <a:r>
              <a:rPr lang="nl-NL" sz="1400" dirty="0"/>
              <a:t> HI is </a:t>
            </a:r>
            <a:r>
              <a:rPr lang="nl-NL" sz="1400" dirty="0" err="1"/>
              <a:t>higher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adults</a:t>
            </a:r>
            <a:r>
              <a:rPr lang="nl-NL" sz="1400" dirty="0"/>
              <a:t> </a:t>
            </a:r>
            <a:r>
              <a:rPr lang="nl-NL" sz="1400" dirty="0" err="1"/>
              <a:t>than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youth</a:t>
            </a:r>
            <a:endParaRPr lang="nl-NL" sz="1400" dirty="0"/>
          </a:p>
          <a:p>
            <a:r>
              <a:rPr lang="nl-NL" sz="1400" dirty="0"/>
              <a:t>For </a:t>
            </a:r>
            <a:r>
              <a:rPr lang="nl-NL" sz="1400" dirty="0" err="1"/>
              <a:t>youth</a:t>
            </a:r>
            <a:r>
              <a:rPr lang="nl-NL" sz="1400" dirty="0"/>
              <a:t>: first non-zero </a:t>
            </a:r>
            <a:r>
              <a:rPr lang="nl-NL" sz="1400" dirty="0" err="1"/>
              <a:t>percentile</a:t>
            </a:r>
            <a:r>
              <a:rPr lang="nl-NL" sz="1400" dirty="0"/>
              <a:t> is P69</a:t>
            </a:r>
          </a:p>
          <a:p>
            <a:r>
              <a:rPr lang="nl-NL" sz="1400" dirty="0"/>
              <a:t>For </a:t>
            </a:r>
            <a:r>
              <a:rPr lang="nl-NL" sz="1400" dirty="0" err="1"/>
              <a:t>adults</a:t>
            </a:r>
            <a:r>
              <a:rPr lang="nl-NL" sz="1400" dirty="0"/>
              <a:t>: first non-zero </a:t>
            </a:r>
            <a:r>
              <a:rPr lang="nl-NL" sz="1400" dirty="0" err="1"/>
              <a:t>percentile</a:t>
            </a:r>
            <a:r>
              <a:rPr lang="nl-NL" sz="1400" dirty="0"/>
              <a:t> is P74</a:t>
            </a:r>
          </a:p>
          <a:p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BD78C-7694-2DCD-EB15-7473194A72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558"/>
          <a:stretch/>
        </p:blipFill>
        <p:spPr>
          <a:xfrm>
            <a:off x="751990" y="4197461"/>
            <a:ext cx="795674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06C7C-F1EB-6FCC-A606-AB736C2ED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38" y="1124744"/>
            <a:ext cx="5725324" cy="251495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8A3C9C8-2C29-C1E4-92AA-529C2AC65196}"/>
              </a:ext>
            </a:extLst>
          </p:cNvPr>
          <p:cNvSpPr/>
          <p:nvPr/>
        </p:nvSpPr>
        <p:spPr>
          <a:xfrm>
            <a:off x="3339753" y="3102198"/>
            <a:ext cx="800199" cy="488156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FC2451-B53C-D75A-3C2D-AD288E55114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44" t="5264"/>
          <a:stretch/>
        </p:blipFill>
        <p:spPr>
          <a:xfrm>
            <a:off x="2123727" y="4197461"/>
            <a:ext cx="6087117" cy="85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958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38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748" y="1098512"/>
            <a:ext cx="8192691" cy="5570848"/>
          </a:xfrm>
          <a:solidFill>
            <a:schemeClr val="bg1"/>
          </a:solidFill>
        </p:spPr>
        <p:txBody>
          <a:bodyPr numCol="1">
            <a:normAutofit/>
          </a:bodyPr>
          <a:lstStyle/>
          <a:p>
            <a:pPr marL="342900" indent="-342900">
              <a:buFont typeface="+mj-lt"/>
              <a:buAutoNum type="alphaLcParenR" startAt="2"/>
            </a:pPr>
            <a:r>
              <a:rPr lang="nl-NL" dirty="0"/>
              <a:t>Code:</a:t>
            </a:r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342900" indent="-342900">
              <a:buFont typeface="+mj-lt"/>
              <a:buAutoNum type="alphaLcParenR" startAt="2"/>
            </a:pPr>
            <a:endParaRPr lang="nl-NL" dirty="0"/>
          </a:p>
          <a:p>
            <a:pPr marL="0" indent="0">
              <a:buNone/>
            </a:pPr>
            <a:br>
              <a:rPr lang="nl-NL" dirty="0"/>
            </a:br>
            <a:endParaRPr lang="nl-NL" dirty="0"/>
          </a:p>
          <a:p>
            <a:pPr marL="0" indent="0">
              <a:buNone/>
            </a:pPr>
            <a:r>
              <a:rPr lang="nl-NL" sz="1400" dirty="0" err="1"/>
              <a:t>Results</a:t>
            </a:r>
            <a:r>
              <a:rPr lang="nl-NL" sz="1400" dirty="0"/>
              <a:t> (</a:t>
            </a:r>
            <a:r>
              <a:rPr lang="nl-NL" sz="1400" dirty="0" err="1"/>
              <a:t>from</a:t>
            </a:r>
            <a:r>
              <a:rPr lang="nl-NL" sz="1400" dirty="0"/>
              <a:t> tab “HI” of </a:t>
            </a:r>
            <a:r>
              <a:rPr lang="nl-NL" sz="1400" dirty="0" err="1"/>
              <a:t>saved</a:t>
            </a:r>
            <a:r>
              <a:rPr lang="nl-NL" sz="1400" dirty="0"/>
              <a:t> </a:t>
            </a:r>
            <a:r>
              <a:rPr lang="nl-NL" sz="1400" dirty="0" err="1"/>
              <a:t>excel</a:t>
            </a:r>
            <a:r>
              <a:rPr lang="nl-NL" sz="1400" dirty="0"/>
              <a:t>-file)</a:t>
            </a: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br>
              <a:rPr lang="nl-NL" sz="1400" dirty="0"/>
            </a:br>
            <a:r>
              <a:rPr lang="nl-NL" sz="1400" dirty="0" err="1"/>
              <a:t>Mean</a:t>
            </a:r>
            <a:r>
              <a:rPr lang="nl-NL" sz="1400" dirty="0"/>
              <a:t> HI is </a:t>
            </a:r>
            <a:r>
              <a:rPr lang="nl-NL" sz="1400" dirty="0" err="1"/>
              <a:t>higher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adults</a:t>
            </a:r>
            <a:r>
              <a:rPr lang="nl-NL" sz="1400" dirty="0"/>
              <a:t> </a:t>
            </a:r>
            <a:r>
              <a:rPr lang="nl-NL" sz="1400" dirty="0" err="1"/>
              <a:t>than</a:t>
            </a:r>
            <a:r>
              <a:rPr lang="nl-NL" sz="1400" dirty="0"/>
              <a:t> </a:t>
            </a:r>
            <a:r>
              <a:rPr lang="nl-NL" sz="1400" dirty="0" err="1"/>
              <a:t>for</a:t>
            </a:r>
            <a:r>
              <a:rPr lang="nl-NL" sz="1400" dirty="0"/>
              <a:t> </a:t>
            </a:r>
            <a:r>
              <a:rPr lang="nl-NL" sz="1400" dirty="0" err="1"/>
              <a:t>youth</a:t>
            </a:r>
            <a:endParaRPr lang="nl-NL" sz="1400" dirty="0"/>
          </a:p>
          <a:p>
            <a:r>
              <a:rPr lang="nl-NL" sz="1400" dirty="0"/>
              <a:t>For </a:t>
            </a:r>
            <a:r>
              <a:rPr lang="nl-NL" sz="1400" dirty="0" err="1"/>
              <a:t>youth</a:t>
            </a:r>
            <a:r>
              <a:rPr lang="nl-NL" sz="1400" dirty="0"/>
              <a:t>: first non-zero </a:t>
            </a:r>
            <a:r>
              <a:rPr lang="nl-NL" sz="1400" dirty="0" err="1"/>
              <a:t>percentile</a:t>
            </a:r>
            <a:r>
              <a:rPr lang="nl-NL" sz="1400" dirty="0"/>
              <a:t> is P69</a:t>
            </a:r>
          </a:p>
          <a:p>
            <a:r>
              <a:rPr lang="nl-NL" sz="1400" dirty="0"/>
              <a:t>For </a:t>
            </a:r>
            <a:r>
              <a:rPr lang="nl-NL" sz="1400" dirty="0" err="1"/>
              <a:t>adults</a:t>
            </a:r>
            <a:r>
              <a:rPr lang="nl-NL" sz="1400" dirty="0"/>
              <a:t>: first non-zero </a:t>
            </a:r>
            <a:r>
              <a:rPr lang="nl-NL" sz="1400" dirty="0" err="1"/>
              <a:t>percentile</a:t>
            </a:r>
            <a:r>
              <a:rPr lang="nl-NL" sz="1400" dirty="0"/>
              <a:t> is P74</a:t>
            </a:r>
          </a:p>
          <a:p>
            <a:pPr marL="0" indent="0">
              <a:buNone/>
            </a:pPr>
            <a:r>
              <a:rPr lang="nl-NL" sz="1400" dirty="0">
                <a:solidFill>
                  <a:srgbClr val="0D709F"/>
                </a:solidFill>
              </a:rPr>
              <a:t>c)</a:t>
            </a:r>
            <a:r>
              <a:rPr lang="nl-NL" sz="1400" dirty="0"/>
              <a:t> </a:t>
            </a:r>
            <a:r>
              <a:rPr lang="nl-NL" sz="1400" dirty="0" err="1"/>
              <a:t>All</a:t>
            </a:r>
            <a:r>
              <a:rPr lang="nl-NL" sz="1400" dirty="0"/>
              <a:t> </a:t>
            </a:r>
            <a:r>
              <a:rPr lang="nl-NL" sz="1400" dirty="0" err="1"/>
              <a:t>the</a:t>
            </a:r>
            <a:r>
              <a:rPr lang="nl-NL" sz="1400" dirty="0"/>
              <a:t> zero </a:t>
            </a:r>
            <a:r>
              <a:rPr lang="nl-NL" sz="1400" dirty="0" err="1"/>
              <a:t>habitual</a:t>
            </a:r>
            <a:r>
              <a:rPr lang="nl-NL" sz="1400" dirty="0"/>
              <a:t> intakes are never-supplement users. </a:t>
            </a:r>
            <a:br>
              <a:rPr lang="nl-NL" sz="1400" dirty="0"/>
            </a:br>
            <a:r>
              <a:rPr lang="nl-NL" sz="1400" dirty="0"/>
              <a:t>    We </a:t>
            </a:r>
            <a:r>
              <a:rPr lang="nl-NL" sz="1400" dirty="0" err="1"/>
              <a:t>see</a:t>
            </a:r>
            <a:r>
              <a:rPr lang="nl-NL" sz="1400" dirty="0"/>
              <a:t> in </a:t>
            </a:r>
            <a:r>
              <a:rPr lang="nl-NL" sz="1400" dirty="0" err="1"/>
              <a:t>the</a:t>
            </a:r>
            <a:r>
              <a:rPr lang="nl-NL" sz="1400" dirty="0"/>
              <a:t> data ---------------------------------------------&gt; </a:t>
            </a:r>
          </a:p>
          <a:p>
            <a:endParaRPr lang="nl-NL" sz="1400" dirty="0"/>
          </a:p>
          <a:p>
            <a:endParaRPr lang="nl-NL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14198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 err="1"/>
              <a:t>Answer</a:t>
            </a:r>
            <a:r>
              <a:rPr lang="nl-NL" sz="2000" b="1" dirty="0"/>
              <a:t> </a:t>
            </a:r>
            <a:r>
              <a:rPr lang="nl-NL" sz="2000" b="1" dirty="0" err="1"/>
              <a:t>to</a:t>
            </a:r>
            <a:r>
              <a:rPr lang="nl-NL" sz="2000" b="1" dirty="0"/>
              <a:t> </a:t>
            </a:r>
            <a:r>
              <a:rPr lang="nl-NL" sz="2000" b="1" dirty="0" err="1"/>
              <a:t>exercise</a:t>
            </a:r>
            <a:r>
              <a:rPr lang="nl-NL" sz="2000" b="1" dirty="0"/>
              <a:t> 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BD78C-7694-2DCD-EB15-7473194A72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8558"/>
          <a:stretch/>
        </p:blipFill>
        <p:spPr>
          <a:xfrm>
            <a:off x="751990" y="4197461"/>
            <a:ext cx="795674" cy="80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06C7C-F1EB-6FCC-A606-AB736C2ED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338" y="1124744"/>
            <a:ext cx="5725324" cy="2514951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8A3C9C8-2C29-C1E4-92AA-529C2AC65196}"/>
              </a:ext>
            </a:extLst>
          </p:cNvPr>
          <p:cNvSpPr/>
          <p:nvPr/>
        </p:nvSpPr>
        <p:spPr>
          <a:xfrm>
            <a:off x="3339753" y="3102198"/>
            <a:ext cx="800199" cy="488156"/>
          </a:xfrm>
          <a:prstGeom prst="ellipse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FC2451-B53C-D75A-3C2D-AD288E55114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44" t="5264"/>
          <a:stretch/>
        </p:blipFill>
        <p:spPr>
          <a:xfrm>
            <a:off x="2123727" y="4197461"/>
            <a:ext cx="6087117" cy="857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673F33-8717-AE2C-4431-13852611A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16" y="5829250"/>
            <a:ext cx="2438740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01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9FA8-1EE1-C9DE-504A-1CA67CA0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nl-NL" sz="3200" dirty="0" err="1"/>
              <a:t>Outline</a:t>
            </a:r>
            <a:br>
              <a:rPr lang="nl-NL" sz="3200" dirty="0"/>
            </a:br>
            <a:br>
              <a:rPr lang="nl-NL" sz="3200" dirty="0"/>
            </a:br>
            <a:r>
              <a:rPr lang="nl-NL" sz="2400" dirty="0"/>
              <a:t>1. </a:t>
            </a:r>
            <a:r>
              <a:rPr lang="nl-NL" sz="2400" dirty="0" err="1"/>
              <a:t>Overview</a:t>
            </a:r>
            <a:r>
              <a:rPr lang="nl-NL" sz="2400" dirty="0"/>
              <a:t> </a:t>
            </a:r>
            <a:r>
              <a:rPr lang="nl-NL" sz="2400" dirty="0" err="1"/>
              <a:t>submodels</a:t>
            </a:r>
            <a:r>
              <a:rPr lang="nl-NL" sz="2400" dirty="0"/>
              <a:t> SPADE</a:t>
            </a:r>
            <a:br>
              <a:rPr lang="nl-NL" sz="2400" dirty="0"/>
            </a:br>
            <a:br>
              <a:rPr lang="nl-NL" sz="2400" dirty="0"/>
            </a:br>
            <a:r>
              <a:rPr lang="nl-NL" sz="2400" dirty="0"/>
              <a:t>2. SPADE </a:t>
            </a:r>
            <a:r>
              <a:rPr lang="nl-NL" sz="2400" dirty="0" err="1"/>
              <a:t>for</a:t>
            </a:r>
            <a:r>
              <a:rPr lang="nl-NL" sz="2400" dirty="0"/>
              <a:t> </a:t>
            </a:r>
            <a:r>
              <a:rPr lang="nl-NL" sz="2400" dirty="0" err="1"/>
              <a:t>supplements</a:t>
            </a:r>
            <a:br>
              <a:rPr lang="nl-NL" sz="2400" dirty="0"/>
            </a:br>
            <a:br>
              <a:rPr lang="nl-NL" sz="2400" dirty="0"/>
            </a:br>
            <a:r>
              <a:rPr lang="nl-NL" sz="2400" b="1" dirty="0"/>
              <a:t>3. SPADE </a:t>
            </a:r>
            <a:r>
              <a:rPr lang="nl-NL" sz="2400" b="1" dirty="0" err="1"/>
              <a:t>for</a:t>
            </a:r>
            <a:r>
              <a:rPr lang="nl-NL" sz="2400" b="1" dirty="0"/>
              <a:t> food + </a:t>
            </a:r>
            <a:r>
              <a:rPr lang="nl-NL" sz="2400" b="1" dirty="0" err="1"/>
              <a:t>supplements</a:t>
            </a:r>
            <a:endParaRPr lang="nl-NL" sz="3200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7B84-0599-53A6-20EF-F80DF45AD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841A-0672-1C75-68B9-0967B497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62AE6-F65D-B31E-24E6-E15738A68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39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20128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40</a:t>
            </a:fld>
            <a:endParaRPr lang="nl-NL"/>
          </a:p>
        </p:txBody>
      </p:sp>
      <p:sp>
        <p:nvSpPr>
          <p:cNvPr id="6" name="TextBox 5"/>
          <p:cNvSpPr txBox="1"/>
          <p:nvPr/>
        </p:nvSpPr>
        <p:spPr>
          <a:xfrm>
            <a:off x="4572000" y="332656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nl-NL" sz="2800" b="1">
                <a:solidFill>
                  <a:schemeClr val="bg1"/>
                </a:solidFill>
              </a:rPr>
              <a:t>f.spade.supplements </a:t>
            </a:r>
            <a:endParaRPr lang="en-US" sz="2800" b="1">
              <a:solidFill>
                <a:schemeClr val="bg1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3528" y="411376"/>
            <a:ext cx="3510161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Verdana" pitchFamily="34" charset="0"/>
                <a:cs typeface="Arial" charset="0"/>
              </a:defRPr>
            </a:lvl9pPr>
          </a:lstStyle>
          <a:p>
            <a:r>
              <a:rPr lang="en-GB" sz="2800" b="1" kern="0">
                <a:solidFill>
                  <a:schemeClr val="bg1"/>
                </a:solidFill>
              </a:rPr>
              <a:t>s_syn_fol</a:t>
            </a:r>
            <a:endParaRPr lang="en-GB" b="1" kern="0" dirty="0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9E4DF10-8D46-BC90-4A45-60D374A9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1" y="584061"/>
            <a:ext cx="8192691" cy="948047"/>
          </a:xfrm>
        </p:spPr>
        <p:txBody>
          <a:bodyPr>
            <a:normAutofit/>
          </a:bodyPr>
          <a:lstStyle/>
          <a:p>
            <a:r>
              <a:rPr lang="nl-NL" sz="1800" b="1" dirty="0" err="1"/>
              <a:t>Example</a:t>
            </a:r>
            <a:r>
              <a:rPr lang="nl-NL" sz="1800" dirty="0"/>
              <a:t>: </a:t>
            </a:r>
            <a:r>
              <a:rPr lang="nl-NL" sz="1800" dirty="0" err="1"/>
              <a:t>synthetic</a:t>
            </a:r>
            <a:r>
              <a:rPr lang="nl-NL" sz="1800" dirty="0"/>
              <a:t> </a:t>
            </a:r>
            <a:r>
              <a:rPr lang="nl-NL" sz="1800" dirty="0" err="1"/>
              <a:t>folate</a:t>
            </a:r>
            <a:r>
              <a:rPr lang="nl-NL" sz="1800" dirty="0"/>
              <a:t> intakes (</a:t>
            </a:r>
            <a:r>
              <a:rPr lang="nl-NL" sz="1800" dirty="0" err="1"/>
              <a:t>females</a:t>
            </a:r>
            <a:r>
              <a:rPr lang="nl-NL" sz="1800" dirty="0"/>
              <a:t>, </a:t>
            </a:r>
            <a:r>
              <a:rPr lang="nl-NL" sz="1800" dirty="0" err="1"/>
              <a:t>age</a:t>
            </a:r>
            <a:r>
              <a:rPr lang="nl-NL" sz="1800" dirty="0"/>
              <a:t> 1-79, ~Dutch </a:t>
            </a:r>
            <a:r>
              <a:rPr lang="nl-NL" sz="1800" dirty="0" err="1"/>
              <a:t>population</a:t>
            </a:r>
            <a:r>
              <a:rPr lang="nl-NL" sz="1800" dirty="0"/>
              <a:t>)</a:t>
            </a:r>
            <a:endParaRPr lang="nl-NL" sz="2000" dirty="0"/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62DBA1B9-3772-BB4C-5B49-5C6483A03B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3528" y="3276600"/>
            <a:ext cx="4400872" cy="440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117B4793-8E82-D503-AF91-3B537042CB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16" name="AutoShape 16">
            <a:extLst>
              <a:ext uri="{FF2B5EF4-FFF2-40B4-BE49-F238E27FC236}">
                <a16:creationId xmlns:a16="http://schemas.microsoft.com/office/drawing/2014/main" id="{A2267B34-2214-A82C-1098-37153EF0CAF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43705C4-8845-C11F-72FF-D52AEED5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156" y="1324993"/>
            <a:ext cx="3595688" cy="23418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613E29-A85C-1F64-1344-9FAAB5108C0C}"/>
              </a:ext>
            </a:extLst>
          </p:cNvPr>
          <p:cNvSpPr txBox="1"/>
          <p:nvPr/>
        </p:nvSpPr>
        <p:spPr>
          <a:xfrm>
            <a:off x="1607622" y="1741872"/>
            <a:ext cx="1401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/>
              <a:t>Total intake (w/o </a:t>
            </a:r>
            <a:r>
              <a:rPr lang="nl-NL" sz="1200" b="1" dirty="0" err="1"/>
              <a:t>zeroes</a:t>
            </a:r>
            <a:r>
              <a:rPr lang="nl-NL" sz="1200" b="1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B5F4D-063C-4191-F37D-37A234330F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1" y="3812025"/>
            <a:ext cx="3510161" cy="22861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741DFD-21ED-AE1F-78EE-59065AA90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927" y="3783038"/>
            <a:ext cx="3529918" cy="22990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566598-C74C-52B3-351A-DBE2982C47CB}"/>
              </a:ext>
            </a:extLst>
          </p:cNvPr>
          <p:cNvSpPr txBox="1"/>
          <p:nvPr/>
        </p:nvSpPr>
        <p:spPr>
          <a:xfrm>
            <a:off x="389573" y="3555511"/>
            <a:ext cx="29436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Intake </a:t>
            </a:r>
            <a:r>
              <a:rPr lang="nl-NL" sz="1100" b="1" dirty="0" err="1"/>
              <a:t>from</a:t>
            </a:r>
            <a:r>
              <a:rPr lang="nl-NL" sz="1100" b="1" dirty="0"/>
              <a:t> food (w/o </a:t>
            </a:r>
            <a:r>
              <a:rPr lang="nl-NL" sz="1100" b="1" dirty="0" err="1"/>
              <a:t>zeroes</a:t>
            </a:r>
            <a:r>
              <a:rPr lang="nl-NL" sz="1100" b="1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AE39B-61F8-F7CC-1CAD-383920E30899}"/>
              </a:ext>
            </a:extLst>
          </p:cNvPr>
          <p:cNvSpPr txBox="1"/>
          <p:nvPr/>
        </p:nvSpPr>
        <p:spPr>
          <a:xfrm>
            <a:off x="5452722" y="3517767"/>
            <a:ext cx="43220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Intake </a:t>
            </a:r>
            <a:r>
              <a:rPr lang="nl-NL" sz="1100" b="1" dirty="0" err="1"/>
              <a:t>from</a:t>
            </a:r>
            <a:r>
              <a:rPr lang="nl-NL" sz="1100" b="1" dirty="0"/>
              <a:t> </a:t>
            </a:r>
            <a:r>
              <a:rPr lang="nl-NL" sz="1100" b="1" dirty="0" err="1"/>
              <a:t>supplements</a:t>
            </a:r>
            <a:r>
              <a:rPr lang="nl-NL" sz="1100" b="1" dirty="0"/>
              <a:t> (w/o </a:t>
            </a:r>
            <a:r>
              <a:rPr lang="nl-NL" sz="1100" b="1" dirty="0" err="1"/>
              <a:t>zeroes</a:t>
            </a:r>
            <a:r>
              <a:rPr lang="nl-NL" sz="1100" b="1" dirty="0"/>
              <a:t>)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08286D0-31F7-8945-96A6-10FD537899DA}"/>
              </a:ext>
            </a:extLst>
          </p:cNvPr>
          <p:cNvSpPr/>
          <p:nvPr/>
        </p:nvSpPr>
        <p:spPr>
          <a:xfrm rot="2587975">
            <a:off x="4970827" y="3446212"/>
            <a:ext cx="604057" cy="2012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3C39FEA6-A22A-7999-7E91-AFC6F8F176E3}"/>
              </a:ext>
            </a:extLst>
          </p:cNvPr>
          <p:cNvSpPr/>
          <p:nvPr/>
        </p:nvSpPr>
        <p:spPr>
          <a:xfrm rot="8069852">
            <a:off x="3294850" y="3433257"/>
            <a:ext cx="604057" cy="2012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D1B1CF6-E88A-E967-98F0-55FBB0C11411}"/>
              </a:ext>
            </a:extLst>
          </p:cNvPr>
          <p:cNvGrpSpPr/>
          <p:nvPr/>
        </p:nvGrpSpPr>
        <p:grpSpPr>
          <a:xfrm>
            <a:off x="321893" y="5862229"/>
            <a:ext cx="4904526" cy="842925"/>
            <a:chOff x="683568" y="6027393"/>
            <a:chExt cx="4904526" cy="842925"/>
          </a:xfrm>
        </p:grpSpPr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07541B68-60CB-62FB-FDD3-CD9CF737C750}"/>
                </a:ext>
              </a:extLst>
            </p:cNvPr>
            <p:cNvSpPr/>
            <p:nvPr/>
          </p:nvSpPr>
          <p:spPr>
            <a:xfrm rot="19845104">
              <a:off x="3050624" y="6243047"/>
              <a:ext cx="569955" cy="147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B337E42-E6A3-14E4-A85A-E163E4A5064C}"/>
                </a:ext>
              </a:extLst>
            </p:cNvPr>
            <p:cNvSpPr txBox="1"/>
            <p:nvPr/>
          </p:nvSpPr>
          <p:spPr>
            <a:xfrm>
              <a:off x="3609942" y="6027393"/>
              <a:ext cx="1929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100" b="1" dirty="0"/>
                <a:t> never </a:t>
              </a:r>
              <a:r>
                <a:rPr lang="nl-NL" sz="1100" b="1" dirty="0" err="1"/>
                <a:t>supp</a:t>
              </a:r>
              <a:r>
                <a:rPr lang="nl-NL" sz="1100" b="1" dirty="0"/>
                <a:t>. users</a:t>
              </a:r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E6775A20-CEB3-06CC-F5D4-7D3AD43D379C}"/>
                </a:ext>
              </a:extLst>
            </p:cNvPr>
            <p:cNvSpPr/>
            <p:nvPr/>
          </p:nvSpPr>
          <p:spPr>
            <a:xfrm rot="1891952">
              <a:off x="3005401" y="6556610"/>
              <a:ext cx="569955" cy="1475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5071C7-FC71-2512-86E0-009751CB74F8}"/>
                </a:ext>
              </a:extLst>
            </p:cNvPr>
            <p:cNvSpPr txBox="1"/>
            <p:nvPr/>
          </p:nvSpPr>
          <p:spPr>
            <a:xfrm>
              <a:off x="3658694" y="6608708"/>
              <a:ext cx="19294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100" b="1" dirty="0" err="1"/>
                <a:t>potential</a:t>
              </a:r>
              <a:r>
                <a:rPr lang="nl-NL" sz="1100" b="1" dirty="0"/>
                <a:t> </a:t>
              </a:r>
              <a:r>
                <a:rPr lang="nl-NL" sz="1100" b="1" dirty="0" err="1"/>
                <a:t>supp</a:t>
              </a:r>
              <a:r>
                <a:rPr lang="nl-NL" sz="1100" b="1" dirty="0"/>
                <a:t>. users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FD8454-6194-D3D0-D186-D9D6585C0754}"/>
                </a:ext>
              </a:extLst>
            </p:cNvPr>
            <p:cNvSpPr txBox="1"/>
            <p:nvPr/>
          </p:nvSpPr>
          <p:spPr>
            <a:xfrm>
              <a:off x="683568" y="6418751"/>
              <a:ext cx="225591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1050" b="1" dirty="0" err="1"/>
                <a:t>actually</a:t>
              </a:r>
              <a:r>
                <a:rPr lang="nl-NL" sz="1050" b="1" dirty="0"/>
                <a:t>, model food-intake </a:t>
              </a:r>
              <a:r>
                <a:rPr lang="nl-NL" sz="1050" b="1" dirty="0" err="1"/>
                <a:t>separately</a:t>
              </a:r>
              <a:r>
                <a:rPr lang="nl-NL" sz="1050" b="1" dirty="0"/>
                <a:t> </a:t>
              </a:r>
              <a:r>
                <a:rPr lang="nl-NL" sz="1050" b="1" dirty="0" err="1"/>
                <a:t>for</a:t>
              </a:r>
              <a:endParaRPr lang="nl-NL" sz="1050" b="1" dirty="0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2DB732-01EC-1C9A-3A0A-FE7DD77B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99E73-F669-1220-2D15-893824CF5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0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0FDA6A-57ED-8A57-C92A-79121AC71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5776" y="1585054"/>
            <a:ext cx="4032448" cy="4372089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D2B3F05-4DB2-C4C9-4D88-8E4C3EA97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372736"/>
            <a:ext cx="8192691" cy="948047"/>
          </a:xfrm>
        </p:spPr>
        <p:txBody>
          <a:bodyPr/>
          <a:lstStyle/>
          <a:p>
            <a:r>
              <a:rPr lang="nl-NL" dirty="0" err="1"/>
              <a:t>Entire</a:t>
            </a:r>
            <a:r>
              <a:rPr lang="nl-NL" dirty="0"/>
              <a:t>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37B3F-D068-4801-CA54-EF3C29EC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86F1-5E19-34CF-E7BC-C3A84547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E623-C275-1D59-456C-BFFA3B8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908005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0FDA6A-57ED-8A57-C92A-79121AC71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908853"/>
            <a:ext cx="2867397" cy="310890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37B3F-D068-4801-CA54-EF3C29EC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86F1-5E19-34CF-E7BC-C3A84547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E623-C275-1D59-456C-BFFA3B8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42</a:t>
            </a:fld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8A2026-82AD-415B-F881-033EB76180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28"/>
          <a:stretch/>
        </p:blipFill>
        <p:spPr>
          <a:xfrm>
            <a:off x="3137901" y="712757"/>
            <a:ext cx="2652586" cy="15480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5B3446-51E7-87FC-707C-B6AF1CBF30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63"/>
          <a:stretch/>
        </p:blipFill>
        <p:spPr>
          <a:xfrm>
            <a:off x="3183306" y="4457969"/>
            <a:ext cx="2631207" cy="1499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CA51E5-4BEB-657F-A304-A575C1F312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53"/>
          <a:stretch/>
        </p:blipFill>
        <p:spPr>
          <a:xfrm>
            <a:off x="3161675" y="2843885"/>
            <a:ext cx="2631207" cy="1496092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93E2CD6-C383-2BDF-7551-120F62472FDD}"/>
              </a:ext>
            </a:extLst>
          </p:cNvPr>
          <p:cNvSpPr/>
          <p:nvPr/>
        </p:nvSpPr>
        <p:spPr>
          <a:xfrm rot="19936860">
            <a:off x="2842971" y="2173042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C214656-48BB-AE85-D762-D9BD2F7721E1}"/>
              </a:ext>
            </a:extLst>
          </p:cNvPr>
          <p:cNvSpPr/>
          <p:nvPr/>
        </p:nvSpPr>
        <p:spPr>
          <a:xfrm>
            <a:off x="2892516" y="3639801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A84DA5D-5D0E-30FD-E498-D0163C7CB44B}"/>
              </a:ext>
            </a:extLst>
          </p:cNvPr>
          <p:cNvSpPr/>
          <p:nvPr/>
        </p:nvSpPr>
        <p:spPr>
          <a:xfrm rot="1553619">
            <a:off x="2860432" y="4438726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CEB26-0619-8A3C-0D96-BCB3A52729F7}"/>
              </a:ext>
            </a:extLst>
          </p:cNvPr>
          <p:cNvSpPr txBox="1"/>
          <p:nvPr/>
        </p:nvSpPr>
        <p:spPr>
          <a:xfrm>
            <a:off x="3252005" y="-63673"/>
            <a:ext cx="36004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br>
              <a:rPr lang="nl-NL" sz="1100" b="1" dirty="0"/>
            </a:br>
            <a:br>
              <a:rPr lang="nl-NL" sz="1100" b="1" dirty="0"/>
            </a:br>
            <a:r>
              <a:rPr lang="nl-NL" sz="1100" b="1" dirty="0"/>
              <a:t>For </a:t>
            </a:r>
            <a:r>
              <a:rPr lang="nl-NL" sz="1100" b="1" dirty="0" err="1"/>
              <a:t>any</a:t>
            </a:r>
            <a:r>
              <a:rPr lang="nl-NL" sz="1100" b="1" dirty="0"/>
              <a:t> </a:t>
            </a:r>
            <a:r>
              <a:rPr lang="nl-NL" sz="1100" b="1" dirty="0" err="1"/>
              <a:t>fixed</a:t>
            </a:r>
            <a:r>
              <a:rPr lang="nl-NL" sz="1100" b="1" dirty="0"/>
              <a:t> </a:t>
            </a:r>
            <a:r>
              <a:rPr lang="nl-NL" sz="1100" b="1" dirty="0" err="1"/>
              <a:t>age</a:t>
            </a:r>
            <a:r>
              <a:rPr lang="nl-NL" sz="1100" b="1" dirty="0"/>
              <a:t>,</a:t>
            </a:r>
            <a:br>
              <a:rPr lang="nl-NL" sz="1100" b="1" dirty="0"/>
            </a:br>
            <a:r>
              <a:rPr lang="nl-NL" sz="1100" b="1" dirty="0"/>
              <a:t>we model </a:t>
            </a:r>
            <a:r>
              <a:rPr lang="nl-NL" sz="1100" b="1" dirty="0" err="1"/>
              <a:t>the</a:t>
            </a:r>
            <a:r>
              <a:rPr lang="nl-NL" sz="1100" b="1" dirty="0"/>
              <a:t> HI </a:t>
            </a:r>
            <a:r>
              <a:rPr lang="nl-NL" sz="1100" b="1" dirty="0" err="1"/>
              <a:t>distributions</a:t>
            </a:r>
            <a:r>
              <a:rPr lang="nl-NL" sz="1100" b="1" dirty="0"/>
              <a:t>: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4FA914A0-E8F6-45B1-1905-CF35542FC74D}"/>
              </a:ext>
            </a:extLst>
          </p:cNvPr>
          <p:cNvSpPr txBox="1">
            <a:spLocks/>
          </p:cNvSpPr>
          <p:nvPr/>
        </p:nvSpPr>
        <p:spPr>
          <a:xfrm>
            <a:off x="367848" y="320675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dirty="0" err="1"/>
              <a:t>Entire</a:t>
            </a:r>
            <a:r>
              <a:rPr lang="nl-NL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4773163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0FDA6A-57ED-8A57-C92A-79121AC71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908853"/>
            <a:ext cx="2867397" cy="310890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37B3F-D068-4801-CA54-EF3C29EC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86F1-5E19-34CF-E7BC-C3A84547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E623-C275-1D59-456C-BFFA3B8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43</a:t>
            </a:fld>
            <a:endParaRPr lang="nl-NL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8A2026-82AD-415B-F881-033EB76180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628"/>
          <a:stretch/>
        </p:blipFill>
        <p:spPr>
          <a:xfrm>
            <a:off x="3137901" y="712757"/>
            <a:ext cx="2652586" cy="15480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5B3446-51E7-87FC-707C-B6AF1CBF30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63"/>
          <a:stretch/>
        </p:blipFill>
        <p:spPr>
          <a:xfrm>
            <a:off x="3183306" y="4457969"/>
            <a:ext cx="2631207" cy="14991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CA51E5-4BEB-657F-A304-A575C1F3122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053"/>
          <a:stretch/>
        </p:blipFill>
        <p:spPr>
          <a:xfrm>
            <a:off x="3161675" y="2843885"/>
            <a:ext cx="2631207" cy="1496092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393E2CD6-C383-2BDF-7551-120F62472FDD}"/>
              </a:ext>
            </a:extLst>
          </p:cNvPr>
          <p:cNvSpPr/>
          <p:nvPr/>
        </p:nvSpPr>
        <p:spPr>
          <a:xfrm rot="19936860">
            <a:off x="2842971" y="2173042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C214656-48BB-AE85-D762-D9BD2F7721E1}"/>
              </a:ext>
            </a:extLst>
          </p:cNvPr>
          <p:cNvSpPr/>
          <p:nvPr/>
        </p:nvSpPr>
        <p:spPr>
          <a:xfrm>
            <a:off x="2892516" y="3639801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A84DA5D-5D0E-30FD-E498-D0163C7CB44B}"/>
              </a:ext>
            </a:extLst>
          </p:cNvPr>
          <p:cNvSpPr/>
          <p:nvPr/>
        </p:nvSpPr>
        <p:spPr>
          <a:xfrm rot="1553619">
            <a:off x="2860432" y="4438726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CEB26-0619-8A3C-0D96-BCB3A52729F7}"/>
              </a:ext>
            </a:extLst>
          </p:cNvPr>
          <p:cNvSpPr txBox="1"/>
          <p:nvPr/>
        </p:nvSpPr>
        <p:spPr>
          <a:xfrm>
            <a:off x="3252005" y="-63673"/>
            <a:ext cx="3600400" cy="7694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br>
              <a:rPr lang="nl-NL" sz="1100" b="1" dirty="0"/>
            </a:br>
            <a:br>
              <a:rPr lang="nl-NL" sz="1100" b="1" dirty="0"/>
            </a:br>
            <a:r>
              <a:rPr lang="nl-NL" sz="1100" b="1" dirty="0"/>
              <a:t>For </a:t>
            </a:r>
            <a:r>
              <a:rPr lang="nl-NL" sz="1100" b="1" dirty="0" err="1"/>
              <a:t>any</a:t>
            </a:r>
            <a:r>
              <a:rPr lang="nl-NL" sz="1100" b="1" dirty="0"/>
              <a:t> </a:t>
            </a:r>
            <a:r>
              <a:rPr lang="nl-NL" sz="1100" b="1" dirty="0" err="1"/>
              <a:t>fixed</a:t>
            </a:r>
            <a:r>
              <a:rPr lang="nl-NL" sz="1100" b="1" dirty="0"/>
              <a:t> </a:t>
            </a:r>
            <a:r>
              <a:rPr lang="nl-NL" sz="1100" b="1" dirty="0" err="1"/>
              <a:t>age</a:t>
            </a:r>
            <a:r>
              <a:rPr lang="nl-NL" sz="1100" b="1" dirty="0"/>
              <a:t>,</a:t>
            </a:r>
            <a:br>
              <a:rPr lang="nl-NL" sz="1100" b="1" dirty="0"/>
            </a:br>
            <a:r>
              <a:rPr lang="nl-NL" sz="1100" b="1" dirty="0"/>
              <a:t>we model </a:t>
            </a:r>
            <a:r>
              <a:rPr lang="nl-NL" sz="1100" b="1" dirty="0" err="1"/>
              <a:t>the</a:t>
            </a:r>
            <a:r>
              <a:rPr lang="nl-NL" sz="1100" b="1" dirty="0"/>
              <a:t> HI </a:t>
            </a:r>
            <a:r>
              <a:rPr lang="nl-NL" sz="1100" b="1" dirty="0" err="1"/>
              <a:t>distributions</a:t>
            </a:r>
            <a:r>
              <a:rPr lang="nl-NL" sz="1100" b="1" dirty="0"/>
              <a:t>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C343DB3-9054-9C42-57C1-22BDF0AD6F7B}"/>
              </a:ext>
            </a:extLst>
          </p:cNvPr>
          <p:cNvSpPr/>
          <p:nvPr/>
        </p:nvSpPr>
        <p:spPr>
          <a:xfrm rot="2066528">
            <a:off x="5840537" y="3976696"/>
            <a:ext cx="407875" cy="1056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8F7B68-24E5-C085-B16E-7EA2ACF336ED}"/>
              </a:ext>
            </a:extLst>
          </p:cNvPr>
          <p:cNvSpPr/>
          <p:nvPr/>
        </p:nvSpPr>
        <p:spPr>
          <a:xfrm>
            <a:off x="5850607" y="4494302"/>
            <a:ext cx="407875" cy="1056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D8F8ED-BAEA-6671-FFFC-659D31C5244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439"/>
          <a:stretch/>
        </p:blipFill>
        <p:spPr>
          <a:xfrm>
            <a:off x="6274436" y="3745417"/>
            <a:ext cx="2843808" cy="1645345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64EAD224-A67D-411E-B7E7-7C18CEDE4685}"/>
              </a:ext>
            </a:extLst>
          </p:cNvPr>
          <p:cNvSpPr/>
          <p:nvPr/>
        </p:nvSpPr>
        <p:spPr>
          <a:xfrm>
            <a:off x="1273338" y="3705221"/>
            <a:ext cx="634366" cy="600489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30EE9A-EC1B-5561-7377-6DEB067F2465}"/>
              </a:ext>
            </a:extLst>
          </p:cNvPr>
          <p:cNvSpPr txBox="1"/>
          <p:nvPr/>
        </p:nvSpPr>
        <p:spPr>
          <a:xfrm>
            <a:off x="5763185" y="4200493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“</a:t>
            </a:r>
            <a:r>
              <a:rPr lang="nl-NL" sz="1100" b="1" dirty="0" err="1"/>
              <a:t>add</a:t>
            </a:r>
            <a:r>
              <a:rPr lang="nl-NL" sz="1100" b="1" dirty="0"/>
              <a:t>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11D2E3-5C11-D92B-0E6D-5C66CEA4C85E}"/>
              </a:ext>
            </a:extLst>
          </p:cNvPr>
          <p:cNvSpPr txBox="1"/>
          <p:nvPr/>
        </p:nvSpPr>
        <p:spPr>
          <a:xfrm>
            <a:off x="4860032" y="5451158"/>
            <a:ext cx="4198298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/>
              <a:t>Create</a:t>
            </a:r>
            <a:r>
              <a:rPr lang="nl-NL" sz="1000" dirty="0"/>
              <a:t> fake </a:t>
            </a:r>
            <a:r>
              <a:rPr lang="nl-NL" sz="1000" dirty="0" err="1"/>
              <a:t>potential</a:t>
            </a:r>
            <a:r>
              <a:rPr lang="nl-NL" sz="1000" dirty="0"/>
              <a:t> </a:t>
            </a:r>
            <a:r>
              <a:rPr lang="nl-NL" sz="1000" dirty="0" err="1"/>
              <a:t>supp</a:t>
            </a:r>
            <a:r>
              <a:rPr lang="nl-NL" sz="1000" dirty="0"/>
              <a:t>. users (“pseudo-persons”)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/>
              <a:t>Sample </a:t>
            </a:r>
            <a:r>
              <a:rPr lang="nl-NL" sz="1000" dirty="0" err="1"/>
              <a:t>their</a:t>
            </a:r>
            <a:r>
              <a:rPr lang="nl-NL" sz="1000" dirty="0"/>
              <a:t> </a:t>
            </a:r>
            <a:r>
              <a:rPr lang="nl-NL" sz="1000" dirty="0" err="1"/>
              <a:t>supp</a:t>
            </a:r>
            <a:r>
              <a:rPr lang="nl-NL" sz="1000" dirty="0"/>
              <a:t>. </a:t>
            </a:r>
            <a:r>
              <a:rPr lang="nl-NL" sz="1000" dirty="0" err="1"/>
              <a:t>and</a:t>
            </a:r>
            <a:r>
              <a:rPr lang="nl-NL" sz="1000" dirty="0"/>
              <a:t> food intake (</a:t>
            </a:r>
            <a:r>
              <a:rPr lang="nl-NL" sz="1000" dirty="0" err="1"/>
              <a:t>assume</a:t>
            </a:r>
            <a:r>
              <a:rPr lang="nl-NL" sz="1000" dirty="0"/>
              <a:t> </a:t>
            </a:r>
            <a:r>
              <a:rPr lang="nl-NL" sz="1000" dirty="0" err="1"/>
              <a:t>uncorrelated</a:t>
            </a:r>
            <a:r>
              <a:rPr lang="nl-NL" sz="10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 err="1"/>
              <a:t>Add</a:t>
            </a:r>
            <a:r>
              <a:rPr lang="nl-NL" sz="1000" dirty="0"/>
              <a:t> these intakes.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31EEF7-6D1F-4B7A-76B9-0AA79D671770}"/>
              </a:ext>
            </a:extLst>
          </p:cNvPr>
          <p:cNvCxnSpPr>
            <a:cxnSpLocks/>
          </p:cNvCxnSpPr>
          <p:nvPr/>
        </p:nvCxnSpPr>
        <p:spPr>
          <a:xfrm>
            <a:off x="6057920" y="4450822"/>
            <a:ext cx="26248" cy="9399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itle 2">
            <a:extLst>
              <a:ext uri="{FF2B5EF4-FFF2-40B4-BE49-F238E27FC236}">
                <a16:creationId xmlns:a16="http://schemas.microsoft.com/office/drawing/2014/main" id="{26006C30-A875-32E6-79C8-136055565E25}"/>
              </a:ext>
            </a:extLst>
          </p:cNvPr>
          <p:cNvSpPr txBox="1">
            <a:spLocks/>
          </p:cNvSpPr>
          <p:nvPr/>
        </p:nvSpPr>
        <p:spPr>
          <a:xfrm>
            <a:off x="367848" y="320675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dirty="0" err="1"/>
              <a:t>Entire</a:t>
            </a:r>
            <a:r>
              <a:rPr lang="nl-NL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924587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1D8F8ED-BAEA-6671-FFFC-659D31C524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39"/>
          <a:stretch/>
        </p:blipFill>
        <p:spPr>
          <a:xfrm>
            <a:off x="2975389" y="3476876"/>
            <a:ext cx="2589433" cy="14981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CA51E5-4BEB-657F-A304-A575C1F312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53"/>
          <a:stretch/>
        </p:blipFill>
        <p:spPr>
          <a:xfrm>
            <a:off x="1450019" y="3166787"/>
            <a:ext cx="1382134" cy="7858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5B3446-51E7-87FC-707C-B6AF1CBF30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63"/>
          <a:stretch/>
        </p:blipFill>
        <p:spPr>
          <a:xfrm>
            <a:off x="1451408" y="4085867"/>
            <a:ext cx="1380745" cy="7867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8A2026-82AD-415B-F881-033EB76180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628"/>
          <a:stretch/>
        </p:blipFill>
        <p:spPr>
          <a:xfrm>
            <a:off x="2092993" y="1044323"/>
            <a:ext cx="2652586" cy="154801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0FDA6A-57ED-8A57-C92A-79121AC715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107384" y="2679726"/>
            <a:ext cx="1382134" cy="149854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37B3F-D068-4801-CA54-EF3C29EC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C86F1-5E19-34CF-E7BC-C3A84547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0E623-C275-1D59-456C-BFFA3B800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44</a:t>
            </a:fld>
            <a:endParaRPr lang="nl-NL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93E2CD6-C383-2BDF-7551-120F62472FDD}"/>
              </a:ext>
            </a:extLst>
          </p:cNvPr>
          <p:cNvSpPr/>
          <p:nvPr/>
        </p:nvSpPr>
        <p:spPr>
          <a:xfrm rot="19936860">
            <a:off x="1640754" y="2657648"/>
            <a:ext cx="407875" cy="1056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C214656-48BB-AE85-D762-D9BD2F7721E1}"/>
              </a:ext>
            </a:extLst>
          </p:cNvPr>
          <p:cNvSpPr/>
          <p:nvPr/>
        </p:nvSpPr>
        <p:spPr>
          <a:xfrm>
            <a:off x="1367680" y="3501008"/>
            <a:ext cx="230108" cy="587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A84DA5D-5D0E-30FD-E498-D0163C7CB44B}"/>
              </a:ext>
            </a:extLst>
          </p:cNvPr>
          <p:cNvSpPr/>
          <p:nvPr/>
        </p:nvSpPr>
        <p:spPr>
          <a:xfrm rot="1553619">
            <a:off x="1304102" y="4027682"/>
            <a:ext cx="291834" cy="755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C343DB3-9054-9C42-57C1-22BDF0AD6F7B}"/>
              </a:ext>
            </a:extLst>
          </p:cNvPr>
          <p:cNvSpPr/>
          <p:nvPr/>
        </p:nvSpPr>
        <p:spPr>
          <a:xfrm rot="2066528">
            <a:off x="2600923" y="3677472"/>
            <a:ext cx="366047" cy="8115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E8F7B68-24E5-C085-B16E-7EA2ACF336ED}"/>
              </a:ext>
            </a:extLst>
          </p:cNvPr>
          <p:cNvSpPr/>
          <p:nvPr/>
        </p:nvSpPr>
        <p:spPr>
          <a:xfrm>
            <a:off x="2610058" y="4181526"/>
            <a:ext cx="343210" cy="8887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30EE9A-EC1B-5561-7377-6DEB067F2465}"/>
              </a:ext>
            </a:extLst>
          </p:cNvPr>
          <p:cNvSpPr txBox="1"/>
          <p:nvPr/>
        </p:nvSpPr>
        <p:spPr>
          <a:xfrm>
            <a:off x="2483768" y="3861048"/>
            <a:ext cx="7920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“</a:t>
            </a:r>
            <a:r>
              <a:rPr lang="nl-NL" sz="1100" b="1" dirty="0" err="1"/>
              <a:t>add</a:t>
            </a:r>
            <a:r>
              <a:rPr lang="nl-NL" sz="1100" b="1" dirty="0"/>
              <a:t>”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5A85A05-35E5-ECBA-489C-F0DD3119E0B4}"/>
              </a:ext>
            </a:extLst>
          </p:cNvPr>
          <p:cNvSpPr/>
          <p:nvPr/>
        </p:nvSpPr>
        <p:spPr>
          <a:xfrm rot="19875850">
            <a:off x="5336992" y="3750255"/>
            <a:ext cx="407875" cy="10561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31ED85DF-AF1B-8DE9-4E76-2EB3BE91E144}"/>
              </a:ext>
            </a:extLst>
          </p:cNvPr>
          <p:cNvSpPr/>
          <p:nvPr/>
        </p:nvSpPr>
        <p:spPr>
          <a:xfrm rot="1678137">
            <a:off x="5079728" y="2332486"/>
            <a:ext cx="681006" cy="10309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289C7BA-BFAD-9EF7-6FE3-6C7D728AEBB8}"/>
              </a:ext>
            </a:extLst>
          </p:cNvPr>
          <p:cNvSpPr txBox="1"/>
          <p:nvPr/>
        </p:nvSpPr>
        <p:spPr>
          <a:xfrm>
            <a:off x="5004048" y="2862373"/>
            <a:ext cx="9568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100" b="1" dirty="0"/>
              <a:t>“stack”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050E0AD-1F74-C3C4-4FF3-5F5729CDD27D}"/>
              </a:ext>
            </a:extLst>
          </p:cNvPr>
          <p:cNvGrpSpPr/>
          <p:nvPr/>
        </p:nvGrpSpPr>
        <p:grpSpPr>
          <a:xfrm>
            <a:off x="5866119" y="2192657"/>
            <a:ext cx="3297441" cy="1843073"/>
            <a:chOff x="5866119" y="2192657"/>
            <a:chExt cx="3297441" cy="1843073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BFBE560-825D-F1A1-3D6E-0E2C975EC4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9556" r="21480"/>
            <a:stretch/>
          </p:blipFill>
          <p:spPr>
            <a:xfrm>
              <a:off x="5866119" y="2487710"/>
              <a:ext cx="2749320" cy="1548020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316399E-4F49-003F-96D3-53B5CC432A46}"/>
                </a:ext>
              </a:extLst>
            </p:cNvPr>
            <p:cNvGrpSpPr/>
            <p:nvPr/>
          </p:nvGrpSpPr>
          <p:grpSpPr>
            <a:xfrm>
              <a:off x="7612994" y="2489408"/>
              <a:ext cx="1550566" cy="347870"/>
              <a:chOff x="7416893" y="3285182"/>
              <a:chExt cx="1550566" cy="347870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CBCD3A11-27A5-06DB-8D7E-14E31C3791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79444" t="44609" r="16096" b="43217"/>
              <a:stretch/>
            </p:blipFill>
            <p:spPr>
              <a:xfrm>
                <a:off x="7416893" y="3285182"/>
                <a:ext cx="189739" cy="320265"/>
              </a:xfrm>
              <a:prstGeom prst="rect">
                <a:avLst/>
              </a:prstGeom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B4BB22-9AC5-D61C-CCEF-FCE42F1245A0}"/>
                  </a:ext>
                </a:extLst>
              </p:cNvPr>
              <p:cNvSpPr txBox="1"/>
              <p:nvPr/>
            </p:nvSpPr>
            <p:spPr>
              <a:xfrm>
                <a:off x="7527299" y="3294498"/>
                <a:ext cx="14401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NL" sz="800" dirty="0"/>
                  <a:t>never </a:t>
                </a:r>
                <a:r>
                  <a:rPr lang="nl-NL" sz="800" dirty="0" err="1"/>
                  <a:t>supp</a:t>
                </a:r>
                <a:r>
                  <a:rPr lang="nl-NL" sz="800" dirty="0"/>
                  <a:t>. users</a:t>
                </a:r>
                <a:br>
                  <a:rPr lang="nl-NL" sz="800" dirty="0"/>
                </a:br>
                <a:r>
                  <a:rPr lang="nl-NL" sz="800" dirty="0"/>
                  <a:t>ever </a:t>
                </a:r>
                <a:r>
                  <a:rPr lang="nl-NL" sz="800" dirty="0" err="1"/>
                  <a:t>supp</a:t>
                </a:r>
                <a:r>
                  <a:rPr lang="nl-NL" sz="800" dirty="0"/>
                  <a:t>. users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FE4D6F6-2BBB-FB6A-8A41-DE157CB2A971}"/>
                </a:ext>
              </a:extLst>
            </p:cNvPr>
            <p:cNvSpPr txBox="1"/>
            <p:nvPr/>
          </p:nvSpPr>
          <p:spPr>
            <a:xfrm>
              <a:off x="5902660" y="2192657"/>
              <a:ext cx="17281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800" b="1" dirty="0"/>
                <a:t>HI distr. </a:t>
              </a:r>
              <a:r>
                <a:rPr lang="nl-NL" sz="800" b="1" dirty="0" err="1"/>
                <a:t>entire</a:t>
              </a:r>
              <a:r>
                <a:rPr lang="nl-NL" sz="800" b="1" dirty="0"/>
                <a:t> </a:t>
              </a:r>
              <a:r>
                <a:rPr lang="nl-NL" sz="800" b="1" dirty="0" err="1"/>
                <a:t>population</a:t>
              </a:r>
              <a:endParaRPr lang="nl-NL" sz="800" b="1" dirty="0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C7CBECC-4DB1-142B-8E33-39FBE4C1186C}"/>
              </a:ext>
            </a:extLst>
          </p:cNvPr>
          <p:cNvSpPr txBox="1"/>
          <p:nvPr/>
        </p:nvSpPr>
        <p:spPr>
          <a:xfrm>
            <a:off x="5622717" y="1298388"/>
            <a:ext cx="2749320" cy="5539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000" dirty="0"/>
              <a:t>In </a:t>
            </a:r>
            <a:r>
              <a:rPr lang="nl-NL" sz="1000" dirty="0" err="1"/>
              <a:t>this</a:t>
            </a:r>
            <a:r>
              <a:rPr lang="nl-NL" sz="1000" dirty="0"/>
              <a:t> case: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/>
              <a:t>25% of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population</a:t>
            </a:r>
            <a:r>
              <a:rPr lang="nl-NL" sz="1000" dirty="0"/>
              <a:t> is never-user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l-NL" sz="1000" dirty="0"/>
              <a:t>75% of </a:t>
            </a:r>
            <a:r>
              <a:rPr lang="nl-NL" sz="1000" dirty="0" err="1"/>
              <a:t>the</a:t>
            </a:r>
            <a:r>
              <a:rPr lang="nl-NL" sz="1000" dirty="0"/>
              <a:t> </a:t>
            </a:r>
            <a:r>
              <a:rPr lang="nl-NL" sz="1000" dirty="0" err="1"/>
              <a:t>population</a:t>
            </a:r>
            <a:r>
              <a:rPr lang="nl-NL" sz="1000" dirty="0"/>
              <a:t> is ever-user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2C5EA3-C046-6D30-3D2D-CE8FFB5BCE91}"/>
              </a:ext>
            </a:extLst>
          </p:cNvPr>
          <p:cNvCxnSpPr>
            <a:cxnSpLocks/>
          </p:cNvCxnSpPr>
          <p:nvPr/>
        </p:nvCxnSpPr>
        <p:spPr>
          <a:xfrm flipV="1">
            <a:off x="5390847" y="1949213"/>
            <a:ext cx="294954" cy="9028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B71E73-3323-5D83-77C6-7C08D9E59B66}"/>
              </a:ext>
            </a:extLst>
          </p:cNvPr>
          <p:cNvSpPr txBox="1"/>
          <p:nvPr/>
        </p:nvSpPr>
        <p:spPr>
          <a:xfrm>
            <a:off x="2267744" y="845118"/>
            <a:ext cx="1728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b="1" dirty="0"/>
              <a:t>HI distr. never </a:t>
            </a:r>
            <a:r>
              <a:rPr lang="nl-NL" sz="800" b="1" dirty="0" err="1"/>
              <a:t>supp</a:t>
            </a:r>
            <a:r>
              <a:rPr lang="nl-NL" sz="800" b="1" dirty="0"/>
              <a:t>. users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263973-E280-ED8E-B5E7-A9DB2FB0AA63}"/>
              </a:ext>
            </a:extLst>
          </p:cNvPr>
          <p:cNvSpPr txBox="1"/>
          <p:nvPr/>
        </p:nvSpPr>
        <p:spPr>
          <a:xfrm>
            <a:off x="3168847" y="3268840"/>
            <a:ext cx="17281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800" b="1" dirty="0"/>
              <a:t>HI distr. ever </a:t>
            </a:r>
            <a:r>
              <a:rPr lang="nl-NL" sz="800" b="1" dirty="0" err="1"/>
              <a:t>supp</a:t>
            </a:r>
            <a:r>
              <a:rPr lang="nl-NL" sz="800" b="1" dirty="0"/>
              <a:t>. users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C474C1-451D-C69C-224A-4D1404CF3DF1}"/>
              </a:ext>
            </a:extLst>
          </p:cNvPr>
          <p:cNvSpPr txBox="1"/>
          <p:nvPr/>
        </p:nvSpPr>
        <p:spPr>
          <a:xfrm>
            <a:off x="3211388" y="5527149"/>
            <a:ext cx="265473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600" b="1" dirty="0"/>
              <a:t>Do </a:t>
            </a:r>
            <a:r>
              <a:rPr lang="nl-NL" sz="1600" b="1" dirty="0" err="1"/>
              <a:t>this</a:t>
            </a:r>
            <a:r>
              <a:rPr lang="nl-NL" sz="1600" b="1" dirty="0"/>
              <a:t> </a:t>
            </a:r>
            <a:r>
              <a:rPr lang="nl-NL" sz="1600" b="1" dirty="0" err="1"/>
              <a:t>for</a:t>
            </a:r>
            <a:r>
              <a:rPr lang="nl-NL" sz="1600" b="1" dirty="0"/>
              <a:t> </a:t>
            </a:r>
            <a:r>
              <a:rPr lang="nl-NL" sz="1600" b="1" dirty="0" err="1"/>
              <a:t>every</a:t>
            </a:r>
            <a:r>
              <a:rPr lang="nl-NL" sz="1600" b="1" dirty="0"/>
              <a:t> </a:t>
            </a:r>
            <a:r>
              <a:rPr lang="nl-NL" sz="1600" b="1" dirty="0" err="1"/>
              <a:t>age</a:t>
            </a:r>
            <a:endParaRPr lang="nl-NL" sz="1600" b="1" dirty="0"/>
          </a:p>
        </p:txBody>
      </p:sp>
      <p:sp>
        <p:nvSpPr>
          <p:cNvPr id="39" name="Title 2">
            <a:extLst>
              <a:ext uri="{FF2B5EF4-FFF2-40B4-BE49-F238E27FC236}">
                <a16:creationId xmlns:a16="http://schemas.microsoft.com/office/drawing/2014/main" id="{2771D825-F4B7-F83A-545E-2EC3B1F022FF}"/>
              </a:ext>
            </a:extLst>
          </p:cNvPr>
          <p:cNvSpPr txBox="1">
            <a:spLocks/>
          </p:cNvSpPr>
          <p:nvPr/>
        </p:nvSpPr>
        <p:spPr>
          <a:xfrm>
            <a:off x="179346" y="-329780"/>
            <a:ext cx="8192691" cy="94804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b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nl-NL" sz="2000" b="1" dirty="0" err="1"/>
              <a:t>Entire</a:t>
            </a:r>
            <a:r>
              <a:rPr lang="nl-NL" sz="2000" b="1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685480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3" grpId="0" animBg="1"/>
      <p:bldP spid="28" grpId="0"/>
      <p:bldP spid="30" grpId="0" animBg="1"/>
      <p:bldP spid="3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45</a:t>
            </a:fld>
            <a:endParaRPr lang="nl-NL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559603-765E-8655-ABF8-D5157E02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250" y="444904"/>
            <a:ext cx="8192691" cy="948047"/>
          </a:xfrm>
        </p:spPr>
        <p:txBody>
          <a:bodyPr/>
          <a:lstStyle/>
          <a:p>
            <a:r>
              <a:rPr lang="nl-NL" dirty="0"/>
              <a:t>f.spade3 </a:t>
            </a:r>
            <a:r>
              <a:rPr lang="nl-NL" dirty="0" err="1"/>
              <a:t>arguments</a:t>
            </a:r>
            <a:endParaRPr lang="nl-N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0CD78D-1FC2-368D-B566-015BA1710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58" y="1492652"/>
            <a:ext cx="7401958" cy="502037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41598-1079-B2D7-B951-FF3F7C25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6153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C21E99-CB6E-4E1C-8709-25BF64FEA530}" type="slidenum">
              <a:rPr lang="nl-NL" smtClean="0"/>
              <a:pPr/>
              <a:t>46</a:t>
            </a:fld>
            <a:endParaRPr lang="nl-NL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559603-765E-8655-ABF8-D5157E02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748" y="2636912"/>
            <a:ext cx="4536504" cy="948047"/>
          </a:xfrm>
        </p:spPr>
        <p:txBody>
          <a:bodyPr/>
          <a:lstStyle/>
          <a:p>
            <a:r>
              <a:rPr lang="nl-NL" dirty="0" err="1"/>
              <a:t>Let’s</a:t>
            </a:r>
            <a:r>
              <a:rPr lang="nl-NL" dirty="0"/>
              <a:t> </a:t>
            </a:r>
            <a:r>
              <a:rPr lang="nl-NL" dirty="0" err="1"/>
              <a:t>inspect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results</a:t>
            </a:r>
            <a:endParaRPr lang="nl-NL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5A535C-B1D8-01F7-823F-9B5A78B51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3100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47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89" y="2025215"/>
            <a:ext cx="4208711" cy="3931928"/>
          </a:xfrm>
          <a:solidFill>
            <a:schemeClr val="bg1"/>
          </a:solidFill>
        </p:spPr>
        <p:txBody>
          <a:bodyPr numCol="1">
            <a:normAutofit fontScale="85000" lnSpcReduction="20000"/>
          </a:bodyPr>
          <a:lstStyle/>
          <a:p>
            <a:pPr marL="342900" indent="-342900">
              <a:buFont typeface="+mj-lt"/>
              <a:buAutoNum type="alphaLcParenR"/>
            </a:pPr>
            <a:r>
              <a:rPr lang="nl-NL" sz="1600" dirty="0"/>
              <a:t>For men in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age</a:t>
            </a:r>
            <a:r>
              <a:rPr lang="nl-NL" sz="1600" dirty="0"/>
              <a:t>-ranges 1-18 </a:t>
            </a:r>
            <a:r>
              <a:rPr lang="nl-NL" sz="1600" dirty="0" err="1"/>
              <a:t>and</a:t>
            </a:r>
            <a:r>
              <a:rPr lang="nl-NL" sz="1600" dirty="0"/>
              <a:t> 19-79, </a:t>
            </a:r>
            <a:r>
              <a:rPr lang="nl-NL" sz="1600" dirty="0" err="1"/>
              <a:t>use</a:t>
            </a:r>
            <a:r>
              <a:rPr lang="nl-NL" sz="1600" dirty="0"/>
              <a:t> f.spade3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find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intake </a:t>
            </a:r>
            <a:r>
              <a:rPr lang="nl-NL" sz="1600" dirty="0" err="1"/>
              <a:t>distribution</a:t>
            </a:r>
            <a:r>
              <a:rPr lang="nl-NL" sz="1600" dirty="0"/>
              <a:t> of </a:t>
            </a:r>
            <a:r>
              <a:rPr lang="nl-NL" sz="1600" dirty="0" err="1"/>
              <a:t>synthetic</a:t>
            </a:r>
            <a:r>
              <a:rPr lang="nl-NL" sz="1600" dirty="0"/>
              <a:t> </a:t>
            </a:r>
            <a:r>
              <a:rPr lang="nl-NL" sz="1600" dirty="0" err="1"/>
              <a:t>folate</a:t>
            </a:r>
            <a:r>
              <a:rPr lang="nl-NL" sz="1600" dirty="0"/>
              <a:t>. Make </a:t>
            </a:r>
            <a:r>
              <a:rPr lang="nl-NL" sz="1600" dirty="0" err="1"/>
              <a:t>sure</a:t>
            </a:r>
            <a:r>
              <a:rPr lang="nl-NL" sz="1600" dirty="0"/>
              <a:t> </a:t>
            </a:r>
            <a:r>
              <a:rPr lang="nl-NL" sz="1600" dirty="0" err="1"/>
              <a:t>your</a:t>
            </a:r>
            <a:r>
              <a:rPr lang="nl-NL" sz="1600" dirty="0"/>
              <a:t> </a:t>
            </a:r>
            <a:r>
              <a:rPr lang="nl-NL" sz="1600" dirty="0" err="1"/>
              <a:t>results</a:t>
            </a:r>
            <a:r>
              <a:rPr lang="nl-NL" sz="1600" dirty="0"/>
              <a:t> </a:t>
            </a:r>
            <a:r>
              <a:rPr lang="nl-NL" sz="1600" dirty="0" err="1"/>
              <a:t>include</a:t>
            </a:r>
            <a:r>
              <a:rPr lang="nl-NL" sz="1600" dirty="0"/>
              <a:t>: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 err="1"/>
              <a:t>mean</a:t>
            </a:r>
            <a:r>
              <a:rPr lang="nl-NL" sz="1600" dirty="0"/>
              <a:t> (AM), P25, P50, P75, P90, P95.</a:t>
            </a:r>
            <a:br>
              <a:rPr lang="nl-NL" sz="1600" dirty="0"/>
            </a:b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don’t</a:t>
            </a:r>
            <a:r>
              <a:rPr lang="nl-NL" sz="1600" dirty="0"/>
              <a:t> have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include</a:t>
            </a:r>
            <a:r>
              <a:rPr lang="nl-NL" sz="1600" dirty="0"/>
              <a:t> survey </a:t>
            </a:r>
            <a:r>
              <a:rPr lang="nl-NL" sz="1600" dirty="0" err="1"/>
              <a:t>weights</a:t>
            </a:r>
            <a:r>
              <a:rPr lang="nl-NL" sz="1600" dirty="0"/>
              <a:t>.</a:t>
            </a:r>
          </a:p>
          <a:p>
            <a:pPr marL="342900" indent="-342900">
              <a:buFont typeface="+mj-lt"/>
              <a:buAutoNum type="alphaLcParenR"/>
            </a:pPr>
            <a:r>
              <a:rPr lang="nl-NL" sz="1600" dirty="0" err="1"/>
              <a:t>Compare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food intake </a:t>
            </a:r>
            <a:r>
              <a:rPr lang="nl-NL" sz="1600" dirty="0" err="1"/>
              <a:t>from</a:t>
            </a:r>
            <a:r>
              <a:rPr lang="nl-NL" sz="1600" dirty="0"/>
              <a:t> supplement-users </a:t>
            </a:r>
            <a:r>
              <a:rPr lang="nl-NL" sz="1600" dirty="0" err="1"/>
              <a:t>with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food intake </a:t>
            </a:r>
            <a:r>
              <a:rPr lang="nl-NL" sz="1600" dirty="0" err="1"/>
              <a:t>from</a:t>
            </a:r>
            <a:r>
              <a:rPr lang="nl-NL" sz="1600" dirty="0"/>
              <a:t> never-supplement-users. </a:t>
            </a:r>
            <a:r>
              <a:rPr lang="nl-NL" sz="1600" dirty="0" err="1"/>
              <a:t>What</a:t>
            </a:r>
            <a:r>
              <a:rPr lang="nl-NL" sz="1600" dirty="0"/>
              <a:t> do </a:t>
            </a:r>
            <a:r>
              <a:rPr lang="nl-NL" sz="1600" dirty="0" err="1"/>
              <a:t>you</a:t>
            </a:r>
            <a:r>
              <a:rPr lang="nl-NL" sz="1600" dirty="0"/>
              <a:t> </a:t>
            </a:r>
            <a:r>
              <a:rPr lang="nl-NL" sz="1600" dirty="0" err="1"/>
              <a:t>observe</a:t>
            </a:r>
            <a:r>
              <a:rPr lang="nl-NL" sz="1600" dirty="0"/>
              <a:t>?</a:t>
            </a:r>
            <a:br>
              <a:rPr lang="nl-NL" sz="1600" dirty="0"/>
            </a:br>
            <a:endParaRPr lang="nl-NL" sz="1600" dirty="0"/>
          </a:p>
          <a:p>
            <a:pPr marL="342900" indent="-342900">
              <a:buFont typeface="+mj-lt"/>
              <a:buAutoNum type="alphaLcParenR"/>
            </a:pPr>
            <a:r>
              <a:rPr lang="nl-NL" sz="1600" dirty="0" err="1"/>
              <a:t>Now</a:t>
            </a:r>
            <a:r>
              <a:rPr lang="nl-NL" sz="1600" dirty="0"/>
              <a:t> </a:t>
            </a:r>
            <a:r>
              <a:rPr lang="nl-NL" sz="1600" dirty="0" err="1"/>
              <a:t>inspect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total</a:t>
            </a:r>
            <a:r>
              <a:rPr lang="nl-NL" sz="1600" dirty="0"/>
              <a:t> </a:t>
            </a:r>
            <a:r>
              <a:rPr lang="nl-NL" sz="1600" dirty="0" err="1"/>
              <a:t>habitual</a:t>
            </a:r>
            <a:r>
              <a:rPr lang="nl-NL" sz="1600" dirty="0"/>
              <a:t> intake </a:t>
            </a:r>
            <a:r>
              <a:rPr lang="nl-NL" sz="1600" dirty="0" err="1"/>
              <a:t>distributions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contributions</a:t>
            </a:r>
            <a:r>
              <a:rPr lang="nl-NL" sz="1600" dirty="0"/>
              <a:t>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supplements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food.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/>
              <a:t>How do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contributions</a:t>
            </a:r>
            <a:r>
              <a:rPr lang="nl-NL" sz="1600" dirty="0"/>
              <a:t>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supplements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food </a:t>
            </a:r>
            <a:r>
              <a:rPr lang="nl-NL" sz="1600" dirty="0" err="1"/>
              <a:t>compare</a:t>
            </a:r>
            <a:r>
              <a:rPr lang="nl-NL" sz="1600" dirty="0"/>
              <a:t>?</a:t>
            </a:r>
            <a:br>
              <a:rPr lang="nl-NL" sz="1600" dirty="0"/>
            </a:br>
            <a:br>
              <a:rPr lang="nl-NL" sz="1600" dirty="0"/>
            </a:br>
            <a:r>
              <a:rPr lang="nl-NL" sz="1600" dirty="0"/>
              <a:t>Do </a:t>
            </a:r>
            <a:r>
              <a:rPr lang="nl-NL" sz="1600" dirty="0" err="1"/>
              <a:t>youth</a:t>
            </a:r>
            <a:r>
              <a:rPr lang="nl-NL" sz="1600" dirty="0"/>
              <a:t> or </a:t>
            </a:r>
            <a:r>
              <a:rPr lang="nl-NL" sz="1600" dirty="0" err="1"/>
              <a:t>adults</a:t>
            </a:r>
            <a:r>
              <a:rPr lang="nl-NL" sz="1600" dirty="0"/>
              <a:t> have a </a:t>
            </a:r>
            <a:r>
              <a:rPr lang="nl-NL" sz="1600" dirty="0" err="1"/>
              <a:t>higher</a:t>
            </a:r>
            <a:r>
              <a:rPr lang="nl-NL" sz="1600" dirty="0"/>
              <a:t> intake? </a:t>
            </a:r>
            <a:r>
              <a:rPr lang="nl-NL" sz="1600" dirty="0" err="1"/>
              <a:t>Compare</a:t>
            </a:r>
            <a:r>
              <a:rPr lang="nl-NL" sz="1600" dirty="0"/>
              <a:t> </a:t>
            </a:r>
            <a:r>
              <a:rPr lang="nl-NL" sz="1600" dirty="0" err="1"/>
              <a:t>this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your</a:t>
            </a:r>
            <a:r>
              <a:rPr lang="nl-NL" sz="1600" dirty="0"/>
              <a:t> </a:t>
            </a:r>
            <a:r>
              <a:rPr lang="nl-NL" sz="1600" dirty="0" err="1"/>
              <a:t>finding</a:t>
            </a:r>
            <a:r>
              <a:rPr lang="nl-NL" sz="1600" dirty="0"/>
              <a:t> at </a:t>
            </a:r>
            <a:r>
              <a:rPr lang="nl-NL" sz="1600" dirty="0" err="1"/>
              <a:t>exercise</a:t>
            </a:r>
            <a:r>
              <a:rPr lang="nl-NL" sz="1600" dirty="0"/>
              <a:t> 1.</a:t>
            </a:r>
            <a:br>
              <a:rPr lang="nl-NL" sz="1600" dirty="0"/>
            </a:br>
            <a:endParaRPr lang="nl-NL" sz="1600" dirty="0"/>
          </a:p>
          <a:p>
            <a:pPr marL="342900" indent="-342900">
              <a:buFont typeface="+mj-lt"/>
              <a:buAutoNum type="alphaLcParenR"/>
            </a:pPr>
            <a:endParaRPr lang="nl-NL" sz="1600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748" y="1288976"/>
            <a:ext cx="2423022" cy="486572"/>
          </a:xfrm>
        </p:spPr>
        <p:txBody>
          <a:bodyPr>
            <a:normAutofit/>
          </a:bodyPr>
          <a:lstStyle/>
          <a:p>
            <a:r>
              <a:rPr lang="nl-NL" sz="1800" b="1" dirty="0" err="1"/>
              <a:t>Exercise</a:t>
            </a:r>
            <a:r>
              <a:rPr lang="nl-NL" sz="1800" b="1" dirty="0"/>
              <a:t>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4C229D-FC9F-A6D0-41FC-BB3BBA6C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498" y="768721"/>
            <a:ext cx="8709039" cy="590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28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686A-3BB1-86F5-743C-E0ED780B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0AAF0-4E43-CC8A-FA16-820C2DB6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748" y="6221414"/>
            <a:ext cx="3752850" cy="322075"/>
          </a:xfrm>
        </p:spPr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676E-A74F-50FF-31CF-AF22AAE1C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48</a:t>
            </a:fld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92DE7DE-2D75-2AEF-8AFE-DF7D4CB2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89" y="1717356"/>
            <a:ext cx="8417422" cy="3931928"/>
          </a:xfrm>
          <a:solidFill>
            <a:schemeClr val="bg1"/>
          </a:solidFill>
        </p:spPr>
        <p:txBody>
          <a:bodyPr numCol="1"/>
          <a:lstStyle/>
          <a:p>
            <a:pPr marL="0" indent="0">
              <a:buNone/>
            </a:pPr>
            <a:r>
              <a:rPr lang="nl-NL" dirty="0"/>
              <a:t>Code: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8D86E3-2AC8-31BC-E2D0-F9D3AAF92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12" y="980728"/>
            <a:ext cx="4096271" cy="486572"/>
          </a:xfrm>
        </p:spPr>
        <p:txBody>
          <a:bodyPr>
            <a:normAutofit/>
          </a:bodyPr>
          <a:lstStyle/>
          <a:p>
            <a:r>
              <a:rPr lang="nl-NL" sz="1800" b="1" dirty="0"/>
              <a:t>Solution 2a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2BDB1F-9C51-5087-8CA8-4EE22768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717356"/>
            <a:ext cx="6264696" cy="47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400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D81F20-7814-337B-7C8A-66EB06ECD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2646" y="294220"/>
            <a:ext cx="3753000" cy="648000"/>
          </a:xfrm>
        </p:spPr>
        <p:txBody>
          <a:bodyPr/>
          <a:lstStyle/>
          <a:p>
            <a:r>
              <a:rPr lang="nl-NL" dirty="0"/>
              <a:t>Food intake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supp</a:t>
            </a:r>
            <a:r>
              <a:rPr lang="nl-NL" dirty="0"/>
              <a:t>. users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49012-16D0-7196-CBDA-247A34A68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14900" y="330306"/>
            <a:ext cx="4049588" cy="647228"/>
          </a:xfrm>
        </p:spPr>
        <p:txBody>
          <a:bodyPr/>
          <a:lstStyle/>
          <a:p>
            <a:r>
              <a:rPr lang="nl-NL" dirty="0"/>
              <a:t>Food intake </a:t>
            </a:r>
            <a:r>
              <a:rPr lang="nl-NL" dirty="0" err="1"/>
              <a:t>by</a:t>
            </a:r>
            <a:r>
              <a:rPr lang="nl-NL" dirty="0"/>
              <a:t> non-</a:t>
            </a:r>
            <a:r>
              <a:rPr lang="nl-NL" dirty="0" err="1"/>
              <a:t>supp</a:t>
            </a:r>
            <a:r>
              <a:rPr lang="nl-NL" dirty="0"/>
              <a:t>. users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C643ACE-274D-7B3C-BD63-8ECABDC75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276085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/>
              <a:t>Solution 2b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A2551-53DA-EC62-1CA3-054D1688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49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B72DEF-2CA9-7ED6-40F8-805709E26509}"/>
              </a:ext>
            </a:extLst>
          </p:cNvPr>
          <p:cNvCxnSpPr>
            <a:cxnSpLocks/>
          </p:cNvCxnSpPr>
          <p:nvPr/>
        </p:nvCxnSpPr>
        <p:spPr>
          <a:xfrm>
            <a:off x="4572000" y="671962"/>
            <a:ext cx="34737" cy="618603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3D08D0A-1EA3-E013-DE8C-404C8242F7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009"/>
          <a:stretch/>
        </p:blipFill>
        <p:spPr>
          <a:xfrm>
            <a:off x="530758" y="886193"/>
            <a:ext cx="3334095" cy="423088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B0E1DA-9D67-DFDA-E581-1EC6265200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" t="9345" r="1"/>
          <a:stretch/>
        </p:blipFill>
        <p:spPr>
          <a:xfrm>
            <a:off x="5127014" y="1995150"/>
            <a:ext cx="3168209" cy="28468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6C0A7B-C0B9-5561-379D-3F4D6A43E1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0092" b="44909"/>
          <a:stretch/>
        </p:blipFill>
        <p:spPr>
          <a:xfrm>
            <a:off x="4659545" y="4976730"/>
            <a:ext cx="4437774" cy="62939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4E442B4-D325-5C5B-1291-9101BF857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" y="4994567"/>
            <a:ext cx="4496000" cy="64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D42E066-BDA1-7757-AB91-E45C0E6B6DA6}"/>
              </a:ext>
            </a:extLst>
          </p:cNvPr>
          <p:cNvSpPr txBox="1"/>
          <p:nvPr/>
        </p:nvSpPr>
        <p:spPr>
          <a:xfrm>
            <a:off x="1923240" y="5678206"/>
            <a:ext cx="5566349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200" b="1" dirty="0" err="1"/>
              <a:t>Observations</a:t>
            </a:r>
            <a:r>
              <a:rPr lang="nl-NL" sz="1200" dirty="0"/>
              <a:t>: </a:t>
            </a:r>
            <a:br>
              <a:rPr lang="nl-NL" sz="1200" dirty="0"/>
            </a:br>
            <a:r>
              <a:rPr lang="nl-NL" sz="1200" dirty="0"/>
              <a:t>-    Right </a:t>
            </a:r>
            <a:r>
              <a:rPr lang="nl-NL" sz="1200" dirty="0" err="1"/>
              <a:t>skewed</a:t>
            </a:r>
            <a:r>
              <a:rPr lang="nl-NL" sz="1200" dirty="0"/>
              <a:t> </a:t>
            </a:r>
            <a:r>
              <a:rPr lang="nl-NL" sz="1200" dirty="0" err="1"/>
              <a:t>distributions</a:t>
            </a:r>
            <a:endParaRPr lang="nl-NL" sz="1200" dirty="0"/>
          </a:p>
          <a:p>
            <a:pPr marL="285750" indent="-285750">
              <a:buFontTx/>
              <a:buChar char="-"/>
            </a:pPr>
            <a:r>
              <a:rPr lang="nl-NL" sz="1200" dirty="0"/>
              <a:t>For </a:t>
            </a:r>
            <a:r>
              <a:rPr lang="nl-NL" sz="1200" dirty="0" err="1"/>
              <a:t>youth</a:t>
            </a:r>
            <a:r>
              <a:rPr lang="nl-NL" sz="1200" dirty="0"/>
              <a:t> : food intake </a:t>
            </a:r>
            <a:r>
              <a:rPr lang="nl-NL" sz="1200" dirty="0" err="1"/>
              <a:t>supp</a:t>
            </a:r>
            <a:r>
              <a:rPr lang="nl-NL" sz="1200" dirty="0"/>
              <a:t>. </a:t>
            </a:r>
            <a:r>
              <a:rPr lang="nl-NL" sz="1200" dirty="0" err="1"/>
              <a:t>seems</a:t>
            </a:r>
            <a:r>
              <a:rPr lang="nl-NL" sz="1200" dirty="0"/>
              <a:t> </a:t>
            </a:r>
            <a:r>
              <a:rPr lang="nl-NL" sz="1200" dirty="0" err="1"/>
              <a:t>lower</a:t>
            </a:r>
            <a:r>
              <a:rPr lang="nl-NL" sz="1200" dirty="0"/>
              <a:t> </a:t>
            </a:r>
            <a:r>
              <a:rPr lang="nl-NL" sz="1200" dirty="0" err="1"/>
              <a:t>than</a:t>
            </a:r>
            <a:r>
              <a:rPr lang="nl-NL" sz="1200" dirty="0"/>
              <a:t> </a:t>
            </a:r>
            <a:r>
              <a:rPr lang="nl-NL" sz="1200" dirty="0" err="1"/>
              <a:t>for</a:t>
            </a:r>
            <a:r>
              <a:rPr lang="nl-NL" sz="1200" dirty="0"/>
              <a:t> non-users</a:t>
            </a:r>
          </a:p>
          <a:p>
            <a:pPr marL="285750" indent="-285750">
              <a:buFontTx/>
              <a:buChar char="-"/>
            </a:pPr>
            <a:r>
              <a:rPr lang="nl-NL" sz="1200" dirty="0"/>
              <a:t>For </a:t>
            </a:r>
            <a:r>
              <a:rPr lang="nl-NL" sz="1200" dirty="0" err="1"/>
              <a:t>adults</a:t>
            </a:r>
            <a:r>
              <a:rPr lang="nl-NL" sz="1200" dirty="0"/>
              <a:t>: food intake </a:t>
            </a:r>
            <a:r>
              <a:rPr lang="nl-NL" sz="1200" dirty="0" err="1"/>
              <a:t>supp</a:t>
            </a:r>
            <a:r>
              <a:rPr lang="nl-NL" sz="1200" dirty="0"/>
              <a:t>. </a:t>
            </a:r>
            <a:r>
              <a:rPr lang="nl-NL" sz="1200" dirty="0" err="1"/>
              <a:t>seems</a:t>
            </a:r>
            <a:r>
              <a:rPr lang="nl-NL" sz="1200" dirty="0"/>
              <a:t> </a:t>
            </a:r>
            <a:r>
              <a:rPr lang="nl-NL" sz="1200" dirty="0" err="1"/>
              <a:t>higher</a:t>
            </a:r>
            <a:r>
              <a:rPr lang="nl-NL" sz="1200" dirty="0"/>
              <a:t> </a:t>
            </a:r>
            <a:r>
              <a:rPr lang="nl-NL" sz="1200" dirty="0" err="1"/>
              <a:t>than</a:t>
            </a:r>
            <a:r>
              <a:rPr lang="nl-NL" sz="1200" dirty="0"/>
              <a:t> </a:t>
            </a:r>
            <a:r>
              <a:rPr lang="nl-NL" sz="1200" dirty="0" err="1"/>
              <a:t>for</a:t>
            </a:r>
            <a:r>
              <a:rPr lang="nl-NL" sz="1200" dirty="0"/>
              <a:t> non-users</a:t>
            </a:r>
          </a:p>
          <a:p>
            <a:pPr marL="285750" indent="-285750">
              <a:buFontTx/>
              <a:buChar char="-"/>
            </a:pPr>
            <a:r>
              <a:rPr lang="nl-NL" sz="1200" dirty="0"/>
              <a:t>But </a:t>
            </a:r>
            <a:r>
              <a:rPr lang="nl-NL" sz="1200" dirty="0" err="1"/>
              <a:t>need</a:t>
            </a:r>
            <a:r>
              <a:rPr lang="nl-NL" sz="1200" dirty="0"/>
              <a:t> bootstrap </a:t>
            </a:r>
            <a:r>
              <a:rPr lang="nl-NL" sz="1200" dirty="0" err="1"/>
              <a:t>to</a:t>
            </a:r>
            <a:r>
              <a:rPr lang="nl-NL" sz="1200" dirty="0"/>
              <a:t> </a:t>
            </a:r>
            <a:r>
              <a:rPr lang="nl-NL" sz="1200" dirty="0" err="1"/>
              <a:t>see</a:t>
            </a:r>
            <a:r>
              <a:rPr lang="nl-NL" sz="1200" dirty="0"/>
              <a:t> </a:t>
            </a:r>
            <a:r>
              <a:rPr lang="nl-NL" sz="1200" dirty="0" err="1"/>
              <a:t>if</a:t>
            </a:r>
            <a:r>
              <a:rPr lang="nl-NL" sz="1200" dirty="0"/>
              <a:t> </a:t>
            </a:r>
            <a:r>
              <a:rPr lang="nl-NL" sz="1200" dirty="0" err="1"/>
              <a:t>those</a:t>
            </a:r>
            <a:r>
              <a:rPr lang="nl-NL" sz="1200" dirty="0"/>
              <a:t> are significant </a:t>
            </a:r>
            <a:r>
              <a:rPr lang="nl-NL" sz="1200" dirty="0" err="1"/>
              <a:t>differences</a:t>
            </a:r>
            <a:endParaRPr lang="nl-NL" sz="1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805E38-4D59-E00D-9824-E92C2309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C6D37-AB7F-410C-40CD-2CA6428F7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681299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5269A-0453-C5E3-709E-96BDAF5FE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SPADE course, July 8-9, 2025</a:t>
            </a:r>
            <a:endParaRPr lang="nl-N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6CEC2-9CB2-3C4D-EBEA-4976D4C6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SPADE for intakes from food and supplements (manual ch. 5 &amp; 6)</a:t>
            </a:r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D37D5E-9B23-BAA7-CA24-626F4F72E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A6AF-03C5-477E-939A-E28F7E7F05EA}" type="slidenum">
              <a:rPr lang="nl-NL" smtClean="0"/>
              <a:pPr/>
              <a:t>50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23F3CE-7938-0374-C245-D951B420D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284"/>
          <a:stretch/>
        </p:blipFill>
        <p:spPr>
          <a:xfrm>
            <a:off x="2513941" y="25057"/>
            <a:ext cx="3744416" cy="3434208"/>
          </a:xfrm>
          <a:prstGeom prst="rect">
            <a:avLst/>
          </a:prstGeom>
        </p:spPr>
      </p:pic>
      <p:sp>
        <p:nvSpPr>
          <p:cNvPr id="12" name="Title 5">
            <a:extLst>
              <a:ext uri="{FF2B5EF4-FFF2-40B4-BE49-F238E27FC236}">
                <a16:creationId xmlns:a16="http://schemas.microsoft.com/office/drawing/2014/main" id="{3858B212-60A7-AA32-37C8-D6F16868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-276085"/>
            <a:ext cx="8192691" cy="948047"/>
          </a:xfrm>
        </p:spPr>
        <p:txBody>
          <a:bodyPr>
            <a:normAutofit/>
          </a:bodyPr>
          <a:lstStyle/>
          <a:p>
            <a:r>
              <a:rPr lang="nl-NL" sz="2000" b="1" dirty="0"/>
              <a:t>Solution 2c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C9691-7F37-A4DB-AFA4-75C1A60DC1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05"/>
          <a:stretch/>
        </p:blipFill>
        <p:spPr>
          <a:xfrm>
            <a:off x="0" y="3222753"/>
            <a:ext cx="3203848" cy="28941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68D95C-E6DE-325C-3599-08CB32D2D0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280"/>
          <a:stretch/>
        </p:blipFill>
        <p:spPr>
          <a:xfrm>
            <a:off x="5654085" y="3222753"/>
            <a:ext cx="3394399" cy="3113188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161BE3B-9B04-0175-0722-536E50381F50}"/>
              </a:ext>
            </a:extLst>
          </p:cNvPr>
          <p:cNvSpPr/>
          <p:nvPr/>
        </p:nvSpPr>
        <p:spPr>
          <a:xfrm rot="2587975">
            <a:off x="5352056" y="3054951"/>
            <a:ext cx="604057" cy="2012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E63C8F6-CEDB-00DE-C7E1-70592D41E895}"/>
              </a:ext>
            </a:extLst>
          </p:cNvPr>
          <p:cNvSpPr/>
          <p:nvPr/>
        </p:nvSpPr>
        <p:spPr>
          <a:xfrm rot="8069852">
            <a:off x="2904441" y="3136631"/>
            <a:ext cx="604057" cy="201216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C0F699-F6DD-A868-4BC7-C5430F2F4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845" y="1098719"/>
            <a:ext cx="4496151" cy="64344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24F6EA7-7E5D-D1A4-2FE5-28EE2E967EBB}"/>
              </a:ext>
            </a:extLst>
          </p:cNvPr>
          <p:cNvSpPr txBox="1"/>
          <p:nvPr/>
        </p:nvSpPr>
        <p:spPr>
          <a:xfrm>
            <a:off x="3031677" y="603124"/>
            <a:ext cx="3024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dirty="0"/>
              <a:t>Total HI </a:t>
            </a:r>
            <a:r>
              <a:rPr lang="nl-NL" sz="1400" b="1" dirty="0" err="1"/>
              <a:t>distribution</a:t>
            </a:r>
            <a:endParaRPr lang="nl-NL" sz="1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78D122-AFE4-3A5A-C9C3-E22BE803D3FB}"/>
              </a:ext>
            </a:extLst>
          </p:cNvPr>
          <p:cNvSpPr txBox="1"/>
          <p:nvPr/>
        </p:nvSpPr>
        <p:spPr>
          <a:xfrm>
            <a:off x="153884" y="2913233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/>
              <a:t>Distribution HI </a:t>
            </a:r>
            <a:r>
              <a:rPr lang="nl-NL" sz="1200" b="1" dirty="0" err="1"/>
              <a:t>from</a:t>
            </a:r>
            <a:r>
              <a:rPr lang="nl-NL" sz="1200" b="1" dirty="0"/>
              <a:t> food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5E3163-8C87-8DC6-EE23-3AD6A31A3648}"/>
              </a:ext>
            </a:extLst>
          </p:cNvPr>
          <p:cNvSpPr txBox="1"/>
          <p:nvPr/>
        </p:nvSpPr>
        <p:spPr>
          <a:xfrm>
            <a:off x="6516216" y="2913232"/>
            <a:ext cx="3024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b="1" dirty="0"/>
              <a:t>Distribution HI </a:t>
            </a:r>
            <a:r>
              <a:rPr lang="nl-NL" sz="1200" b="1" dirty="0" err="1"/>
              <a:t>from</a:t>
            </a:r>
            <a:r>
              <a:rPr lang="nl-NL" sz="1200" b="1" dirty="0"/>
              <a:t> </a:t>
            </a:r>
            <a:r>
              <a:rPr lang="nl-NL" sz="1200" b="1" dirty="0" err="1"/>
              <a:t>suppl</a:t>
            </a:r>
            <a:r>
              <a:rPr lang="nl-NL" sz="1200" b="1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665F1C-62E0-86D2-D57C-A17DC8B5C14F}"/>
              </a:ext>
            </a:extLst>
          </p:cNvPr>
          <p:cNvSpPr txBox="1"/>
          <p:nvPr/>
        </p:nvSpPr>
        <p:spPr>
          <a:xfrm>
            <a:off x="1575557" y="5720794"/>
            <a:ext cx="5544616" cy="10464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nl-NL" sz="1400" b="1" dirty="0" err="1"/>
              <a:t>Observations</a:t>
            </a:r>
            <a:r>
              <a:rPr lang="nl-NL" sz="1400" b="1" dirty="0"/>
              <a:t>:</a:t>
            </a:r>
          </a:p>
          <a:p>
            <a:pPr marL="285750" indent="-285750">
              <a:buFontTx/>
              <a:buChar char="-"/>
            </a:pPr>
            <a:r>
              <a:rPr lang="nl-NL" sz="1200" dirty="0" err="1"/>
              <a:t>Contributions</a:t>
            </a:r>
            <a:r>
              <a:rPr lang="nl-NL" sz="1200" dirty="0"/>
              <a:t> </a:t>
            </a:r>
            <a:r>
              <a:rPr lang="nl-NL" sz="1200" dirty="0" err="1"/>
              <a:t>from</a:t>
            </a:r>
            <a:r>
              <a:rPr lang="nl-NL" sz="1200" dirty="0"/>
              <a:t> </a:t>
            </a:r>
            <a:r>
              <a:rPr lang="nl-NL" sz="1200" dirty="0" err="1"/>
              <a:t>supplements</a:t>
            </a:r>
            <a:r>
              <a:rPr lang="nl-NL" sz="1200" dirty="0"/>
              <a:t> </a:t>
            </a:r>
            <a:r>
              <a:rPr lang="nl-NL" sz="1200" dirty="0" err="1"/>
              <a:t>dominate</a:t>
            </a:r>
            <a:r>
              <a:rPr lang="nl-NL" sz="1200" dirty="0"/>
              <a:t> over </a:t>
            </a:r>
            <a:r>
              <a:rPr lang="nl-NL" sz="1200" dirty="0" err="1"/>
              <a:t>contributions</a:t>
            </a:r>
            <a:r>
              <a:rPr lang="nl-NL" sz="1200" dirty="0"/>
              <a:t> </a:t>
            </a:r>
            <a:r>
              <a:rPr lang="nl-NL" sz="1200" dirty="0" err="1"/>
              <a:t>from</a:t>
            </a:r>
            <a:r>
              <a:rPr lang="nl-NL" sz="1200" dirty="0"/>
              <a:t> food</a:t>
            </a:r>
          </a:p>
          <a:p>
            <a:pPr marL="285750" indent="-285750">
              <a:buFontTx/>
              <a:buChar char="-"/>
            </a:pPr>
            <a:r>
              <a:rPr lang="nl-NL" sz="1200" dirty="0" err="1"/>
              <a:t>Adults</a:t>
            </a:r>
            <a:r>
              <a:rPr lang="nl-NL" sz="1200" dirty="0"/>
              <a:t> have </a:t>
            </a:r>
            <a:r>
              <a:rPr lang="nl-NL" sz="1200" dirty="0" err="1"/>
              <a:t>higher</a:t>
            </a:r>
            <a:r>
              <a:rPr lang="nl-NL" sz="1200" dirty="0"/>
              <a:t> HI </a:t>
            </a:r>
            <a:r>
              <a:rPr lang="nl-NL" sz="1200" dirty="0" err="1"/>
              <a:t>than</a:t>
            </a:r>
            <a:r>
              <a:rPr lang="nl-NL" sz="1200" dirty="0"/>
              <a:t> </a:t>
            </a:r>
            <a:r>
              <a:rPr lang="nl-NL" sz="1200" dirty="0" err="1"/>
              <a:t>youth</a:t>
            </a:r>
            <a:endParaRPr lang="nl-NL" sz="1200" dirty="0"/>
          </a:p>
          <a:p>
            <a:pPr marL="285750" indent="-285750">
              <a:buFontTx/>
              <a:buChar char="-"/>
            </a:pPr>
            <a:r>
              <a:rPr lang="nl-NL" sz="1200" dirty="0"/>
              <a:t>We </a:t>
            </a:r>
            <a:r>
              <a:rPr lang="nl-NL" sz="1200" dirty="0" err="1"/>
              <a:t>also</a:t>
            </a:r>
            <a:r>
              <a:rPr lang="nl-NL" sz="1200" dirty="0"/>
              <a:t> found </a:t>
            </a:r>
            <a:r>
              <a:rPr lang="nl-NL" sz="1200" dirty="0" err="1"/>
              <a:t>this</a:t>
            </a:r>
            <a:r>
              <a:rPr lang="nl-NL" sz="1200" dirty="0"/>
              <a:t> </a:t>
            </a:r>
            <a:r>
              <a:rPr lang="nl-NL" sz="1200" dirty="0" err="1"/>
              <a:t>for</a:t>
            </a:r>
            <a:r>
              <a:rPr lang="nl-NL" sz="1200" dirty="0"/>
              <a:t> </a:t>
            </a:r>
            <a:r>
              <a:rPr lang="nl-NL" sz="1200" dirty="0" err="1"/>
              <a:t>supplements</a:t>
            </a:r>
            <a:r>
              <a:rPr lang="nl-NL" sz="1200" dirty="0"/>
              <a:t> in </a:t>
            </a:r>
            <a:r>
              <a:rPr lang="nl-NL" sz="1200" dirty="0" err="1"/>
              <a:t>the</a:t>
            </a:r>
            <a:r>
              <a:rPr lang="nl-NL" sz="1200" dirty="0"/>
              <a:t> </a:t>
            </a:r>
            <a:r>
              <a:rPr lang="nl-NL" sz="1200" dirty="0" err="1"/>
              <a:t>previous</a:t>
            </a:r>
            <a:r>
              <a:rPr lang="nl-NL" sz="1200" dirty="0"/>
              <a:t> </a:t>
            </a:r>
            <a:r>
              <a:rPr lang="nl-NL" sz="1200" dirty="0" err="1"/>
              <a:t>exercise</a:t>
            </a:r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837258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YSTEMID" val="99b1b425-b02f-4198-ba27-0579617e2cf9"/>
  <p:tag name="SYSTEMVERSION" val="1.0.8.28673"/>
  <p:tag name="SYSTEMCULTURE" val="nl-NL"/>
  <p:tag name="SYSTEMDATE" val="-8588473768854775808"/>
  <p:tag name="SYSTEMINCLUDETOC" val="Yes"/>
  <p:tag name="SYSTEMREPEATTITLE" val="Yes"/>
</p:tagLst>
</file>

<file path=ppt/theme/theme1.xml><?xml version="1.0" encoding="utf-8"?>
<a:theme xmlns:a="http://schemas.openxmlformats.org/drawingml/2006/main" name="PPT huisstijl thema">
  <a:themeElements>
    <a:clrScheme name="Aangepast 56">
      <a:dk1>
        <a:srgbClr val="000000"/>
      </a:dk1>
      <a:lt1>
        <a:srgbClr val="FFFFFF"/>
      </a:lt1>
      <a:dk2>
        <a:srgbClr val="CA005D"/>
      </a:dk2>
      <a:lt2>
        <a:srgbClr val="F6D8E6"/>
      </a:lt2>
      <a:accent1>
        <a:srgbClr val="F9E11E"/>
      </a:accent1>
      <a:accent2>
        <a:srgbClr val="FFB612"/>
      </a:accent2>
      <a:accent3>
        <a:srgbClr val="777C00"/>
      </a:accent3>
      <a:accent4>
        <a:srgbClr val="75D1B5"/>
      </a:accent4>
      <a:accent5>
        <a:srgbClr val="8EC9E7"/>
      </a:accent5>
      <a:accent6>
        <a:srgbClr val="017BC6"/>
      </a:accent6>
      <a:hlink>
        <a:srgbClr val="CA205D"/>
      </a:hlink>
      <a:folHlink>
        <a:srgbClr val="F6D8E6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PPT huisstijl thema" id="{D194595A-DD6B-41B2-83F9-5AFCDF5EC5AB}" vid="{BE04D115-8017-4CBE-9E18-2A71FDD1BC33}"/>
    </a:ext>
  </a:extLst>
</a:theme>
</file>

<file path=ppt/theme/theme2.xml><?xml version="1.0" encoding="utf-8"?>
<a:theme xmlns:a="http://schemas.openxmlformats.org/drawingml/2006/main" name="Rijkshuisstijl Donkerblauw">
  <a:themeElements>
    <a:clrScheme name="Rijks Donkerblauw">
      <a:dk1>
        <a:srgbClr val="000000"/>
      </a:dk1>
      <a:lt1>
        <a:srgbClr val="FFFFFF"/>
      </a:lt1>
      <a:dk2>
        <a:srgbClr val="00689A"/>
      </a:dk2>
      <a:lt2>
        <a:srgbClr val="E4EFF9"/>
      </a:lt2>
      <a:accent1>
        <a:srgbClr val="F092CD"/>
      </a:accent1>
      <a:accent2>
        <a:srgbClr val="F9E11E"/>
      </a:accent2>
      <a:accent3>
        <a:srgbClr val="FFB612"/>
      </a:accent3>
      <a:accent4>
        <a:srgbClr val="017BC6"/>
      </a:accent4>
      <a:accent5>
        <a:srgbClr val="75D1B5"/>
      </a:accent5>
      <a:accent6>
        <a:srgbClr val="E17000"/>
      </a:accent6>
      <a:hlink>
        <a:srgbClr val="00689A"/>
      </a:hlink>
      <a:folHlink>
        <a:srgbClr val="CCDFF0"/>
      </a:folHlink>
    </a:clrScheme>
    <a:fontScheme name="Rijkshuisstijl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Paars">
      <a:srgbClr val="42145F"/>
    </a:custClr>
    <a:custClr name="Donkerblauw">
      <a:srgbClr val="01689B"/>
    </a:custClr>
    <a:custClr name="Hemelblauw">
      <a:srgbClr val="007BC7"/>
    </a:custClr>
    <a:custClr name="Violet">
      <a:srgbClr val="A90061"/>
    </a:custClr>
    <a:custClr name="Robijnrood">
      <a:srgbClr val="CA005D"/>
    </a:custClr>
    <a:custClr name="Rood">
      <a:srgbClr val="D52B1E"/>
    </a:custClr>
    <a:custClr name="Donkergroen">
      <a:srgbClr val="275937"/>
    </a:custClr>
    <a:custClr name="Groen">
      <a:srgbClr val="39870C"/>
    </a:custClr>
    <a:custClr name="Mosgroen">
      <a:srgbClr val="777C00"/>
    </a:custClr>
    <a:custClr name="Donkerbruin">
      <a:srgbClr val="673327"/>
    </a:custClr>
    <a:custClr name="Licht Paars">
      <a:srgbClr val="C6B8CF"/>
    </a:custClr>
    <a:custClr name="Licht Donkerblauw">
      <a:srgbClr val="CCE0F1"/>
    </a:custClr>
    <a:custClr name="Licht Hemelblauw">
      <a:srgbClr val="DDEFF8"/>
    </a:custClr>
    <a:custClr name="Licht Violet">
      <a:srgbClr val="E5B2CF"/>
    </a:custClr>
    <a:custClr name="Licht Robijnrood">
      <a:srgbClr val="EFB2CE"/>
    </a:custClr>
    <a:custClr name="Licht Rood">
      <a:srgbClr val="F2BFBB"/>
    </a:custClr>
    <a:custClr name="Licht Donkergroen">
      <a:srgbClr val="BECDC3"/>
    </a:custClr>
    <a:custClr name="Licht Groen">
      <a:srgbClr val="C3DBB6"/>
    </a:custClr>
    <a:custClr name="Licht Mosgroen">
      <a:srgbClr val="D6D7B2"/>
    </a:custClr>
    <a:custClr name="Licht Donkerbruin">
      <a:srgbClr val="D1C1BE"/>
    </a:custClr>
    <a:custClr name="Bruin">
      <a:srgbClr val="94710A"/>
    </a:custClr>
    <a:custClr name="Geel">
      <a:srgbClr val="F9E11E"/>
    </a:custClr>
    <a:custClr name="Donkergeel">
      <a:srgbClr val="FFB612"/>
    </a:custClr>
    <a:custClr name="Oranje">
      <a:srgbClr val="E17000"/>
    </a:custClr>
    <a:custClr name="Roze">
      <a:srgbClr val="F092CD"/>
    </a:custClr>
    <a:custClr name="Lichtblauw">
      <a:srgbClr val="8FCAE7"/>
    </a:custClr>
    <a:custClr name="Mintgroen">
      <a:srgbClr val="76D2B6"/>
    </a:custClr>
    <a:custClr name="Grijs 7">
      <a:srgbClr val="535353"/>
    </a:custClr>
    <a:custClr name="Grijs 6">
      <a:srgbClr val="696969"/>
    </a:custClr>
    <a:custClr name="Grijs 5">
      <a:srgbClr val="999999"/>
    </a:custClr>
    <a:custClr name="Licht Bruin">
      <a:srgbClr val="DFD4B5"/>
    </a:custClr>
    <a:custClr name="Licht Geel">
      <a:srgbClr val="FDF6BB"/>
    </a:custClr>
    <a:custClr name="Licht Donkergeel">
      <a:srgbClr val="FFE9B7"/>
    </a:custClr>
    <a:custClr name="Licht Oranje">
      <a:srgbClr val="F6D4B2"/>
    </a:custClr>
    <a:custClr name="Licht Roze">
      <a:srgbClr val="FADEF0"/>
    </a:custClr>
    <a:custClr name="Licht Lichtblauw">
      <a:srgbClr val="DDEFF8"/>
    </a:custClr>
    <a:custClr name="Licht Mintgroen">
      <a:srgbClr val="D6F1E9"/>
    </a:custClr>
    <a:custClr name="Grijs 4">
      <a:srgbClr val="B4B4B4"/>
    </a:custClr>
    <a:custClr name="Grijs 3">
      <a:srgbClr val="CCCCCC"/>
    </a:custClr>
    <a:custClr name="Grijs 2">
      <a:srgbClr val="E6E6E6"/>
    </a:custClr>
  </a:custClrLst>
  <a:extLst>
    <a:ext uri="{05A4C25C-085E-4340-85A3-A5531E510DB2}">
      <thm15:themeFamily xmlns:thm15="http://schemas.microsoft.com/office/thememl/2012/main" name="RIJK PPT_RIVM- final versie_format_docgen  -  Alleen-lezen" id="{51EB010B-5F44-4104-9502-ED66FD5B2186}" vid="{6FE370F1-35D5-49F6-BFFE-A85E947D095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634CA3F5682C418397C6E4414BCDE3" ma:contentTypeVersion="8" ma:contentTypeDescription="Een nieuw document maken." ma:contentTypeScope="" ma:versionID="7e9bcdd21cead49168b6feb66b54f6a8">
  <xsd:schema xmlns:xsd="http://www.w3.org/2001/XMLSchema" xmlns:xs="http://www.w3.org/2001/XMLSchema" xmlns:p="http://schemas.microsoft.com/office/2006/metadata/properties" xmlns:ns1="http://schemas.microsoft.com/sharepoint/v3" xmlns:ns2="0577e6a0-5f74-4659-a81a-c7bdc984432d" xmlns:ns3="f5c8fe0e-f8db-4fac-9fd3-e69469f9c90b" targetNamespace="http://schemas.microsoft.com/office/2006/metadata/properties" ma:root="true" ma:fieldsID="37b75464c5427a9711a0b9a23c39bf24" ns1:_="" ns2:_="" ns3:_="">
    <xsd:import namespace="http://schemas.microsoft.com/sharepoint/v3"/>
    <xsd:import namespace="0577e6a0-5f74-4659-a81a-c7bdc984432d"/>
    <xsd:import namespace="f5c8fe0e-f8db-4fac-9fd3-e69469f9c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Eigenschappen van het geïntegreerd beleid voor naleving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ctie van de gebruikersinterface van het geïntegreerd beleid voor naleving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7e6a0-5f74-4659-a81a-c7bdc9844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8fe0e-f8db-4fac-9fd3-e69469f9c90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60EB96-2283-4773-B62F-0A913DDD26B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F7E2328-15EB-4BCD-8CA4-5EFE29068B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B8E53E-B7AF-4BA6-B00D-082CFC1ED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577e6a0-5f74-4659-a81a-c7bdc984432d"/>
    <ds:schemaRef ds:uri="f5c8fe0e-f8db-4fac-9fd3-e69469f9c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2386</TotalTime>
  <Words>3357</Words>
  <Application>Microsoft Office PowerPoint</Application>
  <PresentationFormat>On-screen Show (4:3)</PresentationFormat>
  <Paragraphs>483</Paragraphs>
  <Slides>50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Cambria Math</vt:lpstr>
      <vt:lpstr>Verdana</vt:lpstr>
      <vt:lpstr>Wingdings</vt:lpstr>
      <vt:lpstr>PPT huisstijl thema</vt:lpstr>
      <vt:lpstr>Rijkshuisstijl Donkerblauw</vt:lpstr>
      <vt:lpstr>SPADE food &amp; supplements</vt:lpstr>
      <vt:lpstr>Outline  1. Overview submodels SPADE  2. SPADE for supplements  3. SPADE for food + supplements</vt:lpstr>
      <vt:lpstr>Outline  1. Overview submodels SPADE  2. SPADE for supplements  3. SPADE for food + supplements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 synthetic folate intakes (females, age 1-79, ~Dutch population)</vt:lpstr>
      <vt:lpstr>Example: synthetic folate intakes (females, age 1-79, ~Dutch population)</vt:lpstr>
      <vt:lpstr>Example: synthetic folate intakes (females, age 1-79, ~Dutch population)</vt:lpstr>
      <vt:lpstr>Outline  1. Overview submodels SPADE  2. SPADE for supplements  3. SPADE for food + supplements</vt:lpstr>
      <vt:lpstr>Example: synthetic folate intakes (females, age 1-79, ~Dutch population)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How to model supplement intake?</vt:lpstr>
      <vt:lpstr>HI distribution conditional on positive intake</vt:lpstr>
      <vt:lpstr>HI distribution conditional on positive intake</vt:lpstr>
      <vt:lpstr>HI distribution conditional on positive intake</vt:lpstr>
      <vt:lpstr>Regression tree:</vt:lpstr>
      <vt:lpstr>Regression tree:</vt:lpstr>
      <vt:lpstr>Habitual amount distribution (conditional on positive intake)</vt:lpstr>
      <vt:lpstr>Exercise 1</vt:lpstr>
      <vt:lpstr>Answer to exercise 1</vt:lpstr>
      <vt:lpstr>Answer to exercise 1</vt:lpstr>
      <vt:lpstr>Answer to exercise 1</vt:lpstr>
      <vt:lpstr>Answer to exercise 1</vt:lpstr>
      <vt:lpstr>Answer to exercise 1</vt:lpstr>
      <vt:lpstr>Answer to exercise 1</vt:lpstr>
      <vt:lpstr>Outline  1. Overview submodels SPADE  2. SPADE for supplements  3. SPADE for food + supplements</vt:lpstr>
      <vt:lpstr>Example: synthetic folate intakes (females, age 1-79, ~Dutch population)</vt:lpstr>
      <vt:lpstr>Entire model</vt:lpstr>
      <vt:lpstr>PowerPoint Presentation</vt:lpstr>
      <vt:lpstr>PowerPoint Presentation</vt:lpstr>
      <vt:lpstr>PowerPoint Presentation</vt:lpstr>
      <vt:lpstr>f.spade3 arguments</vt:lpstr>
      <vt:lpstr>Let’s inspect the results</vt:lpstr>
      <vt:lpstr>Exercise 2</vt:lpstr>
      <vt:lpstr>Solution 2a</vt:lpstr>
      <vt:lpstr>Solution 2b</vt:lpstr>
      <vt:lpstr>Solution 2c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SPADE 2-part model</dc:title>
  <dc:creator>Marjolein de Jong</dc:creator>
  <cp:lastModifiedBy>Jeroen Rodenburg</cp:lastModifiedBy>
  <cp:revision>53</cp:revision>
  <dcterms:created xsi:type="dcterms:W3CDTF">2021-09-22T10:27:40Z</dcterms:created>
  <dcterms:modified xsi:type="dcterms:W3CDTF">2025-07-09T09:31:49Z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0x010100FF634CA3F5682C418397C6E4414BCDE3</vt:lpwstr>
  </property>
</Properties>
</file>