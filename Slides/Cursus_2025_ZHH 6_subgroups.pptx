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4351" r:id="rId5"/>
  </p:sldMasterIdLst>
  <p:notesMasterIdLst>
    <p:notesMasterId r:id="rId26"/>
  </p:notesMasterIdLst>
  <p:sldIdLst>
    <p:sldId id="257" r:id="rId6"/>
    <p:sldId id="270" r:id="rId7"/>
    <p:sldId id="260" r:id="rId8"/>
    <p:sldId id="265" r:id="rId9"/>
    <p:sldId id="261" r:id="rId10"/>
    <p:sldId id="268" r:id="rId11"/>
    <p:sldId id="262" r:id="rId12"/>
    <p:sldId id="263" r:id="rId13"/>
    <p:sldId id="264" r:id="rId14"/>
    <p:sldId id="266" r:id="rId15"/>
    <p:sldId id="267" r:id="rId16"/>
    <p:sldId id="269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54676" autoAdjust="0"/>
  </p:normalViewPr>
  <p:slideViewPr>
    <p:cSldViewPr snapToGrid="0">
      <p:cViewPr varScale="1">
        <p:scale>
          <a:sx n="41" d="100"/>
          <a:sy n="41" d="100"/>
        </p:scale>
        <p:origin x="1604" y="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viewProps" Target="view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sa Tostrams" userId="S::lisa.tostrams@rivm.nl::1844f577-b33c-4472-85a2-51b1143ab864" providerId="AD" clId="Web-{B481C613-522E-7F22-153D-61339735A038}"/>
    <pc:docChg chg="modSld">
      <pc:chgData name="Lisa Tostrams" userId="S::lisa.tostrams@rivm.nl::1844f577-b33c-4472-85a2-51b1143ab864" providerId="AD" clId="Web-{B481C613-522E-7F22-153D-61339735A038}" dt="2025-07-09T10:01:34.873" v="1" actId="20577"/>
      <pc:docMkLst>
        <pc:docMk/>
      </pc:docMkLst>
      <pc:sldChg chg="modSp">
        <pc:chgData name="Lisa Tostrams" userId="S::lisa.tostrams@rivm.nl::1844f577-b33c-4472-85a2-51b1143ab864" providerId="AD" clId="Web-{B481C613-522E-7F22-153D-61339735A038}" dt="2025-07-09T10:01:34.873" v="1" actId="20577"/>
        <pc:sldMkLst>
          <pc:docMk/>
          <pc:sldMk cId="2094939899" sldId="267"/>
        </pc:sldMkLst>
        <pc:spChg chg="mod">
          <ac:chgData name="Lisa Tostrams" userId="S::lisa.tostrams@rivm.nl::1844f577-b33c-4472-85a2-51b1143ab864" providerId="AD" clId="Web-{B481C613-522E-7F22-153D-61339735A038}" dt="2025-07-09T10:01:34.873" v="1" actId="20577"/>
          <ac:spMkLst>
            <pc:docMk/>
            <pc:sldMk cId="2094939899" sldId="267"/>
            <ac:spMk id="9" creationId="{7E35502D-C6ED-69DD-460E-442F92A5A500}"/>
          </ac:spMkLst>
        </pc:spChg>
      </pc:sldChg>
    </pc:docChg>
  </pc:docChgLst>
  <pc:docChgLst>
    <pc:chgData name="Jeroen Rodenburg" userId="36afe4a3-a6a4-4251-8e46-e83f049ed970" providerId="ADAL" clId="{CB054151-D920-451C-A415-C7FAD7654C10}"/>
    <pc:docChg chg="custSel modSld">
      <pc:chgData name="Jeroen Rodenburg" userId="36afe4a3-a6a4-4251-8e46-e83f049ed970" providerId="ADAL" clId="{CB054151-D920-451C-A415-C7FAD7654C10}" dt="2025-06-30T14:43:41.854" v="196" actId="20577"/>
      <pc:docMkLst>
        <pc:docMk/>
      </pc:docMkLst>
      <pc:sldChg chg="modNotesTx">
        <pc:chgData name="Jeroen Rodenburg" userId="36afe4a3-a6a4-4251-8e46-e83f049ed970" providerId="ADAL" clId="{CB054151-D920-451C-A415-C7FAD7654C10}" dt="2025-06-30T14:43:41.854" v="196" actId="20577"/>
        <pc:sldMkLst>
          <pc:docMk/>
          <pc:sldMk cId="2669805851" sldId="260"/>
        </pc:sldMkLst>
      </pc:sldChg>
    </pc:docChg>
  </pc:docChgLst>
  <pc:docChgLst>
    <pc:chgData name="Lisa Tostrams" userId="1844f577-b33c-4472-85a2-51b1143ab864" providerId="ADAL" clId="{180E8650-B8C1-452C-B1E4-7365025BF6AC}"/>
    <pc:docChg chg="undo custSel addSld modSld">
      <pc:chgData name="Lisa Tostrams" userId="1844f577-b33c-4472-85a2-51b1143ab864" providerId="ADAL" clId="{180E8650-B8C1-452C-B1E4-7365025BF6AC}" dt="2025-07-07T12:42:11.542" v="848" actId="14100"/>
      <pc:docMkLst>
        <pc:docMk/>
      </pc:docMkLst>
      <pc:sldChg chg="modSp mod">
        <pc:chgData name="Lisa Tostrams" userId="1844f577-b33c-4472-85a2-51b1143ab864" providerId="ADAL" clId="{180E8650-B8C1-452C-B1E4-7365025BF6AC}" dt="2025-07-04T14:15:11.462" v="19" actId="20577"/>
        <pc:sldMkLst>
          <pc:docMk/>
          <pc:sldMk cId="953533648" sldId="257"/>
        </pc:sldMkLst>
        <pc:spChg chg="mod">
          <ac:chgData name="Lisa Tostrams" userId="1844f577-b33c-4472-85a2-51b1143ab864" providerId="ADAL" clId="{180E8650-B8C1-452C-B1E4-7365025BF6AC}" dt="2025-07-04T14:15:11.462" v="19" actId="20577"/>
          <ac:spMkLst>
            <pc:docMk/>
            <pc:sldMk cId="953533648" sldId="257"/>
            <ac:spMk id="2" creationId="{00000000-0000-0000-0000-000000000000}"/>
          </ac:spMkLst>
        </pc:spChg>
      </pc:sldChg>
      <pc:sldChg chg="addSp delSp modSp mod">
        <pc:chgData name="Lisa Tostrams" userId="1844f577-b33c-4472-85a2-51b1143ab864" providerId="ADAL" clId="{180E8650-B8C1-452C-B1E4-7365025BF6AC}" dt="2025-07-04T15:10:58.114" v="55" actId="20577"/>
        <pc:sldMkLst>
          <pc:docMk/>
          <pc:sldMk cId="2247219818" sldId="266"/>
        </pc:sldMkLst>
        <pc:spChg chg="mod">
          <ac:chgData name="Lisa Tostrams" userId="1844f577-b33c-4472-85a2-51b1143ab864" providerId="ADAL" clId="{180E8650-B8C1-452C-B1E4-7365025BF6AC}" dt="2025-07-04T15:10:58.114" v="55" actId="20577"/>
          <ac:spMkLst>
            <pc:docMk/>
            <pc:sldMk cId="2247219818" sldId="266"/>
            <ac:spMk id="9" creationId="{7E35502D-C6ED-69DD-460E-442F92A5A500}"/>
          </ac:spMkLst>
        </pc:spChg>
        <pc:picChg chg="add mod">
          <ac:chgData name="Lisa Tostrams" userId="1844f577-b33c-4472-85a2-51b1143ab864" providerId="ADAL" clId="{180E8650-B8C1-452C-B1E4-7365025BF6AC}" dt="2025-07-04T15:05:13.299" v="32" actId="14100"/>
          <ac:picMkLst>
            <pc:docMk/>
            <pc:sldMk cId="2247219818" sldId="266"/>
            <ac:picMk id="10" creationId="{593F2331-3833-5914-87FF-FB00E9CE62EC}"/>
          </ac:picMkLst>
        </pc:picChg>
      </pc:sldChg>
      <pc:sldChg chg="addSp delSp modSp mod">
        <pc:chgData name="Lisa Tostrams" userId="1844f577-b33c-4472-85a2-51b1143ab864" providerId="ADAL" clId="{180E8650-B8C1-452C-B1E4-7365025BF6AC}" dt="2025-07-04T15:11:08.851" v="69" actId="20577"/>
        <pc:sldMkLst>
          <pc:docMk/>
          <pc:sldMk cId="2094939899" sldId="267"/>
        </pc:sldMkLst>
        <pc:spChg chg="mod">
          <ac:chgData name="Lisa Tostrams" userId="1844f577-b33c-4472-85a2-51b1143ab864" providerId="ADAL" clId="{180E8650-B8C1-452C-B1E4-7365025BF6AC}" dt="2025-07-04T15:11:08.851" v="69" actId="20577"/>
          <ac:spMkLst>
            <pc:docMk/>
            <pc:sldMk cId="2094939899" sldId="267"/>
            <ac:spMk id="9" creationId="{7E35502D-C6ED-69DD-460E-442F92A5A500}"/>
          </ac:spMkLst>
        </pc:spChg>
        <pc:picChg chg="add mod">
          <ac:chgData name="Lisa Tostrams" userId="1844f577-b33c-4472-85a2-51b1143ab864" providerId="ADAL" clId="{180E8650-B8C1-452C-B1E4-7365025BF6AC}" dt="2025-07-04T15:10:32.898" v="39" actId="14100"/>
          <ac:picMkLst>
            <pc:docMk/>
            <pc:sldMk cId="2094939899" sldId="267"/>
            <ac:picMk id="7" creationId="{6B4CA902-33E9-C53F-5DF9-8B2C5323BC5F}"/>
          </ac:picMkLst>
        </pc:picChg>
      </pc:sldChg>
      <pc:sldChg chg="modSp mod">
        <pc:chgData name="Lisa Tostrams" userId="1844f577-b33c-4472-85a2-51b1143ab864" providerId="ADAL" clId="{180E8650-B8C1-452C-B1E4-7365025BF6AC}" dt="2025-07-07T12:00:16.049" v="420" actId="20577"/>
        <pc:sldMkLst>
          <pc:docMk/>
          <pc:sldMk cId="1251230589" sldId="271"/>
        </pc:sldMkLst>
        <pc:spChg chg="mod">
          <ac:chgData name="Lisa Tostrams" userId="1844f577-b33c-4472-85a2-51b1143ab864" providerId="ADAL" clId="{180E8650-B8C1-452C-B1E4-7365025BF6AC}" dt="2025-07-07T12:00:16.049" v="420" actId="20577"/>
          <ac:spMkLst>
            <pc:docMk/>
            <pc:sldMk cId="1251230589" sldId="271"/>
            <ac:spMk id="2" creationId="{64A1E06E-6797-46B9-F314-C12E32E0F33B}"/>
          </ac:spMkLst>
        </pc:spChg>
        <pc:spChg chg="mod">
          <ac:chgData name="Lisa Tostrams" userId="1844f577-b33c-4472-85a2-51b1143ab864" providerId="ADAL" clId="{180E8650-B8C1-452C-B1E4-7365025BF6AC}" dt="2025-07-07T11:50:28.296" v="364" actId="20577"/>
          <ac:spMkLst>
            <pc:docMk/>
            <pc:sldMk cId="1251230589" sldId="271"/>
            <ac:spMk id="3" creationId="{0DC2A6C5-8804-78D2-202D-BB4DD38D20E1}"/>
          </ac:spMkLst>
        </pc:spChg>
      </pc:sldChg>
      <pc:sldChg chg="addSp delSp modSp new mod">
        <pc:chgData name="Lisa Tostrams" userId="1844f577-b33c-4472-85a2-51b1143ab864" providerId="ADAL" clId="{180E8650-B8C1-452C-B1E4-7365025BF6AC}" dt="2025-07-07T12:04:45.303" v="473" actId="14100"/>
        <pc:sldMkLst>
          <pc:docMk/>
          <pc:sldMk cId="2294428588" sldId="272"/>
        </pc:sldMkLst>
        <pc:spChg chg="add del mod">
          <ac:chgData name="Lisa Tostrams" userId="1844f577-b33c-4472-85a2-51b1143ab864" providerId="ADAL" clId="{180E8650-B8C1-452C-B1E4-7365025BF6AC}" dt="2025-07-07T12:04:35.340" v="471" actId="20577"/>
          <ac:spMkLst>
            <pc:docMk/>
            <pc:sldMk cId="2294428588" sldId="272"/>
            <ac:spMk id="2" creationId="{22F3F2A6-E119-ADC4-B6AA-41EBD4063384}"/>
          </ac:spMkLst>
        </pc:spChg>
        <pc:spChg chg="mod">
          <ac:chgData name="Lisa Tostrams" userId="1844f577-b33c-4472-85a2-51b1143ab864" providerId="ADAL" clId="{180E8650-B8C1-452C-B1E4-7365025BF6AC}" dt="2025-07-07T12:03:00.791" v="430" actId="20577"/>
          <ac:spMkLst>
            <pc:docMk/>
            <pc:sldMk cId="2294428588" sldId="272"/>
            <ac:spMk id="3" creationId="{9DC58E8E-1E3B-2593-05B6-599005F0EB76}"/>
          </ac:spMkLst>
        </pc:spChg>
        <pc:picChg chg="add mod">
          <ac:chgData name="Lisa Tostrams" userId="1844f577-b33c-4472-85a2-51b1143ab864" providerId="ADAL" clId="{180E8650-B8C1-452C-B1E4-7365025BF6AC}" dt="2025-07-07T12:04:45.303" v="473" actId="14100"/>
          <ac:picMkLst>
            <pc:docMk/>
            <pc:sldMk cId="2294428588" sldId="272"/>
            <ac:picMk id="10" creationId="{AB0DBE08-C403-C4E1-84C0-AB43B756263E}"/>
          </ac:picMkLst>
        </pc:picChg>
      </pc:sldChg>
      <pc:sldChg chg="modSp new mod">
        <pc:chgData name="Lisa Tostrams" userId="1844f577-b33c-4472-85a2-51b1143ab864" providerId="ADAL" clId="{180E8650-B8C1-452C-B1E4-7365025BF6AC}" dt="2025-07-07T12:09:38.880" v="693" actId="20577"/>
        <pc:sldMkLst>
          <pc:docMk/>
          <pc:sldMk cId="2375633284" sldId="273"/>
        </pc:sldMkLst>
        <pc:spChg chg="mod">
          <ac:chgData name="Lisa Tostrams" userId="1844f577-b33c-4472-85a2-51b1143ab864" providerId="ADAL" clId="{180E8650-B8C1-452C-B1E4-7365025BF6AC}" dt="2025-07-07T12:09:38.880" v="693" actId="20577"/>
          <ac:spMkLst>
            <pc:docMk/>
            <pc:sldMk cId="2375633284" sldId="273"/>
            <ac:spMk id="2" creationId="{26F068D4-05AD-834D-362C-4DD8892816EA}"/>
          </ac:spMkLst>
        </pc:spChg>
        <pc:spChg chg="mod">
          <ac:chgData name="Lisa Tostrams" userId="1844f577-b33c-4472-85a2-51b1143ab864" providerId="ADAL" clId="{180E8650-B8C1-452C-B1E4-7365025BF6AC}" dt="2025-07-07T12:04:51.241" v="483" actId="20577"/>
          <ac:spMkLst>
            <pc:docMk/>
            <pc:sldMk cId="2375633284" sldId="273"/>
            <ac:spMk id="3" creationId="{2AE289DB-34B1-1808-699C-DABE43325FF8}"/>
          </ac:spMkLst>
        </pc:spChg>
      </pc:sldChg>
      <pc:sldChg chg="addSp delSp modSp new mod">
        <pc:chgData name="Lisa Tostrams" userId="1844f577-b33c-4472-85a2-51b1143ab864" providerId="ADAL" clId="{180E8650-B8C1-452C-B1E4-7365025BF6AC}" dt="2025-07-07T12:31:34.538" v="809" actId="20577"/>
        <pc:sldMkLst>
          <pc:docMk/>
          <pc:sldMk cId="3516807143" sldId="274"/>
        </pc:sldMkLst>
        <pc:spChg chg="mod">
          <ac:chgData name="Lisa Tostrams" userId="1844f577-b33c-4472-85a2-51b1143ab864" providerId="ADAL" clId="{180E8650-B8C1-452C-B1E4-7365025BF6AC}" dt="2025-07-07T12:22:15.239" v="747" actId="20577"/>
          <ac:spMkLst>
            <pc:docMk/>
            <pc:sldMk cId="3516807143" sldId="274"/>
            <ac:spMk id="2" creationId="{8F6550C0-DDD6-1B86-366D-1C965C9620CF}"/>
          </ac:spMkLst>
        </pc:spChg>
        <pc:spChg chg="mod">
          <ac:chgData name="Lisa Tostrams" userId="1844f577-b33c-4472-85a2-51b1143ab864" providerId="ADAL" clId="{180E8650-B8C1-452C-B1E4-7365025BF6AC}" dt="2025-07-07T12:31:34.538" v="809" actId="20577"/>
          <ac:spMkLst>
            <pc:docMk/>
            <pc:sldMk cId="3516807143" sldId="274"/>
            <ac:spMk id="3" creationId="{78E8CC74-738D-9CF1-B41A-7907632C4986}"/>
          </ac:spMkLst>
        </pc:spChg>
        <pc:picChg chg="add mod">
          <ac:chgData name="Lisa Tostrams" userId="1844f577-b33c-4472-85a2-51b1143ab864" providerId="ADAL" clId="{180E8650-B8C1-452C-B1E4-7365025BF6AC}" dt="2025-07-07T12:23:52.935" v="750" actId="14100"/>
          <ac:picMkLst>
            <pc:docMk/>
            <pc:sldMk cId="3516807143" sldId="274"/>
            <ac:picMk id="11" creationId="{0F76A66E-0EEA-5F80-CC0D-9CF1E5EE4548}"/>
          </ac:picMkLst>
        </pc:picChg>
        <pc:inkChg chg="add">
          <ac:chgData name="Lisa Tostrams" userId="1844f577-b33c-4472-85a2-51b1143ab864" providerId="ADAL" clId="{180E8650-B8C1-452C-B1E4-7365025BF6AC}" dt="2025-07-07T12:24:14.591" v="754" actId="9405"/>
          <ac:inkMkLst>
            <pc:docMk/>
            <pc:sldMk cId="3516807143" sldId="274"/>
            <ac:inkMk id="12" creationId="{B10166DA-B2D6-3A28-94E4-B48290E79C4C}"/>
          </ac:inkMkLst>
        </pc:inkChg>
        <pc:inkChg chg="add">
          <ac:chgData name="Lisa Tostrams" userId="1844f577-b33c-4472-85a2-51b1143ab864" providerId="ADAL" clId="{180E8650-B8C1-452C-B1E4-7365025BF6AC}" dt="2025-07-07T12:24:17.558" v="755" actId="9405"/>
          <ac:inkMkLst>
            <pc:docMk/>
            <pc:sldMk cId="3516807143" sldId="274"/>
            <ac:inkMk id="13" creationId="{A76DEA1E-A23F-953E-0DD0-56C1C9F439D3}"/>
          </ac:inkMkLst>
        </pc:inkChg>
        <pc:inkChg chg="add">
          <ac:chgData name="Lisa Tostrams" userId="1844f577-b33c-4472-85a2-51b1143ab864" providerId="ADAL" clId="{180E8650-B8C1-452C-B1E4-7365025BF6AC}" dt="2025-07-07T12:24:20.390" v="756" actId="9405"/>
          <ac:inkMkLst>
            <pc:docMk/>
            <pc:sldMk cId="3516807143" sldId="274"/>
            <ac:inkMk id="14" creationId="{68426F70-ECF7-138B-BFF6-29DBECECF3A7}"/>
          </ac:inkMkLst>
        </pc:inkChg>
        <pc:inkChg chg="add">
          <ac:chgData name="Lisa Tostrams" userId="1844f577-b33c-4472-85a2-51b1143ab864" providerId="ADAL" clId="{180E8650-B8C1-452C-B1E4-7365025BF6AC}" dt="2025-07-07T12:24:20.790" v="757" actId="9405"/>
          <ac:inkMkLst>
            <pc:docMk/>
            <pc:sldMk cId="3516807143" sldId="274"/>
            <ac:inkMk id="15" creationId="{4B1CF6BF-9BD1-D808-BDD0-2691BBEB7687}"/>
          </ac:inkMkLst>
        </pc:inkChg>
        <pc:inkChg chg="add">
          <ac:chgData name="Lisa Tostrams" userId="1844f577-b33c-4472-85a2-51b1143ab864" providerId="ADAL" clId="{180E8650-B8C1-452C-B1E4-7365025BF6AC}" dt="2025-07-07T12:24:23.094" v="758" actId="9405"/>
          <ac:inkMkLst>
            <pc:docMk/>
            <pc:sldMk cId="3516807143" sldId="274"/>
            <ac:inkMk id="16" creationId="{A28C27D3-CB2E-F614-4B5D-523C6EF0CE60}"/>
          </ac:inkMkLst>
        </pc:inkChg>
        <pc:inkChg chg="add">
          <ac:chgData name="Lisa Tostrams" userId="1844f577-b33c-4472-85a2-51b1143ab864" providerId="ADAL" clId="{180E8650-B8C1-452C-B1E4-7365025BF6AC}" dt="2025-07-07T12:24:25.759" v="759" actId="9405"/>
          <ac:inkMkLst>
            <pc:docMk/>
            <pc:sldMk cId="3516807143" sldId="274"/>
            <ac:inkMk id="17" creationId="{0BBDF7BC-950F-7A22-612B-2BB3E64FB2FF}"/>
          </ac:inkMkLst>
        </pc:inkChg>
        <pc:inkChg chg="add">
          <ac:chgData name="Lisa Tostrams" userId="1844f577-b33c-4472-85a2-51b1143ab864" providerId="ADAL" clId="{180E8650-B8C1-452C-B1E4-7365025BF6AC}" dt="2025-07-07T12:24:28.528" v="760" actId="9405"/>
          <ac:inkMkLst>
            <pc:docMk/>
            <pc:sldMk cId="3516807143" sldId="274"/>
            <ac:inkMk id="18" creationId="{C254E5B9-A706-33B0-5EBC-859B743F4A39}"/>
          </ac:inkMkLst>
        </pc:inkChg>
      </pc:sldChg>
      <pc:sldChg chg="addSp delSp modSp new mod">
        <pc:chgData name="Lisa Tostrams" userId="1844f577-b33c-4472-85a2-51b1143ab864" providerId="ADAL" clId="{180E8650-B8C1-452C-B1E4-7365025BF6AC}" dt="2025-07-07T12:42:02.203" v="847" actId="732"/>
        <pc:sldMkLst>
          <pc:docMk/>
          <pc:sldMk cId="3992399333" sldId="275"/>
        </pc:sldMkLst>
        <pc:spChg chg="mod">
          <ac:chgData name="Lisa Tostrams" userId="1844f577-b33c-4472-85a2-51b1143ab864" providerId="ADAL" clId="{180E8650-B8C1-452C-B1E4-7365025BF6AC}" dt="2025-07-07T12:19:28.480" v="727" actId="20577"/>
          <ac:spMkLst>
            <pc:docMk/>
            <pc:sldMk cId="3992399333" sldId="275"/>
            <ac:spMk id="3" creationId="{F365C4A5-2444-BE1B-2612-178028826209}"/>
          </ac:spMkLst>
        </pc:spChg>
        <pc:picChg chg="add mod ord modCrop">
          <ac:chgData name="Lisa Tostrams" userId="1844f577-b33c-4472-85a2-51b1143ab864" providerId="ADAL" clId="{180E8650-B8C1-452C-B1E4-7365025BF6AC}" dt="2025-07-07T12:42:02.203" v="847" actId="732"/>
          <ac:picMkLst>
            <pc:docMk/>
            <pc:sldMk cId="3992399333" sldId="275"/>
            <ac:picMk id="8" creationId="{30BDD112-86DF-EA16-36B0-C9A92A9071CF}"/>
          </ac:picMkLst>
        </pc:picChg>
        <pc:inkChg chg="add">
          <ac:chgData name="Lisa Tostrams" userId="1844f577-b33c-4472-85a2-51b1143ab864" providerId="ADAL" clId="{180E8650-B8C1-452C-B1E4-7365025BF6AC}" dt="2025-07-07T12:25:18.625" v="763" actId="9405"/>
          <ac:inkMkLst>
            <pc:docMk/>
            <pc:sldMk cId="3992399333" sldId="275"/>
            <ac:inkMk id="10" creationId="{E93C56EB-227F-1C8B-8259-FBC2EC0A986A}"/>
          </ac:inkMkLst>
        </pc:inkChg>
      </pc:sldChg>
      <pc:sldChg chg="addSp delSp modSp add mod">
        <pc:chgData name="Lisa Tostrams" userId="1844f577-b33c-4472-85a2-51b1143ab864" providerId="ADAL" clId="{180E8650-B8C1-452C-B1E4-7365025BF6AC}" dt="2025-07-07T12:21:46.126" v="743" actId="9405"/>
        <pc:sldMkLst>
          <pc:docMk/>
          <pc:sldMk cId="2464886336" sldId="276"/>
        </pc:sldMkLst>
        <pc:spChg chg="mod">
          <ac:chgData name="Lisa Tostrams" userId="1844f577-b33c-4472-85a2-51b1143ab864" providerId="ADAL" clId="{180E8650-B8C1-452C-B1E4-7365025BF6AC}" dt="2025-07-07T12:19:58.112" v="737" actId="20577"/>
          <ac:spMkLst>
            <pc:docMk/>
            <pc:sldMk cId="2464886336" sldId="276"/>
            <ac:spMk id="2" creationId="{7A98ED0A-3254-DA06-FE53-1F46341B3C3D}"/>
          </ac:spMkLst>
        </pc:spChg>
        <pc:picChg chg="add mod">
          <ac:chgData name="Lisa Tostrams" userId="1844f577-b33c-4472-85a2-51b1143ab864" providerId="ADAL" clId="{180E8650-B8C1-452C-B1E4-7365025BF6AC}" dt="2025-07-07T12:20:58.983" v="739" actId="14100"/>
          <ac:picMkLst>
            <pc:docMk/>
            <pc:sldMk cId="2464886336" sldId="276"/>
            <ac:picMk id="8" creationId="{9C3B18C5-39AC-6550-EE13-67EB50EC461A}"/>
          </ac:picMkLst>
        </pc:picChg>
        <pc:inkChg chg="add">
          <ac:chgData name="Lisa Tostrams" userId="1844f577-b33c-4472-85a2-51b1143ab864" providerId="ADAL" clId="{180E8650-B8C1-452C-B1E4-7365025BF6AC}" dt="2025-07-07T12:21:43.960" v="742" actId="9405"/>
          <ac:inkMkLst>
            <pc:docMk/>
            <pc:sldMk cId="2464886336" sldId="276"/>
            <ac:inkMk id="10" creationId="{F868E739-2E72-9CAB-1496-CFC8F6CEF7C8}"/>
          </ac:inkMkLst>
        </pc:inkChg>
        <pc:inkChg chg="add">
          <ac:chgData name="Lisa Tostrams" userId="1844f577-b33c-4472-85a2-51b1143ab864" providerId="ADAL" clId="{180E8650-B8C1-452C-B1E4-7365025BF6AC}" dt="2025-07-07T12:21:46.126" v="743" actId="9405"/>
          <ac:inkMkLst>
            <pc:docMk/>
            <pc:sldMk cId="2464886336" sldId="276"/>
            <ac:inkMk id="11" creationId="{7B47A13E-1CDB-B7E9-9A86-98693539FC98}"/>
          </ac:inkMkLst>
        </pc:inkChg>
      </pc:sldChg>
      <pc:sldChg chg="addSp delSp modSp add mod">
        <pc:chgData name="Lisa Tostrams" userId="1844f577-b33c-4472-85a2-51b1143ab864" providerId="ADAL" clId="{180E8650-B8C1-452C-B1E4-7365025BF6AC}" dt="2025-07-07T12:42:11.542" v="848" actId="14100"/>
        <pc:sldMkLst>
          <pc:docMk/>
          <pc:sldMk cId="2753508327" sldId="277"/>
        </pc:sldMkLst>
        <pc:picChg chg="add mod">
          <ac:chgData name="Lisa Tostrams" userId="1844f577-b33c-4472-85a2-51b1143ab864" providerId="ADAL" clId="{180E8650-B8C1-452C-B1E4-7365025BF6AC}" dt="2025-07-07T12:42:11.542" v="848" actId="14100"/>
          <ac:picMkLst>
            <pc:docMk/>
            <pc:sldMk cId="2753508327" sldId="277"/>
            <ac:picMk id="21" creationId="{D289EA9B-FD5A-6797-F5F5-7B63EBB61A45}"/>
          </ac:picMkLst>
        </pc:picChg>
      </pc:sldChg>
      <pc:sldChg chg="addSp modSp new mod">
        <pc:chgData name="Lisa Tostrams" userId="1844f577-b33c-4472-85a2-51b1143ab864" providerId="ADAL" clId="{180E8650-B8C1-452C-B1E4-7365025BF6AC}" dt="2025-07-07T12:39:50.201" v="840" actId="9405"/>
        <pc:sldMkLst>
          <pc:docMk/>
          <pc:sldMk cId="4237972327" sldId="278"/>
        </pc:sldMkLst>
        <pc:spChg chg="mod">
          <ac:chgData name="Lisa Tostrams" userId="1844f577-b33c-4472-85a2-51b1143ab864" providerId="ADAL" clId="{180E8650-B8C1-452C-B1E4-7365025BF6AC}" dt="2025-07-07T12:28:47.766" v="770" actId="20577"/>
          <ac:spMkLst>
            <pc:docMk/>
            <pc:sldMk cId="4237972327" sldId="278"/>
            <ac:spMk id="2" creationId="{5C50614F-23C0-0E11-2A5A-2C2741E98392}"/>
          </ac:spMkLst>
        </pc:spChg>
        <pc:spChg chg="mod">
          <ac:chgData name="Lisa Tostrams" userId="1844f577-b33c-4472-85a2-51b1143ab864" providerId="ADAL" clId="{180E8650-B8C1-452C-B1E4-7365025BF6AC}" dt="2025-07-07T12:31:34.747" v="810" actId="20577"/>
          <ac:spMkLst>
            <pc:docMk/>
            <pc:sldMk cId="4237972327" sldId="278"/>
            <ac:spMk id="3" creationId="{79FD6FFF-DD3C-FB32-50EA-DD1E262D9B63}"/>
          </ac:spMkLst>
        </pc:spChg>
        <pc:spChg chg="add mod">
          <ac:chgData name="Lisa Tostrams" userId="1844f577-b33c-4472-85a2-51b1143ab864" providerId="ADAL" clId="{180E8650-B8C1-452C-B1E4-7365025BF6AC}" dt="2025-07-07T12:39:15.414" v="834" actId="1076"/>
          <ac:spMkLst>
            <pc:docMk/>
            <pc:sldMk cId="4237972327" sldId="278"/>
            <ac:spMk id="15" creationId="{789D93B3-E550-3F9C-A4D8-15157371CCC9}"/>
          </ac:spMkLst>
        </pc:spChg>
        <pc:spChg chg="add mod">
          <ac:chgData name="Lisa Tostrams" userId="1844f577-b33c-4472-85a2-51b1143ab864" providerId="ADAL" clId="{180E8650-B8C1-452C-B1E4-7365025BF6AC}" dt="2025-07-07T12:39:20.736" v="836" actId="1076"/>
          <ac:spMkLst>
            <pc:docMk/>
            <pc:sldMk cId="4237972327" sldId="278"/>
            <ac:spMk id="16" creationId="{2D307944-1282-2E0B-1357-E0867AB3A462}"/>
          </ac:spMkLst>
        </pc:spChg>
        <pc:picChg chg="add mod">
          <ac:chgData name="Lisa Tostrams" userId="1844f577-b33c-4472-85a2-51b1143ab864" providerId="ADAL" clId="{180E8650-B8C1-452C-B1E4-7365025BF6AC}" dt="2025-07-07T12:37:08.782" v="826" actId="1076"/>
          <ac:picMkLst>
            <pc:docMk/>
            <pc:sldMk cId="4237972327" sldId="278"/>
            <ac:picMk id="8" creationId="{1B727AE9-A661-335F-B2BF-384EE732A698}"/>
          </ac:picMkLst>
        </pc:picChg>
        <pc:picChg chg="add mod">
          <ac:chgData name="Lisa Tostrams" userId="1844f577-b33c-4472-85a2-51b1143ab864" providerId="ADAL" clId="{180E8650-B8C1-452C-B1E4-7365025BF6AC}" dt="2025-07-07T12:37:43.918" v="828" actId="1076"/>
          <ac:picMkLst>
            <pc:docMk/>
            <pc:sldMk cId="4237972327" sldId="278"/>
            <ac:picMk id="10" creationId="{B19BD767-1494-5130-4891-4F0B087FB831}"/>
          </ac:picMkLst>
        </pc:picChg>
        <pc:picChg chg="add mod">
          <ac:chgData name="Lisa Tostrams" userId="1844f577-b33c-4472-85a2-51b1143ab864" providerId="ADAL" clId="{180E8650-B8C1-452C-B1E4-7365025BF6AC}" dt="2025-07-07T12:38:17.685" v="830" actId="1076"/>
          <ac:picMkLst>
            <pc:docMk/>
            <pc:sldMk cId="4237972327" sldId="278"/>
            <ac:picMk id="12" creationId="{185656CF-CF31-9F18-EEC4-9EB2FDDCD504}"/>
          </ac:picMkLst>
        </pc:picChg>
        <pc:picChg chg="add mod">
          <ac:chgData name="Lisa Tostrams" userId="1844f577-b33c-4472-85a2-51b1143ab864" providerId="ADAL" clId="{180E8650-B8C1-452C-B1E4-7365025BF6AC}" dt="2025-07-07T12:38:47.701" v="832" actId="1076"/>
          <ac:picMkLst>
            <pc:docMk/>
            <pc:sldMk cId="4237972327" sldId="278"/>
            <ac:picMk id="14" creationId="{89716641-ECE8-F8F3-A854-4318C678BE0E}"/>
          </ac:picMkLst>
        </pc:picChg>
        <pc:inkChg chg="add">
          <ac:chgData name="Lisa Tostrams" userId="1844f577-b33c-4472-85a2-51b1143ab864" providerId="ADAL" clId="{180E8650-B8C1-452C-B1E4-7365025BF6AC}" dt="2025-07-07T12:39:40.264" v="837" actId="9405"/>
          <ac:inkMkLst>
            <pc:docMk/>
            <pc:sldMk cId="4237972327" sldId="278"/>
            <ac:inkMk id="17" creationId="{A1EFD72A-88D5-85BE-05F5-65A72D0855CB}"/>
          </ac:inkMkLst>
        </pc:inkChg>
        <pc:inkChg chg="add">
          <ac:chgData name="Lisa Tostrams" userId="1844f577-b33c-4472-85a2-51b1143ab864" providerId="ADAL" clId="{180E8650-B8C1-452C-B1E4-7365025BF6AC}" dt="2025-07-07T12:39:43.462" v="838" actId="9405"/>
          <ac:inkMkLst>
            <pc:docMk/>
            <pc:sldMk cId="4237972327" sldId="278"/>
            <ac:inkMk id="18" creationId="{2D804234-9AE2-3F9F-3372-588BBB750355}"/>
          </ac:inkMkLst>
        </pc:inkChg>
        <pc:inkChg chg="add">
          <ac:chgData name="Lisa Tostrams" userId="1844f577-b33c-4472-85a2-51b1143ab864" providerId="ADAL" clId="{180E8650-B8C1-452C-B1E4-7365025BF6AC}" dt="2025-07-07T12:39:47.664" v="839" actId="9405"/>
          <ac:inkMkLst>
            <pc:docMk/>
            <pc:sldMk cId="4237972327" sldId="278"/>
            <ac:inkMk id="19" creationId="{90252790-8BD1-1536-06BA-95DD3B6FED4E}"/>
          </ac:inkMkLst>
        </pc:inkChg>
        <pc:inkChg chg="add">
          <ac:chgData name="Lisa Tostrams" userId="1844f577-b33c-4472-85a2-51b1143ab864" providerId="ADAL" clId="{180E8650-B8C1-452C-B1E4-7365025BF6AC}" dt="2025-07-07T12:39:50.201" v="840" actId="9405"/>
          <ac:inkMkLst>
            <pc:docMk/>
            <pc:sldMk cId="4237972327" sldId="278"/>
            <ac:inkMk id="20" creationId="{C18FC3C3-01F6-1A41-DA22-AD8F5A6299AF}"/>
          </ac:inkMkLst>
        </pc:inkChg>
      </pc:sldChg>
    </pc:docChg>
  </pc:docChgLst>
  <pc:docChgLst>
    <pc:chgData name="Marjolein de Jong" userId="00349200-a54b-4a61-ab9a-d959590d6c33" providerId="ADAL" clId="{A611900F-CF3E-48F6-8B27-DDFAFB7D2914}"/>
    <pc:docChg chg="undo custSel addSld modSld sldOrd">
      <pc:chgData name="Marjolein de Jong" userId="00349200-a54b-4a61-ab9a-d959590d6c33" providerId="ADAL" clId="{A611900F-CF3E-48F6-8B27-DDFAFB7D2914}" dt="2025-07-07T11:43:38.057" v="1315" actId="20577"/>
      <pc:docMkLst>
        <pc:docMk/>
      </pc:docMkLst>
      <pc:sldChg chg="delSp modSp mod delAnim modAnim">
        <pc:chgData name="Marjolein de Jong" userId="00349200-a54b-4a61-ab9a-d959590d6c33" providerId="ADAL" clId="{A611900F-CF3E-48F6-8B27-DDFAFB7D2914}" dt="2025-07-07T08:59:58.941" v="599" actId="478"/>
        <pc:sldMkLst>
          <pc:docMk/>
          <pc:sldMk cId="2669805851" sldId="260"/>
        </pc:sldMkLst>
        <pc:spChg chg="mod">
          <ac:chgData name="Marjolein de Jong" userId="00349200-a54b-4a61-ab9a-d959590d6c33" providerId="ADAL" clId="{A611900F-CF3E-48F6-8B27-DDFAFB7D2914}" dt="2025-07-07T08:59:52.686" v="597" actId="20577"/>
          <ac:spMkLst>
            <pc:docMk/>
            <pc:sldMk cId="2669805851" sldId="260"/>
            <ac:spMk id="3" creationId="{00000000-0000-0000-0000-000000000000}"/>
          </ac:spMkLst>
        </pc:spChg>
      </pc:sldChg>
      <pc:sldChg chg="modSp mod">
        <pc:chgData name="Marjolein de Jong" userId="00349200-a54b-4a61-ab9a-d959590d6c33" providerId="ADAL" clId="{A611900F-CF3E-48F6-8B27-DDFAFB7D2914}" dt="2025-07-07T09:04:13.565" v="624" actId="6549"/>
        <pc:sldMkLst>
          <pc:docMk/>
          <pc:sldMk cId="2193328783" sldId="261"/>
        </pc:sldMkLst>
        <pc:spChg chg="mod">
          <ac:chgData name="Marjolein de Jong" userId="00349200-a54b-4a61-ab9a-d959590d6c33" providerId="ADAL" clId="{A611900F-CF3E-48F6-8B27-DDFAFB7D2914}" dt="2025-07-07T09:04:13.565" v="624" actId="6549"/>
          <ac:spMkLst>
            <pc:docMk/>
            <pc:sldMk cId="2193328783" sldId="261"/>
            <ac:spMk id="2" creationId="{4FA0D3C2-0B4A-F4C9-7179-1648F8C2D8E4}"/>
          </ac:spMkLst>
        </pc:spChg>
      </pc:sldChg>
      <pc:sldChg chg="modSp mod">
        <pc:chgData name="Marjolein de Jong" userId="00349200-a54b-4a61-ab9a-d959590d6c33" providerId="ADAL" clId="{A611900F-CF3E-48F6-8B27-DDFAFB7D2914}" dt="2025-07-07T09:05:30.689" v="632" actId="20577"/>
        <pc:sldMkLst>
          <pc:docMk/>
          <pc:sldMk cId="4141524822" sldId="263"/>
        </pc:sldMkLst>
        <pc:spChg chg="mod">
          <ac:chgData name="Marjolein de Jong" userId="00349200-a54b-4a61-ab9a-d959590d6c33" providerId="ADAL" clId="{A611900F-CF3E-48F6-8B27-DDFAFB7D2914}" dt="2025-07-07T09:05:30.689" v="632" actId="20577"/>
          <ac:spMkLst>
            <pc:docMk/>
            <pc:sldMk cId="4141524822" sldId="263"/>
            <ac:spMk id="2" creationId="{20979CD8-415A-B9E3-B544-272956FDAAD2}"/>
          </ac:spMkLst>
        </pc:spChg>
      </pc:sldChg>
      <pc:sldChg chg="addSp modSp mod modAnim">
        <pc:chgData name="Marjolein de Jong" userId="00349200-a54b-4a61-ab9a-d959590d6c33" providerId="ADAL" clId="{A611900F-CF3E-48F6-8B27-DDFAFB7D2914}" dt="2025-07-07T09:10:33.850" v="775" actId="208"/>
        <pc:sldMkLst>
          <pc:docMk/>
          <pc:sldMk cId="1867388946" sldId="265"/>
        </pc:sldMkLst>
        <pc:spChg chg="mod">
          <ac:chgData name="Marjolein de Jong" userId="00349200-a54b-4a61-ab9a-d959590d6c33" providerId="ADAL" clId="{A611900F-CF3E-48F6-8B27-DDFAFB7D2914}" dt="2025-07-07T09:10:07.250" v="773" actId="207"/>
          <ac:spMkLst>
            <pc:docMk/>
            <pc:sldMk cId="1867388946" sldId="265"/>
            <ac:spMk id="2" creationId="{96D13704-6893-81FC-FEA4-2F1810D35404}"/>
          </ac:spMkLst>
        </pc:spChg>
        <pc:spChg chg="add mod">
          <ac:chgData name="Marjolein de Jong" userId="00349200-a54b-4a61-ab9a-d959590d6c33" providerId="ADAL" clId="{A611900F-CF3E-48F6-8B27-DDFAFB7D2914}" dt="2025-07-07T09:09:51.745" v="771" actId="1076"/>
          <ac:spMkLst>
            <pc:docMk/>
            <pc:sldMk cId="1867388946" sldId="265"/>
            <ac:spMk id="9" creationId="{780E44D7-F86D-6F97-6472-883F67990315}"/>
          </ac:spMkLst>
        </pc:spChg>
        <pc:spChg chg="mod">
          <ac:chgData name="Marjolein de Jong" userId="00349200-a54b-4a61-ab9a-d959590d6c33" providerId="ADAL" clId="{A611900F-CF3E-48F6-8B27-DDFAFB7D2914}" dt="2025-07-07T09:10:27.563" v="774" actId="208"/>
          <ac:spMkLst>
            <pc:docMk/>
            <pc:sldMk cId="1867388946" sldId="265"/>
            <ac:spMk id="10" creationId="{326A28AC-3AAE-E685-ED3A-9C1641252A93}"/>
          </ac:spMkLst>
        </pc:spChg>
        <pc:spChg chg="mod">
          <ac:chgData name="Marjolein de Jong" userId="00349200-a54b-4a61-ab9a-d959590d6c33" providerId="ADAL" clId="{A611900F-CF3E-48F6-8B27-DDFAFB7D2914}" dt="2025-07-07T09:07:25.806" v="635" actId="20577"/>
          <ac:spMkLst>
            <pc:docMk/>
            <pc:sldMk cId="1867388946" sldId="265"/>
            <ac:spMk id="12" creationId="{09AEC916-E9D1-C5C5-A404-99E345A8FDB8}"/>
          </ac:spMkLst>
        </pc:spChg>
        <pc:spChg chg="mod">
          <ac:chgData name="Marjolein de Jong" userId="00349200-a54b-4a61-ab9a-d959590d6c33" providerId="ADAL" clId="{A611900F-CF3E-48F6-8B27-DDFAFB7D2914}" dt="2025-07-07T09:07:28.636" v="640" actId="20577"/>
          <ac:spMkLst>
            <pc:docMk/>
            <pc:sldMk cId="1867388946" sldId="265"/>
            <ac:spMk id="13" creationId="{7B5929E7-966D-90BF-8917-4CAA3647D547}"/>
          </ac:spMkLst>
        </pc:spChg>
        <pc:spChg chg="mod">
          <ac:chgData name="Marjolein de Jong" userId="00349200-a54b-4a61-ab9a-d959590d6c33" providerId="ADAL" clId="{A611900F-CF3E-48F6-8B27-DDFAFB7D2914}" dt="2025-07-07T09:10:33.850" v="775" actId="208"/>
          <ac:spMkLst>
            <pc:docMk/>
            <pc:sldMk cId="1867388946" sldId="265"/>
            <ac:spMk id="14" creationId="{D3059FE3-17FA-972D-5FB5-E6FBA8FE67B5}"/>
          </ac:spMkLst>
        </pc:spChg>
        <pc:spChg chg="mod">
          <ac:chgData name="Marjolein de Jong" userId="00349200-a54b-4a61-ab9a-d959590d6c33" providerId="ADAL" clId="{A611900F-CF3E-48F6-8B27-DDFAFB7D2914}" dt="2025-07-07T09:07:37.399" v="642" actId="1076"/>
          <ac:spMkLst>
            <pc:docMk/>
            <pc:sldMk cId="1867388946" sldId="265"/>
            <ac:spMk id="15" creationId="{35390ABE-90A3-F1C2-47EC-EBD4E16F3639}"/>
          </ac:spMkLst>
        </pc:spChg>
      </pc:sldChg>
      <pc:sldChg chg="delSp mod">
        <pc:chgData name="Marjolein de Jong" userId="00349200-a54b-4a61-ab9a-d959590d6c33" providerId="ADAL" clId="{A611900F-CF3E-48F6-8B27-DDFAFB7D2914}" dt="2025-07-07T09:05:06.773" v="625" actId="478"/>
        <pc:sldMkLst>
          <pc:docMk/>
          <pc:sldMk cId="2057844995" sldId="268"/>
        </pc:sldMkLst>
      </pc:sldChg>
      <pc:sldChg chg="modAnim">
        <pc:chgData name="Marjolein de Jong" userId="00349200-a54b-4a61-ab9a-d959590d6c33" providerId="ADAL" clId="{A611900F-CF3E-48F6-8B27-DDFAFB7D2914}" dt="2025-07-07T11:09:04.967" v="776"/>
        <pc:sldMkLst>
          <pc:docMk/>
          <pc:sldMk cId="2361434331" sldId="269"/>
        </pc:sldMkLst>
      </pc:sldChg>
      <pc:sldChg chg="addSp delSp modSp new mod ord">
        <pc:chgData name="Marjolein de Jong" userId="00349200-a54b-4a61-ab9a-d959590d6c33" providerId="ADAL" clId="{A611900F-CF3E-48F6-8B27-DDFAFB7D2914}" dt="2025-07-07T06:57:43.040" v="400" actId="20577"/>
        <pc:sldMkLst>
          <pc:docMk/>
          <pc:sldMk cId="3584574535" sldId="270"/>
        </pc:sldMkLst>
        <pc:spChg chg="mod">
          <ac:chgData name="Marjolein de Jong" userId="00349200-a54b-4a61-ab9a-d959590d6c33" providerId="ADAL" clId="{A611900F-CF3E-48F6-8B27-DDFAFB7D2914}" dt="2025-07-07T06:57:43.040" v="400" actId="20577"/>
          <ac:spMkLst>
            <pc:docMk/>
            <pc:sldMk cId="3584574535" sldId="270"/>
            <ac:spMk id="2" creationId="{DA7EFAF9-F554-69A3-29AB-6AD450623064}"/>
          </ac:spMkLst>
        </pc:spChg>
        <pc:spChg chg="mod">
          <ac:chgData name="Marjolein de Jong" userId="00349200-a54b-4a61-ab9a-d959590d6c33" providerId="ADAL" clId="{A611900F-CF3E-48F6-8B27-DDFAFB7D2914}" dt="2025-07-07T06:42:25.488" v="13" actId="20577"/>
          <ac:spMkLst>
            <pc:docMk/>
            <pc:sldMk cId="3584574535" sldId="270"/>
            <ac:spMk id="3" creationId="{3F2C577D-ABD0-2979-870B-EFD8ED835D41}"/>
          </ac:spMkLst>
        </pc:spChg>
        <pc:picChg chg="add mod">
          <ac:chgData name="Marjolein de Jong" userId="00349200-a54b-4a61-ab9a-d959590d6c33" providerId="ADAL" clId="{A611900F-CF3E-48F6-8B27-DDFAFB7D2914}" dt="2025-07-07T06:55:52.671" v="375" actId="1076"/>
          <ac:picMkLst>
            <pc:docMk/>
            <pc:sldMk cId="3584574535" sldId="270"/>
            <ac:picMk id="10" creationId="{04C17875-ADF9-2D61-97AC-53F80580B9E5}"/>
          </ac:picMkLst>
        </pc:picChg>
        <pc:picChg chg="add mod">
          <ac:chgData name="Marjolein de Jong" userId="00349200-a54b-4a61-ab9a-d959590d6c33" providerId="ADAL" clId="{A611900F-CF3E-48F6-8B27-DDFAFB7D2914}" dt="2025-07-07T06:55:57.134" v="376" actId="1076"/>
          <ac:picMkLst>
            <pc:docMk/>
            <pc:sldMk cId="3584574535" sldId="270"/>
            <ac:picMk id="12" creationId="{9D4F0C93-8C04-FF46-D7ED-8C8CCA9647C7}"/>
          </ac:picMkLst>
        </pc:picChg>
      </pc:sldChg>
      <pc:sldChg chg="modSp new mod">
        <pc:chgData name="Marjolein de Jong" userId="00349200-a54b-4a61-ab9a-d959590d6c33" providerId="ADAL" clId="{A611900F-CF3E-48F6-8B27-DDFAFB7D2914}" dt="2025-07-07T11:43:38.057" v="1315" actId="20577"/>
        <pc:sldMkLst>
          <pc:docMk/>
          <pc:sldMk cId="1251230589" sldId="271"/>
        </pc:sldMkLst>
        <pc:spChg chg="mod">
          <ac:chgData name="Marjolein de Jong" userId="00349200-a54b-4a61-ab9a-d959590d6c33" providerId="ADAL" clId="{A611900F-CF3E-48F6-8B27-DDFAFB7D2914}" dt="2025-07-07T11:43:38.057" v="1315" actId="20577"/>
          <ac:spMkLst>
            <pc:docMk/>
            <pc:sldMk cId="1251230589" sldId="271"/>
            <ac:spMk id="2" creationId="{64A1E06E-6797-46B9-F314-C12E32E0F33B}"/>
          </ac:spMkLst>
        </pc:spChg>
        <pc:spChg chg="mod">
          <ac:chgData name="Marjolein de Jong" userId="00349200-a54b-4a61-ab9a-d959590d6c33" providerId="ADAL" clId="{A611900F-CF3E-48F6-8B27-DDFAFB7D2914}" dt="2025-07-07T11:09:32.826" v="789" actId="20577"/>
          <ac:spMkLst>
            <pc:docMk/>
            <pc:sldMk cId="1251230589" sldId="271"/>
            <ac:spMk id="3" creationId="{0DC2A6C5-8804-78D2-202D-BB4DD38D20E1}"/>
          </ac:spMkLst>
        </pc:spChg>
      </pc:sldChg>
    </pc:docChg>
  </pc:docChgLst>
  <pc:docChgLst>
    <pc:chgData name="Lisa Tostrams" userId="1844f577-b33c-4472-85a2-51b1143ab864" providerId="ADAL" clId="{04467EC3-1ED1-4613-9AB2-429FF8A40CEF}"/>
    <pc:docChg chg="modSld">
      <pc:chgData name="Lisa Tostrams" userId="1844f577-b33c-4472-85a2-51b1143ab864" providerId="ADAL" clId="{04467EC3-1ED1-4613-9AB2-429FF8A40CEF}" dt="2025-07-14T09:48:34.370" v="0" actId="20577"/>
      <pc:docMkLst>
        <pc:docMk/>
      </pc:docMkLst>
      <pc:sldChg chg="modNotesTx">
        <pc:chgData name="Lisa Tostrams" userId="1844f577-b33c-4472-85a2-51b1143ab864" providerId="ADAL" clId="{04467EC3-1ED1-4613-9AB2-429FF8A40CEF}" dt="2025-07-14T09:48:34.370" v="0" actId="20577"/>
        <pc:sldMkLst>
          <pc:docMk/>
          <pc:sldMk cId="2669805851" sldId="260"/>
        </pc:sldMkLst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07T12:24:14.59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0 124,'19'-1,"-1"-2,0 0,0 0,-1-2,1 0,19-10,-14 6,1 1,39-7,48-5,101-12,154 28,-173 28,-17-2,94 10,-145-13,-100-17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07T12:24:17.55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78,'10'-1,"1"0,-1-1,19-5,28-5,265 10,-33 1,-76-23,-132 12,89-2,-160 14,47-1,-1 2,107 16,-109-14,-27-7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07T12:24:20.38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20,'8'5,"0"0,0 0,1 0,-1-1,1-1,0 1,0-1,1-1,17 3,-11-1,45 8,1-2,89 1,131-12,-106-2,157-22,-326 24,-1-1,0 0,0 0,0 0,0-1,0 1,0-1,-1-1,0 1,1-1,5-6,23-14,-20 17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07T12:24:20.78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07T12:24:23.09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12,'360'82,"-311"-69,-26-5,0-2,1-1,0 0,0-2,29 0,-46-3,18 1,0-1,0-2,-1 0,1-2,-1-1,32-10,19-13,1 2,93-18,-145 39,-2-2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07T12:24:25.75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0,'1631'0,"-1611"0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07T12:24:28.52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75,'0'-1,"0"0,1 0,0 0,-1 0,1 0,-1 0,1 0,0 0,0 1,0-1,-1 0,1 1,0-1,0 0,0 1,0-1,0 1,0 0,0-1,0 1,0 0,0-1,0 1,2 0,37-7,-28 5,113-18,156-3,133 17,-327 6,-43 2,0 1,0 2,-1 3,48 13,-28-11,-44-9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7T12:25:18.62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475 250 24575,'-14'1'0,"1"0"0,0 1 0,0 1 0,-1 0 0,1 1 0,-21 9 0,3 1 0,-43 26 0,57-28 0,0 0 0,1 1 0,1 1 0,0 0 0,1 1 0,0 1 0,1 0 0,-16 29 0,11-15 0,2 0 0,1 1 0,2 1 0,-14 46 0,22-56 0,1 0 0,1 0 0,0 0 0,2 0 0,0 1 0,2-1 0,1 0 0,0 0 0,1 0 0,2 0 0,0 0 0,1-1 0,2 0 0,0 0 0,1-1 0,1 0 0,1-1 0,0 0 0,2 0 0,0-1 0,16 16 0,183 234 0,-205-260 0,0-1 0,1 0 0,0-1 0,0 0 0,0 0 0,1 0 0,0-1 0,18 7 0,6 0 0,45 10 0,-25-9 0,348 103 0,497 128 0,-841-233 0,1-2 0,91 2 0,113-15 0,-57-1 0,-192 5 0,40 2 0,0-3 0,0-2 0,0-2 0,79-19 0,-91 15 0,0 3 0,0 1 0,1 2 0,75 4 0,-59 0 0,91-8 0,-51-8 0,111-12 0,86 4 0,-49-1 0,17-2 0,-47 3 0,34-2 0,-137 24 0,-50 2 0,0-3 0,117-19 0,117-18 0,-123 20 0,595-101 0,-627 104 0,0 7 0,194 10 0,-135 3 0,-176-5 0,50-9 0,9-1 0,449 7 0,-283 6 0,-50 7 0,301 55 0,-382-46 0,222 17 0,298 30 0,-175-11 0,-84-50 0,-195-8 0,-33 4 0,843 16 0,-99-5 0,-602-12 0,-271 0 0,0-1 0,-1-1 0,1 0 0,-1-2 0,0-1 0,0 0 0,28-14 0,3-5 0,79-52 0,4 0 0,28-19 0,-155 90 0,6-3 0,-1 0 0,0-1 0,0 0 0,-1-1 0,-1-1 0,1 0 0,-2-1 0,0 0 0,0-1 0,11-20 0,-14 14 0,0 0 0,-2 0 0,0 0 0,-1-1 0,-1 1 0,-2-1 0,0 0 0,0 0 0,-2 0 0,-1-1 0,-1 1 0,0 0 0,-2 1 0,0-1 0,-2 1 0,0-1 0,-1 2 0,-15-32 0,-73-115 0,79 142 0,-1 1 0,-1 2 0,-1-1 0,-37-31 0,14 18 0,18 12 0,-2 2 0,0 0 0,-2 2 0,-52-28 0,-72-3 0,66 24 0,-47-13 0,-174-27 0,-142 2 0,129 22 0,187 21 0,-249-28 0,-33 46 0,219 6 0,-1213-2 0,1219 8 0,-255 44 0,326-35 0,-911 141 0,916-149 0,-201-8 0,165-5 0,-1553 1-257,-3834 2-851,5479 0-5718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07T12:21:43.95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3,'231'-2,"243"4,-432 1,1 1,-1 2,0 1,45 16,-44-14,0-1,0-2,0-2,59-3,-51 0,1175 69,-1172-66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07T12:21:46.12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79,'438'-70,"-332"62,177 7,-133 5,78 9,9 1,-186-12,0 3,58 12,-57-7,1-2,56 0,-28-8,418 21,-439-12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07T12:39:40.26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32,'32'3,"0"1,0 2,-1 1,0 1,0 1,41 20,-29-12,1-2,47 10,-1-4,-59-12,0-2,1-1,51 2,-22-7,340-4,-383 2,0-2,0 0,-1 0,1-2,-1 0,22-10,-32 11,-1 1,1-1,-1 0,0 0,0-1,0 0,10-11,-14 13,1 0,-1 0,0 0,0 0,-1-1,1 1,-1-1,1 1,-1-1,0 0,-1 0,1 1,0-1,-1 0,0 0,-1-5,1 6,-1 0,1 1,-1-1,0 0,0 1,0-1,-1 1,1-1,-1 1,1 0,-1-1,0 1,0 0,0 0,0 0,0 0,0 1,0-1,-1 0,1 1,-1 0,1 0,-1-1,0 1,1 1,-1-1,0 0,0 1,1-1,-5 1,-12-2,0 1,0 1,-28 2,20 0,-279-1,-38 1,294 3,-71 14,72-9,-82 5,-18-14,112-1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07T12:39:43.46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95 26,'89'4,"112"19,-16 0,203 34,-235-31,-85-17,0-2,1-4,104-7,-167 3,0 0,0 0,0-1,0 0,0 0,0 0,-1-1,7-3,-9 4,0 1,0-1,-1 0,1 0,-1 0,0-1,0 1,1 0,-1-1,-1 1,1-1,0 0,-1 0,1 1,-1-1,2-6,-3 7,0 1,0 0,0 0,0-1,0 1,0 0,-1 0,1-1,0 1,-1 0,1 0,-1 0,1 0,-1 0,0 0,1-1,-1 1,0 1,0-1,0 0,0 0,0 0,0 0,0 1,0-1,0 0,0 1,0-1,0 1,0-1,-1 1,1 0,0-1,0 1,0 0,-3 0,-56-5,45 5,-194-22,110 10,-104 0,-369-6,250 12,273 6,23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07T12:39:47.66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76,'10'-1,"0"0,0-1,0-1,0 0,16-6,18-6,16 5,0 3,0 3,118 7,-47 0,864-3,-1439-20,362 14,62 6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07T12:39:50.19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76,'1'1,"-1"0,1 0,-1 0,1 0,-1 0,1 0,-1 0,1-1,0 1,0 0,-1-1,1 1,0 0,0-1,0 1,0-1,0 1,0-1,0 0,0 1,0-1,0 0,0 0,0 1,0-1,0 0,0 0,0 0,0 0,0-1,1 1,37-2,-38 2,253-33,-188 28,130 5,14 0,-29-24,-114 13,127-4,-140 15,-12 1,-33-1,-16 0,-115 0,99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C03AE2-6F38-4B3D-8B56-45BC37462D40}" type="datetimeFigureOut">
              <a:rPr lang="nl-NL" smtClean="0"/>
              <a:t>14-7-2025</a:t>
            </a:fld>
            <a:endParaRPr lang="nl-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1B8382-6025-4D83-A4EB-CF109A51B1BF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8496114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E5616D-1653-4A72-A4BA-E11F684B3036}" type="slidenum">
              <a:rPr lang="nl-NL" smtClean="0"/>
              <a:pPr/>
              <a:t>3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9348561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di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554588" y="1882800"/>
            <a:ext cx="5004000" cy="2336400"/>
          </a:xfrm>
        </p:spPr>
        <p:txBody>
          <a:bodyPr tIns="90000" bIns="90000" anchor="b">
            <a:normAutofit/>
          </a:bodyPr>
          <a:lstStyle>
            <a:lvl1pPr algn="l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>
          <a:xfrm>
            <a:off x="6554588" y="4215600"/>
            <a:ext cx="5004000" cy="1339200"/>
          </a:xfrm>
        </p:spPr>
        <p:txBody>
          <a:bodyPr lIns="104400" tIns="90000" rIns="90000" bIns="46800"/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nl-NL"/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0B660F8D-0194-1549-9A85-B8585C341D3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  <p:pic>
        <p:nvPicPr>
          <p:cNvPr id="12" name="Afbeelding 11">
            <a:extLst>
              <a:ext uri="{FF2B5EF4-FFF2-40B4-BE49-F238E27FC236}">
                <a16:creationId xmlns:a16="http://schemas.microsoft.com/office/drawing/2014/main" id="{B6F5735C-66C3-2043-B9EA-AC9F1326D6B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778047" y="6908"/>
            <a:ext cx="3570954" cy="1323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877304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636">
          <p15:clr>
            <a:srgbClr val="FBAE40"/>
          </p15:clr>
        </p15:guide>
        <p15:guide id="2" pos="4044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 numCol="2" spcCol="468000"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13" name="Tijdelijke aanduiding voor datum 1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4" name="Tijdelijke aanduiding voor voettekst 1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SPADE course – f.spade.subgroups </a:t>
            </a:r>
          </a:p>
        </p:txBody>
      </p:sp>
      <p:sp>
        <p:nvSpPr>
          <p:cNvPr id="15" name="Tijdelijke aanduiding voor dianummer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4129216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/>
          <p:cNvSpPr>
            <a:spLocks noGrp="1"/>
          </p:cNvSpPr>
          <p:nvPr>
            <p:ph type="title"/>
          </p:nvPr>
        </p:nvSpPr>
        <p:spPr>
          <a:xfrm>
            <a:off x="635000" y="1052513"/>
            <a:ext cx="10923588" cy="94804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nl-NL"/>
              <a:t>Klik om de stijl te bewerken</a:t>
            </a:r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635000" y="2289485"/>
            <a:ext cx="10923588" cy="39319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  <a:p>
            <a:pPr lvl="5"/>
            <a:r>
              <a:rPr lang="nl-NL"/>
              <a:t>Zesde niveau</a:t>
            </a:r>
          </a:p>
          <a:p>
            <a:pPr lvl="6"/>
            <a:r>
              <a:rPr lang="nl-NL"/>
              <a:t>Zevende niveau</a:t>
            </a:r>
          </a:p>
          <a:p>
            <a:pPr lvl="7"/>
            <a:r>
              <a:rPr lang="nl-NL"/>
              <a:t>Achtste niveau</a:t>
            </a:r>
          </a:p>
          <a:p>
            <a:pPr lvl="8"/>
            <a:r>
              <a:rPr lang="nl-NL"/>
              <a:t>Negende niveau</a:t>
            </a:r>
          </a:p>
          <a:p>
            <a:pPr lvl="8"/>
            <a:endParaRPr lang="nl-NL"/>
          </a:p>
        </p:txBody>
      </p:sp>
      <p:sp>
        <p:nvSpPr>
          <p:cNvPr id="11" name="Tijdelijke aanduiding voor datum 3"/>
          <p:cNvSpPr>
            <a:spLocks noGrp="1"/>
          </p:cNvSpPr>
          <p:nvPr>
            <p:ph type="dt" sz="half" idx="2"/>
          </p:nvPr>
        </p:nvSpPr>
        <p:spPr>
          <a:xfrm>
            <a:off x="635000" y="6543488"/>
            <a:ext cx="5003800" cy="264272"/>
          </a:xfrm>
          <a:prstGeom prst="rect">
            <a:avLst/>
          </a:prstGeom>
        </p:spPr>
        <p:txBody>
          <a:bodyPr vert="horz" lIns="91440" tIns="0" rIns="91440" bIns="45720" rtlCol="0" anchor="t" anchorCtr="0"/>
          <a:lstStyle>
            <a:lvl1pPr algn="l">
              <a:defRPr sz="105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nl-NL"/>
              <a:t>SPADE course, July 8-9, 2025</a:t>
            </a:r>
          </a:p>
        </p:txBody>
      </p:sp>
      <p:sp>
        <p:nvSpPr>
          <p:cNvPr id="14" name="Tijdelijke aanduiding voor voettekst 4"/>
          <p:cNvSpPr>
            <a:spLocks noGrp="1"/>
          </p:cNvSpPr>
          <p:nvPr>
            <p:ph type="ftr" sz="quarter" idx="3"/>
          </p:nvPr>
        </p:nvSpPr>
        <p:spPr>
          <a:xfrm>
            <a:off x="635000" y="6221413"/>
            <a:ext cx="5003800" cy="322075"/>
          </a:xfrm>
          <a:prstGeom prst="rect">
            <a:avLst/>
          </a:prstGeom>
        </p:spPr>
        <p:txBody>
          <a:bodyPr vert="horz" lIns="91440" tIns="45720" rIns="91440" bIns="45720" rtlCol="0" anchor="b" anchorCtr="0"/>
          <a:lstStyle>
            <a:lvl1pPr algn="l">
              <a:defRPr sz="105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nl-NL"/>
              <a:t>SPADE course – f.spade.subgroups </a:t>
            </a:r>
          </a:p>
        </p:txBody>
      </p:sp>
      <p:sp>
        <p:nvSpPr>
          <p:cNvPr id="15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6553199" y="6221413"/>
            <a:ext cx="5005389" cy="322075"/>
          </a:xfrm>
          <a:prstGeom prst="rect">
            <a:avLst/>
          </a:prstGeom>
        </p:spPr>
        <p:txBody>
          <a:bodyPr vert="horz" lIns="91440" tIns="45720" rIns="0" bIns="45720" rtlCol="0" anchor="b" anchorCtr="0"/>
          <a:lstStyle>
            <a:lvl1pPr algn="r">
              <a:defRPr sz="105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8" name="Afbeelding 7">
            <a:extLst>
              <a:ext uri="{FF2B5EF4-FFF2-40B4-BE49-F238E27FC236}">
                <a16:creationId xmlns:a16="http://schemas.microsoft.com/office/drawing/2014/main" id="{00808B11-D078-144E-BFA9-BB483B794E9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8577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16800" indent="-316800" algn="l" defTabSz="914400" rtl="0" eaLnBrk="1" latinLnBrk="0" hangingPunct="1">
        <a:lnSpc>
          <a:spcPct val="90000"/>
        </a:lnSpc>
        <a:spcBef>
          <a:spcPts val="1200"/>
        </a:spcBef>
        <a:buClr>
          <a:schemeClr val="tx2"/>
        </a:buClr>
        <a:buSzPct val="80000"/>
        <a:buFont typeface="Verdana" panose="020B0604030504040204" pitchFamily="34" charset="0"/>
        <a:buChar char="›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30000" indent="-316800" algn="l" defTabSz="914400" rtl="0" eaLnBrk="1" latinLnBrk="0" hangingPunct="1">
        <a:lnSpc>
          <a:spcPct val="90000"/>
        </a:lnSpc>
        <a:spcBef>
          <a:spcPts val="1000"/>
        </a:spcBef>
        <a:buClr>
          <a:schemeClr val="tx2"/>
        </a:buClr>
        <a:buFont typeface="Verdana" panose="020B060403050404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946800" indent="-316800" algn="l" defTabSz="914400" rtl="0" eaLnBrk="1" latinLnBrk="0" hangingPunct="1">
        <a:lnSpc>
          <a:spcPct val="90000"/>
        </a:lnSpc>
        <a:spcBef>
          <a:spcPts val="800"/>
        </a:spcBef>
        <a:buClr>
          <a:schemeClr val="tx2"/>
        </a:buClr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60000" indent="-316800" algn="l" defTabSz="914400" rtl="0" eaLnBrk="1" latinLnBrk="0" hangingPunct="1">
        <a:lnSpc>
          <a:spcPct val="90000"/>
        </a:lnSpc>
        <a:spcBef>
          <a:spcPts val="600"/>
        </a:spcBef>
        <a:buClr>
          <a:schemeClr val="tx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576800" indent="-316800" algn="l" defTabSz="914400" rtl="0" eaLnBrk="1" latinLnBrk="0" hangingPunct="1">
        <a:lnSpc>
          <a:spcPct val="90000"/>
        </a:lnSpc>
        <a:spcBef>
          <a:spcPts val="600"/>
        </a:spcBef>
        <a:buFont typeface="Verdana" panose="020B0604030504040204" pitchFamily="34" charset="0"/>
        <a:buChar char="–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1890000" indent="-316800" algn="l" defTabSz="91440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6pPr>
      <a:lvl7pPr marL="72000" indent="-72000" algn="l" defTabSz="914400" rtl="0" eaLnBrk="1" latinLnBrk="0" hangingPunct="1">
        <a:lnSpc>
          <a:spcPct val="90000"/>
        </a:lnSpc>
        <a:spcBef>
          <a:spcPts val="600"/>
        </a:spcBef>
        <a:buSzPct val="25000"/>
        <a:buFont typeface="Verdana" panose="020B0604030504040204" pitchFamily="34" charset="0"/>
        <a:buChar char=" "/>
        <a:defRPr sz="1200" b="1" i="0" kern="1200">
          <a:solidFill>
            <a:schemeClr val="tx2"/>
          </a:solidFill>
          <a:latin typeface="+mn-lt"/>
          <a:ea typeface="+mn-ea"/>
          <a:cs typeface="+mn-cs"/>
        </a:defRPr>
      </a:lvl7pPr>
      <a:lvl8pPr marL="72000" indent="-72000" algn="l" defTabSz="914400" rtl="0" eaLnBrk="1" latinLnBrk="0" hangingPunct="1">
        <a:lnSpc>
          <a:spcPct val="90000"/>
        </a:lnSpc>
        <a:spcBef>
          <a:spcPts val="600"/>
        </a:spcBef>
        <a:buSzPct val="25000"/>
        <a:buFont typeface="Verdana" panose="020B0604030504040204" pitchFamily="34" charset="0"/>
        <a:buChar char=" "/>
        <a:defRPr sz="1200" i="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216000" indent="-144000" algn="l" defTabSz="914400" rtl="0" eaLnBrk="1" latinLnBrk="0" hangingPunct="1">
        <a:lnSpc>
          <a:spcPct val="90000"/>
        </a:lnSpc>
        <a:spcBef>
          <a:spcPts val="600"/>
        </a:spcBef>
        <a:buClr>
          <a:schemeClr val="tx2"/>
        </a:buClr>
        <a:buFont typeface="Verdana" panose="020B0604030504040204" pitchFamily="34" charset="0"/>
        <a:buChar char="–"/>
        <a:defRPr sz="1200" i="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7281" userDrawn="1">
          <p15:clr>
            <a:srgbClr val="F26B43"/>
          </p15:clr>
        </p15:guide>
        <p15:guide id="8" orient="horz" pos="3919" userDrawn="1">
          <p15:clr>
            <a:srgbClr val="F26B43"/>
          </p15:clr>
        </p15:guide>
        <p15:guide id="9" pos="3840" userDrawn="1">
          <p15:clr>
            <a:srgbClr val="F26B43"/>
          </p15:clr>
        </p15:guide>
        <p15:guide id="10" orient="horz" pos="2159" userDrawn="1">
          <p15:clr>
            <a:srgbClr val="F26B43"/>
          </p15:clr>
        </p15:guide>
        <p15:guide id="11" pos="400" userDrawn="1">
          <p15:clr>
            <a:srgbClr val="F26B43"/>
          </p15:clr>
        </p15:guide>
        <p15:guide id="12" pos="4128" userDrawn="1">
          <p15:clr>
            <a:srgbClr val="F26B43"/>
          </p15:clr>
        </p15:guide>
        <p15:guide id="13" pos="3552" userDrawn="1">
          <p15:clr>
            <a:srgbClr val="F26B43"/>
          </p15:clr>
        </p15:guide>
        <p15:guide id="14" orient="horz" pos="1275" userDrawn="1">
          <p15:clr>
            <a:srgbClr val="F26B43"/>
          </p15:clr>
        </p15:guide>
        <p15:guide id="15" orient="horz" pos="1434" userDrawn="1">
          <p15:clr>
            <a:srgbClr val="F26B43"/>
          </p15:clr>
        </p15:guide>
        <p15:guide id="16" pos="461" userDrawn="1">
          <p15:clr>
            <a:srgbClr val="F26B43"/>
          </p15:clr>
        </p15:guide>
        <p15:guide id="17" orient="horz" pos="663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/>
          <p:cNvSpPr>
            <a:spLocks noGrp="1"/>
          </p:cNvSpPr>
          <p:nvPr>
            <p:ph type="title"/>
          </p:nvPr>
        </p:nvSpPr>
        <p:spPr>
          <a:xfrm>
            <a:off x="635000" y="1052513"/>
            <a:ext cx="10923588" cy="94804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nl-NL"/>
              <a:t>Klik om de stijl te bewerken</a:t>
            </a:r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635000" y="2289485"/>
            <a:ext cx="10923588" cy="39319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  <a:p>
            <a:pPr lvl="5"/>
            <a:r>
              <a:rPr lang="nl-NL"/>
              <a:t>Zesde niveau</a:t>
            </a:r>
          </a:p>
          <a:p>
            <a:pPr lvl="6"/>
            <a:r>
              <a:rPr lang="nl-NL"/>
              <a:t>Zevende niveau</a:t>
            </a:r>
          </a:p>
          <a:p>
            <a:pPr lvl="7"/>
            <a:r>
              <a:rPr lang="nl-NL"/>
              <a:t>Achtste niveau</a:t>
            </a:r>
          </a:p>
          <a:p>
            <a:pPr lvl="8"/>
            <a:r>
              <a:rPr lang="nl-NL"/>
              <a:t>Negende niveau</a:t>
            </a:r>
          </a:p>
          <a:p>
            <a:pPr lvl="8"/>
            <a:endParaRPr lang="nl-NL"/>
          </a:p>
        </p:txBody>
      </p:sp>
      <p:sp>
        <p:nvSpPr>
          <p:cNvPr id="11" name="Tijdelijke aanduiding voor datum 3"/>
          <p:cNvSpPr>
            <a:spLocks noGrp="1"/>
          </p:cNvSpPr>
          <p:nvPr>
            <p:ph type="dt" sz="half" idx="2"/>
          </p:nvPr>
        </p:nvSpPr>
        <p:spPr>
          <a:xfrm>
            <a:off x="635000" y="6543488"/>
            <a:ext cx="5003800" cy="264272"/>
          </a:xfrm>
          <a:prstGeom prst="rect">
            <a:avLst/>
          </a:prstGeom>
        </p:spPr>
        <p:txBody>
          <a:bodyPr vert="horz" lIns="91440" tIns="0" rIns="91440" bIns="45720" rtlCol="0" anchor="t" anchorCtr="0"/>
          <a:lstStyle>
            <a:lvl1pPr algn="l">
              <a:defRPr sz="105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nl-NL"/>
              <a:t>SPADE course, July 8-9, 2025</a:t>
            </a:r>
          </a:p>
        </p:txBody>
      </p:sp>
      <p:sp>
        <p:nvSpPr>
          <p:cNvPr id="14" name="Tijdelijke aanduiding voor voettekst 4"/>
          <p:cNvSpPr>
            <a:spLocks noGrp="1"/>
          </p:cNvSpPr>
          <p:nvPr>
            <p:ph type="ftr" sz="quarter" idx="3"/>
          </p:nvPr>
        </p:nvSpPr>
        <p:spPr>
          <a:xfrm>
            <a:off x="635000" y="6221413"/>
            <a:ext cx="5003800" cy="322075"/>
          </a:xfrm>
          <a:prstGeom prst="rect">
            <a:avLst/>
          </a:prstGeom>
        </p:spPr>
        <p:txBody>
          <a:bodyPr vert="horz" lIns="91440" tIns="45720" rIns="91440" bIns="45720" rtlCol="0" anchor="b" anchorCtr="0"/>
          <a:lstStyle>
            <a:lvl1pPr algn="l">
              <a:defRPr sz="105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nl-NL"/>
              <a:t>SPADE course – f.spade.subgroups </a:t>
            </a:r>
          </a:p>
        </p:txBody>
      </p:sp>
      <p:sp>
        <p:nvSpPr>
          <p:cNvPr id="15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6553199" y="6221413"/>
            <a:ext cx="5005389" cy="322075"/>
          </a:xfrm>
          <a:prstGeom prst="rect">
            <a:avLst/>
          </a:prstGeom>
        </p:spPr>
        <p:txBody>
          <a:bodyPr vert="horz" lIns="91440" tIns="45720" rIns="0" bIns="45720" rtlCol="0" anchor="b" anchorCtr="0"/>
          <a:lstStyle>
            <a:lvl1pPr algn="r">
              <a:defRPr sz="105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8" name="Afbeelding 7">
            <a:extLst>
              <a:ext uri="{FF2B5EF4-FFF2-40B4-BE49-F238E27FC236}">
                <a16:creationId xmlns:a16="http://schemas.microsoft.com/office/drawing/2014/main" id="{00808B11-D078-144E-BFA9-BB483B794E9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8577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16800" indent="-316800" algn="l" defTabSz="914400" rtl="0" eaLnBrk="1" latinLnBrk="0" hangingPunct="1">
        <a:lnSpc>
          <a:spcPct val="90000"/>
        </a:lnSpc>
        <a:spcBef>
          <a:spcPts val="1200"/>
        </a:spcBef>
        <a:buClr>
          <a:schemeClr val="tx2"/>
        </a:buClr>
        <a:buSzPct val="80000"/>
        <a:buFont typeface="Verdana" panose="020B0604030504040204" pitchFamily="34" charset="0"/>
        <a:buChar char="›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30000" indent="-316800" algn="l" defTabSz="914400" rtl="0" eaLnBrk="1" latinLnBrk="0" hangingPunct="1">
        <a:lnSpc>
          <a:spcPct val="90000"/>
        </a:lnSpc>
        <a:spcBef>
          <a:spcPts val="1000"/>
        </a:spcBef>
        <a:buClr>
          <a:schemeClr val="tx2"/>
        </a:buClr>
        <a:buFont typeface="Verdana" panose="020B060403050404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946800" indent="-316800" algn="l" defTabSz="914400" rtl="0" eaLnBrk="1" latinLnBrk="0" hangingPunct="1">
        <a:lnSpc>
          <a:spcPct val="90000"/>
        </a:lnSpc>
        <a:spcBef>
          <a:spcPts val="800"/>
        </a:spcBef>
        <a:buClr>
          <a:schemeClr val="tx2"/>
        </a:buClr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60000" indent="-316800" algn="l" defTabSz="914400" rtl="0" eaLnBrk="1" latinLnBrk="0" hangingPunct="1">
        <a:lnSpc>
          <a:spcPct val="90000"/>
        </a:lnSpc>
        <a:spcBef>
          <a:spcPts val="600"/>
        </a:spcBef>
        <a:buClr>
          <a:schemeClr val="tx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576800" indent="-316800" algn="l" defTabSz="914400" rtl="0" eaLnBrk="1" latinLnBrk="0" hangingPunct="1">
        <a:lnSpc>
          <a:spcPct val="90000"/>
        </a:lnSpc>
        <a:spcBef>
          <a:spcPts val="600"/>
        </a:spcBef>
        <a:buFont typeface="Verdana" panose="020B0604030504040204" pitchFamily="34" charset="0"/>
        <a:buChar char="–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1890000" indent="-316800" algn="l" defTabSz="91440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6pPr>
      <a:lvl7pPr marL="72000" indent="-72000" algn="l" defTabSz="914400" rtl="0" eaLnBrk="1" latinLnBrk="0" hangingPunct="1">
        <a:lnSpc>
          <a:spcPct val="90000"/>
        </a:lnSpc>
        <a:spcBef>
          <a:spcPts val="600"/>
        </a:spcBef>
        <a:buSzPct val="25000"/>
        <a:buFont typeface="Verdana" panose="020B0604030504040204" pitchFamily="34" charset="0"/>
        <a:buChar char=" "/>
        <a:defRPr sz="1200" b="1" i="0" kern="1200">
          <a:solidFill>
            <a:schemeClr val="tx2"/>
          </a:solidFill>
          <a:latin typeface="+mn-lt"/>
          <a:ea typeface="+mn-ea"/>
          <a:cs typeface="+mn-cs"/>
        </a:defRPr>
      </a:lvl7pPr>
      <a:lvl8pPr marL="72000" indent="-72000" algn="l" defTabSz="914400" rtl="0" eaLnBrk="1" latinLnBrk="0" hangingPunct="1">
        <a:lnSpc>
          <a:spcPct val="90000"/>
        </a:lnSpc>
        <a:spcBef>
          <a:spcPts val="600"/>
        </a:spcBef>
        <a:buSzPct val="25000"/>
        <a:buFont typeface="Verdana" panose="020B0604030504040204" pitchFamily="34" charset="0"/>
        <a:buChar char=" "/>
        <a:defRPr sz="1200" i="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216000" indent="-144000" algn="l" defTabSz="914400" rtl="0" eaLnBrk="1" latinLnBrk="0" hangingPunct="1">
        <a:lnSpc>
          <a:spcPct val="90000"/>
        </a:lnSpc>
        <a:spcBef>
          <a:spcPts val="600"/>
        </a:spcBef>
        <a:buClr>
          <a:schemeClr val="tx2"/>
        </a:buClr>
        <a:buFont typeface="Verdana" panose="020B0604030504040204" pitchFamily="34" charset="0"/>
        <a:buChar char="–"/>
        <a:defRPr sz="1200" i="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7281" userDrawn="1">
          <p15:clr>
            <a:srgbClr val="F26B43"/>
          </p15:clr>
        </p15:guide>
        <p15:guide id="8" orient="horz" pos="3919" userDrawn="1">
          <p15:clr>
            <a:srgbClr val="F26B43"/>
          </p15:clr>
        </p15:guide>
        <p15:guide id="9" pos="3840" userDrawn="1">
          <p15:clr>
            <a:srgbClr val="F26B43"/>
          </p15:clr>
        </p15:guide>
        <p15:guide id="10" orient="horz" pos="2159" userDrawn="1">
          <p15:clr>
            <a:srgbClr val="F26B43"/>
          </p15:clr>
        </p15:guide>
        <p15:guide id="11" pos="400" userDrawn="1">
          <p15:clr>
            <a:srgbClr val="F26B43"/>
          </p15:clr>
        </p15:guide>
        <p15:guide id="12" pos="4128" userDrawn="1">
          <p15:clr>
            <a:srgbClr val="F26B43"/>
          </p15:clr>
        </p15:guide>
        <p15:guide id="13" pos="3552" userDrawn="1">
          <p15:clr>
            <a:srgbClr val="F26B43"/>
          </p15:clr>
        </p15:guide>
        <p15:guide id="14" orient="horz" pos="1275" userDrawn="1">
          <p15:clr>
            <a:srgbClr val="F26B43"/>
          </p15:clr>
        </p15:guide>
        <p15:guide id="15" orient="horz" pos="1434" userDrawn="1">
          <p15:clr>
            <a:srgbClr val="F26B43"/>
          </p15:clr>
        </p15:guide>
        <p15:guide id="16" pos="461" userDrawn="1">
          <p15:clr>
            <a:srgbClr val="F26B43"/>
          </p15:clr>
        </p15:guide>
        <p15:guide id="17" orient="horz" pos="663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customXml" Target="../ink/ink6.xml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12" Type="http://schemas.openxmlformats.org/officeDocument/2006/relationships/image" Target="../media/image18.png"/><Relationship Id="rId2" Type="http://schemas.openxmlformats.org/officeDocument/2006/relationships/image" Target="../media/image13.png"/><Relationship Id="rId16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11" Type="http://schemas.openxmlformats.org/officeDocument/2006/relationships/customXml" Target="../ink/ink5.xml"/><Relationship Id="rId5" Type="http://schemas.openxmlformats.org/officeDocument/2006/relationships/customXml" Target="../ink/ink2.xml"/><Relationship Id="rId15" Type="http://schemas.openxmlformats.org/officeDocument/2006/relationships/customXml" Target="../ink/ink7.xml"/><Relationship Id="rId10" Type="http://schemas.openxmlformats.org/officeDocument/2006/relationships/image" Target="../media/image17.png"/><Relationship Id="rId4" Type="http://schemas.openxmlformats.org/officeDocument/2006/relationships/image" Target="../media/image14.png"/><Relationship Id="rId9" Type="http://schemas.openxmlformats.org/officeDocument/2006/relationships/customXml" Target="../ink/ink4.xml"/><Relationship Id="rId14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ustomXml" Target="../ink/ink8.xml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ustomXml" Target="../ink/ink9.xml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customXml" Target="../ink/ink10.xml"/><Relationship Id="rId4" Type="http://schemas.openxmlformats.org/officeDocument/2006/relationships/image" Target="../media/image24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customXml" Target="../ink/ink12.xml"/><Relationship Id="rId13" Type="http://schemas.openxmlformats.org/officeDocument/2006/relationships/image" Target="../media/image34.png"/><Relationship Id="rId3" Type="http://schemas.openxmlformats.org/officeDocument/2006/relationships/image" Target="../media/image28.png"/><Relationship Id="rId7" Type="http://schemas.openxmlformats.org/officeDocument/2006/relationships/image" Target="../media/image31.png"/><Relationship Id="rId12" Type="http://schemas.openxmlformats.org/officeDocument/2006/relationships/customXml" Target="../ink/ink14.xml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1.xml"/><Relationship Id="rId11" Type="http://schemas.openxmlformats.org/officeDocument/2006/relationships/image" Target="../media/image33.png"/><Relationship Id="rId5" Type="http://schemas.openxmlformats.org/officeDocument/2006/relationships/image" Target="../media/image30.png"/><Relationship Id="rId10" Type="http://schemas.openxmlformats.org/officeDocument/2006/relationships/customXml" Target="../ink/ink13.xml"/><Relationship Id="rId4" Type="http://schemas.openxmlformats.org/officeDocument/2006/relationships/image" Target="../media/image29.png"/><Relationship Id="rId9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SPADE-course 2025</a:t>
            </a:r>
            <a:br>
              <a:rPr lang="en-US"/>
            </a:br>
            <a:r>
              <a:rPr lang="en-US" sz="3200"/>
              <a:t>RIVM - </a:t>
            </a:r>
            <a:r>
              <a:rPr lang="en-US" sz="3200" err="1"/>
              <a:t>Bilthoven</a:t>
            </a:r>
            <a:endParaRPr lang="en-US"/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/>
        <p:txBody>
          <a:bodyPr vert="horz" lIns="104400" tIns="90000" rIns="90000" bIns="46800" rtlCol="0" anchor="t">
            <a:normAutofit fontScale="92500" lnSpcReduction="10000"/>
          </a:bodyPr>
          <a:lstStyle/>
          <a:p>
            <a:r>
              <a:rPr lang="en-US">
                <a:solidFill>
                  <a:srgbClr val="F9E11E"/>
                </a:solidFill>
                <a:ea typeface="Verdana"/>
              </a:rPr>
              <a:t>Analysis of SUBGROUPS</a:t>
            </a:r>
            <a:r>
              <a:rPr lang="en-US">
                <a:ea typeface="Verdana"/>
              </a:rPr>
              <a:t> </a:t>
            </a:r>
          </a:p>
          <a:p>
            <a:r>
              <a:rPr lang="en-US">
                <a:ea typeface="Verdana"/>
              </a:rPr>
              <a:t>by function</a:t>
            </a:r>
          </a:p>
          <a:p>
            <a:r>
              <a:rPr lang="en-US" i="1">
                <a:solidFill>
                  <a:srgbClr val="F9E11E"/>
                </a:solidFill>
                <a:ea typeface="Verdana"/>
              </a:rPr>
              <a:t>f.spade.subgroups</a:t>
            </a:r>
          </a:p>
        </p:txBody>
      </p:sp>
      <p:pic>
        <p:nvPicPr>
          <p:cNvPr id="4" name="Picture 3" descr="A picture containing text, night sky&#10;&#10;Description automatically generated">
            <a:extLst>
              <a:ext uri="{FF2B5EF4-FFF2-40B4-BE49-F238E27FC236}">
                <a16:creationId xmlns:a16="http://schemas.microsoft.com/office/drawing/2014/main" id="{3A02D4FD-47F2-41F5-901A-A4C53240016E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255" y="1141754"/>
            <a:ext cx="5321158" cy="4661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35336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A7EFAF9-F554-69A3-29AB-6AD4506230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5000" y="2289485"/>
            <a:ext cx="5348550" cy="3931928"/>
          </a:xfrm>
        </p:spPr>
        <p:txBody>
          <a:bodyPr numCol="1"/>
          <a:lstStyle/>
          <a:p>
            <a:r>
              <a:rPr lang="nl-NL"/>
              <a:t>Research </a:t>
            </a:r>
            <a:r>
              <a:rPr lang="nl-NL" err="1"/>
              <a:t>questions</a:t>
            </a:r>
            <a:r>
              <a:rPr lang="nl-NL"/>
              <a:t> </a:t>
            </a:r>
            <a:r>
              <a:rPr lang="nl-NL" err="1"/>
              <a:t>often</a:t>
            </a:r>
            <a:r>
              <a:rPr lang="nl-NL"/>
              <a:t> target </a:t>
            </a:r>
            <a:r>
              <a:rPr lang="nl-NL" err="1"/>
              <a:t>specific</a:t>
            </a:r>
            <a:r>
              <a:rPr lang="nl-NL"/>
              <a:t> </a:t>
            </a:r>
            <a:r>
              <a:rPr lang="nl-NL" err="1"/>
              <a:t>subgroups</a:t>
            </a:r>
            <a:endParaRPr lang="nl-NL"/>
          </a:p>
          <a:p>
            <a:r>
              <a:rPr lang="nl-NL" err="1"/>
              <a:t>Examples</a:t>
            </a:r>
            <a:r>
              <a:rPr lang="nl-NL"/>
              <a:t>:</a:t>
            </a:r>
          </a:p>
          <a:p>
            <a:pPr lvl="1"/>
            <a:r>
              <a:rPr lang="nl-NL" err="1"/>
              <a:t>What</a:t>
            </a:r>
            <a:r>
              <a:rPr lang="nl-NL"/>
              <a:t> is </a:t>
            </a:r>
            <a:r>
              <a:rPr lang="nl-NL" err="1"/>
              <a:t>the</a:t>
            </a:r>
            <a:r>
              <a:rPr lang="nl-NL"/>
              <a:t> </a:t>
            </a:r>
            <a:r>
              <a:rPr lang="nl-NL" err="1"/>
              <a:t>difference</a:t>
            </a:r>
            <a:r>
              <a:rPr lang="nl-NL"/>
              <a:t> in </a:t>
            </a:r>
            <a:r>
              <a:rPr lang="nl-NL" err="1"/>
              <a:t>vitamin</a:t>
            </a:r>
            <a:r>
              <a:rPr lang="nl-NL"/>
              <a:t> C intake </a:t>
            </a:r>
            <a:r>
              <a:rPr lang="nl-NL" err="1"/>
              <a:t>between</a:t>
            </a:r>
            <a:r>
              <a:rPr lang="nl-NL"/>
              <a:t> men and </a:t>
            </a:r>
            <a:r>
              <a:rPr lang="nl-NL" err="1"/>
              <a:t>women</a:t>
            </a:r>
            <a:r>
              <a:rPr lang="nl-NL"/>
              <a:t>?</a:t>
            </a:r>
          </a:p>
          <a:p>
            <a:pPr lvl="1"/>
            <a:r>
              <a:rPr lang="nl-NL"/>
              <a:t>Do </a:t>
            </a:r>
            <a:r>
              <a:rPr lang="nl-NL" err="1"/>
              <a:t>people</a:t>
            </a:r>
            <a:r>
              <a:rPr lang="nl-NL"/>
              <a:t> </a:t>
            </a:r>
            <a:r>
              <a:rPr lang="nl-NL" err="1"/>
              <a:t>with</a:t>
            </a:r>
            <a:r>
              <a:rPr lang="nl-NL"/>
              <a:t> a high </a:t>
            </a:r>
            <a:r>
              <a:rPr lang="nl-NL" err="1"/>
              <a:t>educational</a:t>
            </a:r>
            <a:r>
              <a:rPr lang="nl-NL"/>
              <a:t> level have a </a:t>
            </a:r>
            <a:r>
              <a:rPr lang="nl-NL" err="1"/>
              <a:t>higher</a:t>
            </a:r>
            <a:r>
              <a:rPr lang="nl-NL"/>
              <a:t> </a:t>
            </a:r>
            <a:r>
              <a:rPr lang="nl-NL" err="1"/>
              <a:t>vitamin</a:t>
            </a:r>
            <a:r>
              <a:rPr lang="nl-NL"/>
              <a:t> C intake </a:t>
            </a:r>
            <a:r>
              <a:rPr lang="nl-NL" err="1"/>
              <a:t>compared</a:t>
            </a:r>
            <a:r>
              <a:rPr lang="nl-NL"/>
              <a:t> </a:t>
            </a:r>
            <a:r>
              <a:rPr lang="nl-NL" err="1"/>
              <a:t>to</a:t>
            </a:r>
            <a:r>
              <a:rPr lang="nl-NL"/>
              <a:t> </a:t>
            </a:r>
            <a:r>
              <a:rPr lang="nl-NL" err="1"/>
              <a:t>people</a:t>
            </a:r>
            <a:r>
              <a:rPr lang="nl-NL"/>
              <a:t> </a:t>
            </a:r>
            <a:r>
              <a:rPr lang="nl-NL" err="1"/>
              <a:t>with</a:t>
            </a:r>
            <a:r>
              <a:rPr lang="nl-NL"/>
              <a:t> a </a:t>
            </a:r>
            <a:r>
              <a:rPr lang="nl-NL" err="1"/>
              <a:t>lower</a:t>
            </a:r>
            <a:r>
              <a:rPr lang="nl-NL"/>
              <a:t> </a:t>
            </a:r>
            <a:r>
              <a:rPr lang="nl-NL" err="1"/>
              <a:t>educational</a:t>
            </a:r>
            <a:r>
              <a:rPr lang="nl-NL"/>
              <a:t> level?</a:t>
            </a:r>
          </a:p>
          <a:p>
            <a:endParaRPr lang="nl-NL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F2C577D-ABD0-2979-870B-EFD8ED835D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err="1"/>
              <a:t>Subgroups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939D6E-98C3-C997-E38E-FE75E38B77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E41DF7-9E68-A144-9639-F7822709B4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SPADE course – f.spade.subgroups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0BC530-A8AB-D581-9315-3A470FEAD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2</a:t>
            </a:fld>
            <a:endParaRPr lang="nl-NL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4C17875-ADF9-2D61-97AC-53F80580B9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7073" y="3707219"/>
            <a:ext cx="5897639" cy="283626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D4F0C93-8C04-FF46-D7ED-8C8CCA9647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0765" y="765100"/>
            <a:ext cx="6182372" cy="2942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45745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5000" y="1742179"/>
            <a:ext cx="11094646" cy="4214961"/>
          </a:xfrm>
        </p:spPr>
        <p:txBody>
          <a:bodyPr numCol="1">
            <a:normAutofit/>
          </a:bodyPr>
          <a:lstStyle/>
          <a:p>
            <a:r>
              <a:rPr lang="nl-NL" sz="2200" b="1" err="1">
                <a:solidFill>
                  <a:srgbClr val="0070C0"/>
                </a:solidFill>
              </a:rPr>
              <a:t>What</a:t>
            </a:r>
            <a:r>
              <a:rPr lang="nl-NL" sz="2200" b="1">
                <a:solidFill>
                  <a:srgbClr val="0070C0"/>
                </a:solidFill>
              </a:rPr>
              <a:t>?</a:t>
            </a:r>
          </a:p>
          <a:p>
            <a:pPr lvl="1"/>
            <a:r>
              <a:rPr lang="nl-NL" sz="1800" err="1"/>
              <a:t>With</a:t>
            </a:r>
            <a:r>
              <a:rPr lang="nl-NL" sz="1800"/>
              <a:t> </a:t>
            </a:r>
            <a:r>
              <a:rPr lang="nl-NL" sz="1800" err="1"/>
              <a:t>one</a:t>
            </a:r>
            <a:r>
              <a:rPr lang="nl-NL" sz="1800"/>
              <a:t> </a:t>
            </a:r>
            <a:r>
              <a:rPr lang="nl-NL" sz="1800" err="1"/>
              <a:t>function</a:t>
            </a:r>
            <a:r>
              <a:rPr lang="nl-NL" sz="1800"/>
              <a:t>, </a:t>
            </a:r>
            <a:r>
              <a:rPr lang="nl-NL" sz="1800" err="1"/>
              <a:t>carry</a:t>
            </a:r>
            <a:r>
              <a:rPr lang="nl-NL" sz="1800"/>
              <a:t> out </a:t>
            </a:r>
            <a:r>
              <a:rPr lang="nl-NL" sz="1800" err="1"/>
              <a:t>several</a:t>
            </a:r>
            <a:r>
              <a:rPr lang="nl-NL" sz="1800"/>
              <a:t> </a:t>
            </a:r>
            <a:r>
              <a:rPr lang="nl-NL" sz="1800" b="1" i="1"/>
              <a:t>analyses</a:t>
            </a:r>
            <a:r>
              <a:rPr lang="nl-NL" sz="1800"/>
              <a:t>: e.g. on </a:t>
            </a:r>
            <a:r>
              <a:rPr lang="nl-NL" sz="1800" i="1">
                <a:solidFill>
                  <a:srgbClr val="0070C0"/>
                </a:solidFill>
              </a:rPr>
              <a:t>men</a:t>
            </a:r>
            <a:r>
              <a:rPr lang="nl-NL" sz="1800"/>
              <a:t> and </a:t>
            </a:r>
            <a:r>
              <a:rPr lang="nl-NL" sz="1800" i="1" err="1">
                <a:solidFill>
                  <a:schemeClr val="accent6">
                    <a:lumMod val="75000"/>
                  </a:schemeClr>
                </a:solidFill>
              </a:rPr>
              <a:t>women</a:t>
            </a:r>
            <a:endParaRPr lang="nl-NL" sz="1800" i="1">
              <a:solidFill>
                <a:schemeClr val="accent6">
                  <a:lumMod val="75000"/>
                </a:schemeClr>
              </a:solidFill>
            </a:endParaRPr>
          </a:p>
          <a:p>
            <a:pPr lvl="1"/>
            <a:r>
              <a:rPr lang="nl-NL" sz="1800" b="1"/>
              <a:t>Report</a:t>
            </a:r>
            <a:r>
              <a:rPr lang="nl-NL" sz="1800"/>
              <a:t> </a:t>
            </a:r>
            <a:r>
              <a:rPr lang="nl-NL" sz="1800" err="1"/>
              <a:t>habitual</a:t>
            </a:r>
            <a:r>
              <a:rPr lang="nl-NL" sz="1800"/>
              <a:t> intakes </a:t>
            </a:r>
            <a:r>
              <a:rPr lang="nl-NL" sz="1800" err="1"/>
              <a:t>for</a:t>
            </a:r>
            <a:r>
              <a:rPr lang="nl-NL" sz="1800"/>
              <a:t> </a:t>
            </a:r>
            <a:r>
              <a:rPr lang="nl-NL" sz="1800" err="1"/>
              <a:t>total</a:t>
            </a:r>
            <a:r>
              <a:rPr lang="nl-NL" sz="1800"/>
              <a:t> </a:t>
            </a:r>
            <a:r>
              <a:rPr lang="nl-NL" sz="1800" err="1"/>
              <a:t>population</a:t>
            </a:r>
            <a:r>
              <a:rPr lang="nl-NL" sz="1800"/>
              <a:t> and </a:t>
            </a:r>
            <a:r>
              <a:rPr lang="nl-NL" sz="1800" err="1"/>
              <a:t>subgroups</a:t>
            </a:r>
            <a:r>
              <a:rPr lang="nl-NL" sz="1800"/>
              <a:t>: e.g. </a:t>
            </a:r>
            <a:r>
              <a:rPr lang="nl-NL" sz="1800" i="1">
                <a:solidFill>
                  <a:schemeClr val="accent3">
                    <a:lumMod val="75000"/>
                  </a:schemeClr>
                </a:solidFill>
              </a:rPr>
              <a:t>Total </a:t>
            </a:r>
            <a:r>
              <a:rPr lang="nl-NL" sz="1800" i="1" err="1">
                <a:solidFill>
                  <a:schemeClr val="accent3">
                    <a:lumMod val="75000"/>
                  </a:schemeClr>
                </a:solidFill>
              </a:rPr>
              <a:t>population</a:t>
            </a:r>
            <a:r>
              <a:rPr lang="nl-NL" sz="1800" i="1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nl-NL" sz="1800"/>
              <a:t>/ </a:t>
            </a:r>
            <a:r>
              <a:rPr lang="nl-NL" sz="1800" i="1">
                <a:solidFill>
                  <a:srgbClr val="0070C0"/>
                </a:solidFill>
              </a:rPr>
              <a:t>men</a:t>
            </a:r>
            <a:r>
              <a:rPr lang="nl-NL" sz="1800"/>
              <a:t> / </a:t>
            </a:r>
            <a:r>
              <a:rPr lang="nl-NL" sz="1800" i="1" err="1">
                <a:solidFill>
                  <a:schemeClr val="accent6">
                    <a:lumMod val="75000"/>
                  </a:schemeClr>
                </a:solidFill>
              </a:rPr>
              <a:t>women</a:t>
            </a:r>
            <a:endParaRPr lang="nl-NL" sz="1800" i="1">
              <a:solidFill>
                <a:schemeClr val="accent6">
                  <a:lumMod val="75000"/>
                </a:schemeClr>
              </a:solidFill>
            </a:endParaRPr>
          </a:p>
          <a:p>
            <a:pPr lvl="1">
              <a:lnSpc>
                <a:spcPct val="120000"/>
              </a:lnSpc>
            </a:pPr>
            <a:r>
              <a:rPr lang="nl-NL" sz="1800" i="1" err="1"/>
              <a:t>Sex</a:t>
            </a:r>
            <a:r>
              <a:rPr lang="nl-NL" sz="1800" i="1"/>
              <a:t> </a:t>
            </a:r>
            <a:r>
              <a:rPr lang="nl-NL" sz="1800" i="1" err="1"/>
              <a:t>can</a:t>
            </a:r>
            <a:r>
              <a:rPr lang="nl-NL" sz="1800" i="1"/>
              <a:t> </a:t>
            </a:r>
            <a:r>
              <a:rPr lang="nl-NL" sz="1800" i="1" err="1"/>
              <a:t>be</a:t>
            </a:r>
            <a:r>
              <a:rPr lang="nl-NL" sz="1800" i="1"/>
              <a:t> </a:t>
            </a:r>
            <a:r>
              <a:rPr lang="nl-NL" sz="1800" i="1" err="1"/>
              <a:t>combined</a:t>
            </a:r>
            <a:r>
              <a:rPr lang="nl-NL" sz="1800" i="1"/>
              <a:t> </a:t>
            </a:r>
            <a:r>
              <a:rPr lang="nl-NL" sz="1800" i="1" err="1"/>
              <a:t>w</a:t>
            </a:r>
            <a:r>
              <a:rPr lang="nl-NL" sz="1800" err="1"/>
              <a:t>ith</a:t>
            </a:r>
            <a:r>
              <a:rPr lang="nl-NL" sz="1800"/>
              <a:t> 1 factor </a:t>
            </a:r>
            <a:r>
              <a:rPr lang="nl-NL" sz="1800" err="1"/>
              <a:t>variable</a:t>
            </a:r>
            <a:r>
              <a:rPr lang="nl-NL" sz="1800"/>
              <a:t> (</a:t>
            </a:r>
            <a:r>
              <a:rPr lang="nl-NL" sz="1800" err="1"/>
              <a:t>with</a:t>
            </a:r>
            <a:r>
              <a:rPr lang="nl-NL" sz="1800"/>
              <a:t> levels): e.g. </a:t>
            </a:r>
            <a:r>
              <a:rPr lang="nl-NL" sz="1800" err="1"/>
              <a:t>sex</a:t>
            </a:r>
            <a:r>
              <a:rPr lang="nl-NL" sz="1800"/>
              <a:t> &amp; </a:t>
            </a:r>
            <a:r>
              <a:rPr lang="nl-NL" sz="1800" err="1"/>
              <a:t>education</a:t>
            </a:r>
            <a:r>
              <a:rPr lang="nl-NL" sz="1800"/>
              <a:t> level</a:t>
            </a:r>
          </a:p>
          <a:p>
            <a:r>
              <a:rPr lang="nl-NL" sz="2200" b="1">
                <a:solidFill>
                  <a:srgbClr val="0070C0"/>
                </a:solidFill>
              </a:rPr>
              <a:t>How?</a:t>
            </a:r>
          </a:p>
          <a:p>
            <a:pPr lvl="1">
              <a:lnSpc>
                <a:spcPct val="120000"/>
              </a:lnSpc>
            </a:pPr>
            <a:r>
              <a:rPr lang="nl-NL" sz="1800"/>
              <a:t>SPADE </a:t>
            </a:r>
            <a:r>
              <a:rPr lang="nl-NL" sz="1800" err="1"/>
              <a:t>carries</a:t>
            </a:r>
            <a:r>
              <a:rPr lang="nl-NL" sz="1800"/>
              <a:t> out </a:t>
            </a:r>
            <a:r>
              <a:rPr lang="nl-NL" sz="1800" err="1"/>
              <a:t>an</a:t>
            </a:r>
            <a:r>
              <a:rPr lang="nl-NL" sz="1800"/>
              <a:t> analysis </a:t>
            </a:r>
            <a:r>
              <a:rPr lang="nl-NL" sz="1800" err="1"/>
              <a:t>for</a:t>
            </a:r>
            <a:r>
              <a:rPr lang="nl-NL" sz="1800"/>
              <a:t> </a:t>
            </a:r>
            <a:r>
              <a:rPr lang="nl-NL" sz="1800" err="1"/>
              <a:t>each</a:t>
            </a:r>
            <a:r>
              <a:rPr lang="nl-NL" sz="1800"/>
              <a:t> </a:t>
            </a:r>
            <a:r>
              <a:rPr lang="nl-NL" sz="1800" err="1"/>
              <a:t>subgroup</a:t>
            </a:r>
            <a:r>
              <a:rPr lang="nl-NL" sz="1800"/>
              <a:t>, </a:t>
            </a:r>
            <a:r>
              <a:rPr lang="nl-NL" sz="1800" err="1"/>
              <a:t>since</a:t>
            </a:r>
            <a:r>
              <a:rPr lang="nl-NL" sz="1800"/>
              <a:t> e.g. </a:t>
            </a:r>
            <a:r>
              <a:rPr lang="nl-NL" sz="1800" i="1">
                <a:solidFill>
                  <a:srgbClr val="0070C0"/>
                </a:solidFill>
              </a:rPr>
              <a:t>men</a:t>
            </a:r>
            <a:r>
              <a:rPr lang="nl-NL" sz="1800"/>
              <a:t> and </a:t>
            </a:r>
            <a:r>
              <a:rPr lang="nl-NL" sz="1800" i="1" err="1">
                <a:solidFill>
                  <a:schemeClr val="accent6">
                    <a:lumMod val="75000"/>
                  </a:schemeClr>
                </a:solidFill>
              </a:rPr>
              <a:t>women</a:t>
            </a:r>
            <a:r>
              <a:rPr lang="nl-NL" sz="1800"/>
              <a:t> have different intake </a:t>
            </a:r>
            <a:r>
              <a:rPr lang="nl-NL" sz="1800" err="1"/>
              <a:t>patterns</a:t>
            </a:r>
            <a:r>
              <a:rPr lang="nl-NL" sz="1800"/>
              <a:t> over </a:t>
            </a:r>
            <a:r>
              <a:rPr lang="nl-NL" sz="1800" err="1"/>
              <a:t>age</a:t>
            </a:r>
            <a:r>
              <a:rPr lang="nl-NL" sz="1800"/>
              <a:t> </a:t>
            </a:r>
            <a:r>
              <a:rPr lang="nl-NL" sz="1800" err="1"/>
              <a:t>which</a:t>
            </a:r>
            <a:r>
              <a:rPr lang="nl-NL" sz="1800"/>
              <a:t> </a:t>
            </a:r>
            <a:r>
              <a:rPr lang="nl-NL" sz="1800" err="1"/>
              <a:t>can</a:t>
            </a:r>
            <a:r>
              <a:rPr lang="nl-NL" sz="1800"/>
              <a:t> </a:t>
            </a:r>
            <a:r>
              <a:rPr lang="nl-NL" sz="1800" err="1"/>
              <a:t>not</a:t>
            </a:r>
            <a:r>
              <a:rPr lang="nl-NL" sz="1800"/>
              <a:t> </a:t>
            </a:r>
            <a:r>
              <a:rPr lang="nl-NL" sz="1800" err="1"/>
              <a:t>modelled</a:t>
            </a:r>
            <a:r>
              <a:rPr lang="nl-NL" sz="1800"/>
              <a:t> </a:t>
            </a:r>
            <a:r>
              <a:rPr lang="nl-NL" sz="1800" err="1"/>
              <a:t>by</a:t>
            </a:r>
            <a:r>
              <a:rPr lang="nl-NL" sz="1800"/>
              <a:t> </a:t>
            </a:r>
            <a:r>
              <a:rPr lang="nl-NL" sz="1800" err="1"/>
              <a:t>the</a:t>
            </a:r>
            <a:r>
              <a:rPr lang="nl-NL" sz="1800"/>
              <a:t> </a:t>
            </a:r>
            <a:r>
              <a:rPr lang="nl-NL" sz="1800" err="1"/>
              <a:t>same</a:t>
            </a:r>
            <a:r>
              <a:rPr lang="nl-NL" sz="1800"/>
              <a:t> </a:t>
            </a:r>
            <a:r>
              <a:rPr lang="nl-NL" sz="1800" err="1"/>
              <a:t>fractional</a:t>
            </a:r>
            <a:r>
              <a:rPr lang="nl-NL" sz="1800"/>
              <a:t> </a:t>
            </a:r>
            <a:r>
              <a:rPr lang="nl-NL" sz="1800" err="1"/>
              <a:t>polynomial</a:t>
            </a:r>
            <a:r>
              <a:rPr lang="nl-NL" sz="1800" i="1"/>
              <a:t>.</a:t>
            </a:r>
          </a:p>
          <a:p>
            <a:endParaRPr lang="nl-NL" sz="22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5000" y="593409"/>
            <a:ext cx="10923588" cy="948047"/>
          </a:xfrm>
        </p:spPr>
        <p:txBody>
          <a:bodyPr/>
          <a:lstStyle/>
          <a:p>
            <a:r>
              <a:rPr lang="en-US"/>
              <a:t>Analyses by subgroups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21E99-CB6E-4E1C-8709-25BF64FEA530}" type="slidenum">
              <a:rPr lang="nl-NL" smtClean="0"/>
              <a:pPr/>
              <a:t>3</a:t>
            </a:fld>
            <a:endParaRPr lang="nl-NL"/>
          </a:p>
        </p:txBody>
      </p:sp>
      <p:pic>
        <p:nvPicPr>
          <p:cNvPr id="7" name="Content Placeholder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1246" y="88775"/>
            <a:ext cx="1818400" cy="1594743"/>
          </a:xfrm>
          <a:prstGeom prst="rect">
            <a:avLst/>
          </a:prstGeom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5F2CF8-52E4-4FCE-924C-1C3256F951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SPADE course – f.spade.subgroups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966DCD-0D37-FD78-C649-347BD2A4D2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</a:t>
            </a:r>
            <a:r>
              <a:rPr lang="nl-NL" err="1"/>
              <a:t>July</a:t>
            </a:r>
            <a:r>
              <a:rPr lang="nl-NL"/>
              <a:t> 8-9, 2025</a:t>
            </a:r>
          </a:p>
        </p:txBody>
      </p:sp>
    </p:spTree>
    <p:extLst>
      <p:ext uri="{BB962C8B-B14F-4D97-AF65-F5344CB8AC3E}">
        <p14:creationId xmlns:p14="http://schemas.microsoft.com/office/powerpoint/2010/main" val="26698058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6D13704-6893-81FC-FEA4-2F1810D354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6550" y="2314805"/>
            <a:ext cx="4899024" cy="3516002"/>
          </a:xfrm>
        </p:spPr>
        <p:txBody>
          <a:bodyPr numCol="1">
            <a:normAutofit fontScale="92500" lnSpcReduction="10000"/>
          </a:bodyPr>
          <a:lstStyle/>
          <a:p>
            <a:r>
              <a:rPr lang="nl-NL"/>
              <a:t>SPADE splits </a:t>
            </a:r>
            <a:r>
              <a:rPr lang="nl-NL" err="1"/>
              <a:t>the</a:t>
            </a:r>
            <a:r>
              <a:rPr lang="nl-NL"/>
              <a:t> data in </a:t>
            </a:r>
            <a:r>
              <a:rPr lang="nl-NL" err="1"/>
              <a:t>groups</a:t>
            </a:r>
            <a:br>
              <a:rPr lang="nl-NL"/>
            </a:br>
            <a:r>
              <a:rPr lang="nl-NL"/>
              <a:t>e.g. </a:t>
            </a:r>
            <a:r>
              <a:rPr lang="nl-NL">
                <a:solidFill>
                  <a:srgbClr val="0070C0"/>
                </a:solidFill>
              </a:rPr>
              <a:t>men</a:t>
            </a:r>
            <a:r>
              <a:rPr lang="nl-NL"/>
              <a:t> / </a:t>
            </a:r>
            <a:r>
              <a:rPr lang="nl-NL" i="1" err="1">
                <a:solidFill>
                  <a:schemeClr val="accent6">
                    <a:lumMod val="75000"/>
                  </a:schemeClr>
                </a:solidFill>
              </a:rPr>
              <a:t>women</a:t>
            </a:r>
            <a:endParaRPr lang="nl-NL" i="1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nl-NL" err="1"/>
              <a:t>for</a:t>
            </a:r>
            <a:r>
              <a:rPr lang="nl-NL"/>
              <a:t> </a:t>
            </a:r>
            <a:r>
              <a:rPr lang="nl-NL" err="1"/>
              <a:t>each</a:t>
            </a:r>
            <a:r>
              <a:rPr lang="nl-NL"/>
              <a:t> </a:t>
            </a:r>
            <a:r>
              <a:rPr lang="nl-NL" err="1"/>
              <a:t>group</a:t>
            </a:r>
            <a:endParaRPr lang="nl-NL"/>
          </a:p>
          <a:p>
            <a:pPr lvl="1"/>
            <a:r>
              <a:rPr lang="nl-NL"/>
              <a:t>fit </a:t>
            </a:r>
            <a:r>
              <a:rPr lang="nl-NL" err="1"/>
              <a:t>the</a:t>
            </a:r>
            <a:r>
              <a:rPr lang="nl-NL"/>
              <a:t> model, e.g. </a:t>
            </a:r>
            <a:r>
              <a:rPr lang="nl-NL" err="1">
                <a:solidFill>
                  <a:schemeClr val="tx2"/>
                </a:solidFill>
              </a:rPr>
              <a:t>f.spade</a:t>
            </a:r>
            <a:r>
              <a:rPr lang="nl-NL">
                <a:solidFill>
                  <a:schemeClr val="tx2"/>
                </a:solidFill>
              </a:rPr>
              <a:t> </a:t>
            </a:r>
            <a:r>
              <a:rPr lang="nl-NL">
                <a:solidFill>
                  <a:srgbClr val="C00000"/>
                </a:solidFill>
              </a:rPr>
              <a:t>(1)</a:t>
            </a:r>
          </a:p>
          <a:p>
            <a:pPr lvl="1"/>
            <a:r>
              <a:rPr lang="nl-NL"/>
              <a:t>construct part pseudo sample </a:t>
            </a:r>
            <a:r>
              <a:rPr lang="nl-NL">
                <a:solidFill>
                  <a:srgbClr val="C00000"/>
                </a:solidFill>
              </a:rPr>
              <a:t>(2)</a:t>
            </a:r>
          </a:p>
          <a:p>
            <a:r>
              <a:rPr lang="nl-NL" err="1"/>
              <a:t>apply</a:t>
            </a:r>
            <a:r>
              <a:rPr lang="nl-NL"/>
              <a:t> </a:t>
            </a:r>
            <a:r>
              <a:rPr lang="nl-NL" err="1"/>
              <a:t>mean</a:t>
            </a:r>
            <a:r>
              <a:rPr lang="nl-NL"/>
              <a:t> and </a:t>
            </a:r>
            <a:r>
              <a:rPr lang="nl-NL" err="1"/>
              <a:t>percentiles</a:t>
            </a:r>
            <a:endParaRPr lang="nl-NL"/>
          </a:p>
          <a:p>
            <a:pPr lvl="1"/>
            <a:r>
              <a:rPr lang="nl-NL"/>
              <a:t>on </a:t>
            </a:r>
            <a:r>
              <a:rPr lang="nl-NL" b="1" err="1">
                <a:solidFill>
                  <a:schemeClr val="accent3"/>
                </a:solidFill>
              </a:rPr>
              <a:t>total</a:t>
            </a:r>
            <a:r>
              <a:rPr lang="nl-NL" b="1">
                <a:solidFill>
                  <a:schemeClr val="accent3"/>
                </a:solidFill>
              </a:rPr>
              <a:t> pseudo sample</a:t>
            </a:r>
          </a:p>
          <a:p>
            <a:pPr lvl="1"/>
            <a:r>
              <a:rPr lang="nl-NL" err="1"/>
              <a:t>each</a:t>
            </a:r>
            <a:r>
              <a:rPr lang="nl-NL"/>
              <a:t> </a:t>
            </a:r>
            <a:r>
              <a:rPr lang="nl-NL" err="1"/>
              <a:t>subgroup</a:t>
            </a:r>
            <a:r>
              <a:rPr lang="nl-NL"/>
              <a:t> in pseudo sample</a:t>
            </a:r>
            <a:br>
              <a:rPr lang="nl-NL"/>
            </a:br>
            <a:endParaRPr lang="nl-NL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76C8046-F1CB-D734-507A-A4964B6E8D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206" y="1128100"/>
            <a:ext cx="10923588" cy="948047"/>
          </a:xfrm>
        </p:spPr>
        <p:txBody>
          <a:bodyPr/>
          <a:lstStyle/>
          <a:p>
            <a:r>
              <a:rPr lang="nl-NL"/>
              <a:t>General </a:t>
            </a:r>
            <a:r>
              <a:rPr lang="nl-NL" err="1"/>
              <a:t>idea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B1B4CC-D1CC-BC98-4DB1-6793F8D97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AA5ABF-CE0C-F432-A3F2-501BA2D213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SPADE course – </a:t>
            </a:r>
            <a:r>
              <a:rPr lang="nl-NL" err="1"/>
              <a:t>f.spade.subgroups</a:t>
            </a:r>
            <a:r>
              <a:rPr lang="nl-NL"/>
              <a:t>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698B80-5A94-FA83-458F-6074E444D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4</a:t>
            </a:fld>
            <a:endParaRPr lang="nl-NL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9C637E2-13CB-7519-7221-AE4D502FE1CB}"/>
              </a:ext>
            </a:extLst>
          </p:cNvPr>
          <p:cNvSpPr txBox="1"/>
          <p:nvPr/>
        </p:nvSpPr>
        <p:spPr>
          <a:xfrm>
            <a:off x="5791199" y="1866479"/>
            <a:ext cx="227647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2400"/>
              <a:t>Data </a:t>
            </a:r>
          </a:p>
          <a:p>
            <a:pPr algn="ctr"/>
            <a:r>
              <a:rPr lang="nl-NL" sz="2400">
                <a:solidFill>
                  <a:srgbClr val="0070C0"/>
                </a:solidFill>
              </a:rPr>
              <a:t>men</a:t>
            </a:r>
            <a:r>
              <a:rPr lang="nl-NL" sz="2400"/>
              <a:t>/</a:t>
            </a:r>
            <a:r>
              <a:rPr lang="nl-NL" sz="2400" i="1">
                <a:solidFill>
                  <a:schemeClr val="accent6">
                    <a:lumMod val="75000"/>
                  </a:schemeClr>
                </a:solidFill>
              </a:rPr>
              <a:t>women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9AEC916-E9D1-C5C5-A404-99E345A8FDB8}"/>
              </a:ext>
            </a:extLst>
          </p:cNvPr>
          <p:cNvSpPr/>
          <p:nvPr/>
        </p:nvSpPr>
        <p:spPr>
          <a:xfrm>
            <a:off x="9763125" y="1133476"/>
            <a:ext cx="2000250" cy="2490444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/>
              <a:t>Men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7B5929E7-966D-90BF-8917-4CAA3647D547}"/>
              </a:ext>
            </a:extLst>
          </p:cNvPr>
          <p:cNvSpPr/>
          <p:nvPr/>
        </p:nvSpPr>
        <p:spPr>
          <a:xfrm>
            <a:off x="9763125" y="3684896"/>
            <a:ext cx="2000250" cy="2409516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err="1"/>
              <a:t>Women</a:t>
            </a:r>
            <a:endParaRPr lang="nl-NL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D3059FE3-17FA-972D-5FB5-E6FBA8FE67B5}"/>
              </a:ext>
            </a:extLst>
          </p:cNvPr>
          <p:cNvSpPr/>
          <p:nvPr/>
        </p:nvSpPr>
        <p:spPr>
          <a:xfrm>
            <a:off x="9625012" y="1052513"/>
            <a:ext cx="2276475" cy="5168900"/>
          </a:xfrm>
          <a:prstGeom prst="roundRect">
            <a:avLst/>
          </a:prstGeom>
          <a:noFill/>
          <a:ln w="3492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5390ABE-90A3-F1C2-47EC-EBD4E16F3639}"/>
              </a:ext>
            </a:extLst>
          </p:cNvPr>
          <p:cNvSpPr txBox="1"/>
          <p:nvPr/>
        </p:nvSpPr>
        <p:spPr>
          <a:xfrm>
            <a:off x="9625011" y="652403"/>
            <a:ext cx="22764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2000"/>
              <a:t>Pseudo sample</a:t>
            </a:r>
            <a:endParaRPr lang="nl-NL" sz="2000" i="1">
              <a:solidFill>
                <a:schemeClr val="accent6">
                  <a:lumMod val="75000"/>
                </a:schemeClr>
              </a:solidFill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1DA7580A-B7E1-B1DA-6063-B10DBC716ACC}"/>
              </a:ext>
            </a:extLst>
          </p:cNvPr>
          <p:cNvGrpSpPr/>
          <p:nvPr/>
        </p:nvGrpSpPr>
        <p:grpSpPr>
          <a:xfrm>
            <a:off x="7958137" y="2638994"/>
            <a:ext cx="1672467" cy="751906"/>
            <a:chOff x="7958137" y="2638994"/>
            <a:chExt cx="1672467" cy="751906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B712DF99-C966-C90D-2611-4AAAE0114320}"/>
                </a:ext>
              </a:extLst>
            </p:cNvPr>
            <p:cNvSpPr txBox="1"/>
            <p:nvPr/>
          </p:nvSpPr>
          <p:spPr>
            <a:xfrm>
              <a:off x="8158162" y="3021568"/>
              <a:ext cx="128111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nl-NL">
                  <a:solidFill>
                    <a:srgbClr val="C00000"/>
                  </a:solidFill>
                </a:rPr>
                <a:t>(1) + (2)</a:t>
              </a:r>
              <a:endParaRPr lang="nl-NL"/>
            </a:p>
          </p:txBody>
        </p:sp>
        <p:sp>
          <p:nvSpPr>
            <p:cNvPr id="20" name="Arrow: Right 19">
              <a:extLst>
                <a:ext uri="{FF2B5EF4-FFF2-40B4-BE49-F238E27FC236}">
                  <a16:creationId xmlns:a16="http://schemas.microsoft.com/office/drawing/2014/main" id="{23414D66-DC82-57EA-D4CA-811E1B862C2E}"/>
                </a:ext>
              </a:extLst>
            </p:cNvPr>
            <p:cNvSpPr/>
            <p:nvPr/>
          </p:nvSpPr>
          <p:spPr>
            <a:xfrm>
              <a:off x="7958137" y="3141666"/>
              <a:ext cx="252413" cy="171450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1" name="Arrow: Right 20">
              <a:extLst>
                <a:ext uri="{FF2B5EF4-FFF2-40B4-BE49-F238E27FC236}">
                  <a16:creationId xmlns:a16="http://schemas.microsoft.com/office/drawing/2014/main" id="{A1BA0587-253C-0172-8A38-8E7D15706430}"/>
                </a:ext>
              </a:extLst>
            </p:cNvPr>
            <p:cNvSpPr/>
            <p:nvPr/>
          </p:nvSpPr>
          <p:spPr>
            <a:xfrm rot="19288658">
              <a:off x="9065104" y="2638994"/>
              <a:ext cx="565500" cy="369332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0CA0D343-E461-D8A9-DB7D-D78D2432E09F}"/>
              </a:ext>
            </a:extLst>
          </p:cNvPr>
          <p:cNvGrpSpPr/>
          <p:nvPr/>
        </p:nvGrpSpPr>
        <p:grpSpPr>
          <a:xfrm>
            <a:off x="7958136" y="3808969"/>
            <a:ext cx="1633136" cy="773989"/>
            <a:chOff x="7958136" y="3808969"/>
            <a:chExt cx="1633136" cy="773989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FED272C0-E327-76C7-8442-B6D32345C287}"/>
                </a:ext>
              </a:extLst>
            </p:cNvPr>
            <p:cNvSpPr txBox="1"/>
            <p:nvPr/>
          </p:nvSpPr>
          <p:spPr>
            <a:xfrm>
              <a:off x="8158162" y="3808969"/>
              <a:ext cx="128111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nl-NL">
                  <a:solidFill>
                    <a:srgbClr val="C00000"/>
                  </a:solidFill>
                </a:rPr>
                <a:t>(1) + (2)</a:t>
              </a:r>
              <a:endParaRPr lang="nl-NL"/>
            </a:p>
          </p:txBody>
        </p:sp>
        <p:sp>
          <p:nvSpPr>
            <p:cNvPr id="25" name="Arrow: Right 24">
              <a:extLst>
                <a:ext uri="{FF2B5EF4-FFF2-40B4-BE49-F238E27FC236}">
                  <a16:creationId xmlns:a16="http://schemas.microsoft.com/office/drawing/2014/main" id="{D992C038-EB84-BF69-E6CD-C12F384A479B}"/>
                </a:ext>
              </a:extLst>
            </p:cNvPr>
            <p:cNvSpPr/>
            <p:nvPr/>
          </p:nvSpPr>
          <p:spPr>
            <a:xfrm>
              <a:off x="7958136" y="3943661"/>
              <a:ext cx="252413" cy="171450"/>
            </a:xfrm>
            <a:prstGeom prst="rightArrow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6" name="Arrow: Right 25">
              <a:extLst>
                <a:ext uri="{FF2B5EF4-FFF2-40B4-BE49-F238E27FC236}">
                  <a16:creationId xmlns:a16="http://schemas.microsoft.com/office/drawing/2014/main" id="{A47D4041-A394-CA58-5F42-A4611C9806BB}"/>
                </a:ext>
              </a:extLst>
            </p:cNvPr>
            <p:cNvSpPr/>
            <p:nvPr/>
          </p:nvSpPr>
          <p:spPr>
            <a:xfrm rot="2483217">
              <a:off x="9025772" y="4213626"/>
              <a:ext cx="565500" cy="369332"/>
            </a:xfrm>
            <a:prstGeom prst="rightArrow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548E3435-CDE2-B14A-B8E2-0F6BFF8ABDE5}"/>
              </a:ext>
            </a:extLst>
          </p:cNvPr>
          <p:cNvGrpSpPr/>
          <p:nvPr/>
        </p:nvGrpSpPr>
        <p:grpSpPr>
          <a:xfrm>
            <a:off x="5761311" y="2690470"/>
            <a:ext cx="2276475" cy="1866900"/>
            <a:chOff x="5761311" y="2690470"/>
            <a:chExt cx="2276475" cy="1866900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326A28AC-3AAE-E685-ED3A-9C1641252A93}"/>
                </a:ext>
              </a:extLst>
            </p:cNvPr>
            <p:cNvSpPr/>
            <p:nvPr/>
          </p:nvSpPr>
          <p:spPr>
            <a:xfrm>
              <a:off x="5761311" y="2690470"/>
              <a:ext cx="2276475" cy="1866900"/>
            </a:xfrm>
            <a:prstGeom prst="roundRect">
              <a:avLst/>
            </a:prstGeom>
            <a:noFill/>
            <a:ln w="34925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3A38BC50-73A1-4E5C-6407-41CB11910E68}"/>
                </a:ext>
              </a:extLst>
            </p:cNvPr>
            <p:cNvGrpSpPr/>
            <p:nvPr/>
          </p:nvGrpSpPr>
          <p:grpSpPr>
            <a:xfrm>
              <a:off x="5887516" y="2811322"/>
              <a:ext cx="2024064" cy="1625196"/>
              <a:chOff x="5914367" y="2811322"/>
              <a:chExt cx="2024064" cy="1625196"/>
            </a:xfrm>
          </p:grpSpPr>
          <p:grpSp>
            <p:nvGrpSpPr>
              <p:cNvPr id="31" name="Group 30">
                <a:extLst>
                  <a:ext uri="{FF2B5EF4-FFF2-40B4-BE49-F238E27FC236}">
                    <a16:creationId xmlns:a16="http://schemas.microsoft.com/office/drawing/2014/main" id="{324C4DDD-98CD-5F7E-9DDD-08A56D5A4752}"/>
                  </a:ext>
                </a:extLst>
              </p:cNvPr>
              <p:cNvGrpSpPr/>
              <p:nvPr/>
            </p:nvGrpSpPr>
            <p:grpSpPr>
              <a:xfrm>
                <a:off x="5914367" y="2811322"/>
                <a:ext cx="2024064" cy="771525"/>
                <a:chOff x="5914367" y="2811322"/>
                <a:chExt cx="2024064" cy="771525"/>
              </a:xfrm>
            </p:grpSpPr>
            <p:sp>
              <p:nvSpPr>
                <p:cNvPr id="7" name="Rectangle: Rounded Corners 6">
                  <a:extLst>
                    <a:ext uri="{FF2B5EF4-FFF2-40B4-BE49-F238E27FC236}">
                      <a16:creationId xmlns:a16="http://schemas.microsoft.com/office/drawing/2014/main" id="{DF2F22B9-A02C-0AC3-E18D-01FC23D90EB9}"/>
                    </a:ext>
                  </a:extLst>
                </p:cNvPr>
                <p:cNvSpPr/>
                <p:nvPr/>
              </p:nvSpPr>
              <p:spPr>
                <a:xfrm>
                  <a:off x="5926274" y="2811322"/>
                  <a:ext cx="2000250" cy="771525"/>
                </a:xfrm>
                <a:prstGeom prst="roundRect">
                  <a:avLst/>
                </a:prstGeom>
                <a:noFill/>
                <a:ln w="25400"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/>
                </a:p>
              </p:txBody>
            </p:sp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6E01E9D2-C0DA-74B9-4946-CF657263CC88}"/>
                    </a:ext>
                  </a:extLst>
                </p:cNvPr>
                <p:cNvSpPr txBox="1"/>
                <p:nvPr/>
              </p:nvSpPr>
              <p:spPr>
                <a:xfrm>
                  <a:off x="5914367" y="3027807"/>
                  <a:ext cx="2024064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nl-NL" sz="1600"/>
                    <a:t>id sex age ca wgh </a:t>
                  </a:r>
                </a:p>
              </p:txBody>
            </p:sp>
          </p:grpSp>
          <p:grpSp>
            <p:nvGrpSpPr>
              <p:cNvPr id="32" name="Group 31">
                <a:extLst>
                  <a:ext uri="{FF2B5EF4-FFF2-40B4-BE49-F238E27FC236}">
                    <a16:creationId xmlns:a16="http://schemas.microsoft.com/office/drawing/2014/main" id="{6D1AE194-3A31-A5A2-862A-94965949A0C7}"/>
                  </a:ext>
                </a:extLst>
              </p:cNvPr>
              <p:cNvGrpSpPr/>
              <p:nvPr/>
            </p:nvGrpSpPr>
            <p:grpSpPr>
              <a:xfrm>
                <a:off x="5914367" y="3664993"/>
                <a:ext cx="2024064" cy="771525"/>
                <a:chOff x="5990567" y="3664993"/>
                <a:chExt cx="2024064" cy="771525"/>
              </a:xfrm>
            </p:grpSpPr>
            <p:sp>
              <p:nvSpPr>
                <p:cNvPr id="8" name="Rectangle: Rounded Corners 7">
                  <a:extLst>
                    <a:ext uri="{FF2B5EF4-FFF2-40B4-BE49-F238E27FC236}">
                      <a16:creationId xmlns:a16="http://schemas.microsoft.com/office/drawing/2014/main" id="{ECD1C5B2-8AB4-B2C6-E9A4-665DEF2330A3}"/>
                    </a:ext>
                  </a:extLst>
                </p:cNvPr>
                <p:cNvSpPr/>
                <p:nvPr/>
              </p:nvSpPr>
              <p:spPr>
                <a:xfrm>
                  <a:off x="6002474" y="3664993"/>
                  <a:ext cx="2000250" cy="771525"/>
                </a:xfrm>
                <a:prstGeom prst="roundRect">
                  <a:avLst/>
                </a:prstGeom>
                <a:noFill/>
                <a:ln w="25400"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/>
                </a:p>
              </p:txBody>
            </p:sp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6EE477F8-2481-F6B2-59B7-74B366E38E29}"/>
                    </a:ext>
                  </a:extLst>
                </p:cNvPr>
                <p:cNvSpPr txBox="1"/>
                <p:nvPr/>
              </p:nvSpPr>
              <p:spPr>
                <a:xfrm>
                  <a:off x="5990567" y="3881478"/>
                  <a:ext cx="2024064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nl-NL" sz="1600"/>
                    <a:t>id sex age ca wgh </a:t>
                  </a:r>
                </a:p>
              </p:txBody>
            </p:sp>
          </p:grpSp>
        </p:grp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780E44D7-F86D-6F97-6472-883F67990315}"/>
              </a:ext>
            </a:extLst>
          </p:cNvPr>
          <p:cNvSpPr txBox="1"/>
          <p:nvPr/>
        </p:nvSpPr>
        <p:spPr>
          <a:xfrm>
            <a:off x="4162425" y="5722121"/>
            <a:ext cx="5005388" cy="923330"/>
          </a:xfrm>
          <a:prstGeom prst="rect">
            <a:avLst/>
          </a:prstGeom>
          <a:solidFill>
            <a:srgbClr val="CA005D"/>
          </a:solidFill>
        </p:spPr>
        <p:txBody>
          <a:bodyPr wrap="square" rtlCol="0">
            <a:spAutoFit/>
          </a:bodyPr>
          <a:lstStyle/>
          <a:p>
            <a:r>
              <a:rPr lang="nl-NL" b="1" err="1">
                <a:solidFill>
                  <a:schemeClr val="bg1"/>
                </a:solidFill>
              </a:rPr>
              <a:t>Subgroups</a:t>
            </a:r>
            <a:r>
              <a:rPr lang="nl-NL" b="1">
                <a:solidFill>
                  <a:schemeClr val="bg1"/>
                </a:solidFill>
              </a:rPr>
              <a:t> </a:t>
            </a:r>
            <a:r>
              <a:rPr lang="nl-NL" b="1" err="1">
                <a:solidFill>
                  <a:schemeClr val="bg1"/>
                </a:solidFill>
              </a:rPr>
              <a:t>should</a:t>
            </a:r>
            <a:r>
              <a:rPr lang="nl-NL" b="1">
                <a:solidFill>
                  <a:schemeClr val="bg1"/>
                </a:solidFill>
              </a:rPr>
              <a:t> </a:t>
            </a:r>
            <a:r>
              <a:rPr lang="nl-NL" b="1" err="1">
                <a:solidFill>
                  <a:schemeClr val="bg1"/>
                </a:solidFill>
              </a:rPr>
              <a:t>not</a:t>
            </a:r>
            <a:r>
              <a:rPr lang="nl-NL" b="1">
                <a:solidFill>
                  <a:schemeClr val="bg1"/>
                </a:solidFill>
              </a:rPr>
              <a:t> </a:t>
            </a:r>
            <a:r>
              <a:rPr lang="nl-NL" b="1" err="1">
                <a:solidFill>
                  <a:schemeClr val="bg1"/>
                </a:solidFill>
              </a:rPr>
              <a:t>be</a:t>
            </a:r>
            <a:r>
              <a:rPr lang="nl-NL" b="1">
                <a:solidFill>
                  <a:schemeClr val="bg1"/>
                </a:solidFill>
              </a:rPr>
              <a:t> </a:t>
            </a:r>
            <a:r>
              <a:rPr lang="nl-NL" b="1" err="1">
                <a:solidFill>
                  <a:schemeClr val="bg1"/>
                </a:solidFill>
              </a:rPr>
              <a:t>too</a:t>
            </a:r>
            <a:r>
              <a:rPr lang="nl-NL" b="1">
                <a:solidFill>
                  <a:schemeClr val="bg1"/>
                </a:solidFill>
              </a:rPr>
              <a:t> small! </a:t>
            </a:r>
          </a:p>
          <a:p>
            <a:r>
              <a:rPr lang="nl-NL" err="1">
                <a:solidFill>
                  <a:schemeClr val="bg1"/>
                </a:solidFill>
              </a:rPr>
              <a:t>Rule</a:t>
            </a:r>
            <a:r>
              <a:rPr lang="nl-NL">
                <a:solidFill>
                  <a:schemeClr val="bg1"/>
                </a:solidFill>
              </a:rPr>
              <a:t> of </a:t>
            </a:r>
            <a:r>
              <a:rPr lang="nl-NL" err="1">
                <a:solidFill>
                  <a:schemeClr val="bg1"/>
                </a:solidFill>
              </a:rPr>
              <a:t>thumb</a:t>
            </a:r>
            <a:r>
              <a:rPr lang="nl-NL">
                <a:solidFill>
                  <a:schemeClr val="bg1"/>
                </a:solidFill>
              </a:rPr>
              <a:t> ~50 persons </a:t>
            </a:r>
            <a:r>
              <a:rPr lang="nl-NL" err="1">
                <a:solidFill>
                  <a:schemeClr val="bg1"/>
                </a:solidFill>
              </a:rPr>
              <a:t>with</a:t>
            </a:r>
            <a:r>
              <a:rPr lang="nl-NL">
                <a:solidFill>
                  <a:schemeClr val="bg1"/>
                </a:solidFill>
              </a:rPr>
              <a:t> at </a:t>
            </a:r>
            <a:r>
              <a:rPr lang="nl-NL" err="1">
                <a:solidFill>
                  <a:schemeClr val="bg1"/>
                </a:solidFill>
              </a:rPr>
              <a:t>least</a:t>
            </a:r>
            <a:r>
              <a:rPr lang="nl-NL">
                <a:solidFill>
                  <a:schemeClr val="bg1"/>
                </a:solidFill>
              </a:rPr>
              <a:t> 2 </a:t>
            </a:r>
            <a:r>
              <a:rPr lang="nl-NL" err="1">
                <a:solidFill>
                  <a:schemeClr val="bg1"/>
                </a:solidFill>
              </a:rPr>
              <a:t>positive</a:t>
            </a:r>
            <a:r>
              <a:rPr lang="nl-NL">
                <a:solidFill>
                  <a:schemeClr val="bg1"/>
                </a:solidFill>
              </a:rPr>
              <a:t> intakes </a:t>
            </a:r>
          </a:p>
        </p:txBody>
      </p:sp>
    </p:spTree>
    <p:extLst>
      <p:ext uri="{BB962C8B-B14F-4D97-AF65-F5344CB8AC3E}">
        <p14:creationId xmlns:p14="http://schemas.microsoft.com/office/powerpoint/2010/main" val="18673889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FA0D3C2-0B4A-F4C9-7179-1648F8C2D8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nl-NL" err="1"/>
              <a:t>this</a:t>
            </a:r>
            <a:r>
              <a:rPr lang="nl-NL"/>
              <a:t> </a:t>
            </a:r>
            <a:r>
              <a:rPr lang="nl-NL" err="1"/>
              <a:t>function</a:t>
            </a:r>
            <a:r>
              <a:rPr lang="nl-NL"/>
              <a:t> </a:t>
            </a:r>
            <a:r>
              <a:rPr lang="nl-NL" err="1"/>
              <a:t>works</a:t>
            </a:r>
            <a:r>
              <a:rPr lang="nl-NL"/>
              <a:t> </a:t>
            </a:r>
            <a:r>
              <a:rPr lang="nl-NL" err="1"/>
              <a:t>for</a:t>
            </a:r>
            <a:endParaRPr lang="nl-NL"/>
          </a:p>
          <a:p>
            <a:pPr marL="0" indent="0">
              <a:lnSpc>
                <a:spcPct val="110000"/>
              </a:lnSpc>
              <a:buNone/>
            </a:pPr>
            <a:r>
              <a:rPr lang="nl-NL" err="1">
                <a:solidFill>
                  <a:srgbClr val="0070C0"/>
                </a:solidFill>
              </a:rPr>
              <a:t>f.spade</a:t>
            </a:r>
            <a:r>
              <a:rPr lang="nl-NL">
                <a:solidFill>
                  <a:srgbClr val="0070C0"/>
                </a:solidFill>
              </a:rPr>
              <a:t> / f.spade3 / f.spade4</a:t>
            </a:r>
          </a:p>
          <a:p>
            <a:pPr marL="0" indent="0" algn="r">
              <a:lnSpc>
                <a:spcPct val="110000"/>
              </a:lnSpc>
              <a:buNone/>
            </a:pPr>
            <a:r>
              <a:rPr lang="nl-NL" sz="2000" err="1"/>
              <a:t>where</a:t>
            </a:r>
            <a:r>
              <a:rPr lang="nl-NL" sz="2000"/>
              <a:t> </a:t>
            </a:r>
            <a:r>
              <a:rPr lang="nl-NL" sz="2000">
                <a:solidFill>
                  <a:srgbClr val="0070C0"/>
                </a:solidFill>
              </a:rPr>
              <a:t>f.spade4</a:t>
            </a:r>
            <a:r>
              <a:rPr lang="nl-NL" sz="2000"/>
              <a:t> </a:t>
            </a:r>
            <a:r>
              <a:rPr lang="nl-NL" sz="2000" err="1"/>
              <a:t>includes</a:t>
            </a:r>
            <a:endParaRPr lang="nl-NL" sz="2000"/>
          </a:p>
          <a:p>
            <a:pPr marL="0" indent="0">
              <a:lnSpc>
                <a:spcPct val="110000"/>
              </a:lnSpc>
              <a:buNone/>
            </a:pPr>
            <a:endParaRPr lang="nl-NL" sz="2000"/>
          </a:p>
          <a:p>
            <a:pPr marL="0" indent="0">
              <a:lnSpc>
                <a:spcPct val="110000"/>
              </a:lnSpc>
              <a:buNone/>
            </a:pPr>
            <a:endParaRPr lang="nl-NL" sz="2000"/>
          </a:p>
          <a:p>
            <a:pPr marL="0" indent="0">
              <a:lnSpc>
                <a:spcPct val="110000"/>
              </a:lnSpc>
              <a:buNone/>
            </a:pPr>
            <a:endParaRPr lang="nl-NL" sz="2000"/>
          </a:p>
          <a:p>
            <a:pPr marL="0" indent="0">
              <a:lnSpc>
                <a:spcPct val="110000"/>
              </a:lnSpc>
              <a:buNone/>
            </a:pPr>
            <a:endParaRPr lang="nl-NL" sz="2000"/>
          </a:p>
          <a:p>
            <a:pPr marL="0" indent="0">
              <a:lnSpc>
                <a:spcPct val="110000"/>
              </a:lnSpc>
              <a:buNone/>
            </a:pPr>
            <a:endParaRPr lang="nl-NL" sz="2000"/>
          </a:p>
          <a:p>
            <a:pPr marL="770400" lvl="1" indent="-457200">
              <a:lnSpc>
                <a:spcPct val="110000"/>
              </a:lnSpc>
              <a:buFont typeface="+mj-lt"/>
              <a:buAutoNum type="arabicParenR"/>
            </a:pPr>
            <a:r>
              <a:rPr lang="nl-NL" sz="1700" err="1"/>
              <a:t>one</a:t>
            </a:r>
            <a:r>
              <a:rPr lang="nl-NL" sz="1700"/>
              <a:t> or more </a:t>
            </a:r>
            <a:r>
              <a:rPr lang="nl-NL" sz="1700" i="1"/>
              <a:t>1- or 2-part </a:t>
            </a:r>
            <a:r>
              <a:rPr lang="nl-NL" sz="1700" i="1" err="1"/>
              <a:t>models</a:t>
            </a:r>
            <a:br>
              <a:rPr lang="nl-NL" sz="1700"/>
            </a:br>
            <a:r>
              <a:rPr lang="nl-NL" sz="1700" i="1" err="1"/>
              <a:t>from</a:t>
            </a:r>
            <a:r>
              <a:rPr lang="nl-NL" sz="1700" i="1"/>
              <a:t> different sources,   </a:t>
            </a:r>
            <a:r>
              <a:rPr lang="nl-NL" sz="1700" err="1">
                <a:solidFill>
                  <a:srgbClr val="0070C0"/>
                </a:solidFill>
              </a:rPr>
              <a:t>f.spade</a:t>
            </a:r>
            <a:endParaRPr lang="nl-NL" sz="1700"/>
          </a:p>
          <a:p>
            <a:pPr marL="770400" lvl="1" indent="-457200">
              <a:lnSpc>
                <a:spcPct val="110000"/>
              </a:lnSpc>
              <a:buFont typeface="+mj-lt"/>
              <a:buAutoNum type="arabicParenR"/>
            </a:pPr>
            <a:r>
              <a:rPr lang="nl-NL" sz="1700" err="1"/>
              <a:t>one</a:t>
            </a:r>
            <a:r>
              <a:rPr lang="nl-NL" sz="1700"/>
              <a:t> </a:t>
            </a:r>
            <a:r>
              <a:rPr lang="nl-NL" sz="1700" i="1" err="1"/>
              <a:t>neverconsumers</a:t>
            </a:r>
            <a:r>
              <a:rPr lang="nl-NL" sz="1700" i="1"/>
              <a:t> model</a:t>
            </a:r>
            <a:br>
              <a:rPr lang="nl-NL" sz="1700" i="1"/>
            </a:br>
            <a:r>
              <a:rPr lang="nl-NL" sz="1700" err="1">
                <a:solidFill>
                  <a:srgbClr val="0070C0"/>
                </a:solidFill>
              </a:rPr>
              <a:t>f.spade.neverconsumers</a:t>
            </a:r>
            <a:endParaRPr lang="nl-NL" sz="1700"/>
          </a:p>
          <a:p>
            <a:pPr marL="770400" lvl="1" indent="-457200">
              <a:lnSpc>
                <a:spcPct val="110000"/>
              </a:lnSpc>
              <a:buFont typeface="+mj-lt"/>
              <a:buAutoNum type="arabicParenR"/>
            </a:pPr>
            <a:r>
              <a:rPr lang="nl-NL" sz="1700" err="1"/>
              <a:t>one</a:t>
            </a:r>
            <a:r>
              <a:rPr lang="nl-NL" sz="1700"/>
              <a:t> </a:t>
            </a:r>
            <a:r>
              <a:rPr lang="nl-NL" sz="1700" i="1"/>
              <a:t>supplement model </a:t>
            </a:r>
            <a:r>
              <a:rPr lang="nl-NL" sz="1700" err="1">
                <a:solidFill>
                  <a:srgbClr val="0070C0"/>
                </a:solidFill>
              </a:rPr>
              <a:t>f.spade.supplements</a:t>
            </a:r>
            <a:endParaRPr lang="nl-NL" sz="1700"/>
          </a:p>
          <a:p>
            <a:pPr marL="770400" lvl="1" indent="-457200">
              <a:lnSpc>
                <a:spcPct val="110000"/>
              </a:lnSpc>
              <a:buFont typeface="+mj-lt"/>
              <a:buAutoNum type="arabicParenR"/>
            </a:pPr>
            <a:r>
              <a:rPr lang="nl-NL" sz="1700" err="1"/>
              <a:t>every</a:t>
            </a:r>
            <a:r>
              <a:rPr lang="nl-NL" sz="1700"/>
              <a:t> </a:t>
            </a:r>
            <a:r>
              <a:rPr lang="nl-NL" sz="1700" err="1"/>
              <a:t>combination</a:t>
            </a:r>
            <a:r>
              <a:rPr lang="nl-NL" sz="1700"/>
              <a:t> of these 3 </a:t>
            </a:r>
            <a:r>
              <a:rPr lang="nl-NL" sz="1700" err="1"/>
              <a:t>models</a:t>
            </a:r>
            <a:endParaRPr lang="nl-NL" sz="170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3A1A4E6-0837-F425-8CD5-E8937443D8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f.spade.subgroups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0D8612-A4C3-D71B-4BBF-573BB5BFC3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C2B6AF-F4B5-8089-B1DE-6196E3B6EF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SPADE course – f.spade.subgroups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CFDFD4-446B-F4F1-6D69-9B7B49D4D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5</a:t>
            </a:fld>
            <a:endParaRPr lang="nl-NL"/>
          </a:p>
        </p:txBody>
      </p:sp>
      <p:sp>
        <p:nvSpPr>
          <p:cNvPr id="9" name="Left Brace 8">
            <a:extLst>
              <a:ext uri="{FF2B5EF4-FFF2-40B4-BE49-F238E27FC236}">
                <a16:creationId xmlns:a16="http://schemas.microsoft.com/office/drawing/2014/main" id="{7F6CA4AB-8643-890A-9EC6-FC8E2890C7EB}"/>
              </a:ext>
            </a:extLst>
          </p:cNvPr>
          <p:cNvSpPr/>
          <p:nvPr/>
        </p:nvSpPr>
        <p:spPr>
          <a:xfrm>
            <a:off x="5991225" y="2228850"/>
            <a:ext cx="561974" cy="2457450"/>
          </a:xfrm>
          <a:prstGeom prst="leftBrac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AD096B9-31E4-5C6E-85BF-214888F1F7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5571" y="4886205"/>
            <a:ext cx="10440857" cy="1714739"/>
          </a:xfrm>
          <a:prstGeom prst="rect">
            <a:avLst/>
          </a:prstGeom>
          <a:ln w="25400">
            <a:solidFill>
              <a:schemeClr val="tx2"/>
            </a:solidFill>
          </a:ln>
        </p:spPr>
      </p:pic>
    </p:spTree>
    <p:extLst>
      <p:ext uri="{BB962C8B-B14F-4D97-AF65-F5344CB8AC3E}">
        <p14:creationId xmlns:p14="http://schemas.microsoft.com/office/powerpoint/2010/main" val="21933287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FA0D3C2-0B4A-F4C9-7179-1648F8C2D8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1733" y="2025213"/>
            <a:ext cx="10923588" cy="3931928"/>
          </a:xfrm>
        </p:spPr>
        <p:txBody>
          <a:bodyPr>
            <a:normAutofit/>
          </a:bodyPr>
          <a:lstStyle/>
          <a:p>
            <a:r>
              <a:rPr lang="nl-NL"/>
              <a:t>two new, extra arguments w.r.t. </a:t>
            </a:r>
            <a:r>
              <a:rPr lang="nl-NL">
                <a:solidFill>
                  <a:srgbClr val="007BC7"/>
                </a:solidFill>
              </a:rPr>
              <a:t>f.spade</a:t>
            </a:r>
          </a:p>
          <a:p>
            <a:pPr marL="0" indent="0">
              <a:buNone/>
            </a:pPr>
            <a:endParaRPr lang="nl-NL">
              <a:solidFill>
                <a:srgbClr val="007BC7"/>
              </a:solidFill>
            </a:endParaRPr>
          </a:p>
          <a:p>
            <a:pPr lvl="1"/>
            <a:r>
              <a:rPr lang="nl-NL" b="1">
                <a:solidFill>
                  <a:srgbClr val="0070C0"/>
                </a:solidFill>
              </a:rPr>
              <a:t>FUN</a:t>
            </a:r>
            <a:r>
              <a:rPr lang="nl-NL"/>
              <a:t> </a:t>
            </a:r>
            <a:br>
              <a:rPr lang="nl-NL"/>
            </a:br>
            <a:r>
              <a:rPr lang="nl-NL"/>
              <a:t>to indicate which function is used</a:t>
            </a:r>
          </a:p>
          <a:p>
            <a:pPr lvl="2"/>
            <a:r>
              <a:rPr lang="nl-NL" sz="1700">
                <a:solidFill>
                  <a:srgbClr val="0070C0"/>
                </a:solidFill>
              </a:rPr>
              <a:t>f.spade.subgroups (FUN = f.spade, …)</a:t>
            </a:r>
          </a:p>
          <a:p>
            <a:pPr lvl="1"/>
            <a:r>
              <a:rPr lang="nl-NL" b="1">
                <a:solidFill>
                  <a:srgbClr val="0070C0"/>
                </a:solidFill>
              </a:rPr>
              <a:t>groups.frml</a:t>
            </a:r>
          </a:p>
          <a:p>
            <a:pPr lvl="2"/>
            <a:r>
              <a:rPr lang="nl-NL" sz="1700">
                <a:solidFill>
                  <a:srgbClr val="0070C0"/>
                </a:solidFill>
              </a:rPr>
              <a:t>groups.frml = ~ sex</a:t>
            </a:r>
          </a:p>
          <a:p>
            <a:pPr marL="630000" lvl="2" indent="0">
              <a:buNone/>
            </a:pPr>
            <a:r>
              <a:rPr lang="nl-NL">
                <a:solidFill>
                  <a:srgbClr val="0070C0"/>
                </a:solidFill>
              </a:rPr>
              <a:t>or</a:t>
            </a:r>
          </a:p>
          <a:p>
            <a:pPr lvl="2">
              <a:lnSpc>
                <a:spcPct val="100000"/>
              </a:lnSpc>
            </a:pPr>
            <a:r>
              <a:rPr lang="nl-NL" sz="1700">
                <a:solidFill>
                  <a:srgbClr val="0070C0"/>
                </a:solidFill>
              </a:rPr>
              <a:t>groups.frml = ~ sex + region</a:t>
            </a:r>
          </a:p>
          <a:p>
            <a:pPr>
              <a:lnSpc>
                <a:spcPct val="100000"/>
              </a:lnSpc>
            </a:pPr>
            <a:r>
              <a:rPr lang="nl-NL" sz="2200"/>
              <a:t>different use of 2 existing arguments in </a:t>
            </a:r>
            <a:r>
              <a:rPr lang="nl-NL">
                <a:solidFill>
                  <a:srgbClr val="007BC7"/>
                </a:solidFill>
              </a:rPr>
              <a:t>f.spade</a:t>
            </a:r>
          </a:p>
          <a:p>
            <a:pPr lvl="1">
              <a:lnSpc>
                <a:spcPct val="100000"/>
              </a:lnSpc>
            </a:pPr>
            <a:r>
              <a:rPr lang="nl-NL" sz="1900">
                <a:solidFill>
                  <a:srgbClr val="FF0000"/>
                </a:solidFill>
              </a:rPr>
              <a:t>age.classes</a:t>
            </a:r>
          </a:p>
          <a:p>
            <a:pPr lvl="1">
              <a:lnSpc>
                <a:spcPct val="100000"/>
              </a:lnSpc>
            </a:pPr>
            <a:r>
              <a:rPr lang="nl-NL" sz="1900">
                <a:solidFill>
                  <a:srgbClr val="0070C0"/>
                </a:solidFill>
              </a:rPr>
              <a:t>arguments for dietary reference intakes: EAR / AI / UL  (</a:t>
            </a:r>
            <a:r>
              <a:rPr lang="nl-NL" sz="1900">
                <a:solidFill>
                  <a:srgbClr val="FF0000"/>
                </a:solidFill>
              </a:rPr>
              <a:t>DRIs</a:t>
            </a:r>
            <a:r>
              <a:rPr lang="nl-NL" sz="1900">
                <a:solidFill>
                  <a:srgbClr val="0070C0"/>
                </a:solidFill>
              </a:rPr>
              <a:t>)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3A1A4E6-0837-F425-8CD5-E8937443D8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f.spade.subgroups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0D8612-A4C3-D71B-4BBF-573BB5BFC3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C2B6AF-F4B5-8089-B1DE-6196E3B6EF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SPADE course – f.spade.subgroups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CFDFD4-446B-F4F1-6D69-9B7B49D4D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6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0578449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5185B42-1DC6-D469-DDAE-255C9CEFC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206" y="1040105"/>
            <a:ext cx="10923588" cy="948047"/>
          </a:xfrm>
        </p:spPr>
        <p:txBody>
          <a:bodyPr>
            <a:normAutofit/>
          </a:bodyPr>
          <a:lstStyle/>
          <a:p>
            <a:r>
              <a:rPr lang="nl-NL"/>
              <a:t>Differences for argument </a:t>
            </a:r>
            <a:r>
              <a:rPr lang="nl-NL">
                <a:solidFill>
                  <a:srgbClr val="FF0000"/>
                </a:solidFill>
              </a:rPr>
              <a:t>age.classes</a:t>
            </a:r>
            <a:r>
              <a:rPr lang="nl-NL"/>
              <a:t>        1/2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183AE6-1A91-C120-7D1B-03AB23DD5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D6A99B-5CDB-35A0-3242-0E1E87D13F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SPADE course – f.spade.subgroups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F6488F-BBC0-18B5-BB30-9A6B14F901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7</a:t>
            </a:fld>
            <a:endParaRPr lang="nl-NL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7D7BCE6-EC81-B332-B81F-24830679861D}"/>
              </a:ext>
            </a:extLst>
          </p:cNvPr>
          <p:cNvGrpSpPr/>
          <p:nvPr/>
        </p:nvGrpSpPr>
        <p:grpSpPr>
          <a:xfrm>
            <a:off x="6164722" y="2085174"/>
            <a:ext cx="5541503" cy="4420930"/>
            <a:chOff x="6164722" y="2085174"/>
            <a:chExt cx="5541503" cy="4420930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537D6BBA-1B1B-73C4-76E6-8AAE13E56514}"/>
                </a:ext>
              </a:extLst>
            </p:cNvPr>
            <p:cNvSpPr/>
            <p:nvPr/>
          </p:nvSpPr>
          <p:spPr>
            <a:xfrm>
              <a:off x="6164722" y="2085174"/>
              <a:ext cx="5541503" cy="4194042"/>
            </a:xfrm>
            <a:prstGeom prst="roundRect">
              <a:avLst/>
            </a:prstGeom>
            <a:noFill/>
            <a:ln w="2540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08AA75B-4B10-5AD2-6FFE-9204FC2AC6E3}"/>
                </a:ext>
              </a:extLst>
            </p:cNvPr>
            <p:cNvSpPr txBox="1"/>
            <p:nvPr/>
          </p:nvSpPr>
          <p:spPr>
            <a:xfrm>
              <a:off x="6410325" y="2120288"/>
              <a:ext cx="5295899" cy="43858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nl-NL" sz="2200">
                  <a:highlight>
                    <a:srgbClr val="FFFF00"/>
                  </a:highlight>
                </a:rPr>
                <a:t>f.spade.subgroups</a:t>
              </a:r>
            </a:p>
            <a:p>
              <a:pPr marL="342900" indent="-342900">
                <a:lnSpc>
                  <a:spcPct val="150000"/>
                </a:lnSpc>
                <a:buFont typeface="Wingdings" panose="05000000000000000000" pitchFamily="2" charset="2"/>
                <a:buChar char="Ø"/>
              </a:pPr>
              <a:r>
                <a:rPr lang="nl-NL" sz="2200"/>
                <a:t>a </a:t>
              </a:r>
              <a:r>
                <a:rPr lang="nl-NL" sz="2200" b="1" i="1"/>
                <a:t>list of age classes </a:t>
              </a:r>
              <a:r>
                <a:rPr lang="nl-NL" sz="2200"/>
                <a:t>can be defined, e.g. age classes for</a:t>
              </a:r>
            </a:p>
            <a:p>
              <a:pPr marL="742950" lvl="1" indent="-285750">
                <a:lnSpc>
                  <a:spcPct val="150000"/>
                </a:lnSpc>
                <a:buFont typeface="Wingdings" panose="05000000000000000000" pitchFamily="2" charset="2"/>
                <a:buChar char="Ø"/>
              </a:pPr>
              <a:r>
                <a:rPr lang="nl-NL"/>
                <a:t>EFSA dietary reference intakes</a:t>
              </a:r>
            </a:p>
            <a:p>
              <a:pPr marL="742950" lvl="1" indent="-285750">
                <a:lnSpc>
                  <a:spcPct val="150000"/>
                </a:lnSpc>
                <a:buFont typeface="Wingdings" panose="05000000000000000000" pitchFamily="2" charset="2"/>
                <a:buChar char="Ø"/>
              </a:pPr>
              <a:r>
                <a:rPr lang="nl-NL"/>
                <a:t>national dietary reference intakes</a:t>
              </a:r>
            </a:p>
            <a:p>
              <a:pPr marL="742950" lvl="1" indent="-285750">
                <a:lnSpc>
                  <a:spcPct val="150000"/>
                </a:lnSpc>
                <a:buFont typeface="Wingdings" panose="05000000000000000000" pitchFamily="2" charset="2"/>
                <a:buChar char="Ø"/>
              </a:pPr>
              <a:r>
                <a:rPr lang="nl-NL"/>
                <a:t>or what ever you need</a:t>
              </a:r>
            </a:p>
            <a:p>
              <a:pPr marL="342900" indent="-342900">
                <a:lnSpc>
                  <a:spcPct val="150000"/>
                </a:lnSpc>
                <a:buFont typeface="Wingdings" panose="05000000000000000000" pitchFamily="2" charset="2"/>
                <a:buChar char="Ø"/>
              </a:pPr>
              <a:r>
                <a:rPr lang="nl-NL" b="1">
                  <a:solidFill>
                    <a:srgbClr val="FF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age.classes = list (</a:t>
              </a:r>
              <a:br>
                <a:rPr lang="nl-NL" b="1">
                  <a:solidFill>
                    <a:srgbClr val="FF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</a:br>
              <a:r>
                <a:rPr lang="nl-NL" b="1">
                  <a:solidFill>
                    <a:srgbClr val="FF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EFSA = c(0, 6, 18, 30, 79),</a:t>
              </a:r>
              <a:br>
                <a:rPr lang="nl-NL" b="1">
                  <a:solidFill>
                    <a:srgbClr val="FF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</a:br>
              <a:r>
                <a:rPr lang="nl-NL" b="1">
                  <a:solidFill>
                    <a:srgbClr val="FF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NL = c(0, 6, 12, 18, 30, 59, 79))</a:t>
              </a:r>
            </a:p>
            <a:p>
              <a:endParaRPr lang="nl-NL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98FE9E6F-C5BA-4463-3D20-11A4874633BE}"/>
              </a:ext>
            </a:extLst>
          </p:cNvPr>
          <p:cNvGrpSpPr/>
          <p:nvPr/>
        </p:nvGrpSpPr>
        <p:grpSpPr>
          <a:xfrm>
            <a:off x="564022" y="2085174"/>
            <a:ext cx="5003801" cy="4194042"/>
            <a:chOff x="564022" y="2085174"/>
            <a:chExt cx="5003801" cy="4194042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4EA2D1ED-727C-3C9E-A520-3C82691CDABD}"/>
                </a:ext>
              </a:extLst>
            </p:cNvPr>
            <p:cNvSpPr/>
            <p:nvPr/>
          </p:nvSpPr>
          <p:spPr>
            <a:xfrm>
              <a:off x="564022" y="2085174"/>
              <a:ext cx="5003801" cy="4194042"/>
            </a:xfrm>
            <a:prstGeom prst="roundRect">
              <a:avLst/>
            </a:prstGeom>
            <a:noFill/>
            <a:ln w="2540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9E22FD4F-1417-2D95-DC3F-DB92EF71CA2D}"/>
                </a:ext>
              </a:extLst>
            </p:cNvPr>
            <p:cNvSpPr txBox="1"/>
            <p:nvPr/>
          </p:nvSpPr>
          <p:spPr>
            <a:xfrm>
              <a:off x="752475" y="2120288"/>
              <a:ext cx="4572000" cy="40626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nl-NL" sz="2200">
                  <a:highlight>
                    <a:srgbClr val="FFFF00"/>
                  </a:highlight>
                </a:rPr>
                <a:t>f.spade / f.spade3 / f.spade4</a:t>
              </a:r>
            </a:p>
            <a:p>
              <a:pPr marL="285750" indent="-285750">
                <a:lnSpc>
                  <a:spcPct val="150000"/>
                </a:lnSpc>
                <a:buFont typeface="Wingdings" panose="05000000000000000000" pitchFamily="2" charset="2"/>
                <a:buChar char="v"/>
              </a:pPr>
              <a:r>
                <a:rPr lang="nl-NL" sz="2200"/>
                <a:t>only </a:t>
              </a:r>
              <a:r>
                <a:rPr lang="nl-NL" sz="2200" b="1"/>
                <a:t>one vector </a:t>
              </a:r>
              <a:r>
                <a:rPr lang="nl-NL" sz="2200"/>
                <a:t>can be defined</a:t>
              </a:r>
              <a:r>
                <a:rPr lang="nl-NL" sz="2200" b="1"/>
                <a:t> as an age class</a:t>
              </a:r>
            </a:p>
            <a:p>
              <a:pPr>
                <a:lnSpc>
                  <a:spcPct val="150000"/>
                </a:lnSpc>
              </a:pPr>
              <a:endParaRPr lang="nl-NL" sz="2200"/>
            </a:p>
            <a:p>
              <a:pPr>
                <a:lnSpc>
                  <a:spcPct val="150000"/>
                </a:lnSpc>
              </a:pPr>
              <a:br>
                <a:rPr lang="nl-NL" sz="1800">
                  <a:solidFill>
                    <a:srgbClr val="0070C0"/>
                  </a:solidFill>
                </a:rPr>
              </a:br>
              <a:endParaRPr lang="nl-NL" sz="1800">
                <a:solidFill>
                  <a:srgbClr val="0070C0"/>
                </a:solidFill>
              </a:endParaRPr>
            </a:p>
            <a:p>
              <a:pPr marL="285750" indent="-285750">
                <a:lnSpc>
                  <a:spcPct val="150000"/>
                </a:lnSpc>
                <a:buFont typeface="Wingdings" panose="05000000000000000000" pitchFamily="2" charset="2"/>
                <a:buChar char="v"/>
              </a:pPr>
              <a:r>
                <a:rPr lang="nl-NL" b="1">
                  <a:solidFill>
                    <a:srgbClr val="FF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age.classes = c(0, 6, 18, 79)</a:t>
              </a:r>
            </a:p>
            <a:p>
              <a:pPr>
                <a:lnSpc>
                  <a:spcPct val="150000"/>
                </a:lnSpc>
              </a:pPr>
              <a:endParaRPr lang="nl-NL"/>
            </a:p>
            <a:p>
              <a:endParaRPr lang="nl-NL"/>
            </a:p>
          </p:txBody>
        </p:sp>
      </p:grpSp>
    </p:spTree>
    <p:extLst>
      <p:ext uri="{BB962C8B-B14F-4D97-AF65-F5344CB8AC3E}">
        <p14:creationId xmlns:p14="http://schemas.microsoft.com/office/powerpoint/2010/main" val="6522064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0979CD8-415A-B9E3-B544-272956FDAA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nl-NL" sz="2100" b="1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f.spade.subgroups</a:t>
            </a:r>
            <a:r>
              <a:rPr lang="nl-NL" sz="2100" b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br>
              <a:rPr lang="nl-NL" sz="2100" b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nl-NL" sz="2100" b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sz="2100" b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FUN = </a:t>
            </a:r>
            <a:r>
              <a:rPr lang="nl-NL" sz="2100" b="1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f.spade</a:t>
            </a:r>
            <a:r>
              <a:rPr lang="nl-NL" sz="2100" b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br>
              <a:rPr lang="nl-NL" sz="2100" b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nl-NL" sz="2100" b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sz="2100" b="1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frml.ia</a:t>
            </a:r>
            <a:r>
              <a:rPr lang="nl-NL" sz="2100" b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= ca ~ </a:t>
            </a:r>
            <a:r>
              <a:rPr lang="nl-NL" sz="2100" b="1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fp</a:t>
            </a:r>
            <a:r>
              <a:rPr lang="nl-NL" sz="2100" b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nl-NL" sz="2100" b="1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age</a:t>
            </a:r>
            <a:r>
              <a:rPr lang="nl-NL" sz="2100" b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),</a:t>
            </a:r>
            <a:br>
              <a:rPr lang="nl-NL" sz="2100" b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nl-NL" sz="2100" b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sz="2100" b="1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frml.if</a:t>
            </a:r>
            <a:r>
              <a:rPr lang="nl-NL" sz="2100" b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= "</a:t>
            </a:r>
            <a:r>
              <a:rPr lang="nl-NL" sz="2100" b="1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no.if</a:t>
            </a:r>
            <a:r>
              <a:rPr lang="nl-NL" sz="2100" b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",  </a:t>
            </a:r>
            <a:br>
              <a:rPr lang="nl-NL" sz="2100" b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nl-NL" sz="2100" b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data        = </a:t>
            </a:r>
            <a:r>
              <a:rPr lang="nl-NL" sz="2100" b="1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DNFCSmanual</a:t>
            </a:r>
            <a:r>
              <a:rPr lang="nl-NL" sz="2100" b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 </a:t>
            </a:r>
            <a:br>
              <a:rPr lang="nl-NL" sz="2100" b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nl-NL" sz="2100" b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sz="2100" b="1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min.age</a:t>
            </a:r>
            <a:r>
              <a:rPr lang="nl-NL" sz="2100" b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= 1, </a:t>
            </a:r>
            <a:br>
              <a:rPr lang="nl-NL" sz="2100" b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nl-NL" sz="2100" b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sz="2100" b="1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max.age</a:t>
            </a:r>
            <a:r>
              <a:rPr lang="nl-NL" sz="2100" b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= 79, </a:t>
            </a:r>
            <a:br>
              <a:rPr lang="nl-NL" sz="2100" b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nl-NL" sz="2100" b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sz="2100" b="1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sex.label</a:t>
            </a:r>
            <a:r>
              <a:rPr lang="nl-NL" sz="2100" b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= "</a:t>
            </a:r>
            <a:r>
              <a:rPr lang="nl-NL" sz="2100" b="1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both</a:t>
            </a:r>
            <a:r>
              <a:rPr lang="nl-NL" sz="2100" b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", </a:t>
            </a:r>
            <a:br>
              <a:rPr lang="nl-NL" sz="2100" b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nl-NL" sz="2100" b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sz="2100" b="1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groups.frml</a:t>
            </a:r>
            <a:r>
              <a:rPr lang="nl-NL" sz="2100" b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~ </a:t>
            </a:r>
            <a:r>
              <a:rPr lang="nl-NL" sz="2100" b="1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sex</a:t>
            </a:r>
            <a:r>
              <a:rPr lang="nl-NL" sz="2100" b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br>
              <a:rPr lang="nl-NL" sz="2100" b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nl-NL" sz="2100" b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sz="2100" b="1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age.classes</a:t>
            </a:r>
            <a:r>
              <a:rPr lang="nl-NL" sz="21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list (</a:t>
            </a:r>
            <a:br>
              <a:rPr lang="nl-NL" sz="21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nl-NL" sz="21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EFSA = c(0, 6, 18, 30, 79),</a:t>
            </a:r>
            <a:br>
              <a:rPr lang="nl-NL" sz="21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nl-NL" sz="21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NL   = c(0, 6, 12, 18, 30, 59, 79)),</a:t>
            </a:r>
            <a:br>
              <a:rPr lang="nl-NL" sz="2100" b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nl-NL" sz="2100" b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sz="2100" b="1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seed</a:t>
            </a:r>
            <a:r>
              <a:rPr lang="nl-NL" sz="2100" b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= 123456,</a:t>
            </a:r>
            <a:br>
              <a:rPr lang="nl-NL" sz="2100" b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nl-NL" sz="2100" b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…)</a:t>
            </a:r>
          </a:p>
          <a:p>
            <a:pPr marL="0" indent="0">
              <a:buNone/>
            </a:pPr>
            <a:endParaRPr lang="nl-NL"/>
          </a:p>
          <a:p>
            <a:pPr marL="0" indent="0">
              <a:buNone/>
            </a:pPr>
            <a:r>
              <a:rPr lang="nl-NL" err="1"/>
              <a:t>Consequences</a:t>
            </a:r>
            <a:r>
              <a:rPr lang="nl-NL"/>
              <a:t> </a:t>
            </a:r>
            <a:r>
              <a:rPr lang="nl-NL" err="1"/>
              <a:t>for</a:t>
            </a:r>
            <a:r>
              <a:rPr lang="nl-NL"/>
              <a:t> </a:t>
            </a:r>
            <a:r>
              <a:rPr lang="nl-NL" err="1"/>
              <a:t>the</a:t>
            </a:r>
            <a:r>
              <a:rPr lang="nl-NL"/>
              <a:t> output</a:t>
            </a:r>
          </a:p>
          <a:p>
            <a:pPr lvl="1">
              <a:lnSpc>
                <a:spcPct val="120000"/>
              </a:lnSpc>
            </a:pPr>
            <a:r>
              <a:rPr lang="nl-NL" sz="2200" err="1"/>
              <a:t>the</a:t>
            </a:r>
            <a:r>
              <a:rPr lang="nl-NL" sz="2200"/>
              <a:t> output files </a:t>
            </a:r>
            <a:r>
              <a:rPr lang="nl-NL" sz="2200" err="1"/>
              <a:t>for</a:t>
            </a:r>
            <a:r>
              <a:rPr lang="nl-NL" sz="2200"/>
              <a:t> </a:t>
            </a:r>
            <a:r>
              <a:rPr lang="nl-NL" sz="2200" err="1"/>
              <a:t>the</a:t>
            </a:r>
            <a:r>
              <a:rPr lang="nl-NL" sz="2200"/>
              <a:t> analysis </a:t>
            </a:r>
            <a:r>
              <a:rPr lang="nl-NL" sz="2200" err="1"/>
              <a:t>don't</a:t>
            </a:r>
            <a:r>
              <a:rPr lang="nl-NL" sz="2200"/>
              <a:t> change</a:t>
            </a:r>
          </a:p>
          <a:p>
            <a:pPr lvl="2">
              <a:lnSpc>
                <a:spcPct val="120000"/>
              </a:lnSpc>
            </a:pPr>
            <a:r>
              <a:rPr lang="nl-NL"/>
              <a:t>plots       </a:t>
            </a:r>
            <a:r>
              <a:rPr lang="nl-NL" sz="1600">
                <a:solidFill>
                  <a:srgbClr val="0070C0"/>
                </a:solidFill>
              </a:rPr>
              <a:t>original_name_</a:t>
            </a:r>
            <a:r>
              <a:rPr lang="nl-NL" sz="1600" i="1">
                <a:solidFill>
                  <a:srgbClr val="0070C0"/>
                </a:solidFill>
              </a:rPr>
              <a:t>subgroup</a:t>
            </a:r>
            <a:r>
              <a:rPr lang="nl-NL" sz="1600">
                <a:solidFill>
                  <a:srgbClr val="0070C0"/>
                </a:solidFill>
              </a:rPr>
              <a:t>.pdf</a:t>
            </a:r>
          </a:p>
          <a:p>
            <a:pPr lvl="2">
              <a:lnSpc>
                <a:spcPct val="120000"/>
              </a:lnSpc>
            </a:pPr>
            <a:r>
              <a:rPr lang="nl-NL" err="1"/>
              <a:t>logbooks</a:t>
            </a:r>
            <a:r>
              <a:rPr lang="nl-NL"/>
              <a:t> </a:t>
            </a:r>
            <a:r>
              <a:rPr lang="nl-NL" sz="1600">
                <a:solidFill>
                  <a:srgbClr val="0070C0"/>
                </a:solidFill>
              </a:rPr>
              <a:t>original_name__logbook.txt</a:t>
            </a:r>
          </a:p>
          <a:p>
            <a:pPr marL="943200" lvl="3" indent="0">
              <a:lnSpc>
                <a:spcPct val="120000"/>
              </a:lnSpc>
              <a:buNone/>
            </a:pPr>
            <a:r>
              <a:rPr lang="nl-NL" sz="1600">
                <a:solidFill>
                  <a:srgbClr val="0070C0"/>
                </a:solidFill>
              </a:rPr>
              <a:t>	original_name__details.txt</a:t>
            </a:r>
          </a:p>
          <a:p>
            <a:pPr lvl="1">
              <a:lnSpc>
                <a:spcPct val="120000"/>
              </a:lnSpc>
            </a:pPr>
            <a:r>
              <a:rPr lang="nl-NL" sz="2200"/>
              <a:t>For </a:t>
            </a:r>
            <a:r>
              <a:rPr lang="nl-NL" sz="2200" err="1"/>
              <a:t>each</a:t>
            </a:r>
            <a:r>
              <a:rPr lang="nl-NL" sz="2200"/>
              <a:t> </a:t>
            </a:r>
            <a:r>
              <a:rPr lang="nl-NL" sz="2200" err="1"/>
              <a:t>age</a:t>
            </a:r>
            <a:r>
              <a:rPr lang="nl-NL" sz="2200"/>
              <a:t> class </a:t>
            </a:r>
            <a:r>
              <a:rPr lang="nl-NL" sz="2200" err="1"/>
              <a:t>there</a:t>
            </a:r>
            <a:r>
              <a:rPr lang="nl-NL" sz="2200"/>
              <a:t> is </a:t>
            </a:r>
            <a:r>
              <a:rPr lang="nl-NL" sz="2200" err="1"/>
              <a:t>one</a:t>
            </a:r>
            <a:r>
              <a:rPr lang="nl-NL" sz="2200"/>
              <a:t> Excel output file, </a:t>
            </a:r>
            <a:r>
              <a:rPr lang="nl-NL" sz="2200" err="1"/>
              <a:t>with</a:t>
            </a:r>
            <a:r>
              <a:rPr lang="nl-NL" sz="2200"/>
              <a:t> </a:t>
            </a:r>
            <a:r>
              <a:rPr lang="nl-NL" sz="2200" err="1"/>
              <a:t>the</a:t>
            </a:r>
            <a:r>
              <a:rPr lang="nl-NL" sz="2200"/>
              <a:t> </a:t>
            </a:r>
            <a:r>
              <a:rPr lang="nl-NL" sz="2200" err="1"/>
              <a:t>original</a:t>
            </a:r>
            <a:r>
              <a:rPr lang="nl-NL" sz="2200"/>
              <a:t> output name </a:t>
            </a:r>
            <a:r>
              <a:rPr lang="nl-NL" sz="2200" err="1"/>
              <a:t>extended</a:t>
            </a:r>
            <a:r>
              <a:rPr lang="nl-NL" sz="2200"/>
              <a:t>:</a:t>
            </a:r>
          </a:p>
          <a:p>
            <a:pPr lvl="2">
              <a:lnSpc>
                <a:spcPct val="120000"/>
              </a:lnSpc>
            </a:pPr>
            <a:r>
              <a:rPr lang="nl-NL" sz="1600">
                <a:solidFill>
                  <a:srgbClr val="0070C0"/>
                </a:solidFill>
              </a:rPr>
              <a:t>original_name_</a:t>
            </a:r>
            <a:r>
              <a:rPr lang="nl-NL" sz="1600" b="1">
                <a:solidFill>
                  <a:srgbClr val="0070C0"/>
                </a:solidFill>
              </a:rPr>
              <a:t>EFSA</a:t>
            </a:r>
            <a:r>
              <a:rPr lang="nl-NL" sz="1600">
                <a:solidFill>
                  <a:srgbClr val="0070C0"/>
                </a:solidFill>
              </a:rPr>
              <a:t>.xlsx</a:t>
            </a:r>
          </a:p>
          <a:p>
            <a:pPr lvl="2">
              <a:lnSpc>
                <a:spcPct val="120000"/>
              </a:lnSpc>
            </a:pPr>
            <a:r>
              <a:rPr lang="nl-NL" sz="1600">
                <a:solidFill>
                  <a:srgbClr val="0070C0"/>
                </a:solidFill>
              </a:rPr>
              <a:t>original_name_</a:t>
            </a:r>
            <a:r>
              <a:rPr lang="nl-NL" sz="1600" b="1">
                <a:solidFill>
                  <a:srgbClr val="0070C0"/>
                </a:solidFill>
              </a:rPr>
              <a:t>NL</a:t>
            </a:r>
            <a:r>
              <a:rPr lang="nl-NL" sz="1600">
                <a:solidFill>
                  <a:srgbClr val="0070C0"/>
                </a:solidFill>
              </a:rPr>
              <a:t>.xlsx</a:t>
            </a:r>
          </a:p>
          <a:p>
            <a:pPr lvl="1">
              <a:lnSpc>
                <a:spcPct val="120000"/>
              </a:lnSpc>
            </a:pPr>
            <a:r>
              <a:rPr lang="nl-NL" sz="1800" err="1">
                <a:solidFill>
                  <a:srgbClr val="0070C0"/>
                </a:solidFill>
              </a:rPr>
              <a:t>original_name</a:t>
            </a:r>
            <a:r>
              <a:rPr lang="nl-NL" sz="1800">
                <a:solidFill>
                  <a:srgbClr val="0070C0"/>
                </a:solidFill>
              </a:rPr>
              <a:t> = </a:t>
            </a:r>
            <a:r>
              <a:rPr lang="nl-NL" sz="1800" err="1">
                <a:solidFill>
                  <a:srgbClr val="0070C0"/>
                </a:solidFill>
              </a:rPr>
              <a:t>spadeSUB_BNFCS_ca_sex_only</a:t>
            </a:r>
            <a:endParaRPr lang="nl-NL" sz="1800">
              <a:solidFill>
                <a:srgbClr val="0070C0"/>
              </a:solidFill>
            </a:endParaRPr>
          </a:p>
          <a:p>
            <a:pPr marL="630000" lvl="2" indent="0">
              <a:buNone/>
            </a:pPr>
            <a:r>
              <a:rPr lang="nl-NL"/>
              <a:t>(</a:t>
            </a:r>
            <a:r>
              <a:rPr lang="nl-NL" i="1" err="1"/>
              <a:t>automatically</a:t>
            </a:r>
            <a:r>
              <a:rPr lang="nl-NL" i="1"/>
              <a:t> </a:t>
            </a:r>
            <a:r>
              <a:rPr lang="nl-NL" i="1" err="1"/>
              <a:t>generated</a:t>
            </a:r>
            <a:r>
              <a:rPr lang="nl-NL" i="1"/>
              <a:t> </a:t>
            </a:r>
            <a:r>
              <a:rPr lang="nl-NL" i="1" err="1"/>
              <a:t>if</a:t>
            </a:r>
            <a:r>
              <a:rPr lang="nl-NL" i="1"/>
              <a:t> </a:t>
            </a:r>
            <a:r>
              <a:rPr lang="nl-NL" b="1" i="1">
                <a:solidFill>
                  <a:srgbClr val="007BC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output.name = NULL</a:t>
            </a:r>
            <a:r>
              <a:rPr lang="nl-NL" i="1"/>
              <a:t>)</a:t>
            </a:r>
            <a:endParaRPr lang="nl-NL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678BE2B-8FB1-8DEA-2C42-99425942F1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Differences for argument </a:t>
            </a:r>
            <a:r>
              <a:rPr lang="nl-NL">
                <a:solidFill>
                  <a:srgbClr val="FF0000"/>
                </a:solidFill>
              </a:rPr>
              <a:t>age.classes</a:t>
            </a:r>
            <a:r>
              <a:rPr lang="nl-NL"/>
              <a:t>        2/2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8ABDA2-1D4E-9981-10C0-3F2983F426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195CBA-4E81-B42E-678E-621D1BEB0D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SPADE course – f.spade.subgroups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354484-B4FB-25FD-F256-7F1BCA2F3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8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415248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B4378C9-803B-0B2F-97E7-09FCC1480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448198"/>
            <a:ext cx="10923588" cy="948047"/>
          </a:xfrm>
        </p:spPr>
        <p:txBody>
          <a:bodyPr/>
          <a:lstStyle/>
          <a:p>
            <a:r>
              <a:rPr lang="nl-NL"/>
              <a:t>Differences for the </a:t>
            </a:r>
            <a:r>
              <a:rPr lang="nl-NL">
                <a:solidFill>
                  <a:srgbClr val="FF0000"/>
                </a:solidFill>
              </a:rPr>
              <a:t>DRI arguments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3D0572-80B8-0CC9-FB11-C3C63B3483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8DF8AB-B50C-82A8-ED53-E85BD5CB4C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SPADE course – f.spade.subgroups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188AA0-F69C-F84E-A5C3-4416E15EC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9</a:t>
            </a:fld>
            <a:endParaRPr lang="nl-NL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44BF4F7-CD32-0639-1395-7A371F082F8A}"/>
              </a:ext>
            </a:extLst>
          </p:cNvPr>
          <p:cNvGrpSpPr/>
          <p:nvPr/>
        </p:nvGrpSpPr>
        <p:grpSpPr>
          <a:xfrm>
            <a:off x="762000" y="1666875"/>
            <a:ext cx="5334000" cy="3943350"/>
            <a:chOff x="762000" y="2190750"/>
            <a:chExt cx="5334000" cy="3943350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6C75201-6693-C3B5-4C9D-E1501EFEC72D}"/>
                </a:ext>
              </a:extLst>
            </p:cNvPr>
            <p:cNvSpPr txBox="1"/>
            <p:nvPr/>
          </p:nvSpPr>
          <p:spPr>
            <a:xfrm>
              <a:off x="847725" y="2284941"/>
              <a:ext cx="5105400" cy="373435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nl-NL">
                  <a:highlight>
                    <a:srgbClr val="FFFF00"/>
                  </a:highlight>
                </a:rPr>
                <a:t>f.spade / f.spade3 / f.spade4</a:t>
              </a:r>
            </a:p>
            <a:p>
              <a:pPr marL="285750" indent="-285750">
                <a:lnSpc>
                  <a:spcPts val="2160"/>
                </a:lnSpc>
                <a:spcAft>
                  <a:spcPts val="600"/>
                </a:spcAft>
                <a:buFont typeface="Wingdings" panose="05000000000000000000" pitchFamily="2" charset="2"/>
                <a:buChar char="v"/>
                <a:tabLst>
                  <a:tab pos="1971675" algn="l"/>
                </a:tabLst>
              </a:pPr>
              <a:r>
                <a:rPr lang="nl-NL"/>
                <a:t>Argument for the </a:t>
              </a:r>
              <a:r>
                <a:rPr lang="nl-NL" b="1"/>
                <a:t>EAR</a:t>
              </a:r>
              <a:r>
                <a:rPr lang="nl-NL"/>
                <a:t> (men </a:t>
              </a:r>
              <a:r>
                <a:rPr lang="nl-NL" i="1"/>
                <a:t>or</a:t>
              </a:r>
              <a:r>
                <a:rPr lang="nl-NL"/>
                <a:t> women)</a:t>
              </a:r>
              <a:br>
                <a:rPr lang="nl-NL"/>
              </a:br>
              <a:r>
                <a:rPr lang="nl-NL" b="1">
                  <a:solidFill>
                    <a:srgbClr val="01689B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EAR.names - 	</a:t>
              </a:r>
              <a:r>
                <a:rPr lang="nl-NL" i="1"/>
                <a:t>two</a:t>
              </a:r>
              <a:r>
                <a:rPr lang="nl-NL"/>
                <a:t> names of data  	frames are allowed</a:t>
              </a:r>
            </a:p>
            <a:p>
              <a:pPr marL="285750" indent="-285750">
                <a:lnSpc>
                  <a:spcPts val="2160"/>
                </a:lnSpc>
                <a:spcAft>
                  <a:spcPts val="600"/>
                </a:spcAft>
                <a:buFont typeface="Wingdings" panose="05000000000000000000" pitchFamily="2" charset="2"/>
                <a:buChar char="v"/>
                <a:tabLst>
                  <a:tab pos="1971675" algn="l"/>
                </a:tabLst>
              </a:pPr>
              <a:r>
                <a:rPr lang="nl-NL"/>
                <a:t>Argument for the </a:t>
              </a:r>
              <a:r>
                <a:rPr lang="nl-NL" b="1"/>
                <a:t>AI</a:t>
              </a:r>
              <a:r>
                <a:rPr lang="nl-NL"/>
                <a:t> (men </a:t>
              </a:r>
              <a:r>
                <a:rPr lang="nl-NL" i="1"/>
                <a:t>or</a:t>
              </a:r>
              <a:r>
                <a:rPr lang="nl-NL"/>
                <a:t> women)</a:t>
              </a:r>
              <a:br>
                <a:rPr lang="nl-NL"/>
              </a:br>
              <a:r>
                <a:rPr lang="nl-NL" b="1">
                  <a:solidFill>
                    <a:srgbClr val="01689B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AI.names -	</a:t>
              </a:r>
              <a:r>
                <a:rPr lang="nl-NL" i="1"/>
                <a:t>one</a:t>
              </a:r>
              <a:r>
                <a:rPr lang="nl-NL"/>
                <a:t> name allowed</a:t>
              </a:r>
            </a:p>
            <a:p>
              <a:pPr marL="285750" indent="-285750">
                <a:lnSpc>
                  <a:spcPts val="2160"/>
                </a:lnSpc>
                <a:spcAft>
                  <a:spcPts val="600"/>
                </a:spcAft>
                <a:buFont typeface="Wingdings" panose="05000000000000000000" pitchFamily="2" charset="2"/>
                <a:buChar char="v"/>
                <a:tabLst>
                  <a:tab pos="1971675" algn="l"/>
                </a:tabLst>
              </a:pPr>
              <a:r>
                <a:rPr lang="nl-NL"/>
                <a:t>Argument for the </a:t>
              </a:r>
              <a:r>
                <a:rPr lang="nl-NL" b="1"/>
                <a:t>UL</a:t>
              </a:r>
              <a:r>
                <a:rPr lang="nl-NL"/>
                <a:t> (men </a:t>
              </a:r>
              <a:r>
                <a:rPr lang="nl-NL" i="1"/>
                <a:t>or</a:t>
              </a:r>
              <a:r>
                <a:rPr lang="nl-NL"/>
                <a:t> women)</a:t>
              </a:r>
              <a:br>
                <a:rPr lang="nl-NL"/>
              </a:br>
              <a:r>
                <a:rPr lang="nl-NL" b="1">
                  <a:solidFill>
                    <a:srgbClr val="01689B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UL.names - 	</a:t>
              </a:r>
              <a:r>
                <a:rPr lang="nl-NL" i="1"/>
                <a:t>two</a:t>
              </a:r>
              <a:r>
                <a:rPr lang="nl-NL"/>
                <a:t> names of data 	frames are allowed</a:t>
              </a:r>
            </a:p>
            <a:p>
              <a:pPr marL="285750" indent="-285750">
                <a:buFont typeface="Wingdings" panose="05000000000000000000" pitchFamily="2" charset="2"/>
                <a:buChar char="v"/>
                <a:tabLst>
                  <a:tab pos="1971675" algn="l"/>
                </a:tabLst>
              </a:pPr>
              <a:r>
                <a:rPr lang="nl-NL" sz="1600" b="1">
                  <a:latin typeface="Courier New" panose="02070309020205020404" pitchFamily="49" charset="0"/>
                  <a:cs typeface="Courier New" panose="02070309020205020404" pitchFamily="49" charset="0"/>
                </a:rPr>
                <a:t>Example</a:t>
              </a:r>
              <a:br>
                <a:rPr lang="nl-NL" sz="1600" b="1">
                  <a:latin typeface="Courier New" panose="02070309020205020404" pitchFamily="49" charset="0"/>
                  <a:cs typeface="Courier New" panose="02070309020205020404" pitchFamily="49" charset="0"/>
                </a:rPr>
              </a:br>
              <a:r>
                <a:rPr lang="nl-NL" sz="1600" b="1">
                  <a:solidFill>
                    <a:srgbClr val="01689B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AI.names = c("EFSA_AI_m", "NL_AI_m")</a:t>
              </a:r>
              <a:br>
                <a:rPr lang="nl-NL" sz="1600" b="1">
                  <a:solidFill>
                    <a:srgbClr val="01689B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</a:br>
              <a:r>
                <a:rPr lang="nl-NL" sz="1600" b="1">
                  <a:solidFill>
                    <a:srgbClr val="01689B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UL.names = c("EFSA_UL_m", "NL_UL_m")</a:t>
              </a:r>
            </a:p>
          </p:txBody>
        </p: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B03CCCFA-ADCA-F583-EBFF-494C8B571A77}"/>
                </a:ext>
              </a:extLst>
            </p:cNvPr>
            <p:cNvSpPr/>
            <p:nvPr/>
          </p:nvSpPr>
          <p:spPr>
            <a:xfrm>
              <a:off x="762000" y="2190750"/>
              <a:ext cx="5334000" cy="3943350"/>
            </a:xfrm>
            <a:prstGeom prst="roundRect">
              <a:avLst/>
            </a:prstGeom>
            <a:noFill/>
            <a:ln w="25400">
              <a:solidFill>
                <a:srgbClr val="01689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F6DCCEE-1C02-1837-C7BD-8D26EC523263}"/>
              </a:ext>
            </a:extLst>
          </p:cNvPr>
          <p:cNvGrpSpPr/>
          <p:nvPr/>
        </p:nvGrpSpPr>
        <p:grpSpPr>
          <a:xfrm>
            <a:off x="6181725" y="1666875"/>
            <a:ext cx="5800725" cy="3943350"/>
            <a:chOff x="6181725" y="2190750"/>
            <a:chExt cx="5800725" cy="3943350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27DBECA-B15E-9EF5-6B34-B33FEC105F76}"/>
                </a:ext>
              </a:extLst>
            </p:cNvPr>
            <p:cNvSpPr txBox="1"/>
            <p:nvPr/>
          </p:nvSpPr>
          <p:spPr>
            <a:xfrm>
              <a:off x="6238877" y="2284941"/>
              <a:ext cx="5743573" cy="360098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nl-NL">
                  <a:highlight>
                    <a:srgbClr val="00FF00"/>
                  </a:highlight>
                </a:rPr>
                <a:t>f.spade.subgroups</a:t>
              </a:r>
            </a:p>
            <a:p>
              <a:pPr marL="285750" indent="-285750">
                <a:spcAft>
                  <a:spcPts val="600"/>
                </a:spcAft>
                <a:buFont typeface="Wingdings" panose="05000000000000000000" pitchFamily="2" charset="2"/>
                <a:buChar char="Ø"/>
              </a:pPr>
              <a:r>
                <a:rPr lang="nl-NL"/>
                <a:t>Instead of 3 </a:t>
              </a:r>
              <a:r>
                <a:rPr lang="nl-NL">
                  <a:sym typeface="Wingdings" panose="05000000000000000000" pitchFamily="2" charset="2"/>
                </a:rPr>
                <a:t></a:t>
              </a:r>
              <a:r>
                <a:rPr lang="nl-NL"/>
                <a:t> 6 arguments</a:t>
              </a:r>
            </a:p>
            <a:p>
              <a:pPr marL="285750" indent="-285750">
                <a:buFont typeface="Wingdings" panose="05000000000000000000" pitchFamily="2" charset="2"/>
                <a:buChar char="Ø"/>
              </a:pPr>
              <a:r>
                <a:rPr lang="nl-NL"/>
                <a:t>Instead of vector of names </a:t>
              </a:r>
              <a:r>
                <a:rPr lang="nl-NL">
                  <a:sym typeface="Wingdings" panose="05000000000000000000" pitchFamily="2" charset="2"/>
                </a:rPr>
                <a:t> </a:t>
              </a:r>
              <a:br>
                <a:rPr lang="nl-NL">
                  <a:sym typeface="Wingdings" panose="05000000000000000000" pitchFamily="2" charset="2"/>
                </a:rPr>
              </a:br>
              <a:r>
                <a:rPr lang="nl-NL">
                  <a:sym typeface="Wingdings" panose="05000000000000000000" pitchFamily="2" charset="2"/>
                </a:rPr>
                <a:t>named </a:t>
              </a:r>
              <a:r>
                <a:rPr lang="nl-NL" b="1">
                  <a:sym typeface="Wingdings" panose="05000000000000000000" pitchFamily="2" charset="2"/>
                </a:rPr>
                <a:t>list of data sets</a:t>
              </a:r>
            </a:p>
            <a:p>
              <a:pPr marL="285750" indent="-285750">
                <a:lnSpc>
                  <a:spcPct val="150000"/>
                </a:lnSpc>
                <a:buFont typeface="Wingdings" panose="05000000000000000000" pitchFamily="2" charset="2"/>
                <a:buChar char="Ø"/>
              </a:pPr>
              <a:r>
                <a:rPr lang="nl-NL">
                  <a:sym typeface="Wingdings" panose="05000000000000000000" pitchFamily="2" charset="2"/>
                </a:rPr>
                <a:t>The 6 arguments are</a:t>
              </a:r>
            </a:p>
            <a:p>
              <a:pPr>
                <a:spcAft>
                  <a:spcPts val="600"/>
                </a:spcAft>
              </a:pPr>
              <a:r>
                <a:rPr lang="nl-NL" b="1">
                  <a:solidFill>
                    <a:srgbClr val="01689B"/>
                  </a:solidFill>
                  <a:latin typeface="Courier New" panose="02070309020205020404" pitchFamily="49" charset="0"/>
                  <a:cs typeface="Courier New" panose="02070309020205020404" pitchFamily="49" charset="0"/>
                  <a:sym typeface="Wingdings" panose="05000000000000000000" pitchFamily="2" charset="2"/>
                </a:rPr>
                <a:t>  EAR.men   / AI.men   / UL.men</a:t>
              </a:r>
              <a:br>
                <a:rPr lang="nl-NL" b="1">
                  <a:solidFill>
                    <a:srgbClr val="01689B"/>
                  </a:solidFill>
                  <a:latin typeface="Courier New" panose="02070309020205020404" pitchFamily="49" charset="0"/>
                  <a:cs typeface="Courier New" panose="02070309020205020404" pitchFamily="49" charset="0"/>
                  <a:sym typeface="Wingdings" panose="05000000000000000000" pitchFamily="2" charset="2"/>
                </a:rPr>
              </a:br>
              <a:r>
                <a:rPr lang="nl-NL" b="1">
                  <a:solidFill>
                    <a:srgbClr val="01689B"/>
                  </a:solidFill>
                  <a:latin typeface="Courier New" panose="02070309020205020404" pitchFamily="49" charset="0"/>
                  <a:cs typeface="Courier New" panose="02070309020205020404" pitchFamily="49" charset="0"/>
                  <a:sym typeface="Wingdings" panose="05000000000000000000" pitchFamily="2" charset="2"/>
                </a:rPr>
                <a:t>  EAR.women / AI.women / UL.women</a:t>
              </a:r>
            </a:p>
            <a:p>
              <a:pPr marL="285750" indent="-285750">
                <a:buFont typeface="Wingdings" panose="05000000000000000000" pitchFamily="2" charset="2"/>
                <a:buChar char="Ø"/>
              </a:pPr>
              <a:r>
                <a:rPr lang="nl-NL" b="1">
                  <a:latin typeface="Courier New" panose="02070309020205020404" pitchFamily="49" charset="0"/>
                  <a:cs typeface="Courier New" panose="02070309020205020404" pitchFamily="49" charset="0"/>
                  <a:sym typeface="Wingdings" panose="05000000000000000000" pitchFamily="2" charset="2"/>
                </a:rPr>
                <a:t>Example</a:t>
              </a:r>
              <a:br>
                <a:rPr lang="nl-NL" b="1">
                  <a:latin typeface="Courier New" panose="02070309020205020404" pitchFamily="49" charset="0"/>
                  <a:cs typeface="Courier New" panose="02070309020205020404" pitchFamily="49" charset="0"/>
                  <a:sym typeface="Wingdings" panose="05000000000000000000" pitchFamily="2" charset="2"/>
                </a:rPr>
              </a:br>
              <a:r>
                <a:rPr lang="nl-NL" sz="1400" b="1">
                  <a:solidFill>
                    <a:srgbClr val="01689B"/>
                  </a:solidFill>
                  <a:latin typeface="Courier New" panose="02070309020205020404" pitchFamily="49" charset="0"/>
                  <a:cs typeface="Courier New" panose="02070309020205020404" pitchFamily="49" charset="0"/>
                  <a:sym typeface="Wingdings" panose="05000000000000000000" pitchFamily="2" charset="2"/>
                </a:rPr>
                <a:t>AI.men   = list(EFSA = EFSA_AI_m,  NL = NL_AI_m)</a:t>
              </a:r>
              <a:br>
                <a:rPr lang="nl-NL" sz="1400" b="1">
                  <a:solidFill>
                    <a:srgbClr val="01689B"/>
                  </a:solidFill>
                  <a:latin typeface="Courier New" panose="02070309020205020404" pitchFamily="49" charset="0"/>
                  <a:cs typeface="Courier New" panose="02070309020205020404" pitchFamily="49" charset="0"/>
                  <a:sym typeface="Wingdings" panose="05000000000000000000" pitchFamily="2" charset="2"/>
                </a:rPr>
              </a:br>
              <a:r>
                <a:rPr lang="nl-NL" sz="1400" b="1">
                  <a:solidFill>
                    <a:srgbClr val="01689B"/>
                  </a:solidFill>
                  <a:latin typeface="Courier New" panose="02070309020205020404" pitchFamily="49" charset="0"/>
                  <a:cs typeface="Courier New" panose="02070309020205020404" pitchFamily="49" charset="0"/>
                  <a:sym typeface="Wingdings" panose="05000000000000000000" pitchFamily="2" charset="2"/>
                </a:rPr>
                <a:t>AI.women = list(EFSA = EFSA_AI_f,  NL = NL_AI_f)</a:t>
              </a:r>
              <a:br>
                <a:rPr lang="nl-NL" sz="1400" b="1">
                  <a:latin typeface="Courier New" panose="02070309020205020404" pitchFamily="49" charset="0"/>
                  <a:cs typeface="Courier New" panose="02070309020205020404" pitchFamily="49" charset="0"/>
                  <a:sym typeface="Wingdings" panose="05000000000000000000" pitchFamily="2" charset="2"/>
                </a:rPr>
              </a:br>
              <a:r>
                <a:rPr lang="nl-NL" sz="1400" b="1">
                  <a:solidFill>
                    <a:srgbClr val="01689B"/>
                  </a:solidFill>
                  <a:latin typeface="Courier New" panose="02070309020205020404" pitchFamily="49" charset="0"/>
                  <a:cs typeface="Courier New" panose="02070309020205020404" pitchFamily="49" charset="0"/>
                  <a:sym typeface="Wingdings" panose="05000000000000000000" pitchFamily="2" charset="2"/>
                </a:rPr>
                <a:t>UL.men   = list(EFSA = EFSA_UL_m,  NL = NL_UL_m)</a:t>
              </a:r>
              <a:br>
                <a:rPr lang="nl-NL" sz="1400" b="1">
                  <a:solidFill>
                    <a:srgbClr val="01689B"/>
                  </a:solidFill>
                  <a:latin typeface="Courier New" panose="02070309020205020404" pitchFamily="49" charset="0"/>
                  <a:cs typeface="Courier New" panose="02070309020205020404" pitchFamily="49" charset="0"/>
                  <a:sym typeface="Wingdings" panose="05000000000000000000" pitchFamily="2" charset="2"/>
                </a:rPr>
              </a:br>
              <a:r>
                <a:rPr lang="nl-NL" sz="1400" b="1">
                  <a:solidFill>
                    <a:srgbClr val="01689B"/>
                  </a:solidFill>
                  <a:latin typeface="Courier New" panose="02070309020205020404" pitchFamily="49" charset="0"/>
                  <a:cs typeface="Courier New" panose="02070309020205020404" pitchFamily="49" charset="0"/>
                  <a:sym typeface="Wingdings" panose="05000000000000000000" pitchFamily="2" charset="2"/>
                </a:rPr>
                <a:t>UL.women = list(EFSA = EFSA_UL_f,  NL = NL_UL_f)</a:t>
              </a:r>
              <a:endParaRPr lang="nl-NL" sz="1400"/>
            </a:p>
          </p:txBody>
        </p: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53FBC506-6EA9-9780-5E52-A461D4108B45}"/>
                </a:ext>
              </a:extLst>
            </p:cNvPr>
            <p:cNvSpPr/>
            <p:nvPr/>
          </p:nvSpPr>
          <p:spPr>
            <a:xfrm>
              <a:off x="6181725" y="2190750"/>
              <a:ext cx="5800725" cy="3943350"/>
            </a:xfrm>
            <a:prstGeom prst="roundRect">
              <a:avLst/>
            </a:prstGeom>
            <a:noFill/>
            <a:ln w="25400">
              <a:solidFill>
                <a:srgbClr val="01689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49441663-4945-FD60-D1DA-A001558EDD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8044498"/>
              </p:ext>
            </p:extLst>
          </p:nvPr>
        </p:nvGraphicFramePr>
        <p:xfrm>
          <a:off x="3054350" y="5753502"/>
          <a:ext cx="8928100" cy="46672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25500">
                  <a:extLst>
                    <a:ext uri="{9D8B030D-6E8A-4147-A177-3AD203B41FA5}">
                      <a16:colId xmlns:a16="http://schemas.microsoft.com/office/drawing/2014/main" val="347289332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366785942"/>
                    </a:ext>
                  </a:extLst>
                </a:gridCol>
                <a:gridCol w="635000">
                  <a:extLst>
                    <a:ext uri="{9D8B030D-6E8A-4147-A177-3AD203B41FA5}">
                      <a16:colId xmlns:a16="http://schemas.microsoft.com/office/drawing/2014/main" val="3692223317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3907111258"/>
                    </a:ext>
                  </a:extLst>
                </a:gridCol>
                <a:gridCol w="863600">
                  <a:extLst>
                    <a:ext uri="{9D8B030D-6E8A-4147-A177-3AD203B41FA5}">
                      <a16:colId xmlns:a16="http://schemas.microsoft.com/office/drawing/2014/main" val="1455228494"/>
                    </a:ext>
                  </a:extLst>
                </a:gridCol>
                <a:gridCol w="2197100">
                  <a:extLst>
                    <a:ext uri="{9D8B030D-6E8A-4147-A177-3AD203B41FA5}">
                      <a16:colId xmlns:a16="http://schemas.microsoft.com/office/drawing/2014/main" val="2260605212"/>
                    </a:ext>
                  </a:extLst>
                </a:gridCol>
                <a:gridCol w="635000">
                  <a:extLst>
                    <a:ext uri="{9D8B030D-6E8A-4147-A177-3AD203B41FA5}">
                      <a16:colId xmlns:a16="http://schemas.microsoft.com/office/drawing/2014/main" val="3875396916"/>
                    </a:ext>
                  </a:extLst>
                </a:gridCol>
                <a:gridCol w="1955800">
                  <a:extLst>
                    <a:ext uri="{9D8B030D-6E8A-4147-A177-3AD203B41FA5}">
                      <a16:colId xmlns:a16="http://schemas.microsoft.com/office/drawing/2014/main" val="2734345634"/>
                    </a:ext>
                  </a:extLst>
                </a:gridCol>
              </a:tblGrid>
              <a:tr h="238125">
                <a:tc>
                  <a:txBody>
                    <a:bodyPr/>
                    <a:lstStyle/>
                    <a:p>
                      <a:pPr algn="l" fontAlgn="b"/>
                      <a:r>
                        <a:rPr lang="nl-NL" sz="1400" b="1" u="none" strike="noStrike">
                          <a:effectLst/>
                        </a:rPr>
                        <a:t>EFSA.AI</a:t>
                      </a:r>
                      <a:endParaRPr lang="nl-NL" sz="1400" b="1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nl-NL" sz="1400" u="none" strike="noStrike">
                          <a:effectLst/>
                        </a:rPr>
                        <a:t>EFSA.AI.p</a:t>
                      </a:r>
                      <a:endParaRPr lang="nl-NL" sz="14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nl-NL" sz="1400" b="1" u="none" strike="noStrike">
                          <a:effectLst/>
                        </a:rPr>
                        <a:t>NL.AI</a:t>
                      </a:r>
                      <a:endParaRPr lang="nl-NL" sz="1400" b="1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nl-NL" sz="1400" u="none" strike="noStrike">
                          <a:effectLst/>
                        </a:rPr>
                        <a:t>NL.AI.p</a:t>
                      </a:r>
                      <a:endParaRPr lang="nl-NL" sz="14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nl-NL" sz="1400" b="1" u="none" strike="noStrike">
                          <a:effectLst/>
                        </a:rPr>
                        <a:t>EFSA</a:t>
                      </a:r>
                      <a:r>
                        <a:rPr lang="nl-NL" sz="1400" u="none" strike="noStrike">
                          <a:effectLst/>
                        </a:rPr>
                        <a:t>.UL</a:t>
                      </a:r>
                      <a:endParaRPr lang="nl-NL" sz="14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nl-NL" sz="1400" u="none" strike="noStrike">
                          <a:effectLst/>
                        </a:rPr>
                        <a:t>EFSA.UL.p</a:t>
                      </a:r>
                      <a:endParaRPr lang="nl-NL" sz="14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nl-NL" sz="1400" b="1" u="none" strike="noStrike">
                          <a:effectLst/>
                        </a:rPr>
                        <a:t>NL.UL</a:t>
                      </a:r>
                      <a:endParaRPr lang="nl-NL" sz="1400" b="1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nl-NL" sz="1400" u="none" strike="noStrike">
                          <a:effectLst/>
                        </a:rPr>
                        <a:t>NL.UL.p</a:t>
                      </a:r>
                      <a:endParaRPr lang="nl-NL" sz="14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00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2827779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 fontAlgn="b"/>
                      <a:r>
                        <a:rPr lang="nl-NL" sz="1400" u="none" strike="noStrike">
                          <a:effectLst/>
                        </a:rPr>
                        <a:t>norm</a:t>
                      </a:r>
                      <a:endParaRPr lang="nl-NL" sz="14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nl-NL" sz="1400" u="none" strike="noStrike">
                          <a:effectLst/>
                        </a:rPr>
                        <a:t>0 / 1</a:t>
                      </a:r>
                      <a:endParaRPr lang="nl-NL" sz="14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nl-NL" sz="1400" u="none" strike="noStrike">
                          <a:effectLst/>
                        </a:rPr>
                        <a:t>norm </a:t>
                      </a:r>
                      <a:endParaRPr lang="nl-NL" sz="14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nl-NL" sz="1400" u="none" strike="noStrike">
                          <a:effectLst/>
                        </a:rPr>
                        <a:t>0 / 1</a:t>
                      </a:r>
                      <a:endParaRPr lang="nl-NL" sz="14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nl-NL" sz="1400" u="none" strike="noStrike">
                          <a:effectLst/>
                        </a:rPr>
                        <a:t>norm</a:t>
                      </a:r>
                      <a:endParaRPr lang="nl-NL" sz="14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nl-NL" sz="1400" u="none" strike="noStrike">
                          <a:effectLst/>
                        </a:rPr>
                        <a:t>percentage &gt; EFSA UL</a:t>
                      </a:r>
                      <a:endParaRPr lang="nl-NL" sz="14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nl-NL" sz="1400" u="none" strike="noStrike">
                          <a:effectLst/>
                        </a:rPr>
                        <a:t>norm </a:t>
                      </a:r>
                      <a:endParaRPr lang="nl-NL" sz="14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nl-NL" sz="1400" u="none" strike="noStrike">
                          <a:effectLst/>
                        </a:rPr>
                        <a:t>percentage &gt; NL UL</a:t>
                      </a:r>
                      <a:endParaRPr lang="nl-NL" sz="14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00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23324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990970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1D344C2-CC27-410A-DE25-EDE91FEAEC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206" y="314512"/>
            <a:ext cx="10923588" cy="948047"/>
          </a:xfrm>
        </p:spPr>
        <p:txBody>
          <a:bodyPr/>
          <a:lstStyle/>
          <a:p>
            <a:r>
              <a:rPr lang="nl-NL"/>
              <a:t>Example f.spade.subgroups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3E87DA-0594-A125-6CAD-91AAAB377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822AE-13AB-45DC-2281-9520128B41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SPADE course – f.spade.subgroups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9404AA-BD25-9675-7E60-E4AA4100E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10</a:t>
            </a:fld>
            <a:endParaRPr lang="nl-NL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E35502D-C6ED-69DD-460E-442F92A5A500}"/>
              </a:ext>
            </a:extLst>
          </p:cNvPr>
          <p:cNvSpPr txBox="1"/>
          <p:nvPr/>
        </p:nvSpPr>
        <p:spPr>
          <a:xfrm>
            <a:off x="447675" y="1400175"/>
            <a:ext cx="6010275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800" err="1">
                <a:latin typeface="Lucida Console" panose="020B0609040504020204" pitchFamily="49" charset="0"/>
              </a:rPr>
              <a:t>f.spade.subgroups</a:t>
            </a:r>
            <a:r>
              <a:rPr lang="nl-NL" sz="1800">
                <a:latin typeface="Lucida Console" panose="020B0609040504020204" pitchFamily="49" charset="0"/>
              </a:rPr>
              <a:t>(</a:t>
            </a:r>
            <a:r>
              <a:rPr lang="nl-NL" sz="1800">
                <a:solidFill>
                  <a:srgbClr val="C00000"/>
                </a:solidFill>
                <a:latin typeface="Lucida Console" panose="020B0609040504020204" pitchFamily="49" charset="0"/>
              </a:rPr>
              <a:t>FUN</a:t>
            </a:r>
            <a:r>
              <a:rPr lang="nl-NL" sz="1800">
                <a:latin typeface="Lucida Console" panose="020B0609040504020204" pitchFamily="49" charset="0"/>
              </a:rPr>
              <a:t> = </a:t>
            </a:r>
            <a:r>
              <a:rPr lang="nl-NL" sz="1800" err="1">
                <a:latin typeface="Lucida Console" panose="020B0609040504020204" pitchFamily="49" charset="0"/>
              </a:rPr>
              <a:t>f.spade</a:t>
            </a:r>
            <a:r>
              <a:rPr lang="nl-NL" sz="1800">
                <a:latin typeface="Lucida Console" panose="020B0609040504020204" pitchFamily="49" charset="0"/>
              </a:rPr>
              <a:t>,</a:t>
            </a:r>
            <a:br>
              <a:rPr lang="nl-NL" sz="1800">
                <a:latin typeface="Lucida Console" panose="020B0609040504020204" pitchFamily="49" charset="0"/>
              </a:rPr>
            </a:br>
            <a:r>
              <a:rPr lang="nl-NL" sz="1800">
                <a:latin typeface="Lucida Console" panose="020B0609040504020204" pitchFamily="49" charset="0"/>
              </a:rPr>
              <a:t> </a:t>
            </a:r>
            <a:r>
              <a:rPr lang="nl-NL" sz="1800" err="1">
                <a:latin typeface="Lucida Console" panose="020B0609040504020204" pitchFamily="49" charset="0"/>
              </a:rPr>
              <a:t>frml.ia</a:t>
            </a:r>
            <a:r>
              <a:rPr lang="nl-NL" sz="1800">
                <a:latin typeface="Lucida Console" panose="020B0609040504020204" pitchFamily="49" charset="0"/>
              </a:rPr>
              <a:t> = </a:t>
            </a:r>
            <a:r>
              <a:rPr lang="nl-NL" sz="1800" err="1">
                <a:latin typeface="Lucida Console" panose="020B0609040504020204" pitchFamily="49" charset="0"/>
              </a:rPr>
              <a:t>potato</a:t>
            </a:r>
            <a:r>
              <a:rPr lang="nl-NL" sz="1800">
                <a:latin typeface="Lucida Console" panose="020B0609040504020204" pitchFamily="49" charset="0"/>
              </a:rPr>
              <a:t> ~ </a:t>
            </a:r>
            <a:r>
              <a:rPr lang="nl-NL" sz="1800" err="1">
                <a:latin typeface="Lucida Console" panose="020B0609040504020204" pitchFamily="49" charset="0"/>
              </a:rPr>
              <a:t>fp</a:t>
            </a:r>
            <a:r>
              <a:rPr lang="nl-NL" sz="1800">
                <a:latin typeface="Lucida Console" panose="020B0609040504020204" pitchFamily="49" charset="0"/>
              </a:rPr>
              <a:t>(</a:t>
            </a:r>
            <a:r>
              <a:rPr lang="nl-NL" sz="1800" err="1">
                <a:latin typeface="Lucida Console" panose="020B0609040504020204" pitchFamily="49" charset="0"/>
              </a:rPr>
              <a:t>age</a:t>
            </a:r>
            <a:r>
              <a:rPr lang="nl-NL" sz="1800">
                <a:latin typeface="Lucida Console" panose="020B0609040504020204" pitchFamily="49" charset="0"/>
              </a:rPr>
              <a:t>),</a:t>
            </a:r>
            <a:br>
              <a:rPr lang="nl-NL" sz="1800">
                <a:latin typeface="Lucida Console" panose="020B0609040504020204" pitchFamily="49" charset="0"/>
              </a:rPr>
            </a:br>
            <a:r>
              <a:rPr lang="nl-NL" sz="1800">
                <a:latin typeface="Lucida Console" panose="020B0609040504020204" pitchFamily="49" charset="0"/>
              </a:rPr>
              <a:t> </a:t>
            </a:r>
            <a:r>
              <a:rPr lang="nl-NL" sz="1800" err="1">
                <a:latin typeface="Lucida Console" panose="020B0609040504020204" pitchFamily="49" charset="0"/>
              </a:rPr>
              <a:t>frml.if</a:t>
            </a:r>
            <a:r>
              <a:rPr lang="nl-NL" sz="1800">
                <a:latin typeface="Lucida Console" panose="020B0609040504020204" pitchFamily="49" charset="0"/>
              </a:rPr>
              <a:t> = </a:t>
            </a:r>
            <a:r>
              <a:rPr lang="nl-NL" sz="1800" err="1">
                <a:latin typeface="Lucida Console" panose="020B0609040504020204" pitchFamily="49" charset="0"/>
              </a:rPr>
              <a:t>potato</a:t>
            </a:r>
            <a:r>
              <a:rPr lang="nl-NL" sz="1800">
                <a:latin typeface="Lucida Console" panose="020B0609040504020204" pitchFamily="49" charset="0"/>
              </a:rPr>
              <a:t> ~ </a:t>
            </a:r>
            <a:r>
              <a:rPr lang="nl-NL" sz="1800" err="1">
                <a:latin typeface="Lucida Console" panose="020B0609040504020204" pitchFamily="49" charset="0"/>
              </a:rPr>
              <a:t>cs</a:t>
            </a:r>
            <a:r>
              <a:rPr lang="nl-NL" sz="1800">
                <a:latin typeface="Lucida Console" panose="020B0609040504020204" pitchFamily="49" charset="0"/>
              </a:rPr>
              <a:t>(</a:t>
            </a:r>
            <a:r>
              <a:rPr lang="nl-NL" sz="1800" err="1">
                <a:latin typeface="Lucida Console" panose="020B0609040504020204" pitchFamily="49" charset="0"/>
              </a:rPr>
              <a:t>age</a:t>
            </a:r>
            <a:r>
              <a:rPr lang="nl-NL" sz="1800">
                <a:latin typeface="Lucida Console" panose="020B0609040504020204" pitchFamily="49" charset="0"/>
              </a:rPr>
              <a:t>),</a:t>
            </a:r>
            <a:br>
              <a:rPr lang="nl-NL" sz="1800">
                <a:latin typeface="Lucida Console" panose="020B0609040504020204" pitchFamily="49" charset="0"/>
              </a:rPr>
            </a:br>
            <a:r>
              <a:rPr lang="nl-NL" sz="1800">
                <a:latin typeface="Lucida Console" panose="020B0609040504020204" pitchFamily="49" charset="0"/>
              </a:rPr>
              <a:t> data    = </a:t>
            </a:r>
            <a:r>
              <a:rPr lang="nl-NL" sz="1800" err="1">
                <a:latin typeface="Lucida Console" panose="020B0609040504020204" pitchFamily="49" charset="0"/>
              </a:rPr>
              <a:t>DNFCSmanual</a:t>
            </a:r>
            <a:r>
              <a:rPr lang="nl-NL" sz="1800">
                <a:latin typeface="Lucida Console" panose="020B0609040504020204" pitchFamily="49" charset="0"/>
              </a:rPr>
              <a:t>, </a:t>
            </a:r>
            <a:br>
              <a:rPr lang="nl-NL" sz="1800">
                <a:latin typeface="Lucida Console" panose="020B0609040504020204" pitchFamily="49" charset="0"/>
              </a:rPr>
            </a:br>
            <a:r>
              <a:rPr lang="nl-NL" sz="1800">
                <a:latin typeface="Lucida Console" panose="020B0609040504020204" pitchFamily="49" charset="0"/>
              </a:rPr>
              <a:t> </a:t>
            </a:r>
            <a:r>
              <a:rPr lang="nl-NL" sz="1800" err="1">
                <a:latin typeface="Lucida Console" panose="020B0609040504020204" pitchFamily="49" charset="0"/>
              </a:rPr>
              <a:t>min.age</a:t>
            </a:r>
            <a:r>
              <a:rPr lang="nl-NL" sz="1800">
                <a:latin typeface="Lucida Console" panose="020B0609040504020204" pitchFamily="49" charset="0"/>
              </a:rPr>
              <a:t> = 1,</a:t>
            </a:r>
            <a:br>
              <a:rPr lang="nl-NL" sz="1800">
                <a:latin typeface="Lucida Console" panose="020B0609040504020204" pitchFamily="49" charset="0"/>
              </a:rPr>
            </a:br>
            <a:r>
              <a:rPr lang="nl-NL" sz="1800">
                <a:latin typeface="Lucida Console" panose="020B0609040504020204" pitchFamily="49" charset="0"/>
              </a:rPr>
              <a:t> </a:t>
            </a:r>
            <a:r>
              <a:rPr lang="nl-NL" sz="1800" err="1">
                <a:latin typeface="Lucida Console" panose="020B0609040504020204" pitchFamily="49" charset="0"/>
              </a:rPr>
              <a:t>max.age</a:t>
            </a:r>
            <a:r>
              <a:rPr lang="nl-NL" sz="1800">
                <a:latin typeface="Lucida Console" panose="020B0609040504020204" pitchFamily="49" charset="0"/>
              </a:rPr>
              <a:t> = 79, </a:t>
            </a:r>
            <a:br>
              <a:rPr lang="nl-NL" sz="1800">
                <a:solidFill>
                  <a:srgbClr val="39870C"/>
                </a:solidFill>
                <a:latin typeface="Lucida Console" panose="020B0609040504020204" pitchFamily="49" charset="0"/>
              </a:rPr>
            </a:br>
            <a:r>
              <a:rPr lang="nl-NL" sz="1800">
                <a:solidFill>
                  <a:srgbClr val="39870C"/>
                </a:solidFill>
                <a:latin typeface="Lucida Console" panose="020B0609040504020204" pitchFamily="49" charset="0"/>
              </a:rPr>
              <a:t> </a:t>
            </a:r>
            <a:r>
              <a:rPr lang="nl-NL" sz="1800" err="1">
                <a:latin typeface="Lucida Console" panose="020B0609040504020204" pitchFamily="49" charset="0"/>
              </a:rPr>
              <a:t>seed</a:t>
            </a:r>
            <a:r>
              <a:rPr lang="nl-NL" sz="1800">
                <a:latin typeface="Lucida Console" panose="020B0609040504020204" pitchFamily="49" charset="0"/>
              </a:rPr>
              <a:t>    = 29062025,</a:t>
            </a:r>
            <a:br>
              <a:rPr lang="nl-NL" sz="1800">
                <a:latin typeface="Lucida Console" panose="020B0609040504020204" pitchFamily="49" charset="0"/>
              </a:rPr>
            </a:br>
            <a:r>
              <a:rPr lang="nl-NL" sz="1800">
                <a:latin typeface="Lucida Console" panose="020B0609040504020204" pitchFamily="49" charset="0"/>
              </a:rPr>
              <a:t> </a:t>
            </a:r>
            <a:r>
              <a:rPr lang="nl-NL" sz="1800" err="1">
                <a:solidFill>
                  <a:srgbClr val="C00000"/>
                </a:solidFill>
                <a:latin typeface="Lucida Console" panose="020B0609040504020204" pitchFamily="49" charset="0"/>
              </a:rPr>
              <a:t>groups.frml</a:t>
            </a:r>
            <a:r>
              <a:rPr lang="nl-NL" sz="1800">
                <a:latin typeface="Lucida Console" panose="020B0609040504020204" pitchFamily="49" charset="0"/>
              </a:rPr>
              <a:t>  = ~ </a:t>
            </a:r>
            <a:r>
              <a:rPr lang="nl-NL" sz="1800" err="1">
                <a:latin typeface="Lucida Console" panose="020B0609040504020204" pitchFamily="49" charset="0"/>
              </a:rPr>
              <a:t>sex</a:t>
            </a:r>
            <a:r>
              <a:rPr lang="nl-NL" sz="1800">
                <a:latin typeface="Lucida Console" panose="020B0609040504020204" pitchFamily="49" charset="0"/>
              </a:rPr>
              <a:t>,</a:t>
            </a:r>
            <a:br>
              <a:rPr lang="nl-NL" sz="1800">
                <a:latin typeface="Lucida Console" panose="020B0609040504020204" pitchFamily="49" charset="0"/>
              </a:rPr>
            </a:br>
            <a:r>
              <a:rPr lang="nl-NL" sz="1800">
                <a:latin typeface="Lucida Console" panose="020B0609040504020204" pitchFamily="49" charset="0"/>
              </a:rPr>
              <a:t> weights.name = </a:t>
            </a:r>
            <a:r>
              <a:rPr lang="en-US" sz="1800">
                <a:latin typeface="Lucida Console" panose="020B0609040504020204" pitchFamily="49" charset="0"/>
              </a:rPr>
              <a:t>"</a:t>
            </a:r>
            <a:r>
              <a:rPr lang="en-US" sz="1800" err="1">
                <a:latin typeface="Lucida Console" panose="020B0609040504020204" pitchFamily="49" charset="0"/>
              </a:rPr>
              <a:t>w_demog_season_wk_wknd</a:t>
            </a:r>
            <a:r>
              <a:rPr lang="nl-NL" sz="1800">
                <a:latin typeface="Lucida Console" panose="020B0609040504020204" pitchFamily="49" charset="0"/>
              </a:rPr>
              <a:t>",</a:t>
            </a:r>
            <a:br>
              <a:rPr lang="nl-NL" sz="1800">
                <a:latin typeface="Lucida Console" panose="020B0609040504020204" pitchFamily="49" charset="0"/>
              </a:rPr>
            </a:br>
            <a:r>
              <a:rPr lang="nl-NL" sz="1800">
                <a:latin typeface="Lucida Console" panose="020B0609040504020204" pitchFamily="49" charset="0"/>
              </a:rPr>
              <a:t> </a:t>
            </a:r>
            <a:r>
              <a:rPr lang="nl-NL" sz="1800" err="1">
                <a:latin typeface="Lucida Console" panose="020B0609040504020204" pitchFamily="49" charset="0"/>
              </a:rPr>
              <a:t>age.classes</a:t>
            </a:r>
            <a:r>
              <a:rPr lang="nl-NL" sz="1800">
                <a:latin typeface="Lucida Console" panose="020B0609040504020204" pitchFamily="49" charset="0"/>
              </a:rPr>
              <a:t> = list(</a:t>
            </a:r>
            <a:br>
              <a:rPr lang="nl-NL" sz="1800">
                <a:latin typeface="Lucida Console" panose="020B0609040504020204" pitchFamily="49" charset="0"/>
              </a:rPr>
            </a:br>
            <a:r>
              <a:rPr lang="nl-NL" sz="1800">
                <a:latin typeface="Lucida Console" panose="020B0609040504020204" pitchFamily="49" charset="0"/>
              </a:rPr>
              <a:t>  BE   = c(0, 12, 18, 30, 50, 79),</a:t>
            </a:r>
            <a:br>
              <a:rPr lang="nl-NL" sz="1800">
                <a:latin typeface="Lucida Console" panose="020B0609040504020204" pitchFamily="49" charset="0"/>
              </a:rPr>
            </a:br>
            <a:r>
              <a:rPr lang="nl-NL" sz="1800">
                <a:latin typeface="Lucida Console" panose="020B0609040504020204" pitchFamily="49" charset="0"/>
              </a:rPr>
              <a:t>  EFSA = c(0, 12, 18, 30, 79),</a:t>
            </a:r>
            <a:br>
              <a:rPr lang="nl-NL" sz="1800">
                <a:latin typeface="Lucida Console" panose="020B0609040504020204" pitchFamily="49" charset="0"/>
              </a:rPr>
            </a:br>
            <a:r>
              <a:rPr lang="nl-NL" sz="1800">
                <a:latin typeface="Lucida Console" panose="020B0609040504020204" pitchFamily="49" charset="0"/>
              </a:rPr>
              <a:t>  NL   = c(0,  6, 12, 18, 30, 79)),</a:t>
            </a:r>
            <a:br>
              <a:rPr lang="nl-NL" sz="1800">
                <a:latin typeface="Lucida Console" panose="020B0609040504020204" pitchFamily="49" charset="0"/>
              </a:rPr>
            </a:br>
            <a:r>
              <a:rPr lang="nl-NL" sz="1800">
                <a:latin typeface="Lucida Console" panose="020B0609040504020204" pitchFamily="49" charset="0"/>
              </a:rPr>
              <a:t> </a:t>
            </a:r>
            <a:r>
              <a:rPr lang="nl-NL" sz="1800" err="1">
                <a:latin typeface="Lucida Console" panose="020B0609040504020204" pitchFamily="49" charset="0"/>
              </a:rPr>
              <a:t>spade.output.path</a:t>
            </a:r>
            <a:r>
              <a:rPr lang="nl-NL" sz="1800">
                <a:latin typeface="Lucida Console" panose="020B0609040504020204" pitchFamily="49" charset="0"/>
              </a:rPr>
              <a:t> = "</a:t>
            </a:r>
            <a:r>
              <a:rPr lang="nl-NL" sz="1800" err="1">
                <a:latin typeface="Lucida Console" panose="020B0609040504020204" pitchFamily="49" charset="0"/>
              </a:rPr>
              <a:t>Example_subgroups</a:t>
            </a:r>
            <a:r>
              <a:rPr lang="nl-NL" sz="1800">
                <a:latin typeface="Lucida Console" panose="020B0609040504020204" pitchFamily="49" charset="0"/>
              </a:rPr>
              <a:t>") </a:t>
            </a:r>
          </a:p>
          <a:p>
            <a:endParaRPr lang="nl-NL"/>
          </a:p>
        </p:txBody>
      </p:sp>
      <p:sp>
        <p:nvSpPr>
          <p:cNvPr id="14" name="Arrow: Down 13">
            <a:extLst>
              <a:ext uri="{FF2B5EF4-FFF2-40B4-BE49-F238E27FC236}">
                <a16:creationId xmlns:a16="http://schemas.microsoft.com/office/drawing/2014/main" id="{FCAFFF62-4312-9F1A-1F79-126979822F26}"/>
              </a:ext>
            </a:extLst>
          </p:cNvPr>
          <p:cNvSpPr/>
          <p:nvPr/>
        </p:nvSpPr>
        <p:spPr>
          <a:xfrm>
            <a:off x="7986661" y="1400175"/>
            <a:ext cx="662040" cy="63817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93F2331-3833-5914-87FF-FB00E9CE62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3803" y="2038350"/>
            <a:ext cx="5852276" cy="4033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72198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1D344C2-CC27-410A-DE25-EDE91FEAEC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206" y="314512"/>
            <a:ext cx="10923588" cy="948047"/>
          </a:xfrm>
        </p:spPr>
        <p:txBody>
          <a:bodyPr/>
          <a:lstStyle/>
          <a:p>
            <a:r>
              <a:rPr lang="nl-NL"/>
              <a:t>Example f.spade.subgroups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3E87DA-0594-A125-6CAD-91AAAB377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822AE-13AB-45DC-2281-9520128B41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SPADE course – f.spade.subgroups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9404AA-BD25-9675-7E60-E4AA4100E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11</a:t>
            </a:fld>
            <a:endParaRPr lang="nl-NL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E35502D-C6ED-69DD-460E-442F92A5A500}"/>
              </a:ext>
            </a:extLst>
          </p:cNvPr>
          <p:cNvSpPr txBox="1"/>
          <p:nvPr/>
        </p:nvSpPr>
        <p:spPr>
          <a:xfrm>
            <a:off x="447675" y="1400175"/>
            <a:ext cx="6105524" cy="424731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nl-NL" sz="1800" noProof="1">
                <a:latin typeface="Lucida Console"/>
              </a:rPr>
              <a:t>f.spade.subgroups(</a:t>
            </a:r>
            <a:r>
              <a:rPr lang="nl-NL" sz="1800" noProof="1">
                <a:solidFill>
                  <a:srgbClr val="C00000"/>
                </a:solidFill>
                <a:latin typeface="Lucida Console"/>
              </a:rPr>
              <a:t>FUN</a:t>
            </a:r>
            <a:r>
              <a:rPr lang="nl-NL" sz="1800" noProof="1">
                <a:latin typeface="Lucida Console"/>
              </a:rPr>
              <a:t> = f.spade,</a:t>
            </a:r>
            <a:br>
              <a:rPr lang="nl-NL" sz="1800" noProof="1">
                <a:latin typeface="Lucida Console" panose="020B0609040504020204" pitchFamily="49" charset="0"/>
              </a:rPr>
            </a:br>
            <a:r>
              <a:rPr lang="nl-NL" sz="1800" noProof="1">
                <a:latin typeface="Lucida Console"/>
              </a:rPr>
              <a:t> frml.ia = potato ~ fp(age),</a:t>
            </a:r>
            <a:br>
              <a:rPr lang="nl-NL" sz="1800" noProof="1">
                <a:latin typeface="Lucida Console" panose="020B0609040504020204" pitchFamily="49" charset="0"/>
              </a:rPr>
            </a:br>
            <a:r>
              <a:rPr lang="nl-NL" sz="1800" noProof="1">
                <a:latin typeface="Lucida Console"/>
              </a:rPr>
              <a:t> frml.if = potato ~ cs(age),</a:t>
            </a:r>
            <a:br>
              <a:rPr lang="nl-NL" sz="1800" noProof="1">
                <a:latin typeface="Lucida Console" panose="020B0609040504020204" pitchFamily="49" charset="0"/>
              </a:rPr>
            </a:br>
            <a:r>
              <a:rPr lang="nl-NL" sz="1800" noProof="1">
                <a:latin typeface="Lucida Console"/>
              </a:rPr>
              <a:t> data    = DNFCSmanual, </a:t>
            </a:r>
            <a:br>
              <a:rPr lang="nl-NL" sz="1800" noProof="1">
                <a:latin typeface="Lucida Console" panose="020B0609040504020204" pitchFamily="49" charset="0"/>
              </a:rPr>
            </a:br>
            <a:r>
              <a:rPr lang="nl-NL" sz="1800" noProof="1">
                <a:latin typeface="Lucida Console"/>
              </a:rPr>
              <a:t> min.age = 1,</a:t>
            </a:r>
            <a:br>
              <a:rPr lang="nl-NL" sz="1800" noProof="1">
                <a:latin typeface="Lucida Console" panose="020B0609040504020204" pitchFamily="49" charset="0"/>
              </a:rPr>
            </a:br>
            <a:r>
              <a:rPr lang="nl-NL" sz="1800" noProof="1">
                <a:latin typeface="Lucida Console"/>
              </a:rPr>
              <a:t> max.age = 79, </a:t>
            </a:r>
            <a:br>
              <a:rPr lang="nl-NL" sz="1800" noProof="1">
                <a:latin typeface="Lucida Console" panose="020B0609040504020204" pitchFamily="49" charset="0"/>
              </a:rPr>
            </a:br>
            <a:r>
              <a:rPr lang="nl-NL" sz="1800" noProof="1">
                <a:solidFill>
                  <a:srgbClr val="39870C"/>
                </a:solidFill>
                <a:latin typeface="Lucida Console"/>
              </a:rPr>
              <a:t> </a:t>
            </a:r>
            <a:r>
              <a:rPr lang="nl-NL" sz="1800" noProof="1">
                <a:latin typeface="Lucida Console"/>
              </a:rPr>
              <a:t>seed    = 29062025,</a:t>
            </a:r>
            <a:br>
              <a:rPr lang="nl-NL" sz="1800" noProof="1">
                <a:latin typeface="Lucida Console" panose="020B0609040504020204" pitchFamily="49" charset="0"/>
              </a:rPr>
            </a:br>
            <a:r>
              <a:rPr lang="nl-NL" sz="1800" noProof="1">
                <a:latin typeface="Lucida Console"/>
              </a:rPr>
              <a:t> </a:t>
            </a:r>
            <a:r>
              <a:rPr lang="nl-NL" sz="1800" noProof="1">
                <a:solidFill>
                  <a:srgbClr val="C00000"/>
                </a:solidFill>
                <a:latin typeface="Lucida Console"/>
              </a:rPr>
              <a:t>groups.frml  = ~ sex + edu_level</a:t>
            </a:r>
            <a:r>
              <a:rPr lang="nl-NL" sz="1800" noProof="1">
                <a:latin typeface="Lucida Console"/>
              </a:rPr>
              <a:t>,</a:t>
            </a:r>
            <a:br>
              <a:rPr lang="nl-NL" sz="1800" noProof="1">
                <a:latin typeface="Lucida Console" panose="020B0609040504020204" pitchFamily="49" charset="0"/>
              </a:rPr>
            </a:br>
            <a:r>
              <a:rPr lang="nl-NL" sz="1800" noProof="1">
                <a:latin typeface="Lucida Console"/>
              </a:rPr>
              <a:t> weights.name = "w_demog_season_wk_wknd",</a:t>
            </a:r>
            <a:br>
              <a:rPr lang="nl-NL" sz="1800" noProof="1">
                <a:latin typeface="Lucida Console" panose="020B0609040504020204" pitchFamily="49" charset="0"/>
              </a:rPr>
            </a:br>
            <a:r>
              <a:rPr lang="nl-NL" sz="1800" noProof="1">
                <a:latin typeface="Lucida Console"/>
              </a:rPr>
              <a:t> age.classes = list(</a:t>
            </a:r>
            <a:br>
              <a:rPr lang="nl-NL" sz="1800" noProof="1">
                <a:latin typeface="Lucida Console" panose="020B0609040504020204" pitchFamily="49" charset="0"/>
              </a:rPr>
            </a:br>
            <a:r>
              <a:rPr lang="nl-NL" sz="1800" noProof="1">
                <a:latin typeface="Lucida Console"/>
              </a:rPr>
              <a:t>  BE   = c(0, 12, 18, 30, 50, 79),</a:t>
            </a:r>
            <a:br>
              <a:rPr lang="nl-NL" sz="1800" noProof="1">
                <a:latin typeface="Lucida Console" panose="020B0609040504020204" pitchFamily="49" charset="0"/>
              </a:rPr>
            </a:br>
            <a:r>
              <a:rPr lang="nl-NL" sz="1800" noProof="1">
                <a:latin typeface="Lucida Console"/>
              </a:rPr>
              <a:t>  EFSA = c(0, 12, 18, 30, 79),</a:t>
            </a:r>
            <a:br>
              <a:rPr lang="nl-NL" sz="1800" noProof="1">
                <a:latin typeface="Lucida Console" panose="020B0609040504020204" pitchFamily="49" charset="0"/>
              </a:rPr>
            </a:br>
            <a:r>
              <a:rPr lang="nl-NL" sz="1800" noProof="1">
                <a:latin typeface="Lucida Console"/>
              </a:rPr>
              <a:t>  NL   = c(0,  6, 12, 18, 30, 79)),</a:t>
            </a:r>
            <a:br>
              <a:rPr lang="nl-NL" sz="1800" noProof="1">
                <a:latin typeface="Lucida Console" panose="020B0609040504020204" pitchFamily="49" charset="0"/>
              </a:rPr>
            </a:br>
            <a:r>
              <a:rPr lang="nl-NL" sz="1800" noProof="1">
                <a:latin typeface="Lucida Console"/>
              </a:rPr>
              <a:t> spade.output.path = "Example_subgroups2") </a:t>
            </a:r>
          </a:p>
          <a:p>
            <a:endParaRPr lang="nl-NL" noProof="1">
              <a:ea typeface="Verdana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B4CA902-33E9-C53F-5DF9-8B2C5323BC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2788" y="237271"/>
            <a:ext cx="5158264" cy="648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49398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0691939-DD75-E41E-8A45-693E54B120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426" y="729406"/>
            <a:ext cx="10923588" cy="948047"/>
          </a:xfrm>
        </p:spPr>
        <p:txBody>
          <a:bodyPr>
            <a:normAutofit fontScale="90000"/>
          </a:bodyPr>
          <a:lstStyle/>
          <a:p>
            <a:r>
              <a:rPr lang="nl-NL"/>
              <a:t>Example output tables </a:t>
            </a:r>
            <a:br>
              <a:rPr lang="nl-NL"/>
            </a:br>
            <a:r>
              <a:rPr lang="nl-NL"/>
              <a:t>Excel output tables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10D547-ABD3-897A-7A24-613F65E4D9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BEBDFB-C3D0-9EF9-0427-CF8150B123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SPADE course – f.spade.subgroups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C99BD9-D93E-DBCB-24F4-DB602123F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12</a:t>
            </a:fld>
            <a:endParaRPr lang="nl-NL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010462B-4CC5-2229-2BAF-1A2B3D616D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7937" y="504"/>
            <a:ext cx="5500915" cy="6858000"/>
          </a:xfrm>
          <a:prstGeom prst="rect">
            <a:avLst/>
          </a:prstGeom>
        </p:spPr>
      </p:pic>
      <p:sp>
        <p:nvSpPr>
          <p:cNvPr id="9" name="Oval 8">
            <a:extLst>
              <a:ext uri="{FF2B5EF4-FFF2-40B4-BE49-F238E27FC236}">
                <a16:creationId xmlns:a16="http://schemas.microsoft.com/office/drawing/2014/main" id="{F762BD8A-80B1-372A-BD1C-90349F7A2F5A}"/>
              </a:ext>
            </a:extLst>
          </p:cNvPr>
          <p:cNvSpPr/>
          <p:nvPr/>
        </p:nvSpPr>
        <p:spPr>
          <a:xfrm>
            <a:off x="9648825" y="6541233"/>
            <a:ext cx="1276350" cy="316767"/>
          </a:xfrm>
          <a:prstGeom prst="ellipse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742AE7F-D47B-FF01-372E-CD18505CB88C}"/>
              </a:ext>
            </a:extLst>
          </p:cNvPr>
          <p:cNvSpPr/>
          <p:nvPr/>
        </p:nvSpPr>
        <p:spPr>
          <a:xfrm>
            <a:off x="7524750" y="2210504"/>
            <a:ext cx="1866900" cy="316767"/>
          </a:xfrm>
          <a:prstGeom prst="ellipse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8EF065F9-7722-C5FD-245E-408AC81CD2BB}"/>
              </a:ext>
            </a:extLst>
          </p:cNvPr>
          <p:cNvSpPr/>
          <p:nvPr/>
        </p:nvSpPr>
        <p:spPr>
          <a:xfrm>
            <a:off x="7391399" y="4303227"/>
            <a:ext cx="1971676" cy="316767"/>
          </a:xfrm>
          <a:prstGeom prst="ellipse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0B98BF3F-928A-33BD-FD92-88841242388B}"/>
              </a:ext>
            </a:extLst>
          </p:cNvPr>
          <p:cNvSpPr/>
          <p:nvPr/>
        </p:nvSpPr>
        <p:spPr>
          <a:xfrm>
            <a:off x="7458075" y="-4697"/>
            <a:ext cx="1933575" cy="316767"/>
          </a:xfrm>
          <a:prstGeom prst="ellipse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D5916BD-D1B1-E34E-78D7-E0747CE71545}"/>
              </a:ext>
            </a:extLst>
          </p:cNvPr>
          <p:cNvSpPr txBox="1"/>
          <p:nvPr/>
        </p:nvSpPr>
        <p:spPr>
          <a:xfrm>
            <a:off x="352426" y="3445281"/>
            <a:ext cx="52863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/>
              <a:t>spadeSUB_DNFCSmanual_potato_BE.xlsx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1F76E06-7C01-5CDA-012F-F0981389C7C2}"/>
              </a:ext>
            </a:extLst>
          </p:cNvPr>
          <p:cNvSpPr txBox="1"/>
          <p:nvPr/>
        </p:nvSpPr>
        <p:spPr>
          <a:xfrm>
            <a:off x="352426" y="3896049"/>
            <a:ext cx="52863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/>
              <a:t>spadeSUB_DNFCSmanual_potato_EFSA.xlsx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D716C4A-79B8-1E0E-B948-9888F6F1F695}"/>
              </a:ext>
            </a:extLst>
          </p:cNvPr>
          <p:cNvSpPr txBox="1"/>
          <p:nvPr/>
        </p:nvSpPr>
        <p:spPr>
          <a:xfrm>
            <a:off x="352426" y="4331772"/>
            <a:ext cx="52863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/>
              <a:t>spadeSUB_DNFCSmanual_potato_NL.xlsx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696F6F1-1B60-DE9B-C061-14C3FB2385DC}"/>
              </a:ext>
            </a:extLst>
          </p:cNvPr>
          <p:cNvCxnSpPr>
            <a:cxnSpLocks/>
          </p:cNvCxnSpPr>
          <p:nvPr/>
        </p:nvCxnSpPr>
        <p:spPr>
          <a:xfrm flipV="1">
            <a:off x="5324475" y="153686"/>
            <a:ext cx="2066924" cy="3443330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BA3A398-79A9-06FF-D7E8-943D31739E0C}"/>
              </a:ext>
            </a:extLst>
          </p:cNvPr>
          <p:cNvCxnSpPr>
            <a:cxnSpLocks/>
            <a:stCxn id="14" idx="3"/>
          </p:cNvCxnSpPr>
          <p:nvPr/>
        </p:nvCxnSpPr>
        <p:spPr>
          <a:xfrm flipV="1">
            <a:off x="5638800" y="2345964"/>
            <a:ext cx="1890711" cy="1734751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239995C4-8108-03CF-D43E-23809281D4EC}"/>
              </a:ext>
            </a:extLst>
          </p:cNvPr>
          <p:cNvCxnSpPr>
            <a:cxnSpLocks/>
          </p:cNvCxnSpPr>
          <p:nvPr/>
        </p:nvCxnSpPr>
        <p:spPr>
          <a:xfrm flipV="1">
            <a:off x="5315425" y="4413234"/>
            <a:ext cx="1945005" cy="119333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379FFB9A-2382-04B1-1ECE-4DA32BAB178B}"/>
              </a:ext>
            </a:extLst>
          </p:cNvPr>
          <p:cNvSpPr txBox="1"/>
          <p:nvPr/>
        </p:nvSpPr>
        <p:spPr>
          <a:xfrm>
            <a:off x="352426" y="1872981"/>
            <a:ext cx="5200650" cy="1200329"/>
          </a:xfrm>
          <a:prstGeom prst="rect">
            <a:avLst/>
          </a:prstGeom>
          <a:noFill/>
          <a:ln w="25400"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nl-NL" sz="1800">
                <a:latin typeface="Lucida Console" panose="020B0609040504020204" pitchFamily="49" charset="0"/>
              </a:rPr>
              <a:t> </a:t>
            </a:r>
            <a:r>
              <a:rPr lang="nl-NL" sz="1800">
                <a:solidFill>
                  <a:srgbClr val="0070C0"/>
                </a:solidFill>
                <a:latin typeface="Lucida Console" panose="020B0609040504020204" pitchFamily="49" charset="0"/>
              </a:rPr>
              <a:t>age.classes = list(</a:t>
            </a:r>
            <a:br>
              <a:rPr lang="nl-NL" sz="1800">
                <a:solidFill>
                  <a:srgbClr val="0070C0"/>
                </a:solidFill>
                <a:latin typeface="Lucida Console" panose="020B0609040504020204" pitchFamily="49" charset="0"/>
              </a:rPr>
            </a:br>
            <a:r>
              <a:rPr lang="nl-NL" sz="1800">
                <a:solidFill>
                  <a:srgbClr val="0070C0"/>
                </a:solidFill>
                <a:latin typeface="Lucida Console" panose="020B0609040504020204" pitchFamily="49" charset="0"/>
              </a:rPr>
              <a:t>  BE   = c(0, 12, 18, 30, 50, 79),</a:t>
            </a:r>
            <a:br>
              <a:rPr lang="nl-NL" sz="1800">
                <a:solidFill>
                  <a:srgbClr val="0070C0"/>
                </a:solidFill>
                <a:latin typeface="Lucida Console" panose="020B0609040504020204" pitchFamily="49" charset="0"/>
              </a:rPr>
            </a:br>
            <a:r>
              <a:rPr lang="nl-NL" sz="1800">
                <a:solidFill>
                  <a:srgbClr val="0070C0"/>
                </a:solidFill>
                <a:latin typeface="Lucida Console" panose="020B0609040504020204" pitchFamily="49" charset="0"/>
              </a:rPr>
              <a:t>  EFSA = c(0, 12, 18, 30, 79),</a:t>
            </a:r>
            <a:br>
              <a:rPr lang="nl-NL" sz="1800">
                <a:solidFill>
                  <a:srgbClr val="0070C0"/>
                </a:solidFill>
                <a:latin typeface="Lucida Console" panose="020B0609040504020204" pitchFamily="49" charset="0"/>
              </a:rPr>
            </a:br>
            <a:r>
              <a:rPr lang="nl-NL" sz="1800">
                <a:solidFill>
                  <a:srgbClr val="0070C0"/>
                </a:solidFill>
                <a:latin typeface="Lucida Console" panose="020B0609040504020204" pitchFamily="49" charset="0"/>
              </a:rPr>
              <a:t>  NL   = c(0,  6, 12, 18, 30, 79)),</a:t>
            </a:r>
            <a:endParaRPr lang="nl-NL">
              <a:solidFill>
                <a:srgbClr val="0070C0"/>
              </a:solidFill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1D1ECAB9-5F55-A51D-0209-D0B92AE7FE10}"/>
              </a:ext>
            </a:extLst>
          </p:cNvPr>
          <p:cNvGrpSpPr/>
          <p:nvPr/>
        </p:nvGrpSpPr>
        <p:grpSpPr>
          <a:xfrm>
            <a:off x="352426" y="4956600"/>
            <a:ext cx="5743574" cy="1323439"/>
            <a:chOff x="352426" y="5099475"/>
            <a:chExt cx="5743574" cy="1323439"/>
          </a:xfrm>
        </p:grpSpPr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500E5005-78D0-4B79-6CBE-DA491CEC4655}"/>
                </a:ext>
              </a:extLst>
            </p:cNvPr>
            <p:cNvSpPr/>
            <p:nvPr/>
          </p:nvSpPr>
          <p:spPr>
            <a:xfrm>
              <a:off x="352426" y="5116756"/>
              <a:ext cx="5743574" cy="1288877"/>
            </a:xfrm>
            <a:prstGeom prst="roundRect">
              <a:avLst/>
            </a:prstGeom>
            <a:gradFill>
              <a:gsLst>
                <a:gs pos="0">
                  <a:srgbClr val="FFFF00"/>
                </a:gs>
                <a:gs pos="74000">
                  <a:srgbClr val="FFFF00"/>
                </a:gs>
                <a:gs pos="83000">
                  <a:srgbClr val="FFFF00"/>
                </a:gs>
                <a:gs pos="100000">
                  <a:srgbClr val="FFFF00"/>
                </a:gs>
              </a:gsLst>
              <a:lin ang="540000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591CC42F-2541-02BE-05A4-3A119DBA88CD}"/>
                </a:ext>
              </a:extLst>
            </p:cNvPr>
            <p:cNvSpPr txBox="1"/>
            <p:nvPr/>
          </p:nvSpPr>
          <p:spPr>
            <a:xfrm>
              <a:off x="438150" y="5099475"/>
              <a:ext cx="5657850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nl-NL" sz="1600" b="1" err="1">
                  <a:solidFill>
                    <a:srgbClr val="FF0000"/>
                  </a:solidFill>
                </a:rPr>
                <a:t>Warning</a:t>
              </a:r>
              <a:r>
                <a:rPr lang="nl-NL" sz="1600" b="1">
                  <a:solidFill>
                    <a:srgbClr val="FF0000"/>
                  </a:solidFill>
                </a:rPr>
                <a:t>: </a:t>
              </a:r>
              <a:r>
                <a:rPr lang="nl-NL" sz="1600" i="1" err="1">
                  <a:solidFill>
                    <a:srgbClr val="FF0000"/>
                  </a:solidFill>
                </a:rPr>
                <a:t>the</a:t>
              </a:r>
              <a:r>
                <a:rPr lang="nl-NL" sz="1600" i="1">
                  <a:solidFill>
                    <a:srgbClr val="FF0000"/>
                  </a:solidFill>
                </a:rPr>
                <a:t> </a:t>
              </a:r>
              <a:r>
                <a:rPr lang="nl-NL" sz="1600" i="1" err="1">
                  <a:solidFill>
                    <a:srgbClr val="FF0000"/>
                  </a:solidFill>
                </a:rPr>
                <a:t>results</a:t>
              </a:r>
              <a:r>
                <a:rPr lang="nl-NL" sz="1600" i="1">
                  <a:solidFill>
                    <a:srgbClr val="FF0000"/>
                  </a:solidFill>
                </a:rPr>
                <a:t> </a:t>
              </a:r>
              <a:r>
                <a:rPr lang="nl-NL" sz="1600" i="1" err="1">
                  <a:solidFill>
                    <a:srgbClr val="FF0000"/>
                  </a:solidFill>
                </a:rPr>
                <a:t>for</a:t>
              </a:r>
              <a:r>
                <a:rPr lang="nl-NL" sz="1600" i="1">
                  <a:solidFill>
                    <a:srgbClr val="FF0000"/>
                  </a:solidFill>
                </a:rPr>
                <a:t> men are </a:t>
              </a:r>
              <a:r>
                <a:rPr lang="nl-NL" sz="1600" i="1" err="1">
                  <a:solidFill>
                    <a:srgbClr val="FF0000"/>
                  </a:solidFill>
                </a:rPr>
                <a:t>the</a:t>
              </a:r>
              <a:r>
                <a:rPr lang="nl-NL" sz="1600" i="1">
                  <a:solidFill>
                    <a:srgbClr val="FF0000"/>
                  </a:solidFill>
                </a:rPr>
                <a:t> </a:t>
              </a:r>
              <a:r>
                <a:rPr lang="nl-NL" sz="1600" i="1" err="1">
                  <a:solidFill>
                    <a:srgbClr val="FF0000"/>
                  </a:solidFill>
                </a:rPr>
                <a:t>same</a:t>
              </a:r>
              <a:r>
                <a:rPr lang="nl-NL" sz="1600" i="1">
                  <a:solidFill>
                    <a:srgbClr val="FF0000"/>
                  </a:solidFill>
                </a:rPr>
                <a:t> </a:t>
              </a:r>
              <a:r>
                <a:rPr lang="nl-NL" sz="1600" i="1" err="1">
                  <a:solidFill>
                    <a:srgbClr val="FF0000"/>
                  </a:solidFill>
                </a:rPr>
                <a:t>for</a:t>
              </a:r>
              <a:r>
                <a:rPr lang="nl-NL" sz="1600" i="1">
                  <a:solidFill>
                    <a:srgbClr val="FF0000"/>
                  </a:solidFill>
                </a:rPr>
                <a:t> </a:t>
              </a:r>
              <a:r>
                <a:rPr lang="nl-NL" sz="1600" b="1" i="1" err="1">
                  <a:solidFill>
                    <a:srgbClr val="FF0000"/>
                  </a:solidFill>
                </a:rPr>
                <a:t>f.spade</a:t>
              </a:r>
              <a:r>
                <a:rPr lang="nl-NL" sz="1600" i="1">
                  <a:solidFill>
                    <a:srgbClr val="FF0000"/>
                  </a:solidFill>
                </a:rPr>
                <a:t> and </a:t>
              </a:r>
              <a:r>
                <a:rPr lang="nl-NL" sz="1600" b="1" i="1" err="1">
                  <a:solidFill>
                    <a:srgbClr val="FF0000"/>
                  </a:solidFill>
                </a:rPr>
                <a:t>f.spade.subgroups</a:t>
              </a:r>
              <a:r>
                <a:rPr lang="nl-NL" sz="1600" i="1">
                  <a:solidFill>
                    <a:srgbClr val="FF0000"/>
                  </a:solidFill>
                </a:rPr>
                <a:t> but </a:t>
              </a:r>
              <a:r>
                <a:rPr lang="nl-NL" sz="1600" i="1" err="1">
                  <a:solidFill>
                    <a:srgbClr val="FF0000"/>
                  </a:solidFill>
                </a:rPr>
                <a:t>not</a:t>
              </a:r>
              <a:r>
                <a:rPr lang="nl-NL" sz="1600" i="1">
                  <a:solidFill>
                    <a:srgbClr val="FF0000"/>
                  </a:solidFill>
                </a:rPr>
                <a:t> </a:t>
              </a:r>
              <a:r>
                <a:rPr lang="nl-NL" sz="1600" i="1" err="1">
                  <a:solidFill>
                    <a:srgbClr val="FF0000"/>
                  </a:solidFill>
                </a:rPr>
                <a:t>for</a:t>
              </a:r>
              <a:r>
                <a:rPr lang="nl-NL" sz="1600" i="1">
                  <a:solidFill>
                    <a:srgbClr val="FF0000"/>
                  </a:solidFill>
                </a:rPr>
                <a:t> </a:t>
              </a:r>
              <a:r>
                <a:rPr lang="nl-NL" sz="1600" i="1" err="1">
                  <a:solidFill>
                    <a:srgbClr val="FF0000"/>
                  </a:solidFill>
                </a:rPr>
                <a:t>the</a:t>
              </a:r>
              <a:r>
                <a:rPr lang="nl-NL" sz="1600" i="1">
                  <a:solidFill>
                    <a:srgbClr val="FF0000"/>
                  </a:solidFill>
                </a:rPr>
                <a:t> </a:t>
              </a:r>
              <a:r>
                <a:rPr lang="nl-NL" sz="1600" i="1" err="1">
                  <a:solidFill>
                    <a:srgbClr val="FF0000"/>
                  </a:solidFill>
                </a:rPr>
                <a:t>other</a:t>
              </a:r>
              <a:r>
                <a:rPr lang="nl-NL" sz="1600" i="1">
                  <a:solidFill>
                    <a:srgbClr val="FF0000"/>
                  </a:solidFill>
                </a:rPr>
                <a:t> </a:t>
              </a:r>
              <a:r>
                <a:rPr lang="nl-NL" sz="1600" i="1" err="1">
                  <a:solidFill>
                    <a:srgbClr val="FF0000"/>
                  </a:solidFill>
                </a:rPr>
                <a:t>subgroups</a:t>
              </a:r>
              <a:r>
                <a:rPr lang="nl-NL" sz="1600" i="1">
                  <a:solidFill>
                    <a:srgbClr val="FF0000"/>
                  </a:solidFill>
                </a:rPr>
                <a:t>. </a:t>
              </a:r>
              <a:r>
                <a:rPr lang="nl-NL" sz="1600" i="1" err="1">
                  <a:solidFill>
                    <a:srgbClr val="FF0000"/>
                  </a:solidFill>
                </a:rPr>
                <a:t>This</a:t>
              </a:r>
              <a:r>
                <a:rPr lang="nl-NL" sz="1600" i="1">
                  <a:solidFill>
                    <a:srgbClr val="FF0000"/>
                  </a:solidFill>
                </a:rPr>
                <a:t> is </a:t>
              </a:r>
              <a:r>
                <a:rPr lang="nl-NL" sz="1600" i="1" err="1">
                  <a:solidFill>
                    <a:srgbClr val="FF0000"/>
                  </a:solidFill>
                </a:rPr>
                <a:t>caused</a:t>
              </a:r>
              <a:r>
                <a:rPr lang="nl-NL" sz="1600" i="1">
                  <a:solidFill>
                    <a:srgbClr val="FF0000"/>
                  </a:solidFill>
                </a:rPr>
                <a:t> </a:t>
              </a:r>
              <a:r>
                <a:rPr lang="nl-NL" sz="1600" i="1" err="1">
                  <a:solidFill>
                    <a:srgbClr val="FF0000"/>
                  </a:solidFill>
                </a:rPr>
                <a:t>by</a:t>
              </a:r>
              <a:r>
                <a:rPr lang="nl-NL" sz="1600" i="1">
                  <a:solidFill>
                    <a:srgbClr val="FF0000"/>
                  </a:solidFill>
                </a:rPr>
                <a:t> </a:t>
              </a:r>
              <a:r>
                <a:rPr lang="nl-NL" sz="1600" i="1" err="1">
                  <a:solidFill>
                    <a:srgbClr val="FF0000"/>
                  </a:solidFill>
                </a:rPr>
                <a:t>the</a:t>
              </a:r>
              <a:r>
                <a:rPr lang="nl-NL" sz="1600" i="1">
                  <a:solidFill>
                    <a:srgbClr val="FF0000"/>
                  </a:solidFill>
                </a:rPr>
                <a:t> random </a:t>
              </a:r>
              <a:r>
                <a:rPr lang="nl-NL" sz="1600" i="1" err="1">
                  <a:solidFill>
                    <a:srgbClr val="FF0000"/>
                  </a:solidFill>
                </a:rPr>
                <a:t>number</a:t>
              </a:r>
              <a:r>
                <a:rPr lang="nl-NL" sz="1600" i="1">
                  <a:solidFill>
                    <a:srgbClr val="FF0000"/>
                  </a:solidFill>
                </a:rPr>
                <a:t> generator </a:t>
              </a:r>
              <a:r>
                <a:rPr lang="nl-NL" sz="1600" i="1" err="1">
                  <a:solidFill>
                    <a:srgbClr val="FF0000"/>
                  </a:solidFill>
                </a:rPr>
                <a:t>which</a:t>
              </a:r>
              <a:r>
                <a:rPr lang="nl-NL" sz="1600" i="1">
                  <a:solidFill>
                    <a:srgbClr val="FF0000"/>
                  </a:solidFill>
                </a:rPr>
                <a:t> </a:t>
              </a:r>
              <a:r>
                <a:rPr lang="nl-NL" sz="1600" i="1" err="1">
                  <a:solidFill>
                    <a:srgbClr val="FF0000"/>
                  </a:solidFill>
                </a:rPr>
                <a:t>uses</a:t>
              </a:r>
              <a:r>
                <a:rPr lang="nl-NL" sz="1600" i="1">
                  <a:solidFill>
                    <a:srgbClr val="FF0000"/>
                  </a:solidFill>
                </a:rPr>
                <a:t> </a:t>
              </a:r>
              <a:r>
                <a:rPr lang="nl-NL" sz="1600" i="1" err="1">
                  <a:solidFill>
                    <a:srgbClr val="FF0000"/>
                  </a:solidFill>
                </a:rPr>
                <a:t>only</a:t>
              </a:r>
              <a:r>
                <a:rPr lang="nl-NL" sz="1600" i="1">
                  <a:solidFill>
                    <a:srgbClr val="FF0000"/>
                  </a:solidFill>
                </a:rPr>
                <a:t> </a:t>
              </a:r>
              <a:r>
                <a:rPr lang="nl-NL" sz="1600" i="1" err="1">
                  <a:solidFill>
                    <a:srgbClr val="FF0000"/>
                  </a:solidFill>
                </a:rPr>
                <a:t>for</a:t>
              </a:r>
              <a:r>
                <a:rPr lang="nl-NL" sz="1600" i="1">
                  <a:solidFill>
                    <a:srgbClr val="FF0000"/>
                  </a:solidFill>
                </a:rPr>
                <a:t> men </a:t>
              </a:r>
              <a:r>
                <a:rPr lang="nl-NL" sz="1600" i="1" err="1">
                  <a:solidFill>
                    <a:srgbClr val="FF0000"/>
                  </a:solidFill>
                </a:rPr>
                <a:t>the</a:t>
              </a:r>
              <a:r>
                <a:rPr lang="nl-NL" sz="1600" i="1">
                  <a:solidFill>
                    <a:srgbClr val="FF0000"/>
                  </a:solidFill>
                </a:rPr>
                <a:t> </a:t>
              </a:r>
              <a:r>
                <a:rPr lang="nl-NL" sz="1600" i="1" err="1">
                  <a:solidFill>
                    <a:srgbClr val="FF0000"/>
                  </a:solidFill>
                </a:rPr>
                <a:t>same</a:t>
              </a:r>
              <a:r>
                <a:rPr lang="nl-NL" sz="1600" i="1">
                  <a:solidFill>
                    <a:srgbClr val="FF0000"/>
                  </a:solidFill>
                </a:rPr>
                <a:t> </a:t>
              </a:r>
              <a:r>
                <a:rPr lang="nl-NL" sz="1600" i="1" err="1">
                  <a:solidFill>
                    <a:srgbClr val="FF0000"/>
                  </a:solidFill>
                </a:rPr>
                <a:t>seed</a:t>
              </a:r>
              <a:r>
                <a:rPr lang="nl-NL" sz="1600" i="1">
                  <a:solidFill>
                    <a:srgbClr val="FF0000"/>
                  </a:solidFill>
                </a:rPr>
                <a:t>, and </a:t>
              </a:r>
              <a:r>
                <a:rPr lang="nl-NL" sz="1600" i="1" err="1">
                  <a:solidFill>
                    <a:srgbClr val="FF0000"/>
                  </a:solidFill>
                </a:rPr>
                <a:t>then</a:t>
              </a:r>
              <a:r>
                <a:rPr lang="nl-NL" sz="1600" i="1">
                  <a:solidFill>
                    <a:srgbClr val="FF0000"/>
                  </a:solidFill>
                </a:rPr>
                <a:t> </a:t>
              </a:r>
              <a:r>
                <a:rPr lang="nl-NL" sz="1600" i="1" err="1">
                  <a:solidFill>
                    <a:srgbClr val="FF0000"/>
                  </a:solidFill>
                </a:rPr>
                <a:t>continues</a:t>
              </a:r>
              <a:r>
                <a:rPr lang="nl-NL" sz="1600" i="1">
                  <a:solidFill>
                    <a:srgbClr val="FF0000"/>
                  </a:solidFill>
                </a:rPr>
                <a:t> in </a:t>
              </a:r>
              <a:r>
                <a:rPr lang="nl-NL" sz="1600" i="1" err="1">
                  <a:solidFill>
                    <a:srgbClr val="FF0000"/>
                  </a:solidFill>
                </a:rPr>
                <a:t>f.spade.subgroups</a:t>
              </a:r>
              <a:r>
                <a:rPr lang="nl-NL" sz="1600" i="1">
                  <a:solidFill>
                    <a:srgbClr val="FF0000"/>
                  </a:solidFill>
                </a:rPr>
                <a:t>.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614343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4A1E06E-6797-46B9-F314-C12E32E0F3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1">
            <a:normAutofit lnSpcReduction="10000"/>
          </a:bodyPr>
          <a:lstStyle/>
          <a:p>
            <a:pPr marL="457200" indent="-457200">
              <a:buFont typeface="+mj-lt"/>
              <a:buAutoNum type="alphaLcParenR"/>
            </a:pPr>
            <a:r>
              <a:rPr lang="nl-NL"/>
              <a:t>Run </a:t>
            </a:r>
            <a:r>
              <a:rPr lang="nl-NL" err="1"/>
              <a:t>f.spade.subgroups</a:t>
            </a:r>
            <a:r>
              <a:rPr lang="nl-NL"/>
              <a:t> </a:t>
            </a:r>
            <a:r>
              <a:rPr lang="nl-NL" err="1"/>
              <a:t>to</a:t>
            </a:r>
            <a:r>
              <a:rPr lang="nl-NL"/>
              <a:t> calcium intakes. For </a:t>
            </a:r>
            <a:r>
              <a:rPr lang="nl-NL" err="1"/>
              <a:t>subgroups</a:t>
            </a:r>
            <a:r>
              <a:rPr lang="nl-NL"/>
              <a:t>, </a:t>
            </a:r>
            <a:r>
              <a:rPr lang="nl-NL" err="1"/>
              <a:t>use</a:t>
            </a:r>
            <a:r>
              <a:rPr lang="nl-NL"/>
              <a:t> </a:t>
            </a:r>
            <a:r>
              <a:rPr lang="nl-NL" err="1"/>
              <a:t>sex</a:t>
            </a:r>
            <a:r>
              <a:rPr lang="nl-NL"/>
              <a:t> </a:t>
            </a:r>
            <a:r>
              <a:rPr lang="nl-NL" err="1"/>
              <a:t>and</a:t>
            </a:r>
            <a:r>
              <a:rPr lang="nl-NL"/>
              <a:t> </a:t>
            </a:r>
            <a:r>
              <a:rPr lang="nl-NL" err="1"/>
              <a:t>education</a:t>
            </a:r>
            <a:r>
              <a:rPr lang="nl-NL"/>
              <a:t> level. How </a:t>
            </a:r>
            <a:r>
              <a:rPr lang="nl-NL" err="1"/>
              <a:t>many</a:t>
            </a:r>
            <a:r>
              <a:rPr lang="nl-NL"/>
              <a:t> </a:t>
            </a:r>
            <a:r>
              <a:rPr lang="nl-NL" err="1"/>
              <a:t>Habitual</a:t>
            </a:r>
            <a:r>
              <a:rPr lang="nl-NL"/>
              <a:t> Intakes </a:t>
            </a:r>
            <a:r>
              <a:rPr lang="nl-NL" err="1"/>
              <a:t>tables</a:t>
            </a:r>
            <a:r>
              <a:rPr lang="nl-NL"/>
              <a:t> do </a:t>
            </a:r>
            <a:r>
              <a:rPr lang="nl-NL" err="1"/>
              <a:t>you</a:t>
            </a:r>
            <a:r>
              <a:rPr lang="nl-NL"/>
              <a:t> </a:t>
            </a:r>
            <a:r>
              <a:rPr lang="nl-NL" err="1"/>
              <a:t>expect</a:t>
            </a:r>
            <a:r>
              <a:rPr lang="nl-NL"/>
              <a:t>?</a:t>
            </a:r>
          </a:p>
          <a:p>
            <a:pPr marL="457200" indent="-457200">
              <a:buFont typeface="+mj-lt"/>
              <a:buAutoNum type="alphaLcParenR"/>
            </a:pPr>
            <a:r>
              <a:rPr lang="nl-NL" err="1"/>
              <a:t>What</a:t>
            </a:r>
            <a:r>
              <a:rPr lang="nl-NL"/>
              <a:t> is </a:t>
            </a:r>
            <a:r>
              <a:rPr lang="nl-NL" err="1"/>
              <a:t>the</a:t>
            </a:r>
            <a:r>
              <a:rPr lang="nl-NL"/>
              <a:t> </a:t>
            </a:r>
            <a:r>
              <a:rPr lang="nl-NL" err="1"/>
              <a:t>difference</a:t>
            </a:r>
            <a:r>
              <a:rPr lang="nl-NL"/>
              <a:t> in calcium intake (</a:t>
            </a:r>
            <a:r>
              <a:rPr lang="nl-NL" err="1"/>
              <a:t>mean</a:t>
            </a:r>
            <a:r>
              <a:rPr lang="nl-NL"/>
              <a:t> </a:t>
            </a:r>
            <a:r>
              <a:rPr lang="nl-NL" err="1"/>
              <a:t>and</a:t>
            </a:r>
            <a:r>
              <a:rPr lang="nl-NL"/>
              <a:t> </a:t>
            </a:r>
            <a:r>
              <a:rPr lang="nl-NL" err="1"/>
              <a:t>median</a:t>
            </a:r>
            <a:r>
              <a:rPr lang="nl-NL"/>
              <a:t>) of adult men </a:t>
            </a:r>
            <a:r>
              <a:rPr lang="nl-NL" err="1"/>
              <a:t>and</a:t>
            </a:r>
            <a:r>
              <a:rPr lang="nl-NL"/>
              <a:t> adult </a:t>
            </a:r>
            <a:r>
              <a:rPr lang="nl-NL" err="1"/>
              <a:t>women</a:t>
            </a:r>
            <a:r>
              <a:rPr lang="nl-NL"/>
              <a:t>? </a:t>
            </a:r>
            <a:r>
              <a:rPr lang="nl-NL" i="1" err="1"/>
              <a:t>Use</a:t>
            </a:r>
            <a:r>
              <a:rPr lang="nl-NL" i="1"/>
              <a:t> </a:t>
            </a:r>
            <a:r>
              <a:rPr lang="nl-NL" i="1" err="1"/>
              <a:t>weight</a:t>
            </a:r>
            <a:r>
              <a:rPr lang="nl-NL" i="1"/>
              <a:t> factor </a:t>
            </a:r>
            <a:r>
              <a:rPr lang="en-US" i="1" err="1"/>
              <a:t>w_demog_season_wk_wknd</a:t>
            </a:r>
            <a:r>
              <a:rPr lang="en-US" i="1"/>
              <a:t> </a:t>
            </a:r>
            <a:r>
              <a:rPr lang="nl-NL" i="1" err="1"/>
              <a:t>and</a:t>
            </a:r>
            <a:r>
              <a:rPr lang="nl-NL" i="1"/>
              <a:t> </a:t>
            </a:r>
            <a:r>
              <a:rPr lang="nl-NL" i="1" err="1"/>
              <a:t>seed</a:t>
            </a:r>
            <a:r>
              <a:rPr lang="nl-NL" i="1"/>
              <a:t> = 29062025.</a:t>
            </a:r>
          </a:p>
          <a:p>
            <a:pPr marL="457200" indent="-457200">
              <a:buFont typeface="+mj-lt"/>
              <a:buAutoNum type="alphaLcParenR"/>
            </a:pPr>
            <a:r>
              <a:rPr lang="nl-NL" err="1"/>
              <a:t>What</a:t>
            </a:r>
            <a:r>
              <a:rPr lang="nl-NL"/>
              <a:t> is </a:t>
            </a:r>
            <a:r>
              <a:rPr lang="nl-NL" err="1"/>
              <a:t>the</a:t>
            </a:r>
            <a:r>
              <a:rPr lang="nl-NL"/>
              <a:t> </a:t>
            </a:r>
            <a:r>
              <a:rPr lang="nl-NL" err="1"/>
              <a:t>difference</a:t>
            </a:r>
            <a:r>
              <a:rPr lang="nl-NL"/>
              <a:t> in % below </a:t>
            </a:r>
            <a:r>
              <a:rPr lang="nl-NL" err="1"/>
              <a:t>the</a:t>
            </a:r>
            <a:r>
              <a:rPr lang="nl-NL"/>
              <a:t> EAR?</a:t>
            </a:r>
          </a:p>
          <a:p>
            <a:pPr marL="457200" indent="-457200">
              <a:buFont typeface="+mj-lt"/>
              <a:buAutoNum type="alphaLcParenR"/>
            </a:pPr>
            <a:r>
              <a:rPr lang="nl-NL"/>
              <a:t>Is </a:t>
            </a:r>
            <a:r>
              <a:rPr lang="nl-NL" err="1"/>
              <a:t>the</a:t>
            </a:r>
            <a:r>
              <a:rPr lang="nl-NL"/>
              <a:t> % below </a:t>
            </a:r>
            <a:r>
              <a:rPr lang="nl-NL" err="1"/>
              <a:t>the</a:t>
            </a:r>
            <a:r>
              <a:rPr lang="nl-NL"/>
              <a:t> EAR different </a:t>
            </a:r>
            <a:r>
              <a:rPr lang="nl-NL" err="1"/>
              <a:t>for</a:t>
            </a:r>
            <a:r>
              <a:rPr lang="nl-NL"/>
              <a:t> </a:t>
            </a:r>
            <a:r>
              <a:rPr lang="nl-NL" err="1"/>
              <a:t>women</a:t>
            </a:r>
            <a:r>
              <a:rPr lang="nl-NL"/>
              <a:t> </a:t>
            </a:r>
            <a:r>
              <a:rPr lang="nl-NL" err="1"/>
              <a:t>aged</a:t>
            </a:r>
            <a:r>
              <a:rPr lang="nl-NL"/>
              <a:t> 50-79 </a:t>
            </a:r>
            <a:r>
              <a:rPr lang="nl-NL" err="1"/>
              <a:t>with</a:t>
            </a:r>
            <a:r>
              <a:rPr lang="nl-NL"/>
              <a:t> a </a:t>
            </a:r>
            <a:r>
              <a:rPr lang="nl-NL" err="1"/>
              <a:t>higher</a:t>
            </a:r>
            <a:r>
              <a:rPr lang="nl-NL"/>
              <a:t> </a:t>
            </a:r>
            <a:r>
              <a:rPr lang="nl-NL" err="1"/>
              <a:t>education</a:t>
            </a:r>
            <a:r>
              <a:rPr lang="nl-NL"/>
              <a:t> level (</a:t>
            </a:r>
            <a:r>
              <a:rPr lang="nl-NL" err="1"/>
              <a:t>edu_level</a:t>
            </a:r>
            <a:r>
              <a:rPr lang="nl-NL"/>
              <a:t>=3) </a:t>
            </a:r>
            <a:r>
              <a:rPr lang="nl-NL" err="1"/>
              <a:t>compared</a:t>
            </a:r>
            <a:r>
              <a:rPr lang="nl-NL"/>
              <a:t> </a:t>
            </a:r>
            <a:r>
              <a:rPr lang="nl-NL" err="1"/>
              <a:t>to</a:t>
            </a:r>
            <a:r>
              <a:rPr lang="nl-NL"/>
              <a:t> </a:t>
            </a:r>
            <a:r>
              <a:rPr lang="nl-NL" err="1"/>
              <a:t>women</a:t>
            </a:r>
            <a:r>
              <a:rPr lang="nl-NL"/>
              <a:t> </a:t>
            </a:r>
            <a:r>
              <a:rPr lang="nl-NL" err="1"/>
              <a:t>aged</a:t>
            </a:r>
            <a:r>
              <a:rPr lang="nl-NL"/>
              <a:t> 50-79 </a:t>
            </a:r>
            <a:r>
              <a:rPr lang="nl-NL" err="1"/>
              <a:t>with</a:t>
            </a:r>
            <a:r>
              <a:rPr lang="nl-NL"/>
              <a:t> a </a:t>
            </a:r>
            <a:r>
              <a:rPr lang="nl-NL" err="1"/>
              <a:t>lower</a:t>
            </a:r>
            <a:r>
              <a:rPr lang="nl-NL"/>
              <a:t> </a:t>
            </a:r>
            <a:r>
              <a:rPr lang="nl-NL" err="1"/>
              <a:t>education</a:t>
            </a:r>
            <a:r>
              <a:rPr lang="nl-NL"/>
              <a:t> level</a:t>
            </a:r>
            <a:r>
              <a:rPr lang="nl-NL" i="1"/>
              <a:t> </a:t>
            </a:r>
            <a:r>
              <a:rPr lang="nl-NL"/>
              <a:t>(</a:t>
            </a:r>
            <a:r>
              <a:rPr lang="nl-NL" err="1"/>
              <a:t>edu_level</a:t>
            </a:r>
            <a:r>
              <a:rPr lang="nl-NL"/>
              <a:t>=1)? </a:t>
            </a:r>
            <a:r>
              <a:rPr lang="nl-NL" err="1"/>
              <a:t>If</a:t>
            </a:r>
            <a:r>
              <a:rPr lang="nl-NL"/>
              <a:t> yes, </a:t>
            </a:r>
            <a:r>
              <a:rPr lang="nl-NL" err="1"/>
              <a:t>what</a:t>
            </a:r>
            <a:r>
              <a:rPr lang="nl-NL"/>
              <a:t> is </a:t>
            </a:r>
            <a:r>
              <a:rPr lang="nl-NL" err="1"/>
              <a:t>the</a:t>
            </a:r>
            <a:r>
              <a:rPr lang="nl-NL"/>
              <a:t> </a:t>
            </a:r>
            <a:r>
              <a:rPr lang="nl-NL" err="1"/>
              <a:t>difference</a:t>
            </a:r>
            <a:r>
              <a:rPr lang="nl-NL"/>
              <a:t>? </a:t>
            </a:r>
            <a:r>
              <a:rPr lang="nl-NL" err="1"/>
              <a:t>And</a:t>
            </a:r>
            <a:r>
              <a:rPr lang="nl-NL"/>
              <a:t> </a:t>
            </a:r>
            <a:r>
              <a:rPr lang="nl-NL" err="1"/>
              <a:t>for</a:t>
            </a:r>
            <a:r>
              <a:rPr lang="nl-NL"/>
              <a:t> </a:t>
            </a:r>
            <a:r>
              <a:rPr lang="nl-NL" err="1"/>
              <a:t>the</a:t>
            </a:r>
            <a:r>
              <a:rPr lang="nl-NL"/>
              <a:t> men </a:t>
            </a:r>
            <a:r>
              <a:rPr lang="nl-NL" err="1"/>
              <a:t>aged</a:t>
            </a:r>
            <a:r>
              <a:rPr lang="nl-NL"/>
              <a:t> 50-79?</a:t>
            </a:r>
            <a:endParaRPr lang="nl-NL" i="1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DC2A6C5-8804-78D2-202D-BB4DD38D2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err="1"/>
              <a:t>Excercise</a:t>
            </a:r>
            <a:r>
              <a:rPr lang="nl-NL"/>
              <a:t> 1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CF4B6D-55F4-07D0-C40C-2560D24A52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89433F-7856-4046-1604-DFD03FEF8C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SPADE course – f.spade.subgroups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811A4A-43D4-38CC-28D2-85140F6DB4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13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2512305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2F3F2A6-E119-ADC4-B6AA-41EBD40633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lphaLcParenR"/>
            </a:pPr>
            <a:endParaRPr lang="en-US"/>
          </a:p>
          <a:p>
            <a:pPr marL="457200" indent="-457200">
              <a:buFont typeface="+mj-lt"/>
              <a:buAutoNum type="alphaLcParenR"/>
            </a:pPr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DC58E8E-1E3B-2593-05B6-599005F0EB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Solutions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5A8521-A646-59D5-A810-730CD966E0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D7258A-57AA-D86C-8FE5-A9ABDB9568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SPADE course – f.spade.subgroups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155B2A-D37C-05D0-92E6-E9B3A2DFC7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14</a:t>
            </a:fld>
            <a:endParaRPr lang="nl-NL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B0DBE08-C403-C4E1-84C0-AB43B75626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0104" y="1562488"/>
            <a:ext cx="9728013" cy="3826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44285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6F068D4-05AD-834D-362C-4DD8892816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5000" y="2289485"/>
            <a:ext cx="10923588" cy="3931928"/>
          </a:xfrm>
        </p:spPr>
        <p:txBody>
          <a:bodyPr>
            <a:normAutofit lnSpcReduction="10000"/>
          </a:bodyPr>
          <a:lstStyle/>
          <a:p>
            <a:pPr marL="457200" indent="-457200">
              <a:buFont typeface="+mj-lt"/>
              <a:buAutoNum type="alphaLcParenR"/>
            </a:pPr>
            <a:r>
              <a:rPr lang="en-US"/>
              <a:t>You will Habitual intakes for each of the 12 (sub)groups:</a:t>
            </a:r>
          </a:p>
          <a:p>
            <a:pPr marL="770400" lvl="1" indent="-457200">
              <a:buFont typeface="+mj-lt"/>
              <a:buAutoNum type="arabicParenR"/>
            </a:pPr>
            <a:r>
              <a:rPr lang="en-US" b="1"/>
              <a:t>Total</a:t>
            </a:r>
          </a:p>
          <a:p>
            <a:pPr marL="770400" lvl="1" indent="-457200">
              <a:buFont typeface="+mj-lt"/>
              <a:buAutoNum type="arabicParenR"/>
            </a:pPr>
            <a:r>
              <a:rPr lang="en-US">
                <a:highlight>
                  <a:srgbClr val="00FFFF"/>
                </a:highlight>
              </a:rPr>
              <a:t>Men</a:t>
            </a:r>
          </a:p>
          <a:p>
            <a:pPr marL="770400" lvl="1" indent="-457200">
              <a:buFont typeface="+mj-lt"/>
              <a:buAutoNum type="arabicParenR"/>
            </a:pPr>
            <a:r>
              <a:rPr lang="en-US">
                <a:highlight>
                  <a:srgbClr val="FF00FF"/>
                </a:highlight>
              </a:rPr>
              <a:t>Women</a:t>
            </a:r>
          </a:p>
          <a:p>
            <a:pPr marL="770400" lvl="1" indent="-457200">
              <a:buFont typeface="+mj-lt"/>
              <a:buAutoNum type="arabicParenR"/>
            </a:pPr>
            <a:endParaRPr lang="en-US"/>
          </a:p>
          <a:p>
            <a:pPr marL="770400" lvl="1" indent="-457200">
              <a:buFont typeface="+mj-lt"/>
              <a:buAutoNum type="arabicParenR"/>
            </a:pPr>
            <a:endParaRPr lang="en-US"/>
          </a:p>
          <a:p>
            <a:pPr marL="770400" lvl="1" indent="-457200">
              <a:buFont typeface="+mj-lt"/>
              <a:buAutoNum type="arabicParenR"/>
            </a:pPr>
            <a:endParaRPr lang="en-US"/>
          </a:p>
          <a:p>
            <a:pPr marL="770400" lvl="1" indent="-457200">
              <a:buFont typeface="+mj-lt"/>
              <a:buAutoNum type="arabicParenR"/>
            </a:pPr>
            <a:endParaRPr lang="en-US"/>
          </a:p>
          <a:p>
            <a:pPr marL="770400" lvl="1" indent="-457200">
              <a:buFont typeface="+mj-lt"/>
              <a:buAutoNum type="arabicParenR"/>
            </a:pPr>
            <a:endParaRPr lang="en-US"/>
          </a:p>
          <a:p>
            <a:pPr marL="770400" lvl="1" indent="-457200">
              <a:buFont typeface="+mj-lt"/>
              <a:buAutoNum type="arabicParenR"/>
            </a:pPr>
            <a:r>
              <a:rPr lang="en-US" b="1"/>
              <a:t>Total</a:t>
            </a:r>
            <a:r>
              <a:rPr lang="en-US"/>
              <a:t> </a:t>
            </a:r>
            <a:r>
              <a:rPr lang="en-US" err="1"/>
              <a:t>edu_level</a:t>
            </a:r>
            <a:r>
              <a:rPr lang="en-US"/>
              <a:t>=1</a:t>
            </a:r>
          </a:p>
          <a:p>
            <a:pPr marL="770400" lvl="1" indent="-457200">
              <a:buFont typeface="+mj-lt"/>
              <a:buAutoNum type="arabicParenR"/>
            </a:pPr>
            <a:r>
              <a:rPr lang="en-US">
                <a:highlight>
                  <a:srgbClr val="00FFFF"/>
                </a:highlight>
              </a:rPr>
              <a:t>Men</a:t>
            </a:r>
            <a:r>
              <a:rPr lang="en-US"/>
              <a:t> </a:t>
            </a:r>
            <a:r>
              <a:rPr lang="en-US" err="1"/>
              <a:t>edu_level</a:t>
            </a:r>
            <a:r>
              <a:rPr lang="en-US"/>
              <a:t>=1</a:t>
            </a:r>
          </a:p>
          <a:p>
            <a:pPr marL="770400" lvl="1" indent="-457200">
              <a:buFont typeface="+mj-lt"/>
              <a:buAutoNum type="arabicParenR"/>
            </a:pPr>
            <a:r>
              <a:rPr lang="en-US">
                <a:highlight>
                  <a:srgbClr val="FF00FF"/>
                </a:highlight>
              </a:rPr>
              <a:t>Women</a:t>
            </a:r>
            <a:r>
              <a:rPr lang="en-US"/>
              <a:t> </a:t>
            </a:r>
            <a:r>
              <a:rPr lang="en-US" err="1"/>
              <a:t>edu_level</a:t>
            </a:r>
            <a:r>
              <a:rPr lang="en-US"/>
              <a:t>=1</a:t>
            </a:r>
          </a:p>
          <a:p>
            <a:pPr marL="770400" lvl="1" indent="-457200">
              <a:buFont typeface="+mj-lt"/>
              <a:buAutoNum type="arabicParenR"/>
            </a:pPr>
            <a:r>
              <a:rPr lang="en-US" b="1"/>
              <a:t>Total</a:t>
            </a:r>
            <a:r>
              <a:rPr lang="en-US"/>
              <a:t> </a:t>
            </a:r>
            <a:r>
              <a:rPr lang="en-US" err="1"/>
              <a:t>edu_level</a:t>
            </a:r>
            <a:r>
              <a:rPr lang="en-US"/>
              <a:t>=2</a:t>
            </a:r>
          </a:p>
          <a:p>
            <a:pPr marL="770400" lvl="1" indent="-457200">
              <a:buFont typeface="+mj-lt"/>
              <a:buAutoNum type="arabicParenR"/>
            </a:pPr>
            <a:r>
              <a:rPr lang="en-US">
                <a:highlight>
                  <a:srgbClr val="00FFFF"/>
                </a:highlight>
              </a:rPr>
              <a:t>Men</a:t>
            </a:r>
            <a:r>
              <a:rPr lang="en-US"/>
              <a:t> </a:t>
            </a:r>
            <a:r>
              <a:rPr lang="en-US" err="1"/>
              <a:t>edu_level</a:t>
            </a:r>
            <a:r>
              <a:rPr lang="en-US"/>
              <a:t>=2</a:t>
            </a:r>
          </a:p>
          <a:p>
            <a:pPr marL="770400" lvl="1" indent="-457200">
              <a:buFont typeface="+mj-lt"/>
              <a:buAutoNum type="arabicParenR"/>
            </a:pPr>
            <a:r>
              <a:rPr lang="en-US">
                <a:highlight>
                  <a:srgbClr val="FF00FF"/>
                </a:highlight>
              </a:rPr>
              <a:t>Women</a:t>
            </a:r>
            <a:r>
              <a:rPr lang="en-US"/>
              <a:t> </a:t>
            </a:r>
            <a:r>
              <a:rPr lang="en-US" err="1"/>
              <a:t>edu_level</a:t>
            </a:r>
            <a:r>
              <a:rPr lang="en-US"/>
              <a:t>=2</a:t>
            </a:r>
          </a:p>
          <a:p>
            <a:pPr marL="770400" lvl="1" indent="-457200">
              <a:buFont typeface="+mj-lt"/>
              <a:buAutoNum type="arabicParenR"/>
            </a:pPr>
            <a:r>
              <a:rPr lang="en-US" b="1"/>
              <a:t>Total</a:t>
            </a:r>
            <a:r>
              <a:rPr lang="en-US"/>
              <a:t> </a:t>
            </a:r>
            <a:r>
              <a:rPr lang="en-US" err="1"/>
              <a:t>edu_level</a:t>
            </a:r>
            <a:r>
              <a:rPr lang="en-US"/>
              <a:t>=3</a:t>
            </a:r>
          </a:p>
          <a:p>
            <a:pPr marL="770400" lvl="1" indent="-457200">
              <a:buFont typeface="+mj-lt"/>
              <a:buAutoNum type="arabicParenR"/>
            </a:pPr>
            <a:r>
              <a:rPr lang="en-US">
                <a:highlight>
                  <a:srgbClr val="00FFFF"/>
                </a:highlight>
              </a:rPr>
              <a:t>Men</a:t>
            </a:r>
            <a:r>
              <a:rPr lang="en-US"/>
              <a:t> </a:t>
            </a:r>
            <a:r>
              <a:rPr lang="en-US" err="1"/>
              <a:t>edu_level</a:t>
            </a:r>
            <a:r>
              <a:rPr lang="en-US"/>
              <a:t>=3</a:t>
            </a:r>
          </a:p>
          <a:p>
            <a:pPr marL="770400" lvl="1" indent="-457200">
              <a:buFont typeface="+mj-lt"/>
              <a:buAutoNum type="arabicParenR"/>
            </a:pPr>
            <a:r>
              <a:rPr lang="en-US">
                <a:highlight>
                  <a:srgbClr val="FF00FF"/>
                </a:highlight>
              </a:rPr>
              <a:t>Women</a:t>
            </a:r>
            <a:r>
              <a:rPr lang="en-US"/>
              <a:t> </a:t>
            </a:r>
            <a:r>
              <a:rPr lang="en-US" err="1"/>
              <a:t>edu_level</a:t>
            </a:r>
            <a:r>
              <a:rPr lang="en-US"/>
              <a:t>=3</a:t>
            </a:r>
          </a:p>
          <a:p>
            <a:pPr marL="770400" lvl="1" indent="-457200">
              <a:buFont typeface="+mj-lt"/>
              <a:buAutoNum type="arabicParenR"/>
            </a:pPr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AE289DB-34B1-1808-699C-DABE43325F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Solutions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51D7A0-FC3C-6CE9-2AA2-E32E287C74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CC8016-2D30-6FD0-F487-B46850FD0C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SPADE course – f.spade.subgroups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78E6D9-F355-79A2-B09D-40E13BFAFE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15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3756332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F6550C0-DDD6-1B86-366D-1C965C9620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>
                <a:solidFill>
                  <a:schemeClr val="accent1"/>
                </a:solidFill>
              </a:rPr>
              <a:t>b)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8E8CC74-738D-9CF1-B41A-7907632C49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2B2E58-80CA-5A47-3784-C83FE00EE1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4DEC69-8574-90B0-6F51-154F60CDE4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SPADE course – f.spade.subgroups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36BC4B-E468-0A8E-F488-9F2200DE21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16</a:t>
            </a:fld>
            <a:endParaRPr lang="nl-NL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F76A66E-0EEA-5F80-CC0D-9CF1E5EE45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3559" y="2322634"/>
            <a:ext cx="6902906" cy="3367951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B10166DA-B2D6-3A28-94E4-B48290E79C4C}"/>
                  </a:ext>
                </a:extLst>
              </p14:cNvPr>
              <p14:cNvContentPartPr/>
              <p14:nvPr/>
            </p14:nvContentPartPr>
            <p14:xfrm>
              <a:off x="3976934" y="3577240"/>
              <a:ext cx="624240" cy="4464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B10166DA-B2D6-3A28-94E4-B48290E79C4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922934" y="3469240"/>
                <a:ext cx="731880" cy="26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A76DEA1E-A23F-953E-0DD0-56C1C9F439D3}"/>
                  </a:ext>
                </a:extLst>
              </p14:cNvPr>
              <p14:cNvContentPartPr/>
              <p14:nvPr/>
            </p14:nvContentPartPr>
            <p14:xfrm>
              <a:off x="4030214" y="3682720"/>
              <a:ext cx="561600" cy="2808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A76DEA1E-A23F-953E-0DD0-56C1C9F439D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976214" y="3574720"/>
                <a:ext cx="669240" cy="24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68426F70-ECF7-138B-BFF6-29DBECECF3A7}"/>
                  </a:ext>
                </a:extLst>
              </p14:cNvPr>
              <p14:cNvContentPartPr/>
              <p14:nvPr/>
            </p14:nvContentPartPr>
            <p14:xfrm>
              <a:off x="3915014" y="5266000"/>
              <a:ext cx="471960" cy="3564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68426F70-ECF7-138B-BFF6-29DBECECF3A7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861014" y="5158000"/>
                <a:ext cx="579600" cy="25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4B1CF6BF-9BD1-D808-BDD0-2691BBEB7687}"/>
                  </a:ext>
                </a:extLst>
              </p14:cNvPr>
              <p14:cNvContentPartPr/>
              <p14:nvPr/>
            </p14:nvContentPartPr>
            <p14:xfrm>
              <a:off x="4393814" y="5264200"/>
              <a:ext cx="360" cy="36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4B1CF6BF-9BD1-D808-BDD0-2691BBEB7687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339814" y="5156200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A28C27D3-CB2E-F614-4B5D-523C6EF0CE60}"/>
                  </a:ext>
                </a:extLst>
              </p14:cNvPr>
              <p14:cNvContentPartPr/>
              <p14:nvPr/>
            </p14:nvContentPartPr>
            <p14:xfrm>
              <a:off x="4012574" y="5375440"/>
              <a:ext cx="416520" cy="5004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A28C27D3-CB2E-F614-4B5D-523C6EF0CE60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3958621" y="5267440"/>
                <a:ext cx="524067" cy="26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0BBDF7BC-950F-7A22-612B-2BB3E64FB2FF}"/>
                  </a:ext>
                </a:extLst>
              </p14:cNvPr>
              <p14:cNvContentPartPr/>
              <p14:nvPr/>
            </p14:nvContentPartPr>
            <p14:xfrm>
              <a:off x="6382814" y="3675160"/>
              <a:ext cx="594720" cy="36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0BBDF7BC-950F-7A22-612B-2BB3E64FB2FF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6328814" y="3567160"/>
                <a:ext cx="70236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C254E5B9-A706-33B0-5EBC-859B743F4A39}"/>
                  </a:ext>
                </a:extLst>
              </p14:cNvPr>
              <p14:cNvContentPartPr/>
              <p14:nvPr/>
            </p14:nvContentPartPr>
            <p14:xfrm>
              <a:off x="6222974" y="5335120"/>
              <a:ext cx="478800" cy="2700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C254E5B9-A706-33B0-5EBC-859B743F4A39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6168974" y="5227120"/>
                <a:ext cx="586440" cy="242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168071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30BDD112-86DF-EA16-36B0-C9A92A9071C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6732"/>
          <a:stretch/>
        </p:blipFill>
        <p:spPr>
          <a:xfrm>
            <a:off x="3559946" y="2134915"/>
            <a:ext cx="8460162" cy="3956581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F365C4A5-2444-BE1B-2612-1780288262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Solutions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B9420E-DD28-3507-6969-902C28A57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C2DAA2-748F-4A34-B5A9-9B90D07496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SPADE course – f.spade.subgroups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A6AD7F-1678-0142-470B-4E29A1DAE7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17</a:t>
            </a:fld>
            <a:endParaRPr lang="nl-NL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E93C56EB-227F-1C8B-8259-FBC2EC0A986A}"/>
                  </a:ext>
                </a:extLst>
              </p14:cNvPr>
              <p14:cNvContentPartPr/>
              <p14:nvPr/>
            </p14:nvContentPartPr>
            <p14:xfrm>
              <a:off x="6114254" y="3958120"/>
              <a:ext cx="5242680" cy="69696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E93C56EB-227F-1C8B-8259-FBC2EC0A986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105255" y="3949120"/>
                <a:ext cx="5260319" cy="714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923993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A98ED0A-3254-DA06-FE53-1F46341B3C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c)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365C4A5-2444-BE1B-2612-1780288262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Solutions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B9420E-DD28-3507-6969-902C28A57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C2DAA2-748F-4A34-B5A9-9B90D07496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SPADE course – f.spade.subgroups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A6AD7F-1678-0142-470B-4E29A1DAE7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18</a:t>
            </a:fld>
            <a:endParaRPr lang="nl-NL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C3B18C5-39AC-6550-EE13-67EB50EC46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1784" y="2200103"/>
            <a:ext cx="7928757" cy="292231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F868E739-2E72-9CAB-1496-CFC8F6CEF7C8}"/>
                  </a:ext>
                </a:extLst>
              </p14:cNvPr>
              <p14:cNvContentPartPr/>
              <p14:nvPr/>
            </p14:nvContentPartPr>
            <p14:xfrm>
              <a:off x="9152654" y="3381400"/>
              <a:ext cx="924120" cy="5400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F868E739-2E72-9CAB-1496-CFC8F6CEF7C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098654" y="3272675"/>
                <a:ext cx="1031760" cy="27108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7B47A13E-1CDB-B7E9-9A86-98693539FC98}"/>
                  </a:ext>
                </a:extLst>
              </p14:cNvPr>
              <p14:cNvContentPartPr/>
              <p14:nvPr/>
            </p14:nvContentPartPr>
            <p14:xfrm>
              <a:off x="8841974" y="4729960"/>
              <a:ext cx="902880" cy="399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7B47A13E-1CDB-B7E9-9A86-98693539FC9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787974" y="4622924"/>
                <a:ext cx="1010520" cy="253675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648863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365C4A5-2444-BE1B-2612-1780288262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Solutions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B9420E-DD28-3507-6969-902C28A57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C2DAA2-748F-4A34-B5A9-9B90D07496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SPADE course – f.spade.subgroups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A6AD7F-1678-0142-470B-4E29A1DAE7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19</a:t>
            </a:fld>
            <a:endParaRPr lang="nl-NL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D289EA9B-FD5A-6797-F5F5-7B63EBB61A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7127" y="2009576"/>
            <a:ext cx="7646997" cy="3693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35083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C50614F-23C0-0E11-2A5A-2C2741E983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d)</a:t>
            </a:r>
          </a:p>
          <a:p>
            <a:pPr marL="0" indent="0">
              <a:buNone/>
            </a:pPr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9FD6FFF-DD3C-FB32-50EA-DD1E262D9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E82728-A706-B9F6-2147-742C59F3B3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A0DADD-6D23-27A8-903B-326E44C9A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SPADE course – f.spade.subgroups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A7C5F2-74FC-646E-2C93-CEEE4D8BA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20</a:t>
            </a:fld>
            <a:endParaRPr lang="nl-NL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B727AE9-A661-335F-B2BF-384EE732A6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606" y="3029358"/>
            <a:ext cx="5820587" cy="143847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19BD767-1494-5130-4891-4F0B087FB8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034" y="4347959"/>
            <a:ext cx="6134956" cy="145752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85656CF-CF31-9F18-EEC4-9EB2FDDCD5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4809" y="3086141"/>
            <a:ext cx="5915851" cy="141942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9716641-ECE8-F8F3-A854-4318C678BE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47192" y="4505564"/>
            <a:ext cx="6182588" cy="1390844"/>
          </a:xfrm>
          <a:prstGeom prst="rect">
            <a:avLst/>
          </a:prstGeom>
        </p:spPr>
      </p:pic>
      <p:sp>
        <p:nvSpPr>
          <p:cNvPr id="15" name="Arrow: Down 14">
            <a:extLst>
              <a:ext uri="{FF2B5EF4-FFF2-40B4-BE49-F238E27FC236}">
                <a16:creationId xmlns:a16="http://schemas.microsoft.com/office/drawing/2014/main" id="{789D93B3-E550-3F9C-A4D8-15157371CCC9}"/>
              </a:ext>
            </a:extLst>
          </p:cNvPr>
          <p:cNvSpPr/>
          <p:nvPr/>
        </p:nvSpPr>
        <p:spPr>
          <a:xfrm>
            <a:off x="5409057" y="4331541"/>
            <a:ext cx="272126" cy="268429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Arrow: Down 15">
            <a:extLst>
              <a:ext uri="{FF2B5EF4-FFF2-40B4-BE49-F238E27FC236}">
                <a16:creationId xmlns:a16="http://schemas.microsoft.com/office/drawing/2014/main" id="{2D307944-1282-2E0B-1357-E0867AB3A462}"/>
              </a:ext>
            </a:extLst>
          </p:cNvPr>
          <p:cNvSpPr/>
          <p:nvPr/>
        </p:nvSpPr>
        <p:spPr>
          <a:xfrm>
            <a:off x="11485995" y="4465755"/>
            <a:ext cx="272126" cy="268429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A1EFD72A-88D5-85BE-05F5-65A72D0855CB}"/>
                  </a:ext>
                </a:extLst>
              </p14:cNvPr>
              <p14:cNvContentPartPr/>
              <p14:nvPr/>
            </p14:nvContentPartPr>
            <p14:xfrm>
              <a:off x="5361494" y="5563360"/>
              <a:ext cx="502200" cy="7488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A1EFD72A-88D5-85BE-05F5-65A72D0855CB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307494" y="5454838"/>
                <a:ext cx="609840" cy="29156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2D804234-9AE2-3F9F-3372-588BBB750355}"/>
                  </a:ext>
                </a:extLst>
              </p14:cNvPr>
              <p14:cNvContentPartPr/>
              <p14:nvPr/>
            </p14:nvContentPartPr>
            <p14:xfrm>
              <a:off x="5345294" y="4171960"/>
              <a:ext cx="570600" cy="6408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2D804234-9AE2-3F9F-3372-588BBB750355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291294" y="4063960"/>
                <a:ext cx="678240" cy="27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90252790-8BD1-1536-06BA-95DD3B6FED4E}"/>
                  </a:ext>
                </a:extLst>
              </p14:cNvPr>
              <p14:cNvContentPartPr/>
              <p14:nvPr/>
            </p14:nvContentPartPr>
            <p14:xfrm>
              <a:off x="11336414" y="4304800"/>
              <a:ext cx="577800" cy="2772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90252790-8BD1-1536-06BA-95DD3B6FED4E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1282414" y="4195379"/>
                <a:ext cx="685440" cy="24619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C18FC3C3-01F6-1A41-DA22-AD8F5A6299AF}"/>
                  </a:ext>
                </a:extLst>
              </p14:cNvPr>
              <p14:cNvContentPartPr/>
              <p14:nvPr/>
            </p14:nvContentPartPr>
            <p14:xfrm>
              <a:off x="11398694" y="5636440"/>
              <a:ext cx="482760" cy="3312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C18FC3C3-01F6-1A41-DA22-AD8F5A6299AF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1344734" y="5528440"/>
                <a:ext cx="590320" cy="248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37972327"/>
      </p:ext>
    </p:extLst>
  </p:cSld>
  <p:clrMapOvr>
    <a:masterClrMapping/>
  </p:clrMapOvr>
</p:sld>
</file>

<file path=ppt/theme/theme1.xml><?xml version="1.0" encoding="utf-8"?>
<a:theme xmlns:a="http://schemas.openxmlformats.org/drawingml/2006/main" name="Rijkshuisstijl Robijnrood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Rijkshuisstijl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Paars">
      <a:srgbClr val="42145F"/>
    </a:custClr>
    <a:custClr name="Donkerblauw">
      <a:srgbClr val="01689B"/>
    </a:custClr>
    <a:custClr name="Hemelblauw">
      <a:srgbClr val="007BC7"/>
    </a:custClr>
    <a:custClr name="Violet">
      <a:srgbClr val="A90061"/>
    </a:custClr>
    <a:custClr name="Robijnrood">
      <a:srgbClr val="CA005D"/>
    </a:custClr>
    <a:custClr name="Rood">
      <a:srgbClr val="D52B1E"/>
    </a:custClr>
    <a:custClr name="Donkergroen">
      <a:srgbClr val="275937"/>
    </a:custClr>
    <a:custClr name="Groen">
      <a:srgbClr val="39870C"/>
    </a:custClr>
    <a:custClr name="Mosgroen">
      <a:srgbClr val="777C00"/>
    </a:custClr>
    <a:custClr name="Donkerbruin">
      <a:srgbClr val="673327"/>
    </a:custClr>
    <a:custClr name="Licht Paars">
      <a:srgbClr val="C6B8CF"/>
    </a:custClr>
    <a:custClr name="Licht Donkerblauw">
      <a:srgbClr val="CCE0F1"/>
    </a:custClr>
    <a:custClr name="Licht Hemelblauw">
      <a:srgbClr val="DDEFF8"/>
    </a:custClr>
    <a:custClr name="Licht Violet">
      <a:srgbClr val="E5B2CF"/>
    </a:custClr>
    <a:custClr name="Licht Robijnrood">
      <a:srgbClr val="EFB2CE"/>
    </a:custClr>
    <a:custClr name="Licht Rood">
      <a:srgbClr val="F2BFBB"/>
    </a:custClr>
    <a:custClr name="Licht Donkergroen">
      <a:srgbClr val="BECDC3"/>
    </a:custClr>
    <a:custClr name="Licht Groen">
      <a:srgbClr val="C3DBB6"/>
    </a:custClr>
    <a:custClr name="Licht Mosgroen">
      <a:srgbClr val="D6D7B2"/>
    </a:custClr>
    <a:custClr name="Licht Donkerbruin">
      <a:srgbClr val="D1C1BE"/>
    </a:custClr>
    <a:custClr name="Bruin">
      <a:srgbClr val="94710A"/>
    </a:custClr>
    <a:custClr name="Geel">
      <a:srgbClr val="F9E11E"/>
    </a:custClr>
    <a:custClr name="Donkergeel">
      <a:srgbClr val="FFB612"/>
    </a:custClr>
    <a:custClr name="Oranje">
      <a:srgbClr val="E17000"/>
    </a:custClr>
    <a:custClr name="Roze">
      <a:srgbClr val="F092CD"/>
    </a:custClr>
    <a:custClr name="Lichtblauw">
      <a:srgbClr val="8FCAE7"/>
    </a:custClr>
    <a:custClr name="Mintgroen">
      <a:srgbClr val="76D2B6"/>
    </a:custClr>
    <a:custClr name="Grijs 7">
      <a:srgbClr val="535353"/>
    </a:custClr>
    <a:custClr name="Grijs 6">
      <a:srgbClr val="696969"/>
    </a:custClr>
    <a:custClr name="Grijs 5">
      <a:srgbClr val="999999"/>
    </a:custClr>
    <a:custClr name="Licht Bruin">
      <a:srgbClr val="DFD4B5"/>
    </a:custClr>
    <a:custClr name="Licht Geel">
      <a:srgbClr val="FDF6BB"/>
    </a:custClr>
    <a:custClr name="Licht Donkergeel">
      <a:srgbClr val="FFE9B7"/>
    </a:custClr>
    <a:custClr name="Licht Oranje">
      <a:srgbClr val="F6D4B2"/>
    </a:custClr>
    <a:custClr name="Licht Roze">
      <a:srgbClr val="FADEF0"/>
    </a:custClr>
    <a:custClr name="Licht Lichtblauw">
      <a:srgbClr val="DDEFF8"/>
    </a:custClr>
    <a:custClr name="Licht Mintgroen">
      <a:srgbClr val="D6F1E9"/>
    </a:custClr>
    <a:custClr name="Grijs 4">
      <a:srgbClr val="B4B4B4"/>
    </a:custClr>
    <a:custClr name="Grijs 3">
      <a:srgbClr val="CCCCCC"/>
    </a:custClr>
    <a:custClr name="Grijs 2">
      <a:srgbClr val="E6E6E6"/>
    </a:custClr>
  </a:custClrLst>
  <a:extLst>
    <a:ext uri="{05A4C25C-085E-4340-85A3-A5531E510DB2}">
      <thm15:themeFamily xmlns:thm15="http://schemas.microsoft.com/office/thememl/2012/main" name="RIJK PPT_RIVM-final versie_format ENG_docgen  -  Alleen-lezen" id="{66EA6C17-D777-40AE-8A7C-B6ACFD1E5139}" vid="{E3AF7736-6FA2-456B-8671-7F86E75B7F3E}"/>
    </a:ext>
  </a:extLst>
</a:theme>
</file>

<file path=ppt/theme/theme2.xml><?xml version="1.0" encoding="utf-8"?>
<a:theme xmlns:a="http://schemas.openxmlformats.org/drawingml/2006/main" name="Rijkshuisstijl Robijnrood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Rijkshuisstijl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Paars">
      <a:srgbClr val="42145F"/>
    </a:custClr>
    <a:custClr name="Donkerblauw">
      <a:srgbClr val="01689B"/>
    </a:custClr>
    <a:custClr name="Hemelblauw">
      <a:srgbClr val="007BC7"/>
    </a:custClr>
    <a:custClr name="Violet">
      <a:srgbClr val="A90061"/>
    </a:custClr>
    <a:custClr name="Robijnrood">
      <a:srgbClr val="CA005D"/>
    </a:custClr>
    <a:custClr name="Rood">
      <a:srgbClr val="D52B1E"/>
    </a:custClr>
    <a:custClr name="Donkergroen">
      <a:srgbClr val="275937"/>
    </a:custClr>
    <a:custClr name="Groen">
      <a:srgbClr val="39870C"/>
    </a:custClr>
    <a:custClr name="Mosgroen">
      <a:srgbClr val="777C00"/>
    </a:custClr>
    <a:custClr name="Donkerbruin">
      <a:srgbClr val="673327"/>
    </a:custClr>
    <a:custClr name="Licht Paars">
      <a:srgbClr val="C6B8CF"/>
    </a:custClr>
    <a:custClr name="Licht Donkerblauw">
      <a:srgbClr val="CCE0F1"/>
    </a:custClr>
    <a:custClr name="Licht Hemelblauw">
      <a:srgbClr val="DDEFF8"/>
    </a:custClr>
    <a:custClr name="Licht Violet">
      <a:srgbClr val="E5B2CF"/>
    </a:custClr>
    <a:custClr name="Licht Robijnrood">
      <a:srgbClr val="EFB2CE"/>
    </a:custClr>
    <a:custClr name="Licht Rood">
      <a:srgbClr val="F2BFBB"/>
    </a:custClr>
    <a:custClr name="Licht Donkergroen">
      <a:srgbClr val="BECDC3"/>
    </a:custClr>
    <a:custClr name="Licht Groen">
      <a:srgbClr val="C3DBB6"/>
    </a:custClr>
    <a:custClr name="Licht Mosgroen">
      <a:srgbClr val="D6D7B2"/>
    </a:custClr>
    <a:custClr name="Licht Donkerbruin">
      <a:srgbClr val="D1C1BE"/>
    </a:custClr>
    <a:custClr name="Bruin">
      <a:srgbClr val="94710A"/>
    </a:custClr>
    <a:custClr name="Geel">
      <a:srgbClr val="F9E11E"/>
    </a:custClr>
    <a:custClr name="Donkergeel">
      <a:srgbClr val="FFB612"/>
    </a:custClr>
    <a:custClr name="Oranje">
      <a:srgbClr val="E17000"/>
    </a:custClr>
    <a:custClr name="Roze">
      <a:srgbClr val="F092CD"/>
    </a:custClr>
    <a:custClr name="Lichtblauw">
      <a:srgbClr val="8FCAE7"/>
    </a:custClr>
    <a:custClr name="Mintgroen">
      <a:srgbClr val="76D2B6"/>
    </a:custClr>
    <a:custClr name="Grijs 7">
      <a:srgbClr val="535353"/>
    </a:custClr>
    <a:custClr name="Grijs 6">
      <a:srgbClr val="696969"/>
    </a:custClr>
    <a:custClr name="Grijs 5">
      <a:srgbClr val="999999"/>
    </a:custClr>
    <a:custClr name="Licht Bruin">
      <a:srgbClr val="DFD4B5"/>
    </a:custClr>
    <a:custClr name="Licht Geel">
      <a:srgbClr val="FDF6BB"/>
    </a:custClr>
    <a:custClr name="Licht Donkergeel">
      <a:srgbClr val="FFE9B7"/>
    </a:custClr>
    <a:custClr name="Licht Oranje">
      <a:srgbClr val="F6D4B2"/>
    </a:custClr>
    <a:custClr name="Licht Roze">
      <a:srgbClr val="FADEF0"/>
    </a:custClr>
    <a:custClr name="Licht Lichtblauw">
      <a:srgbClr val="DDEFF8"/>
    </a:custClr>
    <a:custClr name="Licht Mintgroen">
      <a:srgbClr val="D6F1E9"/>
    </a:custClr>
    <a:custClr name="Grijs 4">
      <a:srgbClr val="B4B4B4"/>
    </a:custClr>
    <a:custClr name="Grijs 3">
      <a:srgbClr val="CCCCCC"/>
    </a:custClr>
    <a:custClr name="Grijs 2">
      <a:srgbClr val="E6E6E6"/>
    </a:custClr>
  </a:custClrLst>
  <a:extLst>
    <a:ext uri="{05A4C25C-085E-4340-85A3-A5531E510DB2}">
      <thm15:themeFamily xmlns:thm15="http://schemas.microsoft.com/office/thememl/2012/main" name="RIJK PPT_RIVM-final versie_format ENG_docgen  -  Alleen-lezen" id="{66EA6C17-D777-40AE-8A7C-B6ACFD1E5139}" vid="{E3AF7736-6FA2-456B-8671-7F86E75B7F3E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F634CA3F5682C418397C6E4414BCDE3" ma:contentTypeVersion="8" ma:contentTypeDescription="Een nieuw document maken." ma:contentTypeScope="" ma:versionID="7e9bcdd21cead49168b6feb66b54f6a8">
  <xsd:schema xmlns:xsd="http://www.w3.org/2001/XMLSchema" xmlns:xs="http://www.w3.org/2001/XMLSchema" xmlns:p="http://schemas.microsoft.com/office/2006/metadata/properties" xmlns:ns1="http://schemas.microsoft.com/sharepoint/v3" xmlns:ns2="0577e6a0-5f74-4659-a81a-c7bdc984432d" xmlns:ns3="f5c8fe0e-f8db-4fac-9fd3-e69469f9c90b" targetNamespace="http://schemas.microsoft.com/office/2006/metadata/properties" ma:root="true" ma:fieldsID="37b75464c5427a9711a0b9a23c39bf24" ns1:_="" ns2:_="" ns3:_="">
    <xsd:import namespace="http://schemas.microsoft.com/sharepoint/v3"/>
    <xsd:import namespace="0577e6a0-5f74-4659-a81a-c7bdc984432d"/>
    <xsd:import namespace="f5c8fe0e-f8db-4fac-9fd3-e69469f9c90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1:_ip_UnifiedCompliancePolicyProperties" minOccurs="0"/>
                <xsd:element ref="ns1:_ip_UnifiedCompliancePolicyUIAction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0" nillable="true" ma:displayName="Eigenschappen van het geïntegreerd beleid voor naleving" ma:hidden="true" ma:internalName="_ip_UnifiedCompliancePolicyProperties">
      <xsd:simpleType>
        <xsd:restriction base="dms:Note"/>
      </xsd:simpleType>
    </xsd:element>
    <xsd:element name="_ip_UnifiedCompliancePolicyUIAction" ma:index="11" nillable="true" ma:displayName="Actie van de gebruikersinterface van het geïntegreerd beleid voor naleving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577e6a0-5f74-4659-a81a-c7bdc984432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c8fe0e-f8db-4fac-9fd3-e69469f9c90b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Gedeeld met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Gedeeld met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Props1.xml><?xml version="1.0" encoding="utf-8"?>
<ds:datastoreItem xmlns:ds="http://schemas.openxmlformats.org/officeDocument/2006/customXml" ds:itemID="{7C19E62F-D889-4366-BF88-D6C6E6C3272B}">
  <ds:schemaRefs>
    <ds:schemaRef ds:uri="0577e6a0-5f74-4659-a81a-c7bdc984432d"/>
    <ds:schemaRef ds:uri="f5c8fe0e-f8db-4fac-9fd3-e69469f9c90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DA448B26-FEC5-4D26-97C1-00D34C5645C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9E4DA43-A149-4531-AC7C-DD4B6B636C0B}">
  <ds:schemaRefs>
    <ds:schemaRef ds:uri="0577e6a0-5f74-4659-a81a-c7bdc984432d"/>
    <ds:schemaRef ds:uri="f5c8fe0e-f8db-4fac-9fd3-e69469f9c90b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2078</Words>
  <Application>Microsoft Office PowerPoint</Application>
  <PresentationFormat>Widescreen</PresentationFormat>
  <Paragraphs>212</Paragraphs>
  <Slides>20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20</vt:i4>
      </vt:variant>
    </vt:vector>
  </HeadingPairs>
  <TitlesOfParts>
    <vt:vector size="28" baseType="lpstr">
      <vt:lpstr>Arial</vt:lpstr>
      <vt:lpstr>Calibri</vt:lpstr>
      <vt:lpstr>Courier New</vt:lpstr>
      <vt:lpstr>Lucida Console</vt:lpstr>
      <vt:lpstr>Verdana</vt:lpstr>
      <vt:lpstr>Wingdings</vt:lpstr>
      <vt:lpstr>Rijkshuisstijl Robijnrood</vt:lpstr>
      <vt:lpstr>Rijkshuisstijl Robijnrood</vt:lpstr>
      <vt:lpstr>SPADE-course 2025 RIVM - Bilthoven</vt:lpstr>
      <vt:lpstr>Subgroups</vt:lpstr>
      <vt:lpstr>Analyses by subgroups </vt:lpstr>
      <vt:lpstr>General idea</vt:lpstr>
      <vt:lpstr>f.spade.subgroups</vt:lpstr>
      <vt:lpstr>f.spade.subgroups</vt:lpstr>
      <vt:lpstr>Differences for argument age.classes        1/2</vt:lpstr>
      <vt:lpstr>Differences for argument age.classes        2/2</vt:lpstr>
      <vt:lpstr>Differences for the DRI arguments</vt:lpstr>
      <vt:lpstr>Example f.spade.subgroups</vt:lpstr>
      <vt:lpstr>Example f.spade.subgroups</vt:lpstr>
      <vt:lpstr>Example output tables  Excel output tables </vt:lpstr>
      <vt:lpstr>Excercise 1</vt:lpstr>
      <vt:lpstr>Solutions</vt:lpstr>
      <vt:lpstr>Solutions</vt:lpstr>
      <vt:lpstr>PowerPoint Presentation</vt:lpstr>
      <vt:lpstr>Solutions</vt:lpstr>
      <vt:lpstr>Solutions</vt:lpstr>
      <vt:lpstr>Solutions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Arnold Dekkers</dc:creator>
  <cp:lastModifiedBy>Lisa Tostrams</cp:lastModifiedBy>
  <cp:revision>1</cp:revision>
  <dcterms:created xsi:type="dcterms:W3CDTF">2024-04-04T13:16:12Z</dcterms:created>
  <dcterms:modified xsi:type="dcterms:W3CDTF">2025-07-14T09:48:43Z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0x010100FF634CA3F5682C418397C6E4414BCDE3</vt:lpwstr>
  </property>
</Properties>
</file>