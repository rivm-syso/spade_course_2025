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3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theme/theme4.xml" ContentType="application/vnd.openxmlformats-officedocument.theme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5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theme/theme6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theme/theme7.xml" ContentType="application/vnd.openxmlformats-officedocument.theme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theme/theme8.xml" ContentType="application/vnd.openxmlformats-officedocument.theme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theme/theme9.xml" ContentType="application/vnd.openxmlformats-officedocument.theme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theme/theme10.xml" ContentType="application/vnd.openxmlformats-officedocument.theme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theme/theme11.xml" ContentType="application/vnd.openxmlformats-officedocument.theme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theme/theme12.xml" ContentType="application/vnd.openxmlformats-officedocument.theme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theme/theme13.xml" ContentType="application/vnd.openxmlformats-officedocument.theme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theme/theme14.xml" ContentType="application/vnd.openxmlformats-officedocument.theme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theme/theme15.xml" ContentType="application/vnd.openxmlformats-officedocument.theme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theme/theme16.xml" ContentType="application/vnd.openxmlformats-officedocument.theme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41" r:id="rId5"/>
    <p:sldMasterId id="2147483779" r:id="rId6"/>
    <p:sldMasterId id="2147483817" r:id="rId7"/>
    <p:sldMasterId id="2147483855" r:id="rId8"/>
    <p:sldMasterId id="2147483893" r:id="rId9"/>
    <p:sldMasterId id="2147483931" r:id="rId10"/>
    <p:sldMasterId id="2147483969" r:id="rId11"/>
    <p:sldMasterId id="2147484007" r:id="rId12"/>
    <p:sldMasterId id="2147484045" r:id="rId13"/>
    <p:sldMasterId id="2147484083" r:id="rId14"/>
    <p:sldMasterId id="2147484121" r:id="rId15"/>
    <p:sldMasterId id="2147484159" r:id="rId16"/>
    <p:sldMasterId id="2147484197" r:id="rId17"/>
    <p:sldMasterId id="2147484235" r:id="rId18"/>
    <p:sldMasterId id="2147484273" r:id="rId19"/>
    <p:sldMasterId id="2147484311" r:id="rId20"/>
  </p:sldMasterIdLst>
  <p:notesMasterIdLst>
    <p:notesMasterId r:id="rId47"/>
  </p:notesMasterIdLst>
  <p:handoutMasterIdLst>
    <p:handoutMasterId r:id="rId48"/>
  </p:handoutMasterIdLst>
  <p:sldIdLst>
    <p:sldId id="270" r:id="rId21"/>
    <p:sldId id="320" r:id="rId22"/>
    <p:sldId id="322" r:id="rId23"/>
    <p:sldId id="321" r:id="rId24"/>
    <p:sldId id="262" r:id="rId25"/>
    <p:sldId id="263" r:id="rId26"/>
    <p:sldId id="323" r:id="rId27"/>
    <p:sldId id="324" r:id="rId28"/>
    <p:sldId id="287" r:id="rId29"/>
    <p:sldId id="273" r:id="rId30"/>
    <p:sldId id="319" r:id="rId31"/>
    <p:sldId id="298" r:id="rId32"/>
    <p:sldId id="299" r:id="rId33"/>
    <p:sldId id="300" r:id="rId34"/>
    <p:sldId id="301" r:id="rId35"/>
    <p:sldId id="302" r:id="rId36"/>
    <p:sldId id="303" r:id="rId37"/>
    <p:sldId id="310" r:id="rId38"/>
    <p:sldId id="311" r:id="rId39"/>
    <p:sldId id="312" r:id="rId40"/>
    <p:sldId id="313" r:id="rId41"/>
    <p:sldId id="269" r:id="rId42"/>
    <p:sldId id="325" r:id="rId43"/>
    <p:sldId id="326" r:id="rId44"/>
    <p:sldId id="327" r:id="rId45"/>
    <p:sldId id="328" r:id="rId4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8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0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rnout Drenthel" initials="AD [7]" lastIdx="1" clrIdx="6"/>
  <p:cmAuthor id="1" name="Arnout Drenthel" initials="AD" lastIdx="1" clrIdx="0"/>
  <p:cmAuthor id="8" name="Arnout Drenthel" initials="AD [8]" lastIdx="1" clrIdx="7"/>
  <p:cmAuthor id="2" name="Arnout Drenthel" initials="AD [2]" lastIdx="1" clrIdx="1"/>
  <p:cmAuthor id="9" name="Arnout Drenthel" initials="AD [9]" lastIdx="1" clrIdx="8"/>
  <p:cmAuthor id="3" name="Arnout Drenthel" initials="AD [3]" lastIdx="1" clrIdx="2"/>
  <p:cmAuthor id="10" name="Marjolein de Jong" initials="MdJ" lastIdx="8" clrIdx="9">
    <p:extLst>
      <p:ext uri="{19B8F6BF-5375-455C-9EA6-DF929625EA0E}">
        <p15:presenceInfo xmlns:p15="http://schemas.microsoft.com/office/powerpoint/2012/main" userId="S::marjolein.de.jong@rivm.nl::00349200-a54b-4a61-ab9a-d959590d6c33" providerId="AD"/>
      </p:ext>
    </p:extLst>
  </p:cmAuthor>
  <p:cmAuthor id="4" name="Arnout Drenthel" initials="AD [4]" lastIdx="1" clrIdx="3"/>
  <p:cmAuthor id="5" name="Arnout Drenthel" initials="AD [5]" lastIdx="1" clrIdx="4"/>
  <p:cmAuthor id="6" name="Arnout Drenthel" initials="AD [6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0063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F950-ADB2-479E-9410-54A522774477}" v="165" dt="2025-07-07T16:48:16.6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Stijl, thema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22" autoAdjust="0"/>
    <p:restoredTop sz="70153" autoAdjust="0"/>
  </p:normalViewPr>
  <p:slideViewPr>
    <p:cSldViewPr snapToGrid="0">
      <p:cViewPr varScale="1">
        <p:scale>
          <a:sx n="56" d="100"/>
          <a:sy n="56" d="100"/>
        </p:scale>
        <p:origin x="556" y="52"/>
      </p:cViewPr>
      <p:guideLst>
        <p:guide pos="518"/>
        <p:guide orient="horz" pos="2160"/>
        <p:guide orient="horz" pos="1036"/>
      </p:guideLst>
    </p:cSldViewPr>
  </p:slideViewPr>
  <p:outlineViewPr>
    <p:cViewPr>
      <p:scale>
        <a:sx n="33" d="100"/>
        <a:sy n="33" d="100"/>
      </p:scale>
      <p:origin x="0" y="-562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138"/>
    </p:cViewPr>
  </p:sorter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6.xml"/><Relationship Id="rId39" Type="http://schemas.openxmlformats.org/officeDocument/2006/relationships/slide" Target="slides/slide19.xml"/><Relationship Id="rId21" Type="http://schemas.openxmlformats.org/officeDocument/2006/relationships/slide" Target="slides/slide1.xml"/><Relationship Id="rId34" Type="http://schemas.openxmlformats.org/officeDocument/2006/relationships/slide" Target="slides/slide14.xml"/><Relationship Id="rId42" Type="http://schemas.openxmlformats.org/officeDocument/2006/relationships/slide" Target="slides/slide22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9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4.xml"/><Relationship Id="rId32" Type="http://schemas.openxmlformats.org/officeDocument/2006/relationships/slide" Target="slides/slide12.xml"/><Relationship Id="rId37" Type="http://schemas.openxmlformats.org/officeDocument/2006/relationships/slide" Target="slides/slide17.xml"/><Relationship Id="rId40" Type="http://schemas.openxmlformats.org/officeDocument/2006/relationships/slide" Target="slides/slide20.xml"/><Relationship Id="rId45" Type="http://schemas.openxmlformats.org/officeDocument/2006/relationships/slide" Target="slides/slide25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" Target="slides/slide11.xml"/><Relationship Id="rId44" Type="http://schemas.openxmlformats.org/officeDocument/2006/relationships/slide" Target="slides/slide24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2.xml"/><Relationship Id="rId27" Type="http://schemas.openxmlformats.org/officeDocument/2006/relationships/slide" Target="slides/slide7.xml"/><Relationship Id="rId30" Type="http://schemas.openxmlformats.org/officeDocument/2006/relationships/slide" Target="slides/slide10.xml"/><Relationship Id="rId35" Type="http://schemas.openxmlformats.org/officeDocument/2006/relationships/slide" Target="slides/slide15.xml"/><Relationship Id="rId43" Type="http://schemas.openxmlformats.org/officeDocument/2006/relationships/slide" Target="slides/slide23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5.xml"/><Relationship Id="rId33" Type="http://schemas.openxmlformats.org/officeDocument/2006/relationships/slide" Target="slides/slide13.xml"/><Relationship Id="rId38" Type="http://schemas.openxmlformats.org/officeDocument/2006/relationships/slide" Target="slides/slide18.xml"/><Relationship Id="rId46" Type="http://schemas.openxmlformats.org/officeDocument/2006/relationships/slide" Target="slides/slide26.xml"/><Relationship Id="rId20" Type="http://schemas.openxmlformats.org/officeDocument/2006/relationships/slideMaster" Target="slideMasters/slideMaster17.xml"/><Relationship Id="rId41" Type="http://schemas.openxmlformats.org/officeDocument/2006/relationships/slide" Target="slides/slide21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3.xml"/><Relationship Id="rId28" Type="http://schemas.openxmlformats.org/officeDocument/2006/relationships/slide" Target="slides/slide8.xml"/><Relationship Id="rId36" Type="http://schemas.openxmlformats.org/officeDocument/2006/relationships/slide" Target="slides/slide16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en Rodenburg" userId="36afe4a3-a6a4-4251-8e46-e83f049ed970" providerId="ADAL" clId="{D5F1F950-ADB2-479E-9410-54A522774477}"/>
    <pc:docChg chg="undo custSel addSld delSld modSld sldOrd">
      <pc:chgData name="Jeroen Rodenburg" userId="36afe4a3-a6a4-4251-8e46-e83f049ed970" providerId="ADAL" clId="{D5F1F950-ADB2-479E-9410-54A522774477}" dt="2025-07-11T12:07:12.055" v="6502" actId="20577"/>
      <pc:docMkLst>
        <pc:docMk/>
      </pc:docMkLst>
      <pc:sldChg chg="addSp delSp modSp del mod">
        <pc:chgData name="Jeroen Rodenburg" userId="36afe4a3-a6a4-4251-8e46-e83f049ed970" providerId="ADAL" clId="{D5F1F950-ADB2-479E-9410-54A522774477}" dt="2025-07-05T13:38:46.349" v="410" actId="47"/>
        <pc:sldMkLst>
          <pc:docMk/>
          <pc:sldMk cId="69251243" sldId="258"/>
        </pc:sldMkLst>
        <pc:spChg chg="del mod">
          <ac:chgData name="Jeroen Rodenburg" userId="36afe4a3-a6a4-4251-8e46-e83f049ed970" providerId="ADAL" clId="{D5F1F950-ADB2-479E-9410-54A522774477}" dt="2025-07-05T13:37:51.675" v="391" actId="21"/>
          <ac:spMkLst>
            <pc:docMk/>
            <pc:sldMk cId="69251243" sldId="258"/>
            <ac:spMk id="2" creationId="{EC91CAC1-DC2C-4CE1-9A4E-51200E2AE0E8}"/>
          </ac:spMkLst>
        </pc:spChg>
        <pc:spChg chg="mod">
          <ac:chgData name="Jeroen Rodenburg" userId="36afe4a3-a6a4-4251-8e46-e83f049ed970" providerId="ADAL" clId="{D5F1F950-ADB2-479E-9410-54A522774477}" dt="2025-07-05T13:33:07.662" v="120" actId="404"/>
          <ac:spMkLst>
            <pc:docMk/>
            <pc:sldMk cId="69251243" sldId="258"/>
            <ac:spMk id="3" creationId="{76C9D7C4-9AA4-4D44-A8A2-38248E16753C}"/>
          </ac:spMkLst>
        </pc:spChg>
        <pc:spChg chg="add mod">
          <ac:chgData name="Jeroen Rodenburg" userId="36afe4a3-a6a4-4251-8e46-e83f049ed970" providerId="ADAL" clId="{D5F1F950-ADB2-479E-9410-54A522774477}" dt="2025-07-05T13:35:00.391" v="149" actId="1076"/>
          <ac:spMkLst>
            <pc:docMk/>
            <pc:sldMk cId="69251243" sldId="258"/>
            <ac:spMk id="7" creationId="{5DD395B4-0712-2168-324A-DBAB48B308C5}"/>
          </ac:spMkLst>
        </pc:spChg>
        <pc:spChg chg="add mod">
          <ac:chgData name="Jeroen Rodenburg" userId="36afe4a3-a6a4-4251-8e46-e83f049ed970" providerId="ADAL" clId="{D5F1F950-ADB2-479E-9410-54A522774477}" dt="2025-07-05T13:37:18.940" v="384" actId="1076"/>
          <ac:spMkLst>
            <pc:docMk/>
            <pc:sldMk cId="69251243" sldId="258"/>
            <ac:spMk id="9" creationId="{6F37382E-E2AF-D9E7-33D5-A6D612F5B1D5}"/>
          </ac:spMkLst>
        </pc:spChg>
        <pc:spChg chg="add mod">
          <ac:chgData name="Jeroen Rodenburg" userId="36afe4a3-a6a4-4251-8e46-e83f049ed970" providerId="ADAL" clId="{D5F1F950-ADB2-479E-9410-54A522774477}" dt="2025-07-05T13:37:51.675" v="391" actId="21"/>
          <ac:spMkLst>
            <pc:docMk/>
            <pc:sldMk cId="69251243" sldId="258"/>
            <ac:spMk id="11" creationId="{1CAB1DD3-EE9A-25A0-F335-6FC63A71B889}"/>
          </ac:spMkLst>
        </pc:spChg>
      </pc:sldChg>
      <pc:sldChg chg="modSp del mod">
        <pc:chgData name="Jeroen Rodenburg" userId="36afe4a3-a6a4-4251-8e46-e83f049ed970" providerId="ADAL" clId="{D5F1F950-ADB2-479E-9410-54A522774477}" dt="2025-07-05T13:53:46.751" v="951" actId="47"/>
        <pc:sldMkLst>
          <pc:docMk/>
          <pc:sldMk cId="3518884725" sldId="259"/>
        </pc:sldMkLst>
        <pc:spChg chg="mod">
          <ac:chgData name="Jeroen Rodenburg" userId="36afe4a3-a6a4-4251-8e46-e83f049ed970" providerId="ADAL" clId="{D5F1F950-ADB2-479E-9410-54A522774477}" dt="2025-07-05T13:49:03.879" v="691" actId="21"/>
          <ac:spMkLst>
            <pc:docMk/>
            <pc:sldMk cId="3518884725" sldId="259"/>
            <ac:spMk id="2" creationId="{0BC079C8-EE75-4FFB-9259-2B25647AB594}"/>
          </ac:spMkLst>
        </pc:spChg>
        <pc:spChg chg="mod">
          <ac:chgData name="Jeroen Rodenburg" userId="36afe4a3-a6a4-4251-8e46-e83f049ed970" providerId="ADAL" clId="{D5F1F950-ADB2-479E-9410-54A522774477}" dt="2025-07-05T13:43:36.587" v="551" actId="404"/>
          <ac:spMkLst>
            <pc:docMk/>
            <pc:sldMk cId="3518884725" sldId="259"/>
            <ac:spMk id="3" creationId="{A9CB4156-93EC-4CA0-AB32-DB23B3CCEA53}"/>
          </ac:spMkLst>
        </pc:spChg>
      </pc:sldChg>
      <pc:sldChg chg="del">
        <pc:chgData name="Jeroen Rodenburg" userId="36afe4a3-a6a4-4251-8e46-e83f049ed970" providerId="ADAL" clId="{D5F1F950-ADB2-479E-9410-54A522774477}" dt="2025-07-05T14:19:31.244" v="2032" actId="47"/>
        <pc:sldMkLst>
          <pc:docMk/>
          <pc:sldMk cId="2034880993" sldId="260"/>
        </pc:sldMkLst>
      </pc:sldChg>
      <pc:sldChg chg="del">
        <pc:chgData name="Jeroen Rodenburg" userId="36afe4a3-a6a4-4251-8e46-e83f049ed970" providerId="ADAL" clId="{D5F1F950-ADB2-479E-9410-54A522774477}" dt="2025-07-05T14:19:31.244" v="2032" actId="47"/>
        <pc:sldMkLst>
          <pc:docMk/>
          <pc:sldMk cId="1608757677" sldId="261"/>
        </pc:sldMkLst>
      </pc:sldChg>
      <pc:sldChg chg="addSp delSp modSp mod">
        <pc:chgData name="Jeroen Rodenburg" userId="36afe4a3-a6a4-4251-8e46-e83f049ed970" providerId="ADAL" clId="{D5F1F950-ADB2-479E-9410-54A522774477}" dt="2025-07-05T14:24:34.070" v="2355" actId="478"/>
        <pc:sldMkLst>
          <pc:docMk/>
          <pc:sldMk cId="4235553522" sldId="263"/>
        </pc:sldMkLst>
        <pc:spChg chg="add mod">
          <ac:chgData name="Jeroen Rodenburg" userId="36afe4a3-a6a4-4251-8e46-e83f049ed970" providerId="ADAL" clId="{D5F1F950-ADB2-479E-9410-54A522774477}" dt="2025-07-05T14:20:33.967" v="2098"/>
          <ac:spMkLst>
            <pc:docMk/>
            <pc:sldMk cId="4235553522" sldId="263"/>
            <ac:spMk id="2" creationId="{9265F19F-EFE2-8E6D-D34A-3A0D20E227CB}"/>
          </ac:spMkLst>
        </pc:spChg>
        <pc:spChg chg="mod">
          <ac:chgData name="Jeroen Rodenburg" userId="36afe4a3-a6a4-4251-8e46-e83f049ed970" providerId="ADAL" clId="{D5F1F950-ADB2-479E-9410-54A522774477}" dt="2025-07-05T14:22:55.309" v="2350" actId="113"/>
          <ac:spMkLst>
            <pc:docMk/>
            <pc:sldMk cId="4235553522" sldId="263"/>
            <ac:spMk id="13" creationId="{AEB7ED6F-0D96-4CF3-AE9D-E74FE298DCAF}"/>
          </ac:spMkLst>
        </pc:spChg>
        <pc:spChg chg="add del mod">
          <ac:chgData name="Jeroen Rodenburg" userId="36afe4a3-a6a4-4251-8e46-e83f049ed970" providerId="ADAL" clId="{D5F1F950-ADB2-479E-9410-54A522774477}" dt="2025-07-05T14:24:30.299" v="2354" actId="478"/>
          <ac:spMkLst>
            <pc:docMk/>
            <pc:sldMk cId="4235553522" sldId="263"/>
            <ac:spMk id="18" creationId="{18E7DA14-E5F6-51DF-7A93-C2A839F52032}"/>
          </ac:spMkLst>
        </pc:spChg>
        <pc:grpChg chg="del">
          <ac:chgData name="Jeroen Rodenburg" userId="36afe4a3-a6a4-4251-8e46-e83f049ed970" providerId="ADAL" clId="{D5F1F950-ADB2-479E-9410-54A522774477}" dt="2025-07-05T14:20:14.950" v="2093" actId="478"/>
          <ac:grpSpMkLst>
            <pc:docMk/>
            <pc:sldMk cId="4235553522" sldId="263"/>
            <ac:grpSpMk id="7" creationId="{1257155B-4A6B-4FB7-B17B-38B4CD3B41C3}"/>
          </ac:grpSpMkLst>
        </pc:grpChg>
        <pc:picChg chg="add del mod">
          <ac:chgData name="Jeroen Rodenburg" userId="36afe4a3-a6a4-4251-8e46-e83f049ed970" providerId="ADAL" clId="{D5F1F950-ADB2-479E-9410-54A522774477}" dt="2025-07-05T14:24:34.070" v="2355" actId="478"/>
          <ac:picMkLst>
            <pc:docMk/>
            <pc:sldMk cId="4235553522" sldId="263"/>
            <ac:picMk id="11" creationId="{6A8BF20D-AE45-401B-24FD-B3752B2FB014}"/>
          </ac:picMkLst>
        </pc:picChg>
        <pc:picChg chg="add del mod">
          <ac:chgData name="Jeroen Rodenburg" userId="36afe4a3-a6a4-4251-8e46-e83f049ed970" providerId="ADAL" clId="{D5F1F950-ADB2-479E-9410-54A522774477}" dt="2025-07-05T14:24:34.070" v="2355" actId="478"/>
          <ac:picMkLst>
            <pc:docMk/>
            <pc:sldMk cId="4235553522" sldId="263"/>
            <ac:picMk id="12" creationId="{1E3C01ED-6C97-2938-B825-C0C78B9E4780}"/>
          </ac:picMkLst>
        </pc:picChg>
        <pc:picChg chg="add del mod">
          <ac:chgData name="Jeroen Rodenburg" userId="36afe4a3-a6a4-4251-8e46-e83f049ed970" providerId="ADAL" clId="{D5F1F950-ADB2-479E-9410-54A522774477}" dt="2025-07-05T14:24:34.070" v="2355" actId="478"/>
          <ac:picMkLst>
            <pc:docMk/>
            <pc:sldMk cId="4235553522" sldId="263"/>
            <ac:picMk id="14" creationId="{D2254B9F-60BF-131A-4A41-7F7299602F8F}"/>
          </ac:picMkLst>
        </pc:picChg>
        <pc:picChg chg="add del mod">
          <ac:chgData name="Jeroen Rodenburg" userId="36afe4a3-a6a4-4251-8e46-e83f049ed970" providerId="ADAL" clId="{D5F1F950-ADB2-479E-9410-54A522774477}" dt="2025-07-05T14:24:34.070" v="2355" actId="478"/>
          <ac:picMkLst>
            <pc:docMk/>
            <pc:sldMk cId="4235553522" sldId="263"/>
            <ac:picMk id="15" creationId="{2ACFD9B6-CB70-8640-9A87-25681B5C2EDA}"/>
          </ac:picMkLst>
        </pc:picChg>
        <pc:picChg chg="add del mod">
          <ac:chgData name="Jeroen Rodenburg" userId="36afe4a3-a6a4-4251-8e46-e83f049ed970" providerId="ADAL" clId="{D5F1F950-ADB2-479E-9410-54A522774477}" dt="2025-07-05T14:24:34.070" v="2355" actId="478"/>
          <ac:picMkLst>
            <pc:docMk/>
            <pc:sldMk cId="4235553522" sldId="263"/>
            <ac:picMk id="16" creationId="{ADF104F5-7DC1-FC4B-B472-1D8AD3971E1D}"/>
          </ac:picMkLst>
        </pc:picChg>
        <pc:picChg chg="add del mod">
          <ac:chgData name="Jeroen Rodenburg" userId="36afe4a3-a6a4-4251-8e46-e83f049ed970" providerId="ADAL" clId="{D5F1F950-ADB2-479E-9410-54A522774477}" dt="2025-07-05T14:24:34.070" v="2355" actId="478"/>
          <ac:picMkLst>
            <pc:docMk/>
            <pc:sldMk cId="4235553522" sldId="263"/>
            <ac:picMk id="17" creationId="{2993562E-046F-827E-F94F-DC04F16C6A96}"/>
          </ac:picMkLst>
        </pc:picChg>
      </pc:sldChg>
      <pc:sldChg chg="del">
        <pc:chgData name="Jeroen Rodenburg" userId="36afe4a3-a6a4-4251-8e46-e83f049ed970" providerId="ADAL" clId="{D5F1F950-ADB2-479E-9410-54A522774477}" dt="2025-07-05T14:55:33.976" v="3277" actId="47"/>
        <pc:sldMkLst>
          <pc:docMk/>
          <pc:sldMk cId="800849646" sldId="264"/>
        </pc:sldMkLst>
      </pc:sldChg>
      <pc:sldChg chg="del">
        <pc:chgData name="Jeroen Rodenburg" userId="36afe4a3-a6a4-4251-8e46-e83f049ed970" providerId="ADAL" clId="{D5F1F950-ADB2-479E-9410-54A522774477}" dt="2025-07-05T14:48:51.053" v="2984" actId="47"/>
        <pc:sldMkLst>
          <pc:docMk/>
          <pc:sldMk cId="2736182936" sldId="265"/>
        </pc:sldMkLst>
      </pc:sldChg>
      <pc:sldChg chg="del">
        <pc:chgData name="Jeroen Rodenburg" userId="36afe4a3-a6a4-4251-8e46-e83f049ed970" providerId="ADAL" clId="{D5F1F950-ADB2-479E-9410-54A522774477}" dt="2025-07-05T14:48:56.290" v="2985" actId="47"/>
        <pc:sldMkLst>
          <pc:docMk/>
          <pc:sldMk cId="1935546062" sldId="266"/>
        </pc:sldMkLst>
      </pc:sldChg>
      <pc:sldChg chg="del">
        <pc:chgData name="Jeroen Rodenburg" userId="36afe4a3-a6a4-4251-8e46-e83f049ed970" providerId="ADAL" clId="{D5F1F950-ADB2-479E-9410-54A522774477}" dt="2025-07-05T14:55:36.247" v="3278" actId="47"/>
        <pc:sldMkLst>
          <pc:docMk/>
          <pc:sldMk cId="321185630" sldId="267"/>
        </pc:sldMkLst>
      </pc:sldChg>
      <pc:sldChg chg="del">
        <pc:chgData name="Jeroen Rodenburg" userId="36afe4a3-a6a4-4251-8e46-e83f049ed970" providerId="ADAL" clId="{D5F1F950-ADB2-479E-9410-54A522774477}" dt="2025-07-05T14:49:13.433" v="2986" actId="47"/>
        <pc:sldMkLst>
          <pc:docMk/>
          <pc:sldMk cId="2298847389" sldId="268"/>
        </pc:sldMkLst>
      </pc:sldChg>
      <pc:sldChg chg="ord">
        <pc:chgData name="Jeroen Rodenburg" userId="36afe4a3-a6a4-4251-8e46-e83f049ed970" providerId="ADAL" clId="{D5F1F950-ADB2-479E-9410-54A522774477}" dt="2025-07-07T11:29:45.002" v="4603"/>
        <pc:sldMkLst>
          <pc:docMk/>
          <pc:sldMk cId="2856280271" sldId="269"/>
        </pc:sldMkLst>
      </pc:sldChg>
      <pc:sldChg chg="addSp delSp modSp mod">
        <pc:chgData name="Jeroen Rodenburg" userId="36afe4a3-a6a4-4251-8e46-e83f049ed970" providerId="ADAL" clId="{D5F1F950-ADB2-479E-9410-54A522774477}" dt="2025-07-07T16:47:18.976" v="6499" actId="478"/>
        <pc:sldMkLst>
          <pc:docMk/>
          <pc:sldMk cId="1331666545" sldId="270"/>
        </pc:sldMkLst>
        <pc:spChg chg="mod">
          <ac:chgData name="Jeroen Rodenburg" userId="36afe4a3-a6a4-4251-8e46-e83f049ed970" providerId="ADAL" clId="{D5F1F950-ADB2-479E-9410-54A522774477}" dt="2025-07-05T13:32:14.302" v="16" actId="404"/>
          <ac:spMkLst>
            <pc:docMk/>
            <pc:sldMk cId="1331666545" sldId="270"/>
            <ac:spMk id="2" creationId="{00000000-0000-0000-0000-000000000000}"/>
          </ac:spMkLst>
        </pc:spChg>
        <pc:spChg chg="mod">
          <ac:chgData name="Jeroen Rodenburg" userId="36afe4a3-a6a4-4251-8e46-e83f049ed970" providerId="ADAL" clId="{D5F1F950-ADB2-479E-9410-54A522774477}" dt="2025-07-05T13:32:18.432" v="33" actId="20577"/>
          <ac:spMkLst>
            <pc:docMk/>
            <pc:sldMk cId="1331666545" sldId="270"/>
            <ac:spMk id="3" creationId="{00000000-0000-0000-0000-000000000000}"/>
          </ac:spMkLst>
        </pc:spChg>
        <pc:spChg chg="del mod">
          <ac:chgData name="Jeroen Rodenburg" userId="36afe4a3-a6a4-4251-8e46-e83f049ed970" providerId="ADAL" clId="{D5F1F950-ADB2-479E-9410-54A522774477}" dt="2025-07-05T13:32:06.880" v="15" actId="478"/>
          <ac:spMkLst>
            <pc:docMk/>
            <pc:sldMk cId="1331666545" sldId="270"/>
            <ac:spMk id="32" creationId="{32AC8D86-8FFF-41BB-9670-0568C82F8210}"/>
          </ac:spMkLst>
        </pc:spChg>
        <pc:grpChg chg="del">
          <ac:chgData name="Jeroen Rodenburg" userId="36afe4a3-a6a4-4251-8e46-e83f049ed970" providerId="ADAL" clId="{D5F1F950-ADB2-479E-9410-54A522774477}" dt="2025-07-05T13:31:58.901" v="10" actId="478"/>
          <ac:grpSpMkLst>
            <pc:docMk/>
            <pc:sldMk cId="1331666545" sldId="270"/>
            <ac:grpSpMk id="19" creationId="{D97A8FD0-A57F-44BF-9DB8-E361A70D9E92}"/>
          </ac:grpSpMkLst>
        </pc:grpChg>
        <pc:grpChg chg="del">
          <ac:chgData name="Jeroen Rodenburg" userId="36afe4a3-a6a4-4251-8e46-e83f049ed970" providerId="ADAL" clId="{D5F1F950-ADB2-479E-9410-54A522774477}" dt="2025-07-05T13:32:01.050" v="12" actId="478"/>
          <ac:grpSpMkLst>
            <pc:docMk/>
            <pc:sldMk cId="1331666545" sldId="270"/>
            <ac:grpSpMk id="24" creationId="{2827F3DA-E33B-4FEC-8F94-DC06A6CF5CBF}"/>
          </ac:grpSpMkLst>
        </pc:grpChg>
        <pc:grpChg chg="del">
          <ac:chgData name="Jeroen Rodenburg" userId="36afe4a3-a6a4-4251-8e46-e83f049ed970" providerId="ADAL" clId="{D5F1F950-ADB2-479E-9410-54A522774477}" dt="2025-07-05T13:32:00.091" v="11" actId="478"/>
          <ac:grpSpMkLst>
            <pc:docMk/>
            <pc:sldMk cId="1331666545" sldId="270"/>
            <ac:grpSpMk id="28" creationId="{29A7D4AD-2DFD-4C26-AA5E-4741A83948DF}"/>
          </ac:grpSpMkLst>
        </pc:grpChg>
        <pc:picChg chg="add del mod">
          <ac:chgData name="Jeroen Rodenburg" userId="36afe4a3-a6a4-4251-8e46-e83f049ed970" providerId="ADAL" clId="{D5F1F950-ADB2-479E-9410-54A522774477}" dt="2025-07-05T13:31:06.942" v="7" actId="478"/>
          <ac:picMkLst>
            <pc:docMk/>
            <pc:sldMk cId="1331666545" sldId="270"/>
            <ac:picMk id="5" creationId="{99346E35-63C3-4D3C-53B6-73E17F6F24FC}"/>
          </ac:picMkLst>
        </pc:picChg>
        <pc:picChg chg="add del mod">
          <ac:chgData name="Jeroen Rodenburg" userId="36afe4a3-a6a4-4251-8e46-e83f049ed970" providerId="ADAL" clId="{D5F1F950-ADB2-479E-9410-54A522774477}" dt="2025-07-07T16:47:18.422" v="6498" actId="478"/>
          <ac:picMkLst>
            <pc:docMk/>
            <pc:sldMk cId="1331666545" sldId="270"/>
            <ac:picMk id="7" creationId="{B2413189-F1FC-3728-FA5A-B7BBFB48D818}"/>
          </ac:picMkLst>
        </pc:picChg>
        <pc:picChg chg="add del mod">
          <ac:chgData name="Jeroen Rodenburg" userId="36afe4a3-a6a4-4251-8e46-e83f049ed970" providerId="ADAL" clId="{D5F1F950-ADB2-479E-9410-54A522774477}" dt="2025-07-07T16:47:18.976" v="6499" actId="478"/>
          <ac:picMkLst>
            <pc:docMk/>
            <pc:sldMk cId="1331666545" sldId="270"/>
            <ac:picMk id="9" creationId="{B170C0CE-D4F5-0282-C377-90729E88925A}"/>
          </ac:picMkLst>
        </pc:picChg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3648115993" sldId="271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1932564660" sldId="272"/>
        </pc:sldMkLst>
      </pc:sldChg>
      <pc:sldChg chg="addSp delSp modSp mod">
        <pc:chgData name="Jeroen Rodenburg" userId="36afe4a3-a6a4-4251-8e46-e83f049ed970" providerId="ADAL" clId="{D5F1F950-ADB2-479E-9410-54A522774477}" dt="2025-07-05T16:26:16.924" v="3796" actId="404"/>
        <pc:sldMkLst>
          <pc:docMk/>
          <pc:sldMk cId="3645584415" sldId="273"/>
        </pc:sldMkLst>
        <pc:spChg chg="mod">
          <ac:chgData name="Jeroen Rodenburg" userId="36afe4a3-a6a4-4251-8e46-e83f049ed970" providerId="ADAL" clId="{D5F1F950-ADB2-479E-9410-54A522774477}" dt="2025-07-05T16:26:16.924" v="3796" actId="404"/>
          <ac:spMkLst>
            <pc:docMk/>
            <pc:sldMk cId="3645584415" sldId="273"/>
            <ac:spMk id="2" creationId="{187432C8-FDD5-4548-B701-ECCCD6548B1F}"/>
          </ac:spMkLst>
        </pc:spChg>
        <pc:spChg chg="add mod">
          <ac:chgData name="Jeroen Rodenburg" userId="36afe4a3-a6a4-4251-8e46-e83f049ed970" providerId="ADAL" clId="{D5F1F950-ADB2-479E-9410-54A522774477}" dt="2025-07-05T16:25:26.922" v="3773" actId="14100"/>
          <ac:spMkLst>
            <pc:docMk/>
            <pc:sldMk cId="3645584415" sldId="273"/>
            <ac:spMk id="7" creationId="{F9E7CCE4-868C-C109-D143-C1A61EB0FD83}"/>
          </ac:spMkLst>
        </pc:spChg>
        <pc:spChg chg="add del mod">
          <ac:chgData name="Jeroen Rodenburg" userId="36afe4a3-a6a4-4251-8e46-e83f049ed970" providerId="ADAL" clId="{D5F1F950-ADB2-479E-9410-54A522774477}" dt="2025-07-05T16:25:44.285" v="3778"/>
          <ac:spMkLst>
            <pc:docMk/>
            <pc:sldMk cId="3645584415" sldId="273"/>
            <ac:spMk id="8" creationId="{4AB5C23D-A0B7-F5AE-8C68-C456E46D1EEE}"/>
          </ac:spMkLst>
        </pc:spChg>
        <pc:spChg chg="add del mod">
          <ac:chgData name="Jeroen Rodenburg" userId="36afe4a3-a6a4-4251-8e46-e83f049ed970" providerId="ADAL" clId="{D5F1F950-ADB2-479E-9410-54A522774477}" dt="2025-07-05T16:25:44.284" v="3776" actId="478"/>
          <ac:spMkLst>
            <pc:docMk/>
            <pc:sldMk cId="3645584415" sldId="273"/>
            <ac:spMk id="9" creationId="{D6A0B21B-0284-AAB0-C0A4-2756C7305995}"/>
          </ac:spMkLst>
        </pc:spChg>
        <pc:spChg chg="add mod">
          <ac:chgData name="Jeroen Rodenburg" userId="36afe4a3-a6a4-4251-8e46-e83f049ed970" providerId="ADAL" clId="{D5F1F950-ADB2-479E-9410-54A522774477}" dt="2025-07-05T16:26:02.232" v="3792" actId="1076"/>
          <ac:spMkLst>
            <pc:docMk/>
            <pc:sldMk cId="3645584415" sldId="273"/>
            <ac:spMk id="10" creationId="{609EA4D8-A129-3EAD-27E2-78C8E986C407}"/>
          </ac:spMkLst>
        </pc:spChg>
        <pc:spChg chg="add mod">
          <ac:chgData name="Jeroen Rodenburg" userId="36afe4a3-a6a4-4251-8e46-e83f049ed970" providerId="ADAL" clId="{D5F1F950-ADB2-479E-9410-54A522774477}" dt="2025-07-05T16:25:53.737" v="3789"/>
          <ac:spMkLst>
            <pc:docMk/>
            <pc:sldMk cId="3645584415" sldId="273"/>
            <ac:spMk id="11" creationId="{D3E6836B-4996-3542-7EAC-0A6D2D29443E}"/>
          </ac:spMkLst>
        </pc:spChg>
      </pc:sldChg>
      <pc:sldChg chg="del">
        <pc:chgData name="Jeroen Rodenburg" userId="36afe4a3-a6a4-4251-8e46-e83f049ed970" providerId="ADAL" clId="{D5F1F950-ADB2-479E-9410-54A522774477}" dt="2025-07-05T17:02:07.197" v="4251" actId="47"/>
        <pc:sldMkLst>
          <pc:docMk/>
          <pc:sldMk cId="4066844315" sldId="274"/>
        </pc:sldMkLst>
      </pc:sldChg>
      <pc:sldChg chg="del">
        <pc:chgData name="Jeroen Rodenburg" userId="36afe4a3-a6a4-4251-8e46-e83f049ed970" providerId="ADAL" clId="{D5F1F950-ADB2-479E-9410-54A522774477}" dt="2025-07-05T17:02:00.444" v="4250" actId="47"/>
        <pc:sldMkLst>
          <pc:docMk/>
          <pc:sldMk cId="4042052197" sldId="278"/>
        </pc:sldMkLst>
      </pc:sldChg>
      <pc:sldChg chg="del">
        <pc:chgData name="Jeroen Rodenburg" userId="36afe4a3-a6a4-4251-8e46-e83f049ed970" providerId="ADAL" clId="{D5F1F950-ADB2-479E-9410-54A522774477}" dt="2025-07-07T11:29:17.753" v="4600" actId="47"/>
        <pc:sldMkLst>
          <pc:docMk/>
          <pc:sldMk cId="3521663235" sldId="279"/>
        </pc:sldMkLst>
      </pc:sldChg>
      <pc:sldChg chg="del">
        <pc:chgData name="Jeroen Rodenburg" userId="36afe4a3-a6a4-4251-8e46-e83f049ed970" providerId="ADAL" clId="{D5F1F950-ADB2-479E-9410-54A522774477}" dt="2025-07-05T17:02:00.444" v="4250" actId="47"/>
        <pc:sldMkLst>
          <pc:docMk/>
          <pc:sldMk cId="1740675664" sldId="280"/>
        </pc:sldMkLst>
      </pc:sldChg>
      <pc:sldChg chg="del">
        <pc:chgData name="Jeroen Rodenburg" userId="36afe4a3-a6a4-4251-8e46-e83f049ed970" providerId="ADAL" clId="{D5F1F950-ADB2-479E-9410-54A522774477}" dt="2025-07-07T11:29:19.126" v="4601" actId="47"/>
        <pc:sldMkLst>
          <pc:docMk/>
          <pc:sldMk cId="1806487439" sldId="281"/>
        </pc:sldMkLst>
      </pc:sldChg>
      <pc:sldChg chg="del">
        <pc:chgData name="Jeroen Rodenburg" userId="36afe4a3-a6a4-4251-8e46-e83f049ed970" providerId="ADAL" clId="{D5F1F950-ADB2-479E-9410-54A522774477}" dt="2025-07-05T17:02:00.444" v="4250" actId="47"/>
        <pc:sldMkLst>
          <pc:docMk/>
          <pc:sldMk cId="1973126838" sldId="282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2216691029" sldId="283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4186591243" sldId="284"/>
        </pc:sldMkLst>
      </pc:sldChg>
      <pc:sldChg chg="addSp delSp modSp del mod">
        <pc:chgData name="Jeroen Rodenburg" userId="36afe4a3-a6a4-4251-8e46-e83f049ed970" providerId="ADAL" clId="{D5F1F950-ADB2-479E-9410-54A522774477}" dt="2025-07-05T14:19:31.244" v="2032" actId="47"/>
        <pc:sldMkLst>
          <pc:docMk/>
          <pc:sldMk cId="4160843361" sldId="285"/>
        </pc:sldMkLst>
        <pc:spChg chg="add del mod">
          <ac:chgData name="Jeroen Rodenburg" userId="36afe4a3-a6a4-4251-8e46-e83f049ed970" providerId="ADAL" clId="{D5F1F950-ADB2-479E-9410-54A522774477}" dt="2025-07-04T14:50:46.169" v="1" actId="478"/>
          <ac:spMkLst>
            <pc:docMk/>
            <pc:sldMk cId="4160843361" sldId="285"/>
            <ac:spMk id="7" creationId="{A2D35449-7C09-69CF-F59A-CCF4AB30DD8B}"/>
          </ac:spMkLst>
        </pc:spChg>
        <pc:picChg chg="add del">
          <ac:chgData name="Jeroen Rodenburg" userId="36afe4a3-a6a4-4251-8e46-e83f049ed970" providerId="ADAL" clId="{D5F1F950-ADB2-479E-9410-54A522774477}" dt="2025-07-04T14:50:46.169" v="1" actId="478"/>
          <ac:picMkLst>
            <pc:docMk/>
            <pc:sldMk cId="4160843361" sldId="285"/>
            <ac:picMk id="8" creationId="{A3ADDF63-BDA4-40C2-AA91-8BC7C3E697CC}"/>
          </ac:picMkLst>
        </pc:picChg>
      </pc:sldChg>
      <pc:sldChg chg="del">
        <pc:chgData name="Jeroen Rodenburg" userId="36afe4a3-a6a4-4251-8e46-e83f049ed970" providerId="ADAL" clId="{D5F1F950-ADB2-479E-9410-54A522774477}" dt="2025-07-05T14:55:44.078" v="3279" actId="47"/>
        <pc:sldMkLst>
          <pc:docMk/>
          <pc:sldMk cId="95884449" sldId="286"/>
        </pc:sldMkLst>
      </pc:sldChg>
      <pc:sldChg chg="addSp delSp modSp mod">
        <pc:chgData name="Jeroen Rodenburg" userId="36afe4a3-a6a4-4251-8e46-e83f049ed970" providerId="ADAL" clId="{D5F1F950-ADB2-479E-9410-54A522774477}" dt="2025-07-05T16:17:43.832" v="3753" actId="14100"/>
        <pc:sldMkLst>
          <pc:docMk/>
          <pc:sldMk cId="1212237641" sldId="287"/>
        </pc:sldMkLst>
        <pc:spChg chg="mod">
          <ac:chgData name="Jeroen Rodenburg" userId="36afe4a3-a6a4-4251-8e46-e83f049ed970" providerId="ADAL" clId="{D5F1F950-ADB2-479E-9410-54A522774477}" dt="2025-07-05T16:14:29.863" v="3704" actId="20577"/>
          <ac:spMkLst>
            <pc:docMk/>
            <pc:sldMk cId="1212237641" sldId="287"/>
            <ac:spMk id="2" creationId="{0F9FCD95-4F71-4F73-B953-9BD53AEFC9CE}"/>
          </ac:spMkLst>
        </pc:spChg>
        <pc:spChg chg="mod">
          <ac:chgData name="Jeroen Rodenburg" userId="36afe4a3-a6a4-4251-8e46-e83f049ed970" providerId="ADAL" clId="{D5F1F950-ADB2-479E-9410-54A522774477}" dt="2025-07-05T16:14:17.496" v="3697" actId="20577"/>
          <ac:spMkLst>
            <pc:docMk/>
            <pc:sldMk cId="1212237641" sldId="287"/>
            <ac:spMk id="3" creationId="{30218D96-B8B2-4C37-B32C-21EB15AFB486}"/>
          </ac:spMkLst>
        </pc:spChg>
        <pc:spChg chg="del">
          <ac:chgData name="Jeroen Rodenburg" userId="36afe4a3-a6a4-4251-8e46-e83f049ed970" providerId="ADAL" clId="{D5F1F950-ADB2-479E-9410-54A522774477}" dt="2025-07-05T16:15:22.222" v="3711" actId="478"/>
          <ac:spMkLst>
            <pc:docMk/>
            <pc:sldMk cId="1212237641" sldId="287"/>
            <ac:spMk id="4" creationId="{89D404E6-09F7-4B7C-9B02-D6A7F8B6F9F9}"/>
          </ac:spMkLst>
        </pc:spChg>
        <pc:spChg chg="del">
          <ac:chgData name="Jeroen Rodenburg" userId="36afe4a3-a6a4-4251-8e46-e83f049ed970" providerId="ADAL" clId="{D5F1F950-ADB2-479E-9410-54A522774477}" dt="2025-07-05T16:15:20.842" v="3710" actId="478"/>
          <ac:spMkLst>
            <pc:docMk/>
            <pc:sldMk cId="1212237641" sldId="287"/>
            <ac:spMk id="5" creationId="{8A00F196-7569-4805-86F8-6F565448A9E1}"/>
          </ac:spMkLst>
        </pc:spChg>
        <pc:spChg chg="mod">
          <ac:chgData name="Jeroen Rodenburg" userId="36afe4a3-a6a4-4251-8e46-e83f049ed970" providerId="ADAL" clId="{D5F1F950-ADB2-479E-9410-54A522774477}" dt="2025-07-05T16:15:42.674" v="3719" actId="403"/>
          <ac:spMkLst>
            <pc:docMk/>
            <pc:sldMk cId="1212237641" sldId="287"/>
            <ac:spMk id="9" creationId="{7479CBCE-3607-162A-3689-45120399E197}"/>
          </ac:spMkLst>
        </pc:spChg>
        <pc:spChg chg="mod">
          <ac:chgData name="Jeroen Rodenburg" userId="36afe4a3-a6a4-4251-8e46-e83f049ed970" providerId="ADAL" clId="{D5F1F950-ADB2-479E-9410-54A522774477}" dt="2025-07-05T16:15:47.954" v="3721" actId="404"/>
          <ac:spMkLst>
            <pc:docMk/>
            <pc:sldMk cId="1212237641" sldId="287"/>
            <ac:spMk id="10" creationId="{DCE86A2D-CE9C-E118-258D-DCE6C82FAA12}"/>
          </ac:spMkLst>
        </pc:spChg>
        <pc:spChg chg="mod">
          <ac:chgData name="Jeroen Rodenburg" userId="36afe4a3-a6a4-4251-8e46-e83f049ed970" providerId="ADAL" clId="{D5F1F950-ADB2-479E-9410-54A522774477}" dt="2025-07-05T16:15:56.163" v="3725" actId="404"/>
          <ac:spMkLst>
            <pc:docMk/>
            <pc:sldMk cId="1212237641" sldId="287"/>
            <ac:spMk id="11" creationId="{9B7C75E4-287D-D8A2-0F28-EBD90E280341}"/>
          </ac:spMkLst>
        </pc:spChg>
        <pc:spChg chg="mod">
          <ac:chgData name="Jeroen Rodenburg" userId="36afe4a3-a6a4-4251-8e46-e83f049ed970" providerId="ADAL" clId="{D5F1F950-ADB2-479E-9410-54A522774477}" dt="2025-07-05T16:15:51.498" v="3723" actId="404"/>
          <ac:spMkLst>
            <pc:docMk/>
            <pc:sldMk cId="1212237641" sldId="287"/>
            <ac:spMk id="12" creationId="{745E2D9A-6AB8-BC11-AAF0-4855723D6956}"/>
          </ac:spMkLst>
        </pc:spChg>
        <pc:spChg chg="mod">
          <ac:chgData name="Jeroen Rodenburg" userId="36afe4a3-a6a4-4251-8e46-e83f049ed970" providerId="ADAL" clId="{D5F1F950-ADB2-479E-9410-54A522774477}" dt="2025-07-05T16:15:14.921" v="3708"/>
          <ac:spMkLst>
            <pc:docMk/>
            <pc:sldMk cId="1212237641" sldId="287"/>
            <ac:spMk id="13" creationId="{F6A0390C-CEB3-1A0A-A5F7-604F14F4C425}"/>
          </ac:spMkLst>
        </pc:spChg>
        <pc:spChg chg="add mod">
          <ac:chgData name="Jeroen Rodenburg" userId="36afe4a3-a6a4-4251-8e46-e83f049ed970" providerId="ADAL" clId="{D5F1F950-ADB2-479E-9410-54A522774477}" dt="2025-07-05T16:17:20.581" v="3751" actId="164"/>
          <ac:spMkLst>
            <pc:docMk/>
            <pc:sldMk cId="1212237641" sldId="287"/>
            <ac:spMk id="18" creationId="{686D1974-0C28-6445-FB0B-859E4A4D83C8}"/>
          </ac:spMkLst>
        </pc:spChg>
        <pc:spChg chg="add mod">
          <ac:chgData name="Jeroen Rodenburg" userId="36afe4a3-a6a4-4251-8e46-e83f049ed970" providerId="ADAL" clId="{D5F1F950-ADB2-479E-9410-54A522774477}" dt="2025-07-05T16:17:20.581" v="3751" actId="164"/>
          <ac:spMkLst>
            <pc:docMk/>
            <pc:sldMk cId="1212237641" sldId="287"/>
            <ac:spMk id="19" creationId="{CD2B5750-D59B-AA82-24F9-9EE0D8D462EA}"/>
          </ac:spMkLst>
        </pc:spChg>
        <pc:spChg chg="add mod">
          <ac:chgData name="Jeroen Rodenburg" userId="36afe4a3-a6a4-4251-8e46-e83f049ed970" providerId="ADAL" clId="{D5F1F950-ADB2-479E-9410-54A522774477}" dt="2025-07-05T16:17:20.581" v="3751" actId="164"/>
          <ac:spMkLst>
            <pc:docMk/>
            <pc:sldMk cId="1212237641" sldId="287"/>
            <ac:spMk id="20" creationId="{BCA6A766-ED20-F274-2C3E-201D4DA3F165}"/>
          </ac:spMkLst>
        </pc:spChg>
        <pc:spChg chg="add mod">
          <ac:chgData name="Jeroen Rodenburg" userId="36afe4a3-a6a4-4251-8e46-e83f049ed970" providerId="ADAL" clId="{D5F1F950-ADB2-479E-9410-54A522774477}" dt="2025-07-05T16:17:20.581" v="3751" actId="164"/>
          <ac:spMkLst>
            <pc:docMk/>
            <pc:sldMk cId="1212237641" sldId="287"/>
            <ac:spMk id="21" creationId="{CF148191-B862-E455-96C7-B2FE88DCC657}"/>
          </ac:spMkLst>
        </pc:spChg>
        <pc:spChg chg="mod">
          <ac:chgData name="Jeroen Rodenburg" userId="36afe4a3-a6a4-4251-8e46-e83f049ed970" providerId="ADAL" clId="{D5F1F950-ADB2-479E-9410-54A522774477}" dt="2025-07-05T16:10:16.435" v="3572" actId="20577"/>
          <ac:spMkLst>
            <pc:docMk/>
            <pc:sldMk cId="1212237641" sldId="287"/>
            <ac:spMk id="40" creationId="{61574D97-BD5F-4A58-AE62-048EC5BB7494}"/>
          </ac:spMkLst>
        </pc:spChg>
        <pc:spChg chg="mod">
          <ac:chgData name="Jeroen Rodenburg" userId="36afe4a3-a6a4-4251-8e46-e83f049ed970" providerId="ADAL" clId="{D5F1F950-ADB2-479E-9410-54A522774477}" dt="2025-07-05T16:14:49.675" v="3707" actId="1076"/>
          <ac:spMkLst>
            <pc:docMk/>
            <pc:sldMk cId="1212237641" sldId="287"/>
            <ac:spMk id="41" creationId="{F6A2ACE4-69B7-4DE8-9ED0-B74B86E1FC10}"/>
          </ac:spMkLst>
        </pc:spChg>
        <pc:spChg chg="del">
          <ac:chgData name="Jeroen Rodenburg" userId="36afe4a3-a6a4-4251-8e46-e83f049ed970" providerId="ADAL" clId="{D5F1F950-ADB2-479E-9410-54A522774477}" dt="2025-07-05T14:59:28.888" v="3498" actId="478"/>
          <ac:spMkLst>
            <pc:docMk/>
            <pc:sldMk cId="1212237641" sldId="287"/>
            <ac:spMk id="42" creationId="{B67F8EFC-CA56-4305-AEDC-5EF216F52C13}"/>
          </ac:spMkLst>
        </pc:spChg>
        <pc:grpChg chg="add mod">
          <ac:chgData name="Jeroen Rodenburg" userId="36afe4a3-a6a4-4251-8e46-e83f049ed970" providerId="ADAL" clId="{D5F1F950-ADB2-479E-9410-54A522774477}" dt="2025-07-05T16:17:20.581" v="3751" actId="164"/>
          <ac:grpSpMkLst>
            <pc:docMk/>
            <pc:sldMk cId="1212237641" sldId="287"/>
            <ac:grpSpMk id="7" creationId="{53328CA5-1BD2-967C-574D-63C851FAD6F6}"/>
          </ac:grpSpMkLst>
        </pc:grpChg>
        <pc:grpChg chg="mod">
          <ac:chgData name="Jeroen Rodenburg" userId="36afe4a3-a6a4-4251-8e46-e83f049ed970" providerId="ADAL" clId="{D5F1F950-ADB2-479E-9410-54A522774477}" dt="2025-07-05T16:15:14.921" v="3708"/>
          <ac:grpSpMkLst>
            <pc:docMk/>
            <pc:sldMk cId="1212237641" sldId="287"/>
            <ac:grpSpMk id="8" creationId="{C46498F3-65A1-D837-1574-6B673808D5E9}"/>
          </ac:grpSpMkLst>
        </pc:grpChg>
        <pc:grpChg chg="add mod">
          <ac:chgData name="Jeroen Rodenburg" userId="36afe4a3-a6a4-4251-8e46-e83f049ed970" providerId="ADAL" clId="{D5F1F950-ADB2-479E-9410-54A522774477}" dt="2025-07-05T16:17:30.073" v="3752" actId="1076"/>
          <ac:grpSpMkLst>
            <pc:docMk/>
            <pc:sldMk cId="1212237641" sldId="287"/>
            <ac:grpSpMk id="22" creationId="{C2E75464-ADE7-93F0-25F9-356DFAAE1380}"/>
          </ac:grpSpMkLst>
        </pc:grpChg>
        <pc:grpChg chg="mod">
          <ac:chgData name="Jeroen Rodenburg" userId="36afe4a3-a6a4-4251-8e46-e83f049ed970" providerId="ADAL" clId="{D5F1F950-ADB2-479E-9410-54A522774477}" dt="2025-07-05T16:14:49.675" v="3707" actId="1076"/>
          <ac:grpSpMkLst>
            <pc:docMk/>
            <pc:sldMk cId="1212237641" sldId="287"/>
            <ac:grpSpMk id="26" creationId="{6F4E0C89-7D4E-445A-8884-C752FD80D6B3}"/>
          </ac:grpSpMkLst>
        </pc:grpChg>
        <pc:grpChg chg="mod">
          <ac:chgData name="Jeroen Rodenburg" userId="36afe4a3-a6a4-4251-8e46-e83f049ed970" providerId="ADAL" clId="{D5F1F950-ADB2-479E-9410-54A522774477}" dt="2025-07-05T16:14:49.675" v="3707" actId="1076"/>
          <ac:grpSpMkLst>
            <pc:docMk/>
            <pc:sldMk cId="1212237641" sldId="287"/>
            <ac:grpSpMk id="29" creationId="{F0D0402D-C7A2-4E41-ADC0-79CD72829A3D}"/>
          </ac:grpSpMkLst>
        </pc:grpChg>
        <pc:grpChg chg="mod">
          <ac:chgData name="Jeroen Rodenburg" userId="36afe4a3-a6a4-4251-8e46-e83f049ed970" providerId="ADAL" clId="{D5F1F950-ADB2-479E-9410-54A522774477}" dt="2025-07-05T16:14:49.675" v="3707" actId="1076"/>
          <ac:grpSpMkLst>
            <pc:docMk/>
            <pc:sldMk cId="1212237641" sldId="287"/>
            <ac:grpSpMk id="32" creationId="{8331A3AB-A33C-4871-8EE4-F0017A4129D1}"/>
          </ac:grpSpMkLst>
        </pc:grpChg>
        <pc:grpChg chg="mod">
          <ac:chgData name="Jeroen Rodenburg" userId="36afe4a3-a6a4-4251-8e46-e83f049ed970" providerId="ADAL" clId="{D5F1F950-ADB2-479E-9410-54A522774477}" dt="2025-07-05T16:14:49.675" v="3707" actId="1076"/>
          <ac:grpSpMkLst>
            <pc:docMk/>
            <pc:sldMk cId="1212237641" sldId="287"/>
            <ac:grpSpMk id="35" creationId="{FD566F27-04FE-4B13-B264-0D1F695E5FFA}"/>
          </ac:grpSpMkLst>
        </pc:grpChg>
        <pc:grpChg chg="mod">
          <ac:chgData name="Jeroen Rodenburg" userId="36afe4a3-a6a4-4251-8e46-e83f049ed970" providerId="ADAL" clId="{D5F1F950-ADB2-479E-9410-54A522774477}" dt="2025-07-05T16:14:49.675" v="3707" actId="1076"/>
          <ac:grpSpMkLst>
            <pc:docMk/>
            <pc:sldMk cId="1212237641" sldId="287"/>
            <ac:grpSpMk id="38" creationId="{EE0381FE-92C6-433A-9B00-6691FE8F0C11}"/>
          </ac:grpSpMkLst>
        </pc:grpChg>
        <pc:cxnChg chg="mod">
          <ac:chgData name="Jeroen Rodenburg" userId="36afe4a3-a6a4-4251-8e46-e83f049ed970" providerId="ADAL" clId="{D5F1F950-ADB2-479E-9410-54A522774477}" dt="2025-07-05T16:15:42.674" v="3719" actId="403"/>
          <ac:cxnSpMkLst>
            <pc:docMk/>
            <pc:sldMk cId="1212237641" sldId="287"/>
            <ac:cxnSpMk id="14" creationId="{83241650-7D8E-1774-F9D8-FE29BAC8F1F6}"/>
          </ac:cxnSpMkLst>
        </pc:cxnChg>
        <pc:cxnChg chg="mod">
          <ac:chgData name="Jeroen Rodenburg" userId="36afe4a3-a6a4-4251-8e46-e83f049ed970" providerId="ADAL" clId="{D5F1F950-ADB2-479E-9410-54A522774477}" dt="2025-07-05T16:15:14.921" v="3708"/>
          <ac:cxnSpMkLst>
            <pc:docMk/>
            <pc:sldMk cId="1212237641" sldId="287"/>
            <ac:cxnSpMk id="15" creationId="{A9EE08EE-105D-57BF-62D2-F7B09ACCCBA8}"/>
          </ac:cxnSpMkLst>
        </pc:cxnChg>
        <pc:cxnChg chg="mod">
          <ac:chgData name="Jeroen Rodenburg" userId="36afe4a3-a6a4-4251-8e46-e83f049ed970" providerId="ADAL" clId="{D5F1F950-ADB2-479E-9410-54A522774477}" dt="2025-07-05T16:15:51.498" v="3723" actId="404"/>
          <ac:cxnSpMkLst>
            <pc:docMk/>
            <pc:sldMk cId="1212237641" sldId="287"/>
            <ac:cxnSpMk id="16" creationId="{D784AE71-57C2-7B2E-E71C-01384E029310}"/>
          </ac:cxnSpMkLst>
        </pc:cxnChg>
        <pc:cxnChg chg="mod">
          <ac:chgData name="Jeroen Rodenburg" userId="36afe4a3-a6a4-4251-8e46-e83f049ed970" providerId="ADAL" clId="{D5F1F950-ADB2-479E-9410-54A522774477}" dt="2025-07-05T16:17:43.832" v="3753" actId="14100"/>
          <ac:cxnSpMkLst>
            <pc:docMk/>
            <pc:sldMk cId="1212237641" sldId="287"/>
            <ac:cxnSpMk id="17" creationId="{44FA9912-54FB-E8B8-5159-F7019089A392}"/>
          </ac:cxnSpMkLst>
        </pc:cxnChg>
        <pc:cxnChg chg="del mod">
          <ac:chgData name="Jeroen Rodenburg" userId="36afe4a3-a6a4-4251-8e46-e83f049ed970" providerId="ADAL" clId="{D5F1F950-ADB2-479E-9410-54A522774477}" dt="2025-07-05T14:59:31.701" v="3500" actId="478"/>
          <ac:cxnSpMkLst>
            <pc:docMk/>
            <pc:sldMk cId="1212237641" sldId="287"/>
            <ac:cxnSpMk id="44" creationId="{454A3A77-C85A-4D26-8B63-928561B86838}"/>
          </ac:cxnSpMkLst>
        </pc:cxnChg>
        <pc:cxnChg chg="del mod">
          <ac:chgData name="Jeroen Rodenburg" userId="36afe4a3-a6a4-4251-8e46-e83f049ed970" providerId="ADAL" clId="{D5F1F950-ADB2-479E-9410-54A522774477}" dt="2025-07-05T14:59:30.618" v="3499" actId="478"/>
          <ac:cxnSpMkLst>
            <pc:docMk/>
            <pc:sldMk cId="1212237641" sldId="287"/>
            <ac:cxnSpMk id="60" creationId="{48691DCC-570C-461C-AA91-3E94402F0F46}"/>
          </ac:cxnSpMkLst>
        </pc:cxnChg>
      </pc:sldChg>
      <pc:sldChg chg="del">
        <pc:chgData name="Jeroen Rodenburg" userId="36afe4a3-a6a4-4251-8e46-e83f049ed970" providerId="ADAL" clId="{D5F1F950-ADB2-479E-9410-54A522774477}" dt="2025-07-05T16:17:57.782" v="3755" actId="47"/>
        <pc:sldMkLst>
          <pc:docMk/>
          <pc:sldMk cId="3903730073" sldId="288"/>
        </pc:sldMkLst>
      </pc:sldChg>
      <pc:sldChg chg="del">
        <pc:chgData name="Jeroen Rodenburg" userId="36afe4a3-a6a4-4251-8e46-e83f049ed970" providerId="ADAL" clId="{D5F1F950-ADB2-479E-9410-54A522774477}" dt="2025-07-05T16:17:56.282" v="3754" actId="47"/>
        <pc:sldMkLst>
          <pc:docMk/>
          <pc:sldMk cId="643309451" sldId="289"/>
        </pc:sldMkLst>
      </pc:sldChg>
      <pc:sldChg chg="del">
        <pc:chgData name="Jeroen Rodenburg" userId="36afe4a3-a6a4-4251-8e46-e83f049ed970" providerId="ADAL" clId="{D5F1F950-ADB2-479E-9410-54A522774477}" dt="2025-07-04T14:51:22.132" v="3" actId="47"/>
        <pc:sldMkLst>
          <pc:docMk/>
          <pc:sldMk cId="2900112017" sldId="290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3521500619" sldId="292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1168662037" sldId="293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502219865" sldId="294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1352772683" sldId="295"/>
        </pc:sldMkLst>
      </pc:sldChg>
      <pc:sldChg chg="del">
        <pc:chgData name="Jeroen Rodenburg" userId="36afe4a3-a6a4-4251-8e46-e83f049ed970" providerId="ADAL" clId="{D5F1F950-ADB2-479E-9410-54A522774477}" dt="2025-07-04T14:51:19.227" v="2" actId="47"/>
        <pc:sldMkLst>
          <pc:docMk/>
          <pc:sldMk cId="162591300" sldId="296"/>
        </pc:sldMkLst>
      </pc:sldChg>
      <pc:sldChg chg="del">
        <pc:chgData name="Jeroen Rodenburg" userId="36afe4a3-a6a4-4251-8e46-e83f049ed970" providerId="ADAL" clId="{D5F1F950-ADB2-479E-9410-54A522774477}" dt="2025-07-05T14:50:22.620" v="2987" actId="47"/>
        <pc:sldMkLst>
          <pc:docMk/>
          <pc:sldMk cId="853220556" sldId="297"/>
        </pc:sldMkLst>
      </pc:sldChg>
      <pc:sldChg chg="modSp mod">
        <pc:chgData name="Jeroen Rodenburg" userId="36afe4a3-a6a4-4251-8e46-e83f049ed970" providerId="ADAL" clId="{D5F1F950-ADB2-479E-9410-54A522774477}" dt="2025-07-05T16:43:54.441" v="3852" actId="20577"/>
        <pc:sldMkLst>
          <pc:docMk/>
          <pc:sldMk cId="1679191605" sldId="298"/>
        </pc:sldMkLst>
        <pc:spChg chg="mod">
          <ac:chgData name="Jeroen Rodenburg" userId="36afe4a3-a6a4-4251-8e46-e83f049ed970" providerId="ADAL" clId="{D5F1F950-ADB2-479E-9410-54A522774477}" dt="2025-07-05T16:43:54.441" v="3852" actId="20577"/>
          <ac:spMkLst>
            <pc:docMk/>
            <pc:sldMk cId="1679191605" sldId="298"/>
            <ac:spMk id="2" creationId="{310F2B83-A1F0-4393-ACEE-2A2C36B9E219}"/>
          </ac:spMkLst>
        </pc:spChg>
        <pc:spChg chg="mod">
          <ac:chgData name="Jeroen Rodenburg" userId="36afe4a3-a6a4-4251-8e46-e83f049ed970" providerId="ADAL" clId="{D5F1F950-ADB2-479E-9410-54A522774477}" dt="2025-07-05T16:41:44.872" v="3851" actId="313"/>
          <ac:spMkLst>
            <pc:docMk/>
            <pc:sldMk cId="1679191605" sldId="298"/>
            <ac:spMk id="7" creationId="{86571367-298B-21FB-C9CB-3626CEE71CEB}"/>
          </ac:spMkLst>
        </pc:spChg>
      </pc:sldChg>
      <pc:sldChg chg="delSp modSp mod">
        <pc:chgData name="Jeroen Rodenburg" userId="36afe4a3-a6a4-4251-8e46-e83f049ed970" providerId="ADAL" clId="{D5F1F950-ADB2-479E-9410-54A522774477}" dt="2025-07-05T16:47:29.972" v="3992" actId="20577"/>
        <pc:sldMkLst>
          <pc:docMk/>
          <pc:sldMk cId="1422147043" sldId="299"/>
        </pc:sldMkLst>
        <pc:spChg chg="mod">
          <ac:chgData name="Jeroen Rodenburg" userId="36afe4a3-a6a4-4251-8e46-e83f049ed970" providerId="ADAL" clId="{D5F1F950-ADB2-479E-9410-54A522774477}" dt="2025-07-05T16:47:29.972" v="3992" actId="20577"/>
          <ac:spMkLst>
            <pc:docMk/>
            <pc:sldMk cId="1422147043" sldId="299"/>
            <ac:spMk id="2" creationId="{56E81D79-8A39-4FFE-9E19-6AE3FF69904C}"/>
          </ac:spMkLst>
        </pc:spChg>
        <pc:spChg chg="del">
          <ac:chgData name="Jeroen Rodenburg" userId="36afe4a3-a6a4-4251-8e46-e83f049ed970" providerId="ADAL" clId="{D5F1F950-ADB2-479E-9410-54A522774477}" dt="2025-07-05T16:45:43.126" v="3930" actId="478"/>
          <ac:spMkLst>
            <pc:docMk/>
            <pc:sldMk cId="1422147043" sldId="299"/>
            <ac:spMk id="22" creationId="{659ED6BA-9C94-4D2A-8322-EBFA1A0A086E}"/>
          </ac:spMkLst>
        </pc:spChg>
        <pc:grpChg chg="del">
          <ac:chgData name="Jeroen Rodenburg" userId="36afe4a3-a6a4-4251-8e46-e83f049ed970" providerId="ADAL" clId="{D5F1F950-ADB2-479E-9410-54A522774477}" dt="2025-07-05T16:45:50.977" v="3935" actId="478"/>
          <ac:grpSpMkLst>
            <pc:docMk/>
            <pc:sldMk cId="1422147043" sldId="299"/>
            <ac:grpSpMk id="7" creationId="{71814F29-F946-4EE5-BA24-B6F6E0E94A39}"/>
          </ac:grpSpMkLst>
        </pc:grpChg>
        <pc:grpChg chg="del">
          <ac:chgData name="Jeroen Rodenburg" userId="36afe4a3-a6a4-4251-8e46-e83f049ed970" providerId="ADAL" clId="{D5F1F950-ADB2-479E-9410-54A522774477}" dt="2025-07-05T16:45:50.277" v="3934" actId="478"/>
          <ac:grpSpMkLst>
            <pc:docMk/>
            <pc:sldMk cId="1422147043" sldId="299"/>
            <ac:grpSpMk id="10" creationId="{0EED7238-3B32-4F6F-8050-BA454CC4551C}"/>
          </ac:grpSpMkLst>
        </pc:grpChg>
        <pc:grpChg chg="del">
          <ac:chgData name="Jeroen Rodenburg" userId="36afe4a3-a6a4-4251-8e46-e83f049ed970" providerId="ADAL" clId="{D5F1F950-ADB2-479E-9410-54A522774477}" dt="2025-07-05T16:45:49.521" v="3933" actId="478"/>
          <ac:grpSpMkLst>
            <pc:docMk/>
            <pc:sldMk cId="1422147043" sldId="299"/>
            <ac:grpSpMk id="13" creationId="{FB19AFCC-8EBD-47F0-8A77-B945CD0D4529}"/>
          </ac:grpSpMkLst>
        </pc:grpChg>
        <pc:grpChg chg="del">
          <ac:chgData name="Jeroen Rodenburg" userId="36afe4a3-a6a4-4251-8e46-e83f049ed970" providerId="ADAL" clId="{D5F1F950-ADB2-479E-9410-54A522774477}" dt="2025-07-05T16:45:48.888" v="3932" actId="478"/>
          <ac:grpSpMkLst>
            <pc:docMk/>
            <pc:sldMk cId="1422147043" sldId="299"/>
            <ac:grpSpMk id="16" creationId="{A01DBF88-5D72-47CF-BF2D-F5F02D9735E9}"/>
          </ac:grpSpMkLst>
        </pc:grpChg>
        <pc:grpChg chg="del">
          <ac:chgData name="Jeroen Rodenburg" userId="36afe4a3-a6a4-4251-8e46-e83f049ed970" providerId="ADAL" clId="{D5F1F950-ADB2-479E-9410-54A522774477}" dt="2025-07-05T16:45:47.927" v="3931" actId="478"/>
          <ac:grpSpMkLst>
            <pc:docMk/>
            <pc:sldMk cId="1422147043" sldId="299"/>
            <ac:grpSpMk id="19" creationId="{5F41A342-3C24-448E-9F1E-152C6D413A61}"/>
          </ac:grpSpMkLst>
        </pc:grpChg>
      </pc:sldChg>
      <pc:sldChg chg="modSp mod">
        <pc:chgData name="Jeroen Rodenburg" userId="36afe4a3-a6a4-4251-8e46-e83f049ed970" providerId="ADAL" clId="{D5F1F950-ADB2-479E-9410-54A522774477}" dt="2025-07-05T16:56:38.393" v="4175" actId="27636"/>
        <pc:sldMkLst>
          <pc:docMk/>
          <pc:sldMk cId="3706449363" sldId="302"/>
        </pc:sldMkLst>
        <pc:spChg chg="mod">
          <ac:chgData name="Jeroen Rodenburg" userId="36afe4a3-a6a4-4251-8e46-e83f049ed970" providerId="ADAL" clId="{D5F1F950-ADB2-479E-9410-54A522774477}" dt="2025-07-05T16:56:38.393" v="4175" actId="27636"/>
          <ac:spMkLst>
            <pc:docMk/>
            <pc:sldMk cId="3706449363" sldId="302"/>
            <ac:spMk id="2" creationId="{328C1C28-83A8-48FE-9856-B0A80B97C48D}"/>
          </ac:spMkLst>
        </pc:spChg>
      </pc:sldChg>
      <pc:sldChg chg="delSp modSp mod">
        <pc:chgData name="Jeroen Rodenburg" userId="36afe4a3-a6a4-4251-8e46-e83f049ed970" providerId="ADAL" clId="{D5F1F950-ADB2-479E-9410-54A522774477}" dt="2025-07-07T11:29:13.409" v="4599" actId="20577"/>
        <pc:sldMkLst>
          <pc:docMk/>
          <pc:sldMk cId="1630272512" sldId="303"/>
        </pc:sldMkLst>
        <pc:spChg chg="mod">
          <ac:chgData name="Jeroen Rodenburg" userId="36afe4a3-a6a4-4251-8e46-e83f049ed970" providerId="ADAL" clId="{D5F1F950-ADB2-479E-9410-54A522774477}" dt="2025-07-07T11:29:13.409" v="4599" actId="20577"/>
          <ac:spMkLst>
            <pc:docMk/>
            <pc:sldMk cId="1630272512" sldId="303"/>
            <ac:spMk id="2" creationId="{7E2A5794-34C7-48A7-B5D6-FA0C819E0941}"/>
          </ac:spMkLst>
        </pc:spChg>
        <pc:grpChg chg="del">
          <ac:chgData name="Jeroen Rodenburg" userId="36afe4a3-a6a4-4251-8e46-e83f049ed970" providerId="ADAL" clId="{D5F1F950-ADB2-479E-9410-54A522774477}" dt="2025-07-07T11:29:11.671" v="4598" actId="478"/>
          <ac:grpSpMkLst>
            <pc:docMk/>
            <pc:sldMk cId="1630272512" sldId="303"/>
            <ac:grpSpMk id="10" creationId="{DF0CD6E4-5596-4997-9D76-F4E5FD36FE95}"/>
          </ac:grpSpMkLst>
        </pc:grpChg>
      </pc:sldChg>
      <pc:sldChg chg="del">
        <pc:chgData name="Jeroen Rodenburg" userId="36afe4a3-a6a4-4251-8e46-e83f049ed970" providerId="ADAL" clId="{D5F1F950-ADB2-479E-9410-54A522774477}" dt="2025-07-05T16:54:03.144" v="4014" actId="47"/>
        <pc:sldMkLst>
          <pc:docMk/>
          <pc:sldMk cId="157436868" sldId="304"/>
        </pc:sldMkLst>
      </pc:sldChg>
      <pc:sldChg chg="del">
        <pc:chgData name="Jeroen Rodenburg" userId="36afe4a3-a6a4-4251-8e46-e83f049ed970" providerId="ADAL" clId="{D5F1F950-ADB2-479E-9410-54A522774477}" dt="2025-07-05T16:54:03.144" v="4014" actId="47"/>
        <pc:sldMkLst>
          <pc:docMk/>
          <pc:sldMk cId="2167454384" sldId="305"/>
        </pc:sldMkLst>
      </pc:sldChg>
      <pc:sldChg chg="del">
        <pc:chgData name="Jeroen Rodenburg" userId="36afe4a3-a6a4-4251-8e46-e83f049ed970" providerId="ADAL" clId="{D5F1F950-ADB2-479E-9410-54A522774477}" dt="2025-07-05T16:54:03.144" v="4014" actId="47"/>
        <pc:sldMkLst>
          <pc:docMk/>
          <pc:sldMk cId="2245407520" sldId="306"/>
        </pc:sldMkLst>
      </pc:sldChg>
      <pc:sldChg chg="del">
        <pc:chgData name="Jeroen Rodenburg" userId="36afe4a3-a6a4-4251-8e46-e83f049ed970" providerId="ADAL" clId="{D5F1F950-ADB2-479E-9410-54A522774477}" dt="2025-07-05T16:54:03.144" v="4014" actId="47"/>
        <pc:sldMkLst>
          <pc:docMk/>
          <pc:sldMk cId="754752227" sldId="307"/>
        </pc:sldMkLst>
      </pc:sldChg>
      <pc:sldChg chg="del">
        <pc:chgData name="Jeroen Rodenburg" userId="36afe4a3-a6a4-4251-8e46-e83f049ed970" providerId="ADAL" clId="{D5F1F950-ADB2-479E-9410-54A522774477}" dt="2025-07-05T16:54:03.144" v="4014" actId="47"/>
        <pc:sldMkLst>
          <pc:docMk/>
          <pc:sldMk cId="2345230987" sldId="308"/>
        </pc:sldMkLst>
      </pc:sldChg>
      <pc:sldChg chg="del">
        <pc:chgData name="Jeroen Rodenburg" userId="36afe4a3-a6a4-4251-8e46-e83f049ed970" providerId="ADAL" clId="{D5F1F950-ADB2-479E-9410-54A522774477}" dt="2025-07-05T16:54:03.144" v="4014" actId="47"/>
        <pc:sldMkLst>
          <pc:docMk/>
          <pc:sldMk cId="3194252306" sldId="309"/>
        </pc:sldMkLst>
      </pc:sldChg>
      <pc:sldChg chg="modSp mod">
        <pc:chgData name="Jeroen Rodenburg" userId="36afe4a3-a6a4-4251-8e46-e83f049ed970" providerId="ADAL" clId="{D5F1F950-ADB2-479E-9410-54A522774477}" dt="2025-07-05T16:59:26.856" v="4249" actId="20577"/>
        <pc:sldMkLst>
          <pc:docMk/>
          <pc:sldMk cId="3573553822" sldId="312"/>
        </pc:sldMkLst>
        <pc:spChg chg="mod">
          <ac:chgData name="Jeroen Rodenburg" userId="36afe4a3-a6a4-4251-8e46-e83f049ed970" providerId="ADAL" clId="{D5F1F950-ADB2-479E-9410-54A522774477}" dt="2025-07-05T16:59:26.856" v="4249" actId="20577"/>
          <ac:spMkLst>
            <pc:docMk/>
            <pc:sldMk cId="3573553822" sldId="312"/>
            <ac:spMk id="3" creationId="{650577FC-5076-42F5-A862-612FD3E18B28}"/>
          </ac:spMkLst>
        </pc:spChg>
      </pc:sldChg>
      <pc:sldChg chg="ord">
        <pc:chgData name="Jeroen Rodenburg" userId="36afe4a3-a6a4-4251-8e46-e83f049ed970" providerId="ADAL" clId="{D5F1F950-ADB2-479E-9410-54A522774477}" dt="2025-07-05T16:54:29.629" v="4016"/>
        <pc:sldMkLst>
          <pc:docMk/>
          <pc:sldMk cId="685366086" sldId="313"/>
        </pc:sldMkLst>
      </pc:sldChg>
      <pc:sldChg chg="modSp del mod">
        <pc:chgData name="Jeroen Rodenburg" userId="36afe4a3-a6a4-4251-8e46-e83f049ed970" providerId="ADAL" clId="{D5F1F950-ADB2-479E-9410-54A522774477}" dt="2025-07-05T17:04:37.858" v="4259" actId="47"/>
        <pc:sldMkLst>
          <pc:docMk/>
          <pc:sldMk cId="1177333214" sldId="314"/>
        </pc:sldMkLst>
        <pc:spChg chg="mod">
          <ac:chgData name="Jeroen Rodenburg" userId="36afe4a3-a6a4-4251-8e46-e83f049ed970" providerId="ADAL" clId="{D5F1F950-ADB2-479E-9410-54A522774477}" dt="2025-07-05T16:54:40.098" v="4039" actId="20577"/>
          <ac:spMkLst>
            <pc:docMk/>
            <pc:sldMk cId="1177333214" sldId="314"/>
            <ac:spMk id="3" creationId="{A66110E3-EE48-4C22-A78B-D09FF91F144D}"/>
          </ac:spMkLst>
        </pc:spChg>
      </pc:sldChg>
      <pc:sldChg chg="del">
        <pc:chgData name="Jeroen Rodenburg" userId="36afe4a3-a6a4-4251-8e46-e83f049ed970" providerId="ADAL" clId="{D5F1F950-ADB2-479E-9410-54A522774477}" dt="2025-07-07T12:49:58.937" v="6497" actId="47"/>
        <pc:sldMkLst>
          <pc:docMk/>
          <pc:sldMk cId="169663946" sldId="315"/>
        </pc:sldMkLst>
      </pc:sldChg>
      <pc:sldChg chg="del">
        <pc:chgData name="Jeroen Rodenburg" userId="36afe4a3-a6a4-4251-8e46-e83f049ed970" providerId="ADAL" clId="{D5F1F950-ADB2-479E-9410-54A522774477}" dt="2025-07-05T17:02:11.296" v="4252" actId="47"/>
        <pc:sldMkLst>
          <pc:docMk/>
          <pc:sldMk cId="2456536391" sldId="316"/>
        </pc:sldMkLst>
      </pc:sldChg>
      <pc:sldChg chg="del">
        <pc:chgData name="Jeroen Rodenburg" userId="36afe4a3-a6a4-4251-8e46-e83f049ed970" providerId="ADAL" clId="{D5F1F950-ADB2-479E-9410-54A522774477}" dt="2025-07-05T14:39:07.026" v="2719" actId="47"/>
        <pc:sldMkLst>
          <pc:docMk/>
          <pc:sldMk cId="2455330061" sldId="317"/>
        </pc:sldMkLst>
      </pc:sldChg>
      <pc:sldChg chg="modSp add mod">
        <pc:chgData name="Jeroen Rodenburg" userId="36afe4a3-a6a4-4251-8e46-e83f049ed970" providerId="ADAL" clId="{D5F1F950-ADB2-479E-9410-54A522774477}" dt="2025-07-05T16:58:45.837" v="4248" actId="20577"/>
        <pc:sldMkLst>
          <pc:docMk/>
          <pc:sldMk cId="830940216" sldId="319"/>
        </pc:sldMkLst>
        <pc:spChg chg="mod">
          <ac:chgData name="Jeroen Rodenburg" userId="36afe4a3-a6a4-4251-8e46-e83f049ed970" providerId="ADAL" clId="{D5F1F950-ADB2-479E-9410-54A522774477}" dt="2025-07-05T16:58:45.837" v="4248" actId="20577"/>
          <ac:spMkLst>
            <pc:docMk/>
            <pc:sldMk cId="830940216" sldId="319"/>
            <ac:spMk id="2" creationId="{85316440-A48C-34CC-E29F-B5C7C319FD47}"/>
          </ac:spMkLst>
        </pc:spChg>
        <pc:spChg chg="mod">
          <ac:chgData name="Jeroen Rodenburg" userId="36afe4a3-a6a4-4251-8e46-e83f049ed970" providerId="ADAL" clId="{D5F1F950-ADB2-479E-9410-54A522774477}" dt="2025-07-05T16:57:30.629" v="4184" actId="20577"/>
          <ac:spMkLst>
            <pc:docMk/>
            <pc:sldMk cId="830940216" sldId="319"/>
            <ac:spMk id="3" creationId="{76FE0CCD-56E0-34E0-E40B-7A4FA610B64A}"/>
          </ac:spMkLst>
        </pc:spChg>
      </pc:sldChg>
      <pc:sldChg chg="modSp del mod">
        <pc:chgData name="Jeroen Rodenburg" userId="36afe4a3-a6a4-4251-8e46-e83f049ed970" providerId="ADAL" clId="{D5F1F950-ADB2-479E-9410-54A522774477}" dt="2025-07-05T16:56:55.227" v="4176" actId="2696"/>
        <pc:sldMkLst>
          <pc:docMk/>
          <pc:sldMk cId="3374927010" sldId="319"/>
        </pc:sldMkLst>
        <pc:spChg chg="mod">
          <ac:chgData name="Jeroen Rodenburg" userId="36afe4a3-a6a4-4251-8e46-e83f049ed970" providerId="ADAL" clId="{D5F1F950-ADB2-479E-9410-54A522774477}" dt="2025-07-05T16:44:58.518" v="3927" actId="20577"/>
          <ac:spMkLst>
            <pc:docMk/>
            <pc:sldMk cId="3374927010" sldId="319"/>
            <ac:spMk id="2" creationId="{85316440-A48C-34CC-E29F-B5C7C319FD47}"/>
          </ac:spMkLst>
        </pc:spChg>
      </pc:sldChg>
      <pc:sldChg chg="addSp delSp modSp new mod modAnim">
        <pc:chgData name="Jeroen Rodenburg" userId="36afe4a3-a6a4-4251-8e46-e83f049ed970" providerId="ADAL" clId="{D5F1F950-ADB2-479E-9410-54A522774477}" dt="2025-07-05T13:38:44.023" v="409"/>
        <pc:sldMkLst>
          <pc:docMk/>
          <pc:sldMk cId="2503564136" sldId="320"/>
        </pc:sldMkLst>
        <pc:spChg chg="mod">
          <ac:chgData name="Jeroen Rodenburg" userId="36afe4a3-a6a4-4251-8e46-e83f049ed970" providerId="ADAL" clId="{D5F1F950-ADB2-479E-9410-54A522774477}" dt="2025-07-05T13:37:03.329" v="381" actId="20577"/>
          <ac:spMkLst>
            <pc:docMk/>
            <pc:sldMk cId="2503564136" sldId="320"/>
            <ac:spMk id="2" creationId="{06E6CBAA-77BA-37D3-2B6E-8396FCB9B97E}"/>
          </ac:spMkLst>
        </pc:spChg>
        <pc:spChg chg="del">
          <ac:chgData name="Jeroen Rodenburg" userId="36afe4a3-a6a4-4251-8e46-e83f049ed970" providerId="ADAL" clId="{D5F1F950-ADB2-479E-9410-54A522774477}" dt="2025-07-05T13:36:03.711" v="185" actId="478"/>
          <ac:spMkLst>
            <pc:docMk/>
            <pc:sldMk cId="2503564136" sldId="320"/>
            <ac:spMk id="3" creationId="{3E4F1BD2-4735-DD3C-1C8C-F05C43F09B86}"/>
          </ac:spMkLst>
        </pc:spChg>
        <pc:spChg chg="add mod">
          <ac:chgData name="Jeroen Rodenburg" userId="36afe4a3-a6a4-4251-8e46-e83f049ed970" providerId="ADAL" clId="{D5F1F950-ADB2-479E-9410-54A522774477}" dt="2025-07-05T13:36:02.362" v="184"/>
          <ac:spMkLst>
            <pc:docMk/>
            <pc:sldMk cId="2503564136" sldId="320"/>
            <ac:spMk id="7" creationId="{6D1B6A61-93E2-E2F0-C04D-29219B1DB534}"/>
          </ac:spMkLst>
        </pc:spChg>
        <pc:spChg chg="add mod">
          <ac:chgData name="Jeroen Rodenburg" userId="36afe4a3-a6a4-4251-8e46-e83f049ed970" providerId="ADAL" clId="{D5F1F950-ADB2-479E-9410-54A522774477}" dt="2025-07-05T13:38:31.581" v="407" actId="1076"/>
          <ac:spMkLst>
            <pc:docMk/>
            <pc:sldMk cId="2503564136" sldId="320"/>
            <ac:spMk id="8" creationId="{EC91CAC1-DC2C-4CE1-9A4E-51200E2AE0E8}"/>
          </ac:spMkLst>
        </pc:spChg>
        <pc:spChg chg="add mod">
          <ac:chgData name="Jeroen Rodenburg" userId="36afe4a3-a6a4-4251-8e46-e83f049ed970" providerId="ADAL" clId="{D5F1F950-ADB2-479E-9410-54A522774477}" dt="2025-07-05T13:38:37.893" v="408"/>
          <ac:spMkLst>
            <pc:docMk/>
            <pc:sldMk cId="2503564136" sldId="320"/>
            <ac:spMk id="9" creationId="{8B619183-A55D-67FA-5682-842915EB3D67}"/>
          </ac:spMkLst>
        </pc:spChg>
      </pc:sldChg>
      <pc:sldChg chg="addSp delSp modSp add mod modAnim">
        <pc:chgData name="Jeroen Rodenburg" userId="36afe4a3-a6a4-4251-8e46-e83f049ed970" providerId="ADAL" clId="{D5F1F950-ADB2-479E-9410-54A522774477}" dt="2025-07-05T14:32:03.189" v="2476" actId="1076"/>
        <pc:sldMkLst>
          <pc:docMk/>
          <pc:sldMk cId="1634177445" sldId="321"/>
        </pc:sldMkLst>
        <pc:spChg chg="mod">
          <ac:chgData name="Jeroen Rodenburg" userId="36afe4a3-a6a4-4251-8e46-e83f049ed970" providerId="ADAL" clId="{D5F1F950-ADB2-479E-9410-54A522774477}" dt="2025-07-05T13:56:34.874" v="1288" actId="14100"/>
          <ac:spMkLst>
            <pc:docMk/>
            <pc:sldMk cId="1634177445" sldId="321"/>
            <ac:spMk id="2" creationId="{0BC079C8-EE75-4FFB-9259-2B25647AB594}"/>
          </ac:spMkLst>
        </pc:spChg>
        <pc:spChg chg="mod">
          <ac:chgData name="Jeroen Rodenburg" userId="36afe4a3-a6a4-4251-8e46-e83f049ed970" providerId="ADAL" clId="{D5F1F950-ADB2-479E-9410-54A522774477}" dt="2025-07-05T13:54:04.120" v="995" actId="20577"/>
          <ac:spMkLst>
            <pc:docMk/>
            <pc:sldMk cId="1634177445" sldId="321"/>
            <ac:spMk id="3" creationId="{A9CB4156-93EC-4CA0-AB32-DB23B3CCEA53}"/>
          </ac:spMkLst>
        </pc:spChg>
        <pc:spChg chg="mod">
          <ac:chgData name="Jeroen Rodenburg" userId="36afe4a3-a6a4-4251-8e46-e83f049ed970" providerId="ADAL" clId="{D5F1F950-ADB2-479E-9410-54A522774477}" dt="2025-07-05T14:20:29.283" v="2096" actId="1076"/>
          <ac:spMkLst>
            <pc:docMk/>
            <pc:sldMk cId="1634177445" sldId="321"/>
            <ac:spMk id="5" creationId="{CFF6BD42-AE3D-4A80-A776-AD692924CD05}"/>
          </ac:spMkLst>
        </pc:spChg>
        <pc:spChg chg="mod">
          <ac:chgData name="Jeroen Rodenburg" userId="36afe4a3-a6a4-4251-8e46-e83f049ed970" providerId="ADAL" clId="{D5F1F950-ADB2-479E-9410-54A522774477}" dt="2025-07-05T14:05:47.074" v="1636" actId="1076"/>
          <ac:spMkLst>
            <pc:docMk/>
            <pc:sldMk cId="1634177445" sldId="321"/>
            <ac:spMk id="6" creationId="{7D0E46E0-28EB-4312-9C47-DE37D5F9CB0F}"/>
          </ac:spMkLst>
        </pc:spChg>
        <pc:spChg chg="add mod">
          <ac:chgData name="Jeroen Rodenburg" userId="36afe4a3-a6a4-4251-8e46-e83f049ed970" providerId="ADAL" clId="{D5F1F950-ADB2-479E-9410-54A522774477}" dt="2025-07-05T14:01:55.723" v="1511" actId="1076"/>
          <ac:spMkLst>
            <pc:docMk/>
            <pc:sldMk cId="1634177445" sldId="321"/>
            <ac:spMk id="14" creationId="{73C7348D-2CFA-8598-7964-EBD1E5BED0B5}"/>
          </ac:spMkLst>
        </pc:spChg>
        <pc:spChg chg="add mod">
          <ac:chgData name="Jeroen Rodenburg" userId="36afe4a3-a6a4-4251-8e46-e83f049ed970" providerId="ADAL" clId="{D5F1F950-ADB2-479E-9410-54A522774477}" dt="2025-07-05T14:24:43.037" v="2358" actId="1076"/>
          <ac:spMkLst>
            <pc:docMk/>
            <pc:sldMk cId="1634177445" sldId="321"/>
            <ac:spMk id="15" creationId="{B7B1555B-3933-B274-A192-5BD4FD661FEF}"/>
          </ac:spMkLst>
        </pc:spChg>
        <pc:spChg chg="add mod">
          <ac:chgData name="Jeroen Rodenburg" userId="36afe4a3-a6a4-4251-8e46-e83f049ed970" providerId="ADAL" clId="{D5F1F950-ADB2-479E-9410-54A522774477}" dt="2025-07-05T14:13:28.596" v="2002" actId="164"/>
          <ac:spMkLst>
            <pc:docMk/>
            <pc:sldMk cId="1634177445" sldId="321"/>
            <ac:spMk id="19" creationId="{A004F92C-7CE9-4E7C-D574-76BBCB286185}"/>
          </ac:spMkLst>
        </pc:spChg>
        <pc:spChg chg="add mod">
          <ac:chgData name="Jeroen Rodenburg" userId="36afe4a3-a6a4-4251-8e46-e83f049ed970" providerId="ADAL" clId="{D5F1F950-ADB2-479E-9410-54A522774477}" dt="2025-07-05T14:13:28.596" v="2002" actId="164"/>
          <ac:spMkLst>
            <pc:docMk/>
            <pc:sldMk cId="1634177445" sldId="321"/>
            <ac:spMk id="20" creationId="{9EFFD4A6-25E3-5DDB-C20E-27BCF57DC657}"/>
          </ac:spMkLst>
        </pc:spChg>
        <pc:spChg chg="add mod">
          <ac:chgData name="Jeroen Rodenburg" userId="36afe4a3-a6a4-4251-8e46-e83f049ed970" providerId="ADAL" clId="{D5F1F950-ADB2-479E-9410-54A522774477}" dt="2025-07-05T14:13:35.711" v="2003" actId="164"/>
          <ac:spMkLst>
            <pc:docMk/>
            <pc:sldMk cId="1634177445" sldId="321"/>
            <ac:spMk id="21" creationId="{B9A58DCD-999E-7AB6-61B1-5CD5859E2519}"/>
          </ac:spMkLst>
        </pc:spChg>
        <pc:spChg chg="add mod">
          <ac:chgData name="Jeroen Rodenburg" userId="36afe4a3-a6a4-4251-8e46-e83f049ed970" providerId="ADAL" clId="{D5F1F950-ADB2-479E-9410-54A522774477}" dt="2025-07-05T14:13:35.711" v="2003" actId="164"/>
          <ac:spMkLst>
            <pc:docMk/>
            <pc:sldMk cId="1634177445" sldId="321"/>
            <ac:spMk id="22" creationId="{0638C411-FAB0-C0C4-A2E0-A38A5AE31126}"/>
          </ac:spMkLst>
        </pc:spChg>
        <pc:spChg chg="del mod topLvl">
          <ac:chgData name="Jeroen Rodenburg" userId="36afe4a3-a6a4-4251-8e46-e83f049ed970" providerId="ADAL" clId="{D5F1F950-ADB2-479E-9410-54A522774477}" dt="2025-07-05T14:06:16.053" v="1642" actId="478"/>
          <ac:spMkLst>
            <pc:docMk/>
            <pc:sldMk cId="1634177445" sldId="321"/>
            <ac:spMk id="25" creationId="{663D4D54-FFD1-6FA6-7718-3B3915C57385}"/>
          </ac:spMkLst>
        </pc:spChg>
        <pc:spChg chg="add mod">
          <ac:chgData name="Jeroen Rodenburg" userId="36afe4a3-a6a4-4251-8e46-e83f049ed970" providerId="ADAL" clId="{D5F1F950-ADB2-479E-9410-54A522774477}" dt="2025-07-05T14:13:35.711" v="2003" actId="164"/>
          <ac:spMkLst>
            <pc:docMk/>
            <pc:sldMk cId="1634177445" sldId="321"/>
            <ac:spMk id="32" creationId="{74633F4E-37E8-FA9E-97DB-906DE1B4843B}"/>
          </ac:spMkLst>
        </pc:spChg>
        <pc:spChg chg="add mod">
          <ac:chgData name="Jeroen Rodenburg" userId="36afe4a3-a6a4-4251-8e46-e83f049ed970" providerId="ADAL" clId="{D5F1F950-ADB2-479E-9410-54A522774477}" dt="2025-07-05T14:13:35.711" v="2003" actId="164"/>
          <ac:spMkLst>
            <pc:docMk/>
            <pc:sldMk cId="1634177445" sldId="321"/>
            <ac:spMk id="33" creationId="{D8997636-2B35-D3E0-33E8-AC1D9DD70314}"/>
          </ac:spMkLst>
        </pc:spChg>
        <pc:spChg chg="mod">
          <ac:chgData name="Jeroen Rodenburg" userId="36afe4a3-a6a4-4251-8e46-e83f049ed970" providerId="ADAL" clId="{D5F1F950-ADB2-479E-9410-54A522774477}" dt="2025-07-05T14:08:17.573" v="1746"/>
          <ac:spMkLst>
            <pc:docMk/>
            <pc:sldMk cId="1634177445" sldId="321"/>
            <ac:spMk id="36" creationId="{05D62973-D652-5ED1-452A-ACFDB5FDAC49}"/>
          </ac:spMkLst>
        </pc:spChg>
        <pc:spChg chg="mod">
          <ac:chgData name="Jeroen Rodenburg" userId="36afe4a3-a6a4-4251-8e46-e83f049ed970" providerId="ADAL" clId="{D5F1F950-ADB2-479E-9410-54A522774477}" dt="2025-07-05T14:08:30.053" v="1819"/>
          <ac:spMkLst>
            <pc:docMk/>
            <pc:sldMk cId="1634177445" sldId="321"/>
            <ac:spMk id="45" creationId="{4E0868C2-CF37-C584-1A57-523E78B64DCD}"/>
          </ac:spMkLst>
        </pc:spChg>
        <pc:spChg chg="add mod">
          <ac:chgData name="Jeroen Rodenburg" userId="36afe4a3-a6a4-4251-8e46-e83f049ed970" providerId="ADAL" clId="{D5F1F950-ADB2-479E-9410-54A522774477}" dt="2025-07-05T14:13:11.055" v="2000" actId="164"/>
          <ac:spMkLst>
            <pc:docMk/>
            <pc:sldMk cId="1634177445" sldId="321"/>
            <ac:spMk id="52" creationId="{E1C5C914-1DDE-CF4D-B354-29BD7B719ACC}"/>
          </ac:spMkLst>
        </pc:spChg>
        <pc:spChg chg="add mod">
          <ac:chgData name="Jeroen Rodenburg" userId="36afe4a3-a6a4-4251-8e46-e83f049ed970" providerId="ADAL" clId="{D5F1F950-ADB2-479E-9410-54A522774477}" dt="2025-07-05T14:13:20.460" v="2001" actId="164"/>
          <ac:spMkLst>
            <pc:docMk/>
            <pc:sldMk cId="1634177445" sldId="321"/>
            <ac:spMk id="53" creationId="{588A12BB-35DB-041D-5B09-5C9CA75DE6DE}"/>
          </ac:spMkLst>
        </pc:spChg>
        <pc:spChg chg="add mod">
          <ac:chgData name="Jeroen Rodenburg" userId="36afe4a3-a6a4-4251-8e46-e83f049ed970" providerId="ADAL" clId="{D5F1F950-ADB2-479E-9410-54A522774477}" dt="2025-07-05T14:13:11.055" v="2000" actId="164"/>
          <ac:spMkLst>
            <pc:docMk/>
            <pc:sldMk cId="1634177445" sldId="321"/>
            <ac:spMk id="54" creationId="{A8BDF2BB-9989-2C36-644B-44D7B670B6D4}"/>
          </ac:spMkLst>
        </pc:spChg>
        <pc:spChg chg="add mod">
          <ac:chgData name="Jeroen Rodenburg" userId="36afe4a3-a6a4-4251-8e46-e83f049ed970" providerId="ADAL" clId="{D5F1F950-ADB2-479E-9410-54A522774477}" dt="2025-07-05T14:13:20.460" v="2001" actId="164"/>
          <ac:spMkLst>
            <pc:docMk/>
            <pc:sldMk cId="1634177445" sldId="321"/>
            <ac:spMk id="55" creationId="{9580CF04-655F-C0FB-56BA-9EE671FABF21}"/>
          </ac:spMkLst>
        </pc:spChg>
        <pc:spChg chg="add mod">
          <ac:chgData name="Jeroen Rodenburg" userId="36afe4a3-a6a4-4251-8e46-e83f049ed970" providerId="ADAL" clId="{D5F1F950-ADB2-479E-9410-54A522774477}" dt="2025-07-05T14:13:11.055" v="2000" actId="164"/>
          <ac:spMkLst>
            <pc:docMk/>
            <pc:sldMk cId="1634177445" sldId="321"/>
            <ac:spMk id="56" creationId="{D27172E1-8F56-F312-0D12-EC6EBA7D29F4}"/>
          </ac:spMkLst>
        </pc:spChg>
        <pc:spChg chg="add mod">
          <ac:chgData name="Jeroen Rodenburg" userId="36afe4a3-a6a4-4251-8e46-e83f049ed970" providerId="ADAL" clId="{D5F1F950-ADB2-479E-9410-54A522774477}" dt="2025-07-05T14:13:20.460" v="2001" actId="164"/>
          <ac:spMkLst>
            <pc:docMk/>
            <pc:sldMk cId="1634177445" sldId="321"/>
            <ac:spMk id="57" creationId="{BBE1A28E-B32C-1C0A-FA59-579726F84CFD}"/>
          </ac:spMkLst>
        </pc:spChg>
        <pc:spChg chg="add mod">
          <ac:chgData name="Jeroen Rodenburg" userId="36afe4a3-a6a4-4251-8e46-e83f049ed970" providerId="ADAL" clId="{D5F1F950-ADB2-479E-9410-54A522774477}" dt="2025-07-05T14:13:20.460" v="2001" actId="164"/>
          <ac:spMkLst>
            <pc:docMk/>
            <pc:sldMk cId="1634177445" sldId="321"/>
            <ac:spMk id="58" creationId="{55EF7D67-88F0-5805-CB11-1E680C7D5674}"/>
          </ac:spMkLst>
        </pc:spChg>
        <pc:spChg chg="add mod">
          <ac:chgData name="Jeroen Rodenburg" userId="36afe4a3-a6a4-4251-8e46-e83f049ed970" providerId="ADAL" clId="{D5F1F950-ADB2-479E-9410-54A522774477}" dt="2025-07-05T14:13:20.460" v="2001" actId="164"/>
          <ac:spMkLst>
            <pc:docMk/>
            <pc:sldMk cId="1634177445" sldId="321"/>
            <ac:spMk id="59" creationId="{51E80034-2501-CD74-251C-66B06BB66F4C}"/>
          </ac:spMkLst>
        </pc:spChg>
        <pc:spChg chg="add mod ord">
          <ac:chgData name="Jeroen Rodenburg" userId="36afe4a3-a6a4-4251-8e46-e83f049ed970" providerId="ADAL" clId="{D5F1F950-ADB2-479E-9410-54A522774477}" dt="2025-07-05T14:18:45.722" v="2029" actId="164"/>
          <ac:spMkLst>
            <pc:docMk/>
            <pc:sldMk cId="1634177445" sldId="321"/>
            <ac:spMk id="70" creationId="{82BA8B74-227F-2C44-4EE1-BE53BD9CE1E2}"/>
          </ac:spMkLst>
        </pc:spChg>
        <pc:grpChg chg="add mod">
          <ac:chgData name="Jeroen Rodenburg" userId="36afe4a3-a6a4-4251-8e46-e83f049ed970" providerId="ADAL" clId="{D5F1F950-ADB2-479E-9410-54A522774477}" dt="2025-07-05T14:02:51.073" v="1531" actId="164"/>
          <ac:grpSpMkLst>
            <pc:docMk/>
            <pc:sldMk cId="1634177445" sldId="321"/>
            <ac:grpSpMk id="13" creationId="{356E0D3E-0628-F922-F912-EA88F47F2458}"/>
          </ac:grpSpMkLst>
        </pc:grpChg>
        <pc:grpChg chg="add mod">
          <ac:chgData name="Jeroen Rodenburg" userId="36afe4a3-a6a4-4251-8e46-e83f049ed970" providerId="ADAL" clId="{D5F1F950-ADB2-479E-9410-54A522774477}" dt="2025-07-05T14:13:28.596" v="2002" actId="164"/>
          <ac:grpSpMkLst>
            <pc:docMk/>
            <pc:sldMk cId="1634177445" sldId="321"/>
            <ac:grpSpMk id="16" creationId="{D25063D0-19E5-B386-03FD-9C6C53452D42}"/>
          </ac:grpSpMkLst>
        </pc:grpChg>
        <pc:grpChg chg="add del mod">
          <ac:chgData name="Jeroen Rodenburg" userId="36afe4a3-a6a4-4251-8e46-e83f049ed970" providerId="ADAL" clId="{D5F1F950-ADB2-479E-9410-54A522774477}" dt="2025-07-05T14:06:06.224" v="1639" actId="165"/>
          <ac:grpSpMkLst>
            <pc:docMk/>
            <pc:sldMk cId="1634177445" sldId="321"/>
            <ac:grpSpMk id="23" creationId="{DA524FFD-A986-1D74-8914-CAAED78D13CE}"/>
          </ac:grpSpMkLst>
        </pc:grpChg>
        <pc:grpChg chg="del mod topLvl">
          <ac:chgData name="Jeroen Rodenburg" userId="36afe4a3-a6a4-4251-8e46-e83f049ed970" providerId="ADAL" clId="{D5F1F950-ADB2-479E-9410-54A522774477}" dt="2025-07-05T14:06:07.927" v="1640" actId="478"/>
          <ac:grpSpMkLst>
            <pc:docMk/>
            <pc:sldMk cId="1634177445" sldId="321"/>
            <ac:grpSpMk id="24" creationId="{6E48E757-516C-D7AA-FD7C-D72A88C00E1A}"/>
          </ac:grpSpMkLst>
        </pc:grpChg>
        <pc:grpChg chg="add mod">
          <ac:chgData name="Jeroen Rodenburg" userId="36afe4a3-a6a4-4251-8e46-e83f049ed970" providerId="ADAL" clId="{D5F1F950-ADB2-479E-9410-54A522774477}" dt="2025-07-05T14:13:11.055" v="2000" actId="164"/>
          <ac:grpSpMkLst>
            <pc:docMk/>
            <pc:sldMk cId="1634177445" sldId="321"/>
            <ac:grpSpMk id="34" creationId="{CA0BCEF7-65AA-FC86-42F7-57B344E24090}"/>
          </ac:grpSpMkLst>
        </pc:grpChg>
        <pc:grpChg chg="mod">
          <ac:chgData name="Jeroen Rodenburg" userId="36afe4a3-a6a4-4251-8e46-e83f049ed970" providerId="ADAL" clId="{D5F1F950-ADB2-479E-9410-54A522774477}" dt="2025-07-05T14:08:17.573" v="1746"/>
          <ac:grpSpMkLst>
            <pc:docMk/>
            <pc:sldMk cId="1634177445" sldId="321"/>
            <ac:grpSpMk id="35" creationId="{0D71B18F-FB1B-A03F-22A6-C6B6B4F74DC8}"/>
          </ac:grpSpMkLst>
        </pc:grpChg>
        <pc:grpChg chg="add mod">
          <ac:chgData name="Jeroen Rodenburg" userId="36afe4a3-a6a4-4251-8e46-e83f049ed970" providerId="ADAL" clId="{D5F1F950-ADB2-479E-9410-54A522774477}" dt="2025-07-05T14:13:20.460" v="2001" actId="164"/>
          <ac:grpSpMkLst>
            <pc:docMk/>
            <pc:sldMk cId="1634177445" sldId="321"/>
            <ac:grpSpMk id="43" creationId="{D0637BA9-4207-4BA3-D2F6-92081E9512A9}"/>
          </ac:grpSpMkLst>
        </pc:grpChg>
        <pc:grpChg chg="mod">
          <ac:chgData name="Jeroen Rodenburg" userId="36afe4a3-a6a4-4251-8e46-e83f049ed970" providerId="ADAL" clId="{D5F1F950-ADB2-479E-9410-54A522774477}" dt="2025-07-05T14:08:30.053" v="1819"/>
          <ac:grpSpMkLst>
            <pc:docMk/>
            <pc:sldMk cId="1634177445" sldId="321"/>
            <ac:grpSpMk id="44" creationId="{D7AEB0E9-9DB9-BD1C-0606-ED9980CF1D7D}"/>
          </ac:grpSpMkLst>
        </pc:grpChg>
        <pc:grpChg chg="add mod">
          <ac:chgData name="Jeroen Rodenburg" userId="36afe4a3-a6a4-4251-8e46-e83f049ed970" providerId="ADAL" clId="{D5F1F950-ADB2-479E-9410-54A522774477}" dt="2025-07-05T14:13:11.055" v="2000" actId="164"/>
          <ac:grpSpMkLst>
            <pc:docMk/>
            <pc:sldMk cId="1634177445" sldId="321"/>
            <ac:grpSpMk id="60" creationId="{3D909DED-294A-95DA-B47F-DCABABF1203A}"/>
          </ac:grpSpMkLst>
        </pc:grpChg>
        <pc:grpChg chg="add mod">
          <ac:chgData name="Jeroen Rodenburg" userId="36afe4a3-a6a4-4251-8e46-e83f049ed970" providerId="ADAL" clId="{D5F1F950-ADB2-479E-9410-54A522774477}" dt="2025-07-05T14:13:20.460" v="2001" actId="164"/>
          <ac:grpSpMkLst>
            <pc:docMk/>
            <pc:sldMk cId="1634177445" sldId="321"/>
            <ac:grpSpMk id="61" creationId="{348A2E74-EC6C-9D79-FA27-AD34CA16818B}"/>
          </ac:grpSpMkLst>
        </pc:grpChg>
        <pc:grpChg chg="add mod">
          <ac:chgData name="Jeroen Rodenburg" userId="36afe4a3-a6a4-4251-8e46-e83f049ed970" providerId="ADAL" clId="{D5F1F950-ADB2-479E-9410-54A522774477}" dt="2025-07-05T14:13:28.596" v="2002" actId="164"/>
          <ac:grpSpMkLst>
            <pc:docMk/>
            <pc:sldMk cId="1634177445" sldId="321"/>
            <ac:grpSpMk id="62" creationId="{A5B6DEDB-564D-54EC-9A7F-BFB3DF5EAFC9}"/>
          </ac:grpSpMkLst>
        </pc:grpChg>
        <pc:grpChg chg="add mod">
          <ac:chgData name="Jeroen Rodenburg" userId="36afe4a3-a6a4-4251-8e46-e83f049ed970" providerId="ADAL" clId="{D5F1F950-ADB2-479E-9410-54A522774477}" dt="2025-07-05T14:13:35.711" v="2003" actId="164"/>
          <ac:grpSpMkLst>
            <pc:docMk/>
            <pc:sldMk cId="1634177445" sldId="321"/>
            <ac:grpSpMk id="63" creationId="{6EC962EA-2E35-CEA6-1BEF-35C40541F0AC}"/>
          </ac:grpSpMkLst>
        </pc:grpChg>
        <pc:grpChg chg="add mod">
          <ac:chgData name="Jeroen Rodenburg" userId="36afe4a3-a6a4-4251-8e46-e83f049ed970" providerId="ADAL" clId="{D5F1F950-ADB2-479E-9410-54A522774477}" dt="2025-07-05T14:32:03.189" v="2476" actId="1076"/>
          <ac:grpSpMkLst>
            <pc:docMk/>
            <pc:sldMk cId="1634177445" sldId="321"/>
            <ac:grpSpMk id="71" creationId="{E39191E5-5316-4CE2-C917-977CA924D5B5}"/>
          </ac:grpSpMkLst>
        </pc:grpChg>
        <pc:picChg chg="add mod">
          <ac:chgData name="Jeroen Rodenburg" userId="36afe4a3-a6a4-4251-8e46-e83f049ed970" providerId="ADAL" clId="{D5F1F950-ADB2-479E-9410-54A522774477}" dt="2025-07-05T14:01:27.622" v="1496" actId="164"/>
          <ac:picMkLst>
            <pc:docMk/>
            <pc:sldMk cId="1634177445" sldId="321"/>
            <ac:picMk id="7" creationId="{0D7973A8-2B69-002A-7BA9-1C6EED5A4C9D}"/>
          </ac:picMkLst>
        </pc:picChg>
        <pc:picChg chg="add mod">
          <ac:chgData name="Jeroen Rodenburg" userId="36afe4a3-a6a4-4251-8e46-e83f049ed970" providerId="ADAL" clId="{D5F1F950-ADB2-479E-9410-54A522774477}" dt="2025-07-05T14:01:27.622" v="1496" actId="164"/>
          <ac:picMkLst>
            <pc:docMk/>
            <pc:sldMk cId="1634177445" sldId="321"/>
            <ac:picMk id="8" creationId="{DEE5B818-58F6-937B-D725-93D9AC4825B5}"/>
          </ac:picMkLst>
        </pc:picChg>
        <pc:picChg chg="add mod">
          <ac:chgData name="Jeroen Rodenburg" userId="36afe4a3-a6a4-4251-8e46-e83f049ed970" providerId="ADAL" clId="{D5F1F950-ADB2-479E-9410-54A522774477}" dt="2025-07-05T14:01:27.622" v="1496" actId="164"/>
          <ac:picMkLst>
            <pc:docMk/>
            <pc:sldMk cId="1634177445" sldId="321"/>
            <ac:picMk id="9" creationId="{79A746BF-E3FD-CC38-8CF5-B3BC6ACE689F}"/>
          </ac:picMkLst>
        </pc:picChg>
        <pc:picChg chg="add mod">
          <ac:chgData name="Jeroen Rodenburg" userId="36afe4a3-a6a4-4251-8e46-e83f049ed970" providerId="ADAL" clId="{D5F1F950-ADB2-479E-9410-54A522774477}" dt="2025-07-05T14:01:27.622" v="1496" actId="164"/>
          <ac:picMkLst>
            <pc:docMk/>
            <pc:sldMk cId="1634177445" sldId="321"/>
            <ac:picMk id="10" creationId="{4C87EE24-5D48-ACF5-9208-ECE0C0DB12B4}"/>
          </ac:picMkLst>
        </pc:picChg>
        <pc:picChg chg="add mod">
          <ac:chgData name="Jeroen Rodenburg" userId="36afe4a3-a6a4-4251-8e46-e83f049ed970" providerId="ADAL" clId="{D5F1F950-ADB2-479E-9410-54A522774477}" dt="2025-07-05T14:01:27.622" v="1496" actId="164"/>
          <ac:picMkLst>
            <pc:docMk/>
            <pc:sldMk cId="1634177445" sldId="321"/>
            <ac:picMk id="11" creationId="{C94E923A-7204-A79F-6263-02B21065C22B}"/>
          </ac:picMkLst>
        </pc:picChg>
        <pc:picChg chg="add mod">
          <ac:chgData name="Jeroen Rodenburg" userId="36afe4a3-a6a4-4251-8e46-e83f049ed970" providerId="ADAL" clId="{D5F1F950-ADB2-479E-9410-54A522774477}" dt="2025-07-05T14:01:27.622" v="1496" actId="164"/>
          <ac:picMkLst>
            <pc:docMk/>
            <pc:sldMk cId="1634177445" sldId="321"/>
            <ac:picMk id="12" creationId="{47CCB2F5-05E6-316A-272D-A910192C609E}"/>
          </ac:picMkLst>
        </pc:picChg>
        <pc:picChg chg="mod">
          <ac:chgData name="Jeroen Rodenburg" userId="36afe4a3-a6a4-4251-8e46-e83f049ed970" providerId="ADAL" clId="{D5F1F950-ADB2-479E-9410-54A522774477}" dt="2025-07-05T14:06:06.224" v="1639" actId="165"/>
          <ac:picMkLst>
            <pc:docMk/>
            <pc:sldMk cId="1634177445" sldId="321"/>
            <ac:picMk id="26" creationId="{FBB36C15-ABAA-6A8C-AAB8-F2F6B777A953}"/>
          </ac:picMkLst>
        </pc:picChg>
        <pc:picChg chg="mod">
          <ac:chgData name="Jeroen Rodenburg" userId="36afe4a3-a6a4-4251-8e46-e83f049ed970" providerId="ADAL" clId="{D5F1F950-ADB2-479E-9410-54A522774477}" dt="2025-07-05T14:06:06.224" v="1639" actId="165"/>
          <ac:picMkLst>
            <pc:docMk/>
            <pc:sldMk cId="1634177445" sldId="321"/>
            <ac:picMk id="27" creationId="{7EA97156-CF06-D8FF-28CE-C401E699C5C4}"/>
          </ac:picMkLst>
        </pc:picChg>
        <pc:picChg chg="mod">
          <ac:chgData name="Jeroen Rodenburg" userId="36afe4a3-a6a4-4251-8e46-e83f049ed970" providerId="ADAL" clId="{D5F1F950-ADB2-479E-9410-54A522774477}" dt="2025-07-05T14:06:06.224" v="1639" actId="165"/>
          <ac:picMkLst>
            <pc:docMk/>
            <pc:sldMk cId="1634177445" sldId="321"/>
            <ac:picMk id="28" creationId="{101A3DD8-BA12-B23A-2B94-8600EDE3C097}"/>
          </ac:picMkLst>
        </pc:picChg>
        <pc:picChg chg="mod">
          <ac:chgData name="Jeroen Rodenburg" userId="36afe4a3-a6a4-4251-8e46-e83f049ed970" providerId="ADAL" clId="{D5F1F950-ADB2-479E-9410-54A522774477}" dt="2025-07-05T14:06:06.224" v="1639" actId="165"/>
          <ac:picMkLst>
            <pc:docMk/>
            <pc:sldMk cId="1634177445" sldId="321"/>
            <ac:picMk id="29" creationId="{E45E31F6-0839-2369-DCAF-88800B19CBE0}"/>
          </ac:picMkLst>
        </pc:picChg>
        <pc:picChg chg="mod">
          <ac:chgData name="Jeroen Rodenburg" userId="36afe4a3-a6a4-4251-8e46-e83f049ed970" providerId="ADAL" clId="{D5F1F950-ADB2-479E-9410-54A522774477}" dt="2025-07-05T14:06:06.224" v="1639" actId="165"/>
          <ac:picMkLst>
            <pc:docMk/>
            <pc:sldMk cId="1634177445" sldId="321"/>
            <ac:picMk id="30" creationId="{1697AE62-2E3E-9602-7EFF-765FD04A602E}"/>
          </ac:picMkLst>
        </pc:picChg>
        <pc:picChg chg="mod">
          <ac:chgData name="Jeroen Rodenburg" userId="36afe4a3-a6a4-4251-8e46-e83f049ed970" providerId="ADAL" clId="{D5F1F950-ADB2-479E-9410-54A522774477}" dt="2025-07-05T14:06:06.224" v="1639" actId="165"/>
          <ac:picMkLst>
            <pc:docMk/>
            <pc:sldMk cId="1634177445" sldId="321"/>
            <ac:picMk id="31" creationId="{F80EE44F-7478-0C57-6C57-B29EA48303EC}"/>
          </ac:picMkLst>
        </pc:picChg>
        <pc:picChg chg="mod">
          <ac:chgData name="Jeroen Rodenburg" userId="36afe4a3-a6a4-4251-8e46-e83f049ed970" providerId="ADAL" clId="{D5F1F950-ADB2-479E-9410-54A522774477}" dt="2025-07-05T14:08:47.427" v="1917" actId="207"/>
          <ac:picMkLst>
            <pc:docMk/>
            <pc:sldMk cId="1634177445" sldId="321"/>
            <ac:picMk id="37" creationId="{860FB683-3A8E-5345-65E0-4172AD833652}"/>
          </ac:picMkLst>
        </pc:picChg>
        <pc:picChg chg="mod">
          <ac:chgData name="Jeroen Rodenburg" userId="36afe4a3-a6a4-4251-8e46-e83f049ed970" providerId="ADAL" clId="{D5F1F950-ADB2-479E-9410-54A522774477}" dt="2025-07-05T14:09:02.074" v="1919" actId="207"/>
          <ac:picMkLst>
            <pc:docMk/>
            <pc:sldMk cId="1634177445" sldId="321"/>
            <ac:picMk id="38" creationId="{E1BE54F9-A582-E302-AC20-0055B1538E10}"/>
          </ac:picMkLst>
        </pc:picChg>
        <pc:picChg chg="mod">
          <ac:chgData name="Jeroen Rodenburg" userId="36afe4a3-a6a4-4251-8e46-e83f049ed970" providerId="ADAL" clId="{D5F1F950-ADB2-479E-9410-54A522774477}" dt="2025-07-05T14:09:12.371" v="1920" actId="207"/>
          <ac:picMkLst>
            <pc:docMk/>
            <pc:sldMk cId="1634177445" sldId="321"/>
            <ac:picMk id="39" creationId="{75152D70-C019-41C1-D03D-2BDCA609E7AB}"/>
          </ac:picMkLst>
        </pc:picChg>
        <pc:picChg chg="mod">
          <ac:chgData name="Jeroen Rodenburg" userId="36afe4a3-a6a4-4251-8e46-e83f049ed970" providerId="ADAL" clId="{D5F1F950-ADB2-479E-9410-54A522774477}" dt="2025-07-05T14:08:52.966" v="1918" actId="207"/>
          <ac:picMkLst>
            <pc:docMk/>
            <pc:sldMk cId="1634177445" sldId="321"/>
            <ac:picMk id="40" creationId="{196A76F0-54F1-7845-96F6-26BCE688C3BD}"/>
          </ac:picMkLst>
        </pc:picChg>
        <pc:picChg chg="mod">
          <ac:chgData name="Jeroen Rodenburg" userId="36afe4a3-a6a4-4251-8e46-e83f049ed970" providerId="ADAL" clId="{D5F1F950-ADB2-479E-9410-54A522774477}" dt="2025-07-05T14:09:23.782" v="1922" actId="207"/>
          <ac:picMkLst>
            <pc:docMk/>
            <pc:sldMk cId="1634177445" sldId="321"/>
            <ac:picMk id="41" creationId="{C336FB6D-18B4-27FD-EB2E-66F4649B41F1}"/>
          </ac:picMkLst>
        </pc:picChg>
        <pc:picChg chg="mod">
          <ac:chgData name="Jeroen Rodenburg" userId="36afe4a3-a6a4-4251-8e46-e83f049ed970" providerId="ADAL" clId="{D5F1F950-ADB2-479E-9410-54A522774477}" dt="2025-07-05T14:09:17.823" v="1921" actId="207"/>
          <ac:picMkLst>
            <pc:docMk/>
            <pc:sldMk cId="1634177445" sldId="321"/>
            <ac:picMk id="42" creationId="{CEDB0ED6-EA96-FC05-2E2A-ED95119FC272}"/>
          </ac:picMkLst>
        </pc:picChg>
        <pc:picChg chg="mod">
          <ac:chgData name="Jeroen Rodenburg" userId="36afe4a3-a6a4-4251-8e46-e83f049ed970" providerId="ADAL" clId="{D5F1F950-ADB2-479E-9410-54A522774477}" dt="2025-07-05T14:09:34.441" v="1923" actId="207"/>
          <ac:picMkLst>
            <pc:docMk/>
            <pc:sldMk cId="1634177445" sldId="321"/>
            <ac:picMk id="46" creationId="{7FDA8AFC-6BA5-C814-89CF-B0564D5663F3}"/>
          </ac:picMkLst>
        </pc:picChg>
        <pc:picChg chg="mod">
          <ac:chgData name="Jeroen Rodenburg" userId="36afe4a3-a6a4-4251-8e46-e83f049ed970" providerId="ADAL" clId="{D5F1F950-ADB2-479E-9410-54A522774477}" dt="2025-07-05T14:09:50.875" v="1925" actId="207"/>
          <ac:picMkLst>
            <pc:docMk/>
            <pc:sldMk cId="1634177445" sldId="321"/>
            <ac:picMk id="47" creationId="{BCBE1D3B-E7A8-8AE8-37B0-935056AFE08D}"/>
          </ac:picMkLst>
        </pc:picChg>
        <pc:picChg chg="mod">
          <ac:chgData name="Jeroen Rodenburg" userId="36afe4a3-a6a4-4251-8e46-e83f049ed970" providerId="ADAL" clId="{D5F1F950-ADB2-479E-9410-54A522774477}" dt="2025-07-05T14:10:17.388" v="1927" actId="207"/>
          <ac:picMkLst>
            <pc:docMk/>
            <pc:sldMk cId="1634177445" sldId="321"/>
            <ac:picMk id="48" creationId="{693D64AD-1547-0858-D479-25D1EF2659C0}"/>
          </ac:picMkLst>
        </pc:picChg>
        <pc:picChg chg="mod">
          <ac:chgData name="Jeroen Rodenburg" userId="36afe4a3-a6a4-4251-8e46-e83f049ed970" providerId="ADAL" clId="{D5F1F950-ADB2-479E-9410-54A522774477}" dt="2025-07-05T14:09:42.108" v="1924" actId="207"/>
          <ac:picMkLst>
            <pc:docMk/>
            <pc:sldMk cId="1634177445" sldId="321"/>
            <ac:picMk id="49" creationId="{7A843D22-4631-4DDA-A0CD-C9E93A154F4F}"/>
          </ac:picMkLst>
        </pc:picChg>
        <pc:picChg chg="mod">
          <ac:chgData name="Jeroen Rodenburg" userId="36afe4a3-a6a4-4251-8e46-e83f049ed970" providerId="ADAL" clId="{D5F1F950-ADB2-479E-9410-54A522774477}" dt="2025-07-05T14:10:34.314" v="1928" actId="207"/>
          <ac:picMkLst>
            <pc:docMk/>
            <pc:sldMk cId="1634177445" sldId="321"/>
            <ac:picMk id="50" creationId="{714F4262-B4D3-992E-06F0-0FAD03E5F24C}"/>
          </ac:picMkLst>
        </pc:picChg>
        <pc:picChg chg="mod">
          <ac:chgData name="Jeroen Rodenburg" userId="36afe4a3-a6a4-4251-8e46-e83f049ed970" providerId="ADAL" clId="{D5F1F950-ADB2-479E-9410-54A522774477}" dt="2025-07-05T14:10:06.779" v="1926" actId="207"/>
          <ac:picMkLst>
            <pc:docMk/>
            <pc:sldMk cId="1634177445" sldId="321"/>
            <ac:picMk id="51" creationId="{820882A4-698B-B2FA-F15C-DCC83F1F00E1}"/>
          </ac:picMkLst>
        </pc:picChg>
        <pc:picChg chg="add mod">
          <ac:chgData name="Jeroen Rodenburg" userId="36afe4a3-a6a4-4251-8e46-e83f049ed970" providerId="ADAL" clId="{D5F1F950-ADB2-479E-9410-54A522774477}" dt="2025-07-05T14:18:45.722" v="2029" actId="164"/>
          <ac:picMkLst>
            <pc:docMk/>
            <pc:sldMk cId="1634177445" sldId="321"/>
            <ac:picMk id="65" creationId="{99554BAC-BF91-2809-99A6-281CDE81EB52}"/>
          </ac:picMkLst>
        </pc:picChg>
        <pc:picChg chg="add mod">
          <ac:chgData name="Jeroen Rodenburg" userId="36afe4a3-a6a4-4251-8e46-e83f049ed970" providerId="ADAL" clId="{D5F1F950-ADB2-479E-9410-54A522774477}" dt="2025-07-05T14:16:29.448" v="2015" actId="931"/>
          <ac:picMkLst>
            <pc:docMk/>
            <pc:sldMk cId="1634177445" sldId="321"/>
            <ac:picMk id="67" creationId="{56A5C7C2-34AA-159D-3D9E-5D4496998C7B}"/>
          </ac:picMkLst>
        </pc:picChg>
        <pc:picChg chg="add del mod">
          <ac:chgData name="Jeroen Rodenburg" userId="36afe4a3-a6a4-4251-8e46-e83f049ed970" providerId="ADAL" clId="{D5F1F950-ADB2-479E-9410-54A522774477}" dt="2025-07-05T14:17:00.454" v="2018" actId="478"/>
          <ac:picMkLst>
            <pc:docMk/>
            <pc:sldMk cId="1634177445" sldId="321"/>
            <ac:picMk id="69" creationId="{67702155-B149-5E47-E955-AFD884E41E10}"/>
          </ac:picMkLst>
        </pc:picChg>
        <pc:cxnChg chg="add del">
          <ac:chgData name="Jeroen Rodenburg" userId="36afe4a3-a6a4-4251-8e46-e83f049ed970" providerId="ADAL" clId="{D5F1F950-ADB2-479E-9410-54A522774477}" dt="2025-07-05T14:03:23.174" v="1536" actId="478"/>
          <ac:cxnSpMkLst>
            <pc:docMk/>
            <pc:sldMk cId="1634177445" sldId="321"/>
            <ac:cxnSpMk id="18" creationId="{05D4794F-C052-7382-99C4-DEE5EF14A59C}"/>
          </ac:cxnSpMkLst>
        </pc:cxnChg>
      </pc:sldChg>
      <pc:sldChg chg="addSp delSp modSp new mod modAnim">
        <pc:chgData name="Jeroen Rodenburg" userId="36afe4a3-a6a4-4251-8e46-e83f049ed970" providerId="ADAL" clId="{D5F1F950-ADB2-479E-9410-54A522774477}" dt="2025-07-05T13:53:42.165" v="950" actId="1076"/>
        <pc:sldMkLst>
          <pc:docMk/>
          <pc:sldMk cId="2749579945" sldId="322"/>
        </pc:sldMkLst>
        <pc:spChg chg="mod">
          <ac:chgData name="Jeroen Rodenburg" userId="36afe4a3-a6a4-4251-8e46-e83f049ed970" providerId="ADAL" clId="{D5F1F950-ADB2-479E-9410-54A522774477}" dt="2025-07-05T13:53:42.165" v="950" actId="1076"/>
          <ac:spMkLst>
            <pc:docMk/>
            <pc:sldMk cId="2749579945" sldId="322"/>
            <ac:spMk id="2" creationId="{6F910B59-167E-B4C0-B147-82BBE5B7EA36}"/>
          </ac:spMkLst>
        </pc:spChg>
        <pc:spChg chg="mod">
          <ac:chgData name="Jeroen Rodenburg" userId="36afe4a3-a6a4-4251-8e46-e83f049ed970" providerId="ADAL" clId="{D5F1F950-ADB2-479E-9410-54A522774477}" dt="2025-07-05T13:47:10.622" v="654" actId="114"/>
          <ac:spMkLst>
            <pc:docMk/>
            <pc:sldMk cId="2749579945" sldId="322"/>
            <ac:spMk id="3" creationId="{2FBF73BE-C533-40D5-D56A-5D7251B4D856}"/>
          </ac:spMkLst>
        </pc:spChg>
        <pc:spChg chg="mod">
          <ac:chgData name="Jeroen Rodenburg" userId="36afe4a3-a6a4-4251-8e46-e83f049ed970" providerId="ADAL" clId="{D5F1F950-ADB2-479E-9410-54A522774477}" dt="2025-07-05T13:47:18.730" v="690" actId="20577"/>
          <ac:spMkLst>
            <pc:docMk/>
            <pc:sldMk cId="2749579945" sldId="322"/>
            <ac:spMk id="4" creationId="{4F8B692C-71E5-A698-3F41-EE888826270E}"/>
          </ac:spMkLst>
        </pc:spChg>
        <pc:spChg chg="mod">
          <ac:chgData name="Jeroen Rodenburg" userId="36afe4a3-a6a4-4251-8e46-e83f049ed970" providerId="ADAL" clId="{D5F1F950-ADB2-479E-9410-54A522774477}" dt="2025-07-05T13:50:58.946" v="882" actId="114"/>
          <ac:spMkLst>
            <pc:docMk/>
            <pc:sldMk cId="2749579945" sldId="322"/>
            <ac:spMk id="5" creationId="{DDB4185D-AA73-FC89-1A7D-EBC538621913}"/>
          </ac:spMkLst>
        </pc:spChg>
        <pc:spChg chg="del mod">
          <ac:chgData name="Jeroen Rodenburg" userId="36afe4a3-a6a4-4251-8e46-e83f049ed970" providerId="ADAL" clId="{D5F1F950-ADB2-479E-9410-54A522774477}" dt="2025-07-05T13:53:35.278" v="948" actId="478"/>
          <ac:spMkLst>
            <pc:docMk/>
            <pc:sldMk cId="2749579945" sldId="322"/>
            <ac:spMk id="6" creationId="{9ADCE89F-F6F0-D626-1E72-132CE108E6C1}"/>
          </ac:spMkLst>
        </pc:spChg>
        <pc:spChg chg="add del mod">
          <ac:chgData name="Jeroen Rodenburg" userId="36afe4a3-a6a4-4251-8e46-e83f049ed970" providerId="ADAL" clId="{D5F1F950-ADB2-479E-9410-54A522774477}" dt="2025-07-05T13:52:49.230" v="925"/>
          <ac:spMkLst>
            <pc:docMk/>
            <pc:sldMk cId="2749579945" sldId="322"/>
            <ac:spMk id="10" creationId="{CD850286-33C1-3CCB-5E4B-48E2241BC163}"/>
          </ac:spMkLst>
        </pc:spChg>
        <pc:spChg chg="add del mod">
          <ac:chgData name="Jeroen Rodenburg" userId="36afe4a3-a6a4-4251-8e46-e83f049ed970" providerId="ADAL" clId="{D5F1F950-ADB2-479E-9410-54A522774477}" dt="2025-07-05T13:52:49.231" v="927"/>
          <ac:spMkLst>
            <pc:docMk/>
            <pc:sldMk cId="2749579945" sldId="322"/>
            <ac:spMk id="11" creationId="{4E0D14E0-13CB-C443-FE1A-DE3C6154C129}"/>
          </ac:spMkLst>
        </pc:spChg>
        <pc:spChg chg="add mod">
          <ac:chgData name="Jeroen Rodenburg" userId="36afe4a3-a6a4-4251-8e46-e83f049ed970" providerId="ADAL" clId="{D5F1F950-ADB2-479E-9410-54A522774477}" dt="2025-07-05T13:52:17.975" v="890" actId="1076"/>
          <ac:spMkLst>
            <pc:docMk/>
            <pc:sldMk cId="2749579945" sldId="322"/>
            <ac:spMk id="12" creationId="{D8F1BCB5-C14E-AE13-3193-9A07750331F6}"/>
          </ac:spMkLst>
        </pc:spChg>
        <pc:spChg chg="add mod">
          <ac:chgData name="Jeroen Rodenburg" userId="36afe4a3-a6a4-4251-8e46-e83f049ed970" providerId="ADAL" clId="{D5F1F950-ADB2-479E-9410-54A522774477}" dt="2025-07-05T13:53:03.052" v="929" actId="1076"/>
          <ac:spMkLst>
            <pc:docMk/>
            <pc:sldMk cId="2749579945" sldId="322"/>
            <ac:spMk id="13" creationId="{414D0B4A-C680-4428-48ED-B16D59994976}"/>
          </ac:spMkLst>
        </pc:spChg>
        <pc:spChg chg="add del mod">
          <ac:chgData name="Jeroen Rodenburg" userId="36afe4a3-a6a4-4251-8e46-e83f049ed970" providerId="ADAL" clId="{D5F1F950-ADB2-479E-9410-54A522774477}" dt="2025-07-05T13:53:37.355" v="949" actId="478"/>
          <ac:spMkLst>
            <pc:docMk/>
            <pc:sldMk cId="2749579945" sldId="322"/>
            <ac:spMk id="15" creationId="{65869B56-9F27-271F-CE21-13293467C3F9}"/>
          </ac:spMkLst>
        </pc:spChg>
      </pc:sldChg>
      <pc:sldChg chg="addSp delSp modSp new mod modAnim">
        <pc:chgData name="Jeroen Rodenburg" userId="36afe4a3-a6a4-4251-8e46-e83f049ed970" providerId="ADAL" clId="{D5F1F950-ADB2-479E-9410-54A522774477}" dt="2025-07-05T14:48:19.560" v="2983"/>
        <pc:sldMkLst>
          <pc:docMk/>
          <pc:sldMk cId="2517891835" sldId="323"/>
        </pc:sldMkLst>
        <pc:spChg chg="del">
          <ac:chgData name="Jeroen Rodenburg" userId="36afe4a3-a6a4-4251-8e46-e83f049ed970" providerId="ADAL" clId="{D5F1F950-ADB2-479E-9410-54A522774477}" dt="2025-07-05T14:24:19.949" v="2352" actId="478"/>
          <ac:spMkLst>
            <pc:docMk/>
            <pc:sldMk cId="2517891835" sldId="323"/>
            <ac:spMk id="2" creationId="{366293BF-08D9-62A2-D714-61D242E7413B}"/>
          </ac:spMkLst>
        </pc:spChg>
        <pc:spChg chg="del">
          <ac:chgData name="Jeroen Rodenburg" userId="36afe4a3-a6a4-4251-8e46-e83f049ed970" providerId="ADAL" clId="{D5F1F950-ADB2-479E-9410-54A522774477}" dt="2025-07-05T14:24:22.715" v="2353" actId="478"/>
          <ac:spMkLst>
            <pc:docMk/>
            <pc:sldMk cId="2517891835" sldId="323"/>
            <ac:spMk id="3" creationId="{3EEE36C6-8342-28F4-868D-A49E5E4F365E}"/>
          </ac:spMkLst>
        </pc:spChg>
        <pc:spChg chg="del">
          <ac:chgData name="Jeroen Rodenburg" userId="36afe4a3-a6a4-4251-8e46-e83f049ed970" providerId="ADAL" clId="{D5F1F950-ADB2-479E-9410-54A522774477}" dt="2025-07-05T14:37:12.377" v="2645" actId="478"/>
          <ac:spMkLst>
            <pc:docMk/>
            <pc:sldMk cId="2517891835" sldId="323"/>
            <ac:spMk id="4" creationId="{333CFFB0-7C54-078F-A81B-50C60EE2BBBA}"/>
          </ac:spMkLst>
        </pc:spChg>
        <pc:spChg chg="del">
          <ac:chgData name="Jeroen Rodenburg" userId="36afe4a3-a6a4-4251-8e46-e83f049ed970" providerId="ADAL" clId="{D5F1F950-ADB2-479E-9410-54A522774477}" dt="2025-07-05T14:37:10.937" v="2644" actId="478"/>
          <ac:spMkLst>
            <pc:docMk/>
            <pc:sldMk cId="2517891835" sldId="323"/>
            <ac:spMk id="5" creationId="{8799D553-5B69-DB37-E1C8-C9ADE5093338}"/>
          </ac:spMkLst>
        </pc:spChg>
        <pc:spChg chg="add mod">
          <ac:chgData name="Jeroen Rodenburg" userId="36afe4a3-a6a4-4251-8e46-e83f049ed970" providerId="ADAL" clId="{D5F1F950-ADB2-479E-9410-54A522774477}" dt="2025-07-05T14:28:55.149" v="2396" actId="164"/>
          <ac:spMkLst>
            <pc:docMk/>
            <pc:sldMk cId="2517891835" sldId="323"/>
            <ac:spMk id="13" creationId="{2F1D1E66-2161-0492-1F09-C04F13DE3543}"/>
          </ac:spMkLst>
        </pc:spChg>
        <pc:spChg chg="add del">
          <ac:chgData name="Jeroen Rodenburg" userId="36afe4a3-a6a4-4251-8e46-e83f049ed970" providerId="ADAL" clId="{D5F1F950-ADB2-479E-9410-54A522774477}" dt="2025-07-05T14:25:49.019" v="2362" actId="11529"/>
          <ac:spMkLst>
            <pc:docMk/>
            <pc:sldMk cId="2517891835" sldId="323"/>
            <ac:spMk id="14" creationId="{13C19828-A6B3-560F-CB15-103300C2A266}"/>
          </ac:spMkLst>
        </pc:spChg>
        <pc:spChg chg="add mod topLvl">
          <ac:chgData name="Jeroen Rodenburg" userId="36afe4a3-a6a4-4251-8e46-e83f049ed970" providerId="ADAL" clId="{D5F1F950-ADB2-479E-9410-54A522774477}" dt="2025-07-05T14:47:40.746" v="2977" actId="164"/>
          <ac:spMkLst>
            <pc:docMk/>
            <pc:sldMk cId="2517891835" sldId="323"/>
            <ac:spMk id="15" creationId="{1BA8665F-76FA-66A7-0DA7-C98F9B160E67}"/>
          </ac:spMkLst>
        </pc:spChg>
        <pc:spChg chg="add mod">
          <ac:chgData name="Jeroen Rodenburg" userId="36afe4a3-a6a4-4251-8e46-e83f049ed970" providerId="ADAL" clId="{D5F1F950-ADB2-479E-9410-54A522774477}" dt="2025-07-05T14:32:25.601" v="2489" actId="1076"/>
          <ac:spMkLst>
            <pc:docMk/>
            <pc:sldMk cId="2517891835" sldId="323"/>
            <ac:spMk id="16" creationId="{A389BF80-AE50-A847-BB7A-D0DBAAB9844D}"/>
          </ac:spMkLst>
        </pc:spChg>
        <pc:spChg chg="add mod topLvl">
          <ac:chgData name="Jeroen Rodenburg" userId="36afe4a3-a6a4-4251-8e46-e83f049ed970" providerId="ADAL" clId="{D5F1F950-ADB2-479E-9410-54A522774477}" dt="2025-07-05T14:47:40.746" v="2977" actId="164"/>
          <ac:spMkLst>
            <pc:docMk/>
            <pc:sldMk cId="2517891835" sldId="323"/>
            <ac:spMk id="17" creationId="{A128650F-B69D-C42C-7626-FD8BCD6EC7F6}"/>
          </ac:spMkLst>
        </pc:spChg>
        <pc:spChg chg="add mod">
          <ac:chgData name="Jeroen Rodenburg" userId="36afe4a3-a6a4-4251-8e46-e83f049ed970" providerId="ADAL" clId="{D5F1F950-ADB2-479E-9410-54A522774477}" dt="2025-07-05T14:43:55.795" v="2950" actId="164"/>
          <ac:spMkLst>
            <pc:docMk/>
            <pc:sldMk cId="2517891835" sldId="323"/>
            <ac:spMk id="18" creationId="{30556526-F0E4-6852-19A4-2ACDC746A85B}"/>
          </ac:spMkLst>
        </pc:spChg>
        <pc:spChg chg="add mod topLvl">
          <ac:chgData name="Jeroen Rodenburg" userId="36afe4a3-a6a4-4251-8e46-e83f049ed970" providerId="ADAL" clId="{D5F1F950-ADB2-479E-9410-54A522774477}" dt="2025-07-05T14:46:05.007" v="2970" actId="164"/>
          <ac:spMkLst>
            <pc:docMk/>
            <pc:sldMk cId="2517891835" sldId="323"/>
            <ac:spMk id="19" creationId="{6F366557-0BC0-726E-245A-40EE846B6053}"/>
          </ac:spMkLst>
        </pc:spChg>
        <pc:spChg chg="add mod">
          <ac:chgData name="Jeroen Rodenburg" userId="36afe4a3-a6a4-4251-8e46-e83f049ed970" providerId="ADAL" clId="{D5F1F950-ADB2-479E-9410-54A522774477}" dt="2025-07-05T14:28:46.005" v="2395"/>
          <ac:spMkLst>
            <pc:docMk/>
            <pc:sldMk cId="2517891835" sldId="323"/>
            <ac:spMk id="20" creationId="{47CFCFD2-7E81-D74A-3FBF-6EF071B3C176}"/>
          </ac:spMkLst>
        </pc:spChg>
        <pc:spChg chg="mod">
          <ac:chgData name="Jeroen Rodenburg" userId="36afe4a3-a6a4-4251-8e46-e83f049ed970" providerId="ADAL" clId="{D5F1F950-ADB2-479E-9410-54A522774477}" dt="2025-07-05T14:45:05.880" v="2958" actId="165"/>
          <ac:spMkLst>
            <pc:docMk/>
            <pc:sldMk cId="2517891835" sldId="323"/>
            <ac:spMk id="29" creationId="{8A0E0A8E-7314-82A7-C3C9-72F03D9BC830}"/>
          </ac:spMkLst>
        </pc:spChg>
        <pc:spChg chg="mod">
          <ac:chgData name="Jeroen Rodenburg" userId="36afe4a3-a6a4-4251-8e46-e83f049ed970" providerId="ADAL" clId="{D5F1F950-ADB2-479E-9410-54A522774477}" dt="2025-07-05T14:45:32.068" v="2963" actId="1076"/>
          <ac:spMkLst>
            <pc:docMk/>
            <pc:sldMk cId="2517891835" sldId="323"/>
            <ac:spMk id="37" creationId="{86726BC6-9B66-54F6-4F2D-7FBAE4727000}"/>
          </ac:spMkLst>
        </pc:spChg>
        <pc:spChg chg="mod">
          <ac:chgData name="Jeroen Rodenburg" userId="36afe4a3-a6a4-4251-8e46-e83f049ed970" providerId="ADAL" clId="{D5F1F950-ADB2-479E-9410-54A522774477}" dt="2025-07-05T14:45:05.880" v="2958" actId="165"/>
          <ac:spMkLst>
            <pc:docMk/>
            <pc:sldMk cId="2517891835" sldId="323"/>
            <ac:spMk id="45" creationId="{4997FF35-3F39-51E7-D6BF-DA7B32A4A722}"/>
          </ac:spMkLst>
        </pc:spChg>
        <pc:spChg chg="add mod topLvl">
          <ac:chgData name="Jeroen Rodenburg" userId="36afe4a3-a6a4-4251-8e46-e83f049ed970" providerId="ADAL" clId="{D5F1F950-ADB2-479E-9410-54A522774477}" dt="2025-07-05T14:46:05.007" v="2970" actId="164"/>
          <ac:spMkLst>
            <pc:docMk/>
            <pc:sldMk cId="2517891835" sldId="323"/>
            <ac:spMk id="46" creationId="{F3F7ABF4-AC87-1282-B117-2FC15D91F44A}"/>
          </ac:spMkLst>
        </pc:spChg>
        <pc:spChg chg="add mod topLvl">
          <ac:chgData name="Jeroen Rodenburg" userId="36afe4a3-a6a4-4251-8e46-e83f049ed970" providerId="ADAL" clId="{D5F1F950-ADB2-479E-9410-54A522774477}" dt="2025-07-05T14:46:05.007" v="2970" actId="164"/>
          <ac:spMkLst>
            <pc:docMk/>
            <pc:sldMk cId="2517891835" sldId="323"/>
            <ac:spMk id="54" creationId="{970FC50E-0A1B-A4A8-54AB-6FA5FA9B9596}"/>
          </ac:spMkLst>
        </pc:spChg>
        <pc:spChg chg="add mod topLvl">
          <ac:chgData name="Jeroen Rodenburg" userId="36afe4a3-a6a4-4251-8e46-e83f049ed970" providerId="ADAL" clId="{D5F1F950-ADB2-479E-9410-54A522774477}" dt="2025-07-05T14:46:05.007" v="2970" actId="164"/>
          <ac:spMkLst>
            <pc:docMk/>
            <pc:sldMk cId="2517891835" sldId="323"/>
            <ac:spMk id="55" creationId="{79475E20-7E74-7344-4915-5C47972EC9B7}"/>
          </ac:spMkLst>
        </pc:spChg>
        <pc:spChg chg="add mod topLvl">
          <ac:chgData name="Jeroen Rodenburg" userId="36afe4a3-a6a4-4251-8e46-e83f049ed970" providerId="ADAL" clId="{D5F1F950-ADB2-479E-9410-54A522774477}" dt="2025-07-05T14:46:05.007" v="2970" actId="164"/>
          <ac:spMkLst>
            <pc:docMk/>
            <pc:sldMk cId="2517891835" sldId="323"/>
            <ac:spMk id="56" creationId="{B0CB1AF8-AD9B-EB7E-7ADD-05C48D3A362D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57" creationId="{956189F7-AE1F-D0F9-B416-842040F10DE7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58" creationId="{D356EB4E-B15A-8E4D-ADE4-E0657A900D34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59" creationId="{1AA0633F-7DFB-6869-E416-AB42F17779F7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60" creationId="{CF60F221-E672-BF8D-D4C0-C18AB68B417A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61" creationId="{CBC46188-91ED-5F76-B472-235C3948FB42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62" creationId="{410B361F-0C69-A58E-6FB2-B12D1515A26B}"/>
          </ac:spMkLst>
        </pc:spChg>
        <pc:spChg chg="add mod">
          <ac:chgData name="Jeroen Rodenburg" userId="36afe4a3-a6a4-4251-8e46-e83f049ed970" providerId="ADAL" clId="{D5F1F950-ADB2-479E-9410-54A522774477}" dt="2025-07-05T14:43:36.402" v="2948" actId="164"/>
          <ac:spMkLst>
            <pc:docMk/>
            <pc:sldMk cId="2517891835" sldId="323"/>
            <ac:spMk id="63" creationId="{F38914F2-B684-DEA4-2887-FFFEC16A305A}"/>
          </ac:spMkLst>
        </pc:spChg>
        <pc:spChg chg="add mod topLvl">
          <ac:chgData name="Jeroen Rodenburg" userId="36afe4a3-a6a4-4251-8e46-e83f049ed970" providerId="ADAL" clId="{D5F1F950-ADB2-479E-9410-54A522774477}" dt="2025-07-05T14:46:05.007" v="2970" actId="164"/>
          <ac:spMkLst>
            <pc:docMk/>
            <pc:sldMk cId="2517891835" sldId="323"/>
            <ac:spMk id="64" creationId="{5E4B1C71-3174-D489-1629-9A8E90162AA7}"/>
          </ac:spMkLst>
        </pc:spChg>
        <pc:spChg chg="add mod topLvl">
          <ac:chgData name="Jeroen Rodenburg" userId="36afe4a3-a6a4-4251-8e46-e83f049ed970" providerId="ADAL" clId="{D5F1F950-ADB2-479E-9410-54A522774477}" dt="2025-07-05T14:48:10.409" v="2981" actId="164"/>
          <ac:spMkLst>
            <pc:docMk/>
            <pc:sldMk cId="2517891835" sldId="323"/>
            <ac:spMk id="65" creationId="{82791F98-4AFA-313D-3871-8AA1BB38108A}"/>
          </ac:spMkLst>
        </pc:spChg>
        <pc:spChg chg="add mod topLvl">
          <ac:chgData name="Jeroen Rodenburg" userId="36afe4a3-a6a4-4251-8e46-e83f049ed970" providerId="ADAL" clId="{D5F1F950-ADB2-479E-9410-54A522774477}" dt="2025-07-05T14:48:10.409" v="2981" actId="164"/>
          <ac:spMkLst>
            <pc:docMk/>
            <pc:sldMk cId="2517891835" sldId="323"/>
            <ac:spMk id="66" creationId="{DFF689E6-AE6D-0B0D-B8C6-850A4AFE43A5}"/>
          </ac:spMkLst>
        </pc:spChg>
        <pc:spChg chg="add mod">
          <ac:chgData name="Jeroen Rodenburg" userId="36afe4a3-a6a4-4251-8e46-e83f049ed970" providerId="ADAL" clId="{D5F1F950-ADB2-479E-9410-54A522774477}" dt="2025-07-05T14:43:41.117" v="2949" actId="164"/>
          <ac:spMkLst>
            <pc:docMk/>
            <pc:sldMk cId="2517891835" sldId="323"/>
            <ac:spMk id="67" creationId="{BCEA2700-DE8F-E6A5-EBBB-82CACCED6211}"/>
          </ac:spMkLst>
        </pc:spChg>
        <pc:spChg chg="add mod">
          <ac:chgData name="Jeroen Rodenburg" userId="36afe4a3-a6a4-4251-8e46-e83f049ed970" providerId="ADAL" clId="{D5F1F950-ADB2-479E-9410-54A522774477}" dt="2025-07-05T14:43:41.117" v="2949" actId="164"/>
          <ac:spMkLst>
            <pc:docMk/>
            <pc:sldMk cId="2517891835" sldId="323"/>
            <ac:spMk id="68" creationId="{ACBC0A32-FA74-A611-8B37-028A2EFA4F6A}"/>
          </ac:spMkLst>
        </pc:spChg>
        <pc:spChg chg="add mod">
          <ac:chgData name="Jeroen Rodenburg" userId="36afe4a3-a6a4-4251-8e46-e83f049ed970" providerId="ADAL" clId="{D5F1F950-ADB2-479E-9410-54A522774477}" dt="2025-07-05T14:42:55.386" v="2946" actId="164"/>
          <ac:spMkLst>
            <pc:docMk/>
            <pc:sldMk cId="2517891835" sldId="323"/>
            <ac:spMk id="69" creationId="{1FB85CF2-DDE8-6B78-CCD4-9A1306719796}"/>
          </ac:spMkLst>
        </pc:spChg>
        <pc:grpChg chg="add mod">
          <ac:chgData name="Jeroen Rodenburg" userId="36afe4a3-a6a4-4251-8e46-e83f049ed970" providerId="ADAL" clId="{D5F1F950-ADB2-479E-9410-54A522774477}" dt="2025-07-05T14:43:55.795" v="2950" actId="164"/>
          <ac:grpSpMkLst>
            <pc:docMk/>
            <pc:sldMk cId="2517891835" sldId="323"/>
            <ac:grpSpMk id="21" creationId="{0CF03749-8D09-6995-1863-F4837E1EBE08}"/>
          </ac:grpSpMkLst>
        </pc:grpChg>
        <pc:grpChg chg="add mod topLvl">
          <ac:chgData name="Jeroen Rodenburg" userId="36afe4a3-a6a4-4251-8e46-e83f049ed970" providerId="ADAL" clId="{D5F1F950-ADB2-479E-9410-54A522774477}" dt="2025-07-05T14:45:17.019" v="2961" actId="164"/>
          <ac:grpSpMkLst>
            <pc:docMk/>
            <pc:sldMk cId="2517891835" sldId="323"/>
            <ac:grpSpMk id="22" creationId="{8E2267D4-8BE4-D987-948E-1506DF84513F}"/>
          </ac:grpSpMkLst>
        </pc:grpChg>
        <pc:grpChg chg="add mod topLvl">
          <ac:chgData name="Jeroen Rodenburg" userId="36afe4a3-a6a4-4251-8e46-e83f049ed970" providerId="ADAL" clId="{D5F1F950-ADB2-479E-9410-54A522774477}" dt="2025-07-05T14:45:44.350" v="2966" actId="164"/>
          <ac:grpSpMkLst>
            <pc:docMk/>
            <pc:sldMk cId="2517891835" sldId="323"/>
            <ac:grpSpMk id="30" creationId="{05764035-3D90-76F8-9A90-9E9D211535EA}"/>
          </ac:grpSpMkLst>
        </pc:grpChg>
        <pc:grpChg chg="add mod topLvl">
          <ac:chgData name="Jeroen Rodenburg" userId="36afe4a3-a6a4-4251-8e46-e83f049ed970" providerId="ADAL" clId="{D5F1F950-ADB2-479E-9410-54A522774477}" dt="2025-07-05T14:45:52.423" v="2969" actId="164"/>
          <ac:grpSpMkLst>
            <pc:docMk/>
            <pc:sldMk cId="2517891835" sldId="323"/>
            <ac:grpSpMk id="38" creationId="{0512642E-94D9-3EFD-A06C-68C3FEFCF50C}"/>
          </ac:grpSpMkLst>
        </pc:grpChg>
        <pc:grpChg chg="add mod">
          <ac:chgData name="Jeroen Rodenburg" userId="36afe4a3-a6a4-4251-8e46-e83f049ed970" providerId="ADAL" clId="{D5F1F950-ADB2-479E-9410-54A522774477}" dt="2025-07-05T14:42:55.386" v="2946" actId="164"/>
          <ac:grpSpMkLst>
            <pc:docMk/>
            <pc:sldMk cId="2517891835" sldId="323"/>
            <ac:grpSpMk id="77" creationId="{E91BC75F-9737-C430-4571-4AF23B35B13B}"/>
          </ac:grpSpMkLst>
        </pc:grpChg>
        <pc:grpChg chg="add del mod">
          <ac:chgData name="Jeroen Rodenburg" userId="36afe4a3-a6a4-4251-8e46-e83f049ed970" providerId="ADAL" clId="{D5F1F950-ADB2-479E-9410-54A522774477}" dt="2025-07-05T14:45:05.880" v="2958" actId="165"/>
          <ac:grpSpMkLst>
            <pc:docMk/>
            <pc:sldMk cId="2517891835" sldId="323"/>
            <ac:grpSpMk id="78" creationId="{358B1A9B-F980-00EB-D8E8-1DCA830AB3CA}"/>
          </ac:grpSpMkLst>
        </pc:grpChg>
        <pc:grpChg chg="add mod">
          <ac:chgData name="Jeroen Rodenburg" userId="36afe4a3-a6a4-4251-8e46-e83f049ed970" providerId="ADAL" clId="{D5F1F950-ADB2-479E-9410-54A522774477}" dt="2025-07-05T14:43:36.402" v="2948" actId="164"/>
          <ac:grpSpMkLst>
            <pc:docMk/>
            <pc:sldMk cId="2517891835" sldId="323"/>
            <ac:grpSpMk id="79" creationId="{D1E2956E-36A9-5065-6A78-130AC74CE9B5}"/>
          </ac:grpSpMkLst>
        </pc:grpChg>
        <pc:grpChg chg="add mod">
          <ac:chgData name="Jeroen Rodenburg" userId="36afe4a3-a6a4-4251-8e46-e83f049ed970" providerId="ADAL" clId="{D5F1F950-ADB2-479E-9410-54A522774477}" dt="2025-07-05T14:43:41.117" v="2949" actId="164"/>
          <ac:grpSpMkLst>
            <pc:docMk/>
            <pc:sldMk cId="2517891835" sldId="323"/>
            <ac:grpSpMk id="80" creationId="{B4BA7671-717B-8972-D4FD-F886A2A407D0}"/>
          </ac:grpSpMkLst>
        </pc:grpChg>
        <pc:grpChg chg="add mod">
          <ac:chgData name="Jeroen Rodenburg" userId="36afe4a3-a6a4-4251-8e46-e83f049ed970" providerId="ADAL" clId="{D5F1F950-ADB2-479E-9410-54A522774477}" dt="2025-07-05T14:43:55.795" v="2950" actId="164"/>
          <ac:grpSpMkLst>
            <pc:docMk/>
            <pc:sldMk cId="2517891835" sldId="323"/>
            <ac:grpSpMk id="81" creationId="{4CFF312E-771D-533C-F3FD-FE27E0441E97}"/>
          </ac:grpSpMkLst>
        </pc:grpChg>
        <pc:grpChg chg="add del mod">
          <ac:chgData name="Jeroen Rodenburg" userId="36afe4a3-a6a4-4251-8e46-e83f049ed970" providerId="ADAL" clId="{D5F1F950-ADB2-479E-9410-54A522774477}" dt="2025-07-05T14:46:50.688" v="2973" actId="165"/>
          <ac:grpSpMkLst>
            <pc:docMk/>
            <pc:sldMk cId="2517891835" sldId="323"/>
            <ac:grpSpMk id="82" creationId="{C0EE6532-DCAE-9287-50F5-531BE790EF3A}"/>
          </ac:grpSpMkLst>
        </pc:grpChg>
        <pc:grpChg chg="add mod">
          <ac:chgData name="Jeroen Rodenburg" userId="36afe4a3-a6a4-4251-8e46-e83f049ed970" providerId="ADAL" clId="{D5F1F950-ADB2-479E-9410-54A522774477}" dt="2025-07-05T14:46:05.007" v="2970" actId="164"/>
          <ac:grpSpMkLst>
            <pc:docMk/>
            <pc:sldMk cId="2517891835" sldId="323"/>
            <ac:grpSpMk id="83" creationId="{1E11EF01-002C-827D-0399-DB84258098AC}"/>
          </ac:grpSpMkLst>
        </pc:grpChg>
        <pc:grpChg chg="add mod">
          <ac:chgData name="Jeroen Rodenburg" userId="36afe4a3-a6a4-4251-8e46-e83f049ed970" providerId="ADAL" clId="{D5F1F950-ADB2-479E-9410-54A522774477}" dt="2025-07-05T14:46:05.007" v="2970" actId="164"/>
          <ac:grpSpMkLst>
            <pc:docMk/>
            <pc:sldMk cId="2517891835" sldId="323"/>
            <ac:grpSpMk id="84" creationId="{EB860518-DC8C-E02F-E57F-8ED3655368BE}"/>
          </ac:grpSpMkLst>
        </pc:grpChg>
        <pc:grpChg chg="add mod">
          <ac:chgData name="Jeroen Rodenburg" userId="36afe4a3-a6a4-4251-8e46-e83f049ed970" providerId="ADAL" clId="{D5F1F950-ADB2-479E-9410-54A522774477}" dt="2025-07-05T14:46:05.007" v="2970" actId="164"/>
          <ac:grpSpMkLst>
            <pc:docMk/>
            <pc:sldMk cId="2517891835" sldId="323"/>
            <ac:grpSpMk id="85" creationId="{49C3BA3F-E9B9-FAB8-C19A-1DCCBB0DEE5C}"/>
          </ac:grpSpMkLst>
        </pc:grpChg>
        <pc:grpChg chg="add mod">
          <ac:chgData name="Jeroen Rodenburg" userId="36afe4a3-a6a4-4251-8e46-e83f049ed970" providerId="ADAL" clId="{D5F1F950-ADB2-479E-9410-54A522774477}" dt="2025-07-05T14:46:05.007" v="2970" actId="164"/>
          <ac:grpSpMkLst>
            <pc:docMk/>
            <pc:sldMk cId="2517891835" sldId="323"/>
            <ac:grpSpMk id="86" creationId="{4B425B2C-B6D6-3A46-18E9-D79449AAF758}"/>
          </ac:grpSpMkLst>
        </pc:grpChg>
        <pc:grpChg chg="add mod">
          <ac:chgData name="Jeroen Rodenburg" userId="36afe4a3-a6a4-4251-8e46-e83f049ed970" providerId="ADAL" clId="{D5F1F950-ADB2-479E-9410-54A522774477}" dt="2025-07-05T14:47:40.746" v="2977" actId="164"/>
          <ac:grpSpMkLst>
            <pc:docMk/>
            <pc:sldMk cId="2517891835" sldId="323"/>
            <ac:grpSpMk id="87" creationId="{208E76CF-ABE5-191C-1558-0943F6F4A5A4}"/>
          </ac:grpSpMkLst>
        </pc:grpChg>
        <pc:grpChg chg="add mod">
          <ac:chgData name="Jeroen Rodenburg" userId="36afe4a3-a6a4-4251-8e46-e83f049ed970" providerId="ADAL" clId="{D5F1F950-ADB2-479E-9410-54A522774477}" dt="2025-07-05T14:48:10.409" v="2981" actId="164"/>
          <ac:grpSpMkLst>
            <pc:docMk/>
            <pc:sldMk cId="2517891835" sldId="323"/>
            <ac:grpSpMk id="88" creationId="{61620ED3-1636-F419-1153-5DFE0E150967}"/>
          </ac:grpSpMkLst>
        </pc:grpChg>
        <pc:picChg chg="add mod">
          <ac:chgData name="Jeroen Rodenburg" userId="36afe4a3-a6a4-4251-8e46-e83f049ed970" providerId="ADAL" clId="{D5F1F950-ADB2-479E-9410-54A522774477}" dt="2025-07-05T14:28:55.149" v="2396" actId="164"/>
          <ac:picMkLst>
            <pc:docMk/>
            <pc:sldMk cId="2517891835" sldId="323"/>
            <ac:picMk id="7" creationId="{6E716F30-D518-0588-2197-98E5A609F8CA}"/>
          </ac:picMkLst>
        </pc:picChg>
        <pc:picChg chg="add mod">
          <ac:chgData name="Jeroen Rodenburg" userId="36afe4a3-a6a4-4251-8e46-e83f049ed970" providerId="ADAL" clId="{D5F1F950-ADB2-479E-9410-54A522774477}" dt="2025-07-05T14:28:55.149" v="2396" actId="164"/>
          <ac:picMkLst>
            <pc:docMk/>
            <pc:sldMk cId="2517891835" sldId="323"/>
            <ac:picMk id="8" creationId="{162E9D75-1A46-FF7F-B979-92920AE36BE3}"/>
          </ac:picMkLst>
        </pc:picChg>
        <pc:picChg chg="add mod">
          <ac:chgData name="Jeroen Rodenburg" userId="36afe4a3-a6a4-4251-8e46-e83f049ed970" providerId="ADAL" clId="{D5F1F950-ADB2-479E-9410-54A522774477}" dt="2025-07-05T14:28:55.149" v="2396" actId="164"/>
          <ac:picMkLst>
            <pc:docMk/>
            <pc:sldMk cId="2517891835" sldId="323"/>
            <ac:picMk id="9" creationId="{FC0B08DE-A7DA-260F-9250-29C0AD2B25EF}"/>
          </ac:picMkLst>
        </pc:picChg>
        <pc:picChg chg="add mod">
          <ac:chgData name="Jeroen Rodenburg" userId="36afe4a3-a6a4-4251-8e46-e83f049ed970" providerId="ADAL" clId="{D5F1F950-ADB2-479E-9410-54A522774477}" dt="2025-07-05T14:28:55.149" v="2396" actId="164"/>
          <ac:picMkLst>
            <pc:docMk/>
            <pc:sldMk cId="2517891835" sldId="323"/>
            <ac:picMk id="10" creationId="{04A4B606-663A-F89C-9641-CD5BDD2A2DBB}"/>
          </ac:picMkLst>
        </pc:picChg>
        <pc:picChg chg="add mod">
          <ac:chgData name="Jeroen Rodenburg" userId="36afe4a3-a6a4-4251-8e46-e83f049ed970" providerId="ADAL" clId="{D5F1F950-ADB2-479E-9410-54A522774477}" dt="2025-07-05T14:28:55.149" v="2396" actId="164"/>
          <ac:picMkLst>
            <pc:docMk/>
            <pc:sldMk cId="2517891835" sldId="323"/>
            <ac:picMk id="11" creationId="{9E6BF90B-0AC8-26F0-340A-1D55BE6D682D}"/>
          </ac:picMkLst>
        </pc:picChg>
        <pc:picChg chg="add mod">
          <ac:chgData name="Jeroen Rodenburg" userId="36afe4a3-a6a4-4251-8e46-e83f049ed970" providerId="ADAL" clId="{D5F1F950-ADB2-479E-9410-54A522774477}" dt="2025-07-05T14:28:55.149" v="2396" actId="164"/>
          <ac:picMkLst>
            <pc:docMk/>
            <pc:sldMk cId="2517891835" sldId="323"/>
            <ac:picMk id="12" creationId="{9945C4C6-62C3-9332-9CF6-34B12C1115FD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23" creationId="{254967C1-ACB7-8BAD-8269-675E666D8863}"/>
          </ac:picMkLst>
        </pc:picChg>
        <pc:picChg chg="del mod">
          <ac:chgData name="Jeroen Rodenburg" userId="36afe4a3-a6a4-4251-8e46-e83f049ed970" providerId="ADAL" clId="{D5F1F950-ADB2-479E-9410-54A522774477}" dt="2025-07-05T14:30:01.936" v="2410" actId="478"/>
          <ac:picMkLst>
            <pc:docMk/>
            <pc:sldMk cId="2517891835" sldId="323"/>
            <ac:picMk id="24" creationId="{69474991-147B-8C89-1013-AA3A6D45EA5D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25" creationId="{13E1E221-4E4B-4304-714E-B414642A54AE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26" creationId="{061C96A4-9582-7328-8ACB-3FD85F8F8D27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27" creationId="{69152BD7-0212-5536-B5E9-EFACF6D08A51}"/>
          </ac:picMkLst>
        </pc:picChg>
        <pc:picChg chg="del mod">
          <ac:chgData name="Jeroen Rodenburg" userId="36afe4a3-a6a4-4251-8e46-e83f049ed970" providerId="ADAL" clId="{D5F1F950-ADB2-479E-9410-54A522774477}" dt="2025-07-05T14:30:20.218" v="2431" actId="478"/>
          <ac:picMkLst>
            <pc:docMk/>
            <pc:sldMk cId="2517891835" sldId="323"/>
            <ac:picMk id="28" creationId="{8C1C0CD3-1CC3-2A12-9FDB-6DAB081FDDDE}"/>
          </ac:picMkLst>
        </pc:picChg>
        <pc:picChg chg="del mod">
          <ac:chgData name="Jeroen Rodenburg" userId="36afe4a3-a6a4-4251-8e46-e83f049ed970" providerId="ADAL" clId="{D5F1F950-ADB2-479E-9410-54A522774477}" dt="2025-07-05T14:30:38.222" v="2441" actId="478"/>
          <ac:picMkLst>
            <pc:docMk/>
            <pc:sldMk cId="2517891835" sldId="323"/>
            <ac:picMk id="31" creationId="{8D9397DF-6356-15B7-3308-06A073868E89}"/>
          </ac:picMkLst>
        </pc:picChg>
        <pc:picChg chg="del mod">
          <ac:chgData name="Jeroen Rodenburg" userId="36afe4a3-a6a4-4251-8e46-e83f049ed970" providerId="ADAL" clId="{D5F1F950-ADB2-479E-9410-54A522774477}" dt="2025-07-05T14:30:36.628" v="2440" actId="478"/>
          <ac:picMkLst>
            <pc:docMk/>
            <pc:sldMk cId="2517891835" sldId="323"/>
            <ac:picMk id="32" creationId="{AD424857-45F4-197A-C45A-C51D66621AEF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33" creationId="{FB44480F-EACD-9918-3D44-7F3336E5EB09}"/>
          </ac:picMkLst>
        </pc:picChg>
        <pc:picChg chg="del mod">
          <ac:chgData name="Jeroen Rodenburg" userId="36afe4a3-a6a4-4251-8e46-e83f049ed970" providerId="ADAL" clId="{D5F1F950-ADB2-479E-9410-54A522774477}" dt="2025-07-05T14:31:05.029" v="2454" actId="478"/>
          <ac:picMkLst>
            <pc:docMk/>
            <pc:sldMk cId="2517891835" sldId="323"/>
            <ac:picMk id="34" creationId="{8E8DB969-48E4-F254-B41A-E1FF1FB729BC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35" creationId="{AB7D7FFF-57CA-C0DC-F99C-E7327D6FB9CB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36" creationId="{1BCA840D-DFE3-EBD1-06D4-890A11A6512F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39" creationId="{2A24E48E-9AE7-FEF2-30C8-90B3BA0614BF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40" creationId="{2081EB13-C1F2-1E32-86AE-57214EF9D29A}"/>
          </ac:picMkLst>
        </pc:picChg>
        <pc:picChg chg="del mod">
          <ac:chgData name="Jeroen Rodenburg" userId="36afe4a3-a6a4-4251-8e46-e83f049ed970" providerId="ADAL" clId="{D5F1F950-ADB2-479E-9410-54A522774477}" dt="2025-07-05T14:31:30.488" v="2465" actId="478"/>
          <ac:picMkLst>
            <pc:docMk/>
            <pc:sldMk cId="2517891835" sldId="323"/>
            <ac:picMk id="41" creationId="{FB2EF271-9F1B-7CCC-1617-A04BC4476B37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42" creationId="{108A92E8-BE43-CC87-2BD2-C270C4A6478A}"/>
          </ac:picMkLst>
        </pc:picChg>
        <pc:picChg chg="mod">
          <ac:chgData name="Jeroen Rodenburg" userId="36afe4a3-a6a4-4251-8e46-e83f049ed970" providerId="ADAL" clId="{D5F1F950-ADB2-479E-9410-54A522774477}" dt="2025-07-05T14:45:05.880" v="2958" actId="165"/>
          <ac:picMkLst>
            <pc:docMk/>
            <pc:sldMk cId="2517891835" sldId="323"/>
            <ac:picMk id="43" creationId="{4ACA5E6A-0098-FB83-0913-8A8B2C3372DA}"/>
          </ac:picMkLst>
        </pc:picChg>
        <pc:picChg chg="del mod">
          <ac:chgData name="Jeroen Rodenburg" userId="36afe4a3-a6a4-4251-8e46-e83f049ed970" providerId="ADAL" clId="{D5F1F950-ADB2-479E-9410-54A522774477}" dt="2025-07-05T14:31:42.848" v="2470" actId="478"/>
          <ac:picMkLst>
            <pc:docMk/>
            <pc:sldMk cId="2517891835" sldId="323"/>
            <ac:picMk id="44" creationId="{E92525C1-D9B8-C571-77B8-CD077AC6F0B2}"/>
          </ac:picMkLst>
        </pc:picChg>
        <pc:picChg chg="add mod">
          <ac:chgData name="Jeroen Rodenburg" userId="36afe4a3-a6a4-4251-8e46-e83f049ed970" providerId="ADAL" clId="{D5F1F950-ADB2-479E-9410-54A522774477}" dt="2025-07-05T14:45:17.019" v="2961" actId="164"/>
          <ac:picMkLst>
            <pc:docMk/>
            <pc:sldMk cId="2517891835" sldId="323"/>
            <ac:picMk id="47" creationId="{2EB5C2DA-0F3A-16B4-3B9B-8B1E9BF5E075}"/>
          </ac:picMkLst>
        </pc:picChg>
        <pc:picChg chg="add mod">
          <ac:chgData name="Jeroen Rodenburg" userId="36afe4a3-a6a4-4251-8e46-e83f049ed970" providerId="ADAL" clId="{D5F1F950-ADB2-479E-9410-54A522774477}" dt="2025-07-05T14:45:17.019" v="2961" actId="164"/>
          <ac:picMkLst>
            <pc:docMk/>
            <pc:sldMk cId="2517891835" sldId="323"/>
            <ac:picMk id="48" creationId="{08969D34-1D1F-E9A2-85EF-59F2F1774615}"/>
          </ac:picMkLst>
        </pc:picChg>
        <pc:picChg chg="add mod">
          <ac:chgData name="Jeroen Rodenburg" userId="36afe4a3-a6a4-4251-8e46-e83f049ed970" providerId="ADAL" clId="{D5F1F950-ADB2-479E-9410-54A522774477}" dt="2025-07-05T14:45:44.350" v="2966" actId="164"/>
          <ac:picMkLst>
            <pc:docMk/>
            <pc:sldMk cId="2517891835" sldId="323"/>
            <ac:picMk id="49" creationId="{0EE5C11A-0A8D-E8DC-0338-A85FB89D07C0}"/>
          </ac:picMkLst>
        </pc:picChg>
        <pc:picChg chg="add mod">
          <ac:chgData name="Jeroen Rodenburg" userId="36afe4a3-a6a4-4251-8e46-e83f049ed970" providerId="ADAL" clId="{D5F1F950-ADB2-479E-9410-54A522774477}" dt="2025-07-05T14:45:44.350" v="2966" actId="164"/>
          <ac:picMkLst>
            <pc:docMk/>
            <pc:sldMk cId="2517891835" sldId="323"/>
            <ac:picMk id="50" creationId="{961E5E6C-2812-86AF-2519-C87D1818B75D}"/>
          </ac:picMkLst>
        </pc:picChg>
        <pc:picChg chg="add mod">
          <ac:chgData name="Jeroen Rodenburg" userId="36afe4a3-a6a4-4251-8e46-e83f049ed970" providerId="ADAL" clId="{D5F1F950-ADB2-479E-9410-54A522774477}" dt="2025-07-05T14:45:44.350" v="2966" actId="164"/>
          <ac:picMkLst>
            <pc:docMk/>
            <pc:sldMk cId="2517891835" sldId="323"/>
            <ac:picMk id="51" creationId="{F4C6E70F-129E-237A-5EE1-98D5FA3FD0CD}"/>
          </ac:picMkLst>
        </pc:picChg>
        <pc:picChg chg="add mod">
          <ac:chgData name="Jeroen Rodenburg" userId="36afe4a3-a6a4-4251-8e46-e83f049ed970" providerId="ADAL" clId="{D5F1F950-ADB2-479E-9410-54A522774477}" dt="2025-07-05T14:45:52.423" v="2969" actId="164"/>
          <ac:picMkLst>
            <pc:docMk/>
            <pc:sldMk cId="2517891835" sldId="323"/>
            <ac:picMk id="52" creationId="{9CD95D14-9ABB-F4B5-611D-03FDBCBBE1A7}"/>
          </ac:picMkLst>
        </pc:picChg>
        <pc:picChg chg="add mod">
          <ac:chgData name="Jeroen Rodenburg" userId="36afe4a3-a6a4-4251-8e46-e83f049ed970" providerId="ADAL" clId="{D5F1F950-ADB2-479E-9410-54A522774477}" dt="2025-07-05T14:45:52.423" v="2969" actId="164"/>
          <ac:picMkLst>
            <pc:docMk/>
            <pc:sldMk cId="2517891835" sldId="323"/>
            <ac:picMk id="53" creationId="{50B37E0E-8350-B731-D108-4F3BEBFD5D47}"/>
          </ac:picMkLst>
        </pc:picChg>
        <pc:cxnChg chg="add del mod">
          <ac:chgData name="Jeroen Rodenburg" userId="36afe4a3-a6a4-4251-8e46-e83f049ed970" providerId="ADAL" clId="{D5F1F950-ADB2-479E-9410-54A522774477}" dt="2025-07-05T14:42:26.855" v="2940" actId="478"/>
          <ac:cxnSpMkLst>
            <pc:docMk/>
            <pc:sldMk cId="2517891835" sldId="323"/>
            <ac:cxnSpMk id="71" creationId="{D7989AD0-1EAC-F3F1-7604-00DA021D9044}"/>
          </ac:cxnSpMkLst>
        </pc:cxnChg>
        <pc:cxnChg chg="add mod">
          <ac:chgData name="Jeroen Rodenburg" userId="36afe4a3-a6a4-4251-8e46-e83f049ed970" providerId="ADAL" clId="{D5F1F950-ADB2-479E-9410-54A522774477}" dt="2025-07-05T14:45:47.427" v="2968" actId="1076"/>
          <ac:cxnSpMkLst>
            <pc:docMk/>
            <pc:sldMk cId="2517891835" sldId="323"/>
            <ac:cxnSpMk id="74" creationId="{5ABFC420-7D2C-81C8-68E3-C7422F6A6A03}"/>
          </ac:cxnSpMkLst>
        </pc:cxnChg>
        <pc:cxnChg chg="add mod">
          <ac:chgData name="Jeroen Rodenburg" userId="36afe4a3-a6a4-4251-8e46-e83f049ed970" providerId="ADAL" clId="{D5F1F950-ADB2-479E-9410-54A522774477}" dt="2025-07-05T14:42:55.386" v="2946" actId="164"/>
          <ac:cxnSpMkLst>
            <pc:docMk/>
            <pc:sldMk cId="2517891835" sldId="323"/>
            <ac:cxnSpMk id="75" creationId="{ADE9A478-FB14-74B5-276E-81C724766FFF}"/>
          </ac:cxnSpMkLst>
        </pc:cxnChg>
      </pc:sldChg>
      <pc:sldChg chg="modSp new mod">
        <pc:chgData name="Jeroen Rodenburg" userId="36afe4a3-a6a4-4251-8e46-e83f049ed970" providerId="ADAL" clId="{D5F1F950-ADB2-479E-9410-54A522774477}" dt="2025-07-05T14:54:29.046" v="3276" actId="20577"/>
        <pc:sldMkLst>
          <pc:docMk/>
          <pc:sldMk cId="1194104220" sldId="324"/>
        </pc:sldMkLst>
        <pc:spChg chg="mod">
          <ac:chgData name="Jeroen Rodenburg" userId="36afe4a3-a6a4-4251-8e46-e83f049ed970" providerId="ADAL" clId="{D5F1F950-ADB2-479E-9410-54A522774477}" dt="2025-07-05T14:54:29.046" v="3276" actId="20577"/>
          <ac:spMkLst>
            <pc:docMk/>
            <pc:sldMk cId="1194104220" sldId="324"/>
            <ac:spMk id="2" creationId="{535A9BC9-07A6-8C89-0483-CCD6774159CD}"/>
          </ac:spMkLst>
        </pc:spChg>
        <pc:spChg chg="mod">
          <ac:chgData name="Jeroen Rodenburg" userId="36afe4a3-a6a4-4251-8e46-e83f049ed970" providerId="ADAL" clId="{D5F1F950-ADB2-479E-9410-54A522774477}" dt="2025-07-05T14:51:10.374" v="3005" actId="20577"/>
          <ac:spMkLst>
            <pc:docMk/>
            <pc:sldMk cId="1194104220" sldId="324"/>
            <ac:spMk id="3" creationId="{7FF1B785-150F-1ED6-FEF8-E032E8B0FB29}"/>
          </ac:spMkLst>
        </pc:spChg>
      </pc:sldChg>
      <pc:sldChg chg="addSp delSp modSp new mod">
        <pc:chgData name="Jeroen Rodenburg" userId="36afe4a3-a6a4-4251-8e46-e83f049ed970" providerId="ADAL" clId="{D5F1F950-ADB2-479E-9410-54A522774477}" dt="2025-07-11T12:07:03.337" v="6501" actId="20577"/>
        <pc:sldMkLst>
          <pc:docMk/>
          <pc:sldMk cId="182204468" sldId="325"/>
        </pc:sldMkLst>
        <pc:spChg chg="mod">
          <ac:chgData name="Jeroen Rodenburg" userId="36afe4a3-a6a4-4251-8e46-e83f049ed970" providerId="ADAL" clId="{D5F1F950-ADB2-479E-9410-54A522774477}" dt="2025-07-11T12:07:03.337" v="6501" actId="20577"/>
          <ac:spMkLst>
            <pc:docMk/>
            <pc:sldMk cId="182204468" sldId="325"/>
            <ac:spMk id="2" creationId="{596BB994-CC22-C208-7C1D-0E949495BD1B}"/>
          </ac:spMkLst>
        </pc:spChg>
        <pc:spChg chg="add mod">
          <ac:chgData name="Jeroen Rodenburg" userId="36afe4a3-a6a4-4251-8e46-e83f049ed970" providerId="ADAL" clId="{D5F1F950-ADB2-479E-9410-54A522774477}" dt="2025-07-05T17:06:07.004" v="4462" actId="1076"/>
          <ac:spMkLst>
            <pc:docMk/>
            <pc:sldMk cId="182204468" sldId="325"/>
            <ac:spMk id="7" creationId="{5D3D3B84-A346-880D-D2C9-7E441A9BA846}"/>
          </ac:spMkLst>
        </pc:spChg>
        <pc:spChg chg="add mod">
          <ac:chgData name="Jeroen Rodenburg" userId="36afe4a3-a6a4-4251-8e46-e83f049ed970" providerId="ADAL" clId="{D5F1F950-ADB2-479E-9410-54A522774477}" dt="2025-07-07T12:19:17.282" v="5750" actId="20577"/>
          <ac:spMkLst>
            <pc:docMk/>
            <pc:sldMk cId="182204468" sldId="325"/>
            <ac:spMk id="8" creationId="{0F543656-05C5-7C13-669A-0CF1928B5F39}"/>
          </ac:spMkLst>
        </pc:spChg>
        <pc:picChg chg="add del mod">
          <ac:chgData name="Jeroen Rodenburg" userId="36afe4a3-a6a4-4251-8e46-e83f049ed970" providerId="ADAL" clId="{D5F1F950-ADB2-479E-9410-54A522774477}" dt="2025-07-07T11:46:35.794" v="4604" actId="478"/>
          <ac:picMkLst>
            <pc:docMk/>
            <pc:sldMk cId="182204468" sldId="325"/>
            <ac:picMk id="6" creationId="{9E30E67D-313E-E66B-D41B-92214BAEA396}"/>
          </ac:picMkLst>
        </pc:picChg>
        <pc:picChg chg="add mod">
          <ac:chgData name="Jeroen Rodenburg" userId="36afe4a3-a6a4-4251-8e46-e83f049ed970" providerId="ADAL" clId="{D5F1F950-ADB2-479E-9410-54A522774477}" dt="2025-07-07T11:46:41.402" v="4606" actId="1076"/>
          <ac:picMkLst>
            <pc:docMk/>
            <pc:sldMk cId="182204468" sldId="325"/>
            <ac:picMk id="10" creationId="{B42EBC6B-95B2-73EB-3130-B278BD047040}"/>
          </ac:picMkLst>
        </pc:picChg>
        <pc:picChg chg="add del mod">
          <ac:chgData name="Jeroen Rodenburg" userId="36afe4a3-a6a4-4251-8e46-e83f049ed970" providerId="ADAL" clId="{D5F1F950-ADB2-479E-9410-54A522774477}" dt="2025-07-07T12:14:38.710" v="4822" actId="478"/>
          <ac:picMkLst>
            <pc:docMk/>
            <pc:sldMk cId="182204468" sldId="325"/>
            <ac:picMk id="12" creationId="{F434F53F-9FB4-3676-8E8F-B697393295B7}"/>
          </ac:picMkLst>
        </pc:picChg>
      </pc:sldChg>
      <pc:sldChg chg="addSp delSp modSp add mod">
        <pc:chgData name="Jeroen Rodenburg" userId="36afe4a3-a6a4-4251-8e46-e83f049ed970" providerId="ADAL" clId="{D5F1F950-ADB2-479E-9410-54A522774477}" dt="2025-07-11T12:07:12.055" v="6502" actId="20577"/>
        <pc:sldMkLst>
          <pc:docMk/>
          <pc:sldMk cId="3595820534" sldId="326"/>
        </pc:sldMkLst>
        <pc:spChg chg="mod">
          <ac:chgData name="Jeroen Rodenburg" userId="36afe4a3-a6a4-4251-8e46-e83f049ed970" providerId="ADAL" clId="{D5F1F950-ADB2-479E-9410-54A522774477}" dt="2025-07-11T12:07:12.055" v="6502" actId="20577"/>
          <ac:spMkLst>
            <pc:docMk/>
            <pc:sldMk cId="3595820534" sldId="326"/>
            <ac:spMk id="2" creationId="{596BB994-CC22-C208-7C1D-0E949495BD1B}"/>
          </ac:spMkLst>
        </pc:spChg>
        <pc:spChg chg="del">
          <ac:chgData name="Jeroen Rodenburg" userId="36afe4a3-a6a4-4251-8e46-e83f049ed970" providerId="ADAL" clId="{D5F1F950-ADB2-479E-9410-54A522774477}" dt="2025-07-07T11:59:46.591" v="4811" actId="478"/>
          <ac:spMkLst>
            <pc:docMk/>
            <pc:sldMk cId="3595820534" sldId="326"/>
            <ac:spMk id="7" creationId="{5D3D3B84-A346-880D-D2C9-7E441A9BA846}"/>
          </ac:spMkLst>
        </pc:spChg>
        <pc:spChg chg="del mod">
          <ac:chgData name="Jeroen Rodenburg" userId="36afe4a3-a6a4-4251-8e46-e83f049ed970" providerId="ADAL" clId="{D5F1F950-ADB2-479E-9410-54A522774477}" dt="2025-07-07T12:20:30.507" v="5759" actId="478"/>
          <ac:spMkLst>
            <pc:docMk/>
            <pc:sldMk cId="3595820534" sldId="326"/>
            <ac:spMk id="8" creationId="{0F543656-05C5-7C13-669A-0CF1928B5F39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14" creationId="{4ED5D9EE-0006-9417-CD64-401CC573CCFF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15" creationId="{2AC5E6C2-18E7-DD17-2E8B-C15856796F86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16" creationId="{9F076E90-A522-20BA-76D9-9B4A8005FC15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17" creationId="{C8E452EA-4A48-863A-9154-54E784EEE1E2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19" creationId="{FE306AAC-5BA7-8886-5128-B8E538B32D4B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20" creationId="{857EE18E-757A-E47D-8C41-B6206AD31F62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21" creationId="{B4E6FE5F-E3F1-AA69-442B-022B63F59976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22" creationId="{9E6E8B6F-213C-1D01-42A9-7A4F6F70DAEE}"/>
          </ac:spMkLst>
        </pc:spChg>
        <pc:spChg chg="mod">
          <ac:chgData name="Jeroen Rodenburg" userId="36afe4a3-a6a4-4251-8e46-e83f049ed970" providerId="ADAL" clId="{D5F1F950-ADB2-479E-9410-54A522774477}" dt="2025-07-07T12:14:27.031" v="4818"/>
          <ac:spMkLst>
            <pc:docMk/>
            <pc:sldMk cId="3595820534" sldId="326"/>
            <ac:spMk id="23" creationId="{FC926FF5-0FF9-FAB0-5EDA-862526D448A4}"/>
          </ac:spMkLst>
        </pc:spChg>
        <pc:spChg chg="add mod">
          <ac:chgData name="Jeroen Rodenburg" userId="36afe4a3-a6a4-4251-8e46-e83f049ed970" providerId="ADAL" clId="{D5F1F950-ADB2-479E-9410-54A522774477}" dt="2025-07-07T12:20:40.621" v="5785" actId="20577"/>
          <ac:spMkLst>
            <pc:docMk/>
            <pc:sldMk cId="3595820534" sldId="326"/>
            <ac:spMk id="31" creationId="{4CDEE67D-F6CF-6571-5774-3B8F8B79B9D4}"/>
          </ac:spMkLst>
        </pc:spChg>
        <pc:spChg chg="add mod">
          <ac:chgData name="Jeroen Rodenburg" userId="36afe4a3-a6a4-4251-8e46-e83f049ed970" providerId="ADAL" clId="{D5F1F950-ADB2-479E-9410-54A522774477}" dt="2025-07-07T12:20:55.717" v="5803" actId="20577"/>
          <ac:spMkLst>
            <pc:docMk/>
            <pc:sldMk cId="3595820534" sldId="326"/>
            <ac:spMk id="32" creationId="{B75BD132-440C-71CF-10F1-4D565F4A0397}"/>
          </ac:spMkLst>
        </pc:spChg>
        <pc:spChg chg="add del mod">
          <ac:chgData name="Jeroen Rodenburg" userId="36afe4a3-a6a4-4251-8e46-e83f049ed970" providerId="ADAL" clId="{D5F1F950-ADB2-479E-9410-54A522774477}" dt="2025-07-07T12:21:41.933" v="5813" actId="478"/>
          <ac:spMkLst>
            <pc:docMk/>
            <pc:sldMk cId="3595820534" sldId="326"/>
            <ac:spMk id="33" creationId="{E616533C-495B-AFA8-CD82-0DCECE926EAC}"/>
          </ac:spMkLst>
        </pc:spChg>
        <pc:spChg chg="add mod">
          <ac:chgData name="Jeroen Rodenburg" userId="36afe4a3-a6a4-4251-8e46-e83f049ed970" providerId="ADAL" clId="{D5F1F950-ADB2-479E-9410-54A522774477}" dt="2025-07-07T12:21:44.319" v="5814" actId="1036"/>
          <ac:spMkLst>
            <pc:docMk/>
            <pc:sldMk cId="3595820534" sldId="326"/>
            <ac:spMk id="34" creationId="{55CADA9C-8E69-C479-2D45-1477E95A2951}"/>
          </ac:spMkLst>
        </pc:spChg>
        <pc:spChg chg="add mod">
          <ac:chgData name="Jeroen Rodenburg" userId="36afe4a3-a6a4-4251-8e46-e83f049ed970" providerId="ADAL" clId="{D5F1F950-ADB2-479E-9410-54A522774477}" dt="2025-07-07T12:21:51.466" v="5818" actId="1037"/>
          <ac:spMkLst>
            <pc:docMk/>
            <pc:sldMk cId="3595820534" sldId="326"/>
            <ac:spMk id="35" creationId="{8694667B-56FC-5229-1F5E-C376D1652D5B}"/>
          </ac:spMkLst>
        </pc:spChg>
        <pc:spChg chg="add mod">
          <ac:chgData name="Jeroen Rodenburg" userId="36afe4a3-a6a4-4251-8e46-e83f049ed970" providerId="ADAL" clId="{D5F1F950-ADB2-479E-9410-54A522774477}" dt="2025-07-07T12:21:57.383" v="5820" actId="1076"/>
          <ac:spMkLst>
            <pc:docMk/>
            <pc:sldMk cId="3595820534" sldId="326"/>
            <ac:spMk id="36" creationId="{98A698CE-0DBC-1361-B819-B8678E2A092B}"/>
          </ac:spMkLst>
        </pc:spChg>
        <pc:grpChg chg="add del mod">
          <ac:chgData name="Jeroen Rodenburg" userId="36afe4a3-a6a4-4251-8e46-e83f049ed970" providerId="ADAL" clId="{D5F1F950-ADB2-479E-9410-54A522774477}" dt="2025-07-07T12:20:12.269" v="5753" actId="478"/>
          <ac:grpSpMkLst>
            <pc:docMk/>
            <pc:sldMk cId="3595820534" sldId="326"/>
            <ac:grpSpMk id="11" creationId="{3E82EE3E-4596-5FF8-39A4-72E886E10B71}"/>
          </ac:grpSpMkLst>
        </pc:grpChg>
        <pc:grpChg chg="mod">
          <ac:chgData name="Jeroen Rodenburg" userId="36afe4a3-a6a4-4251-8e46-e83f049ed970" providerId="ADAL" clId="{D5F1F950-ADB2-479E-9410-54A522774477}" dt="2025-07-07T12:14:27.031" v="4818"/>
          <ac:grpSpMkLst>
            <pc:docMk/>
            <pc:sldMk cId="3595820534" sldId="326"/>
            <ac:grpSpMk id="13" creationId="{80774A8E-950D-B32D-0DC2-B00AA2C6EAF4}"/>
          </ac:grpSpMkLst>
        </pc:grpChg>
        <pc:grpChg chg="mod">
          <ac:chgData name="Jeroen Rodenburg" userId="36afe4a3-a6a4-4251-8e46-e83f049ed970" providerId="ADAL" clId="{D5F1F950-ADB2-479E-9410-54A522774477}" dt="2025-07-07T12:14:27.031" v="4818"/>
          <ac:grpSpMkLst>
            <pc:docMk/>
            <pc:sldMk cId="3595820534" sldId="326"/>
            <ac:grpSpMk id="18" creationId="{7C126068-AD86-9B6D-3D4B-6276F8D3BCB5}"/>
          </ac:grpSpMkLst>
        </pc:grpChg>
        <pc:picChg chg="add del mod">
          <ac:chgData name="Jeroen Rodenburg" userId="36afe4a3-a6a4-4251-8e46-e83f049ed970" providerId="ADAL" clId="{D5F1F950-ADB2-479E-9410-54A522774477}" dt="2025-07-07T12:20:16.355" v="5754" actId="478"/>
          <ac:picMkLst>
            <pc:docMk/>
            <pc:sldMk cId="3595820534" sldId="326"/>
            <ac:picMk id="9" creationId="{012F83F3-3BD9-33EA-3052-8A56124CEA8A}"/>
          </ac:picMkLst>
        </pc:picChg>
        <pc:picChg chg="del">
          <ac:chgData name="Jeroen Rodenburg" userId="36afe4a3-a6a4-4251-8e46-e83f049ed970" providerId="ADAL" clId="{D5F1F950-ADB2-479E-9410-54A522774477}" dt="2025-07-07T11:59:43.559" v="4810" actId="478"/>
          <ac:picMkLst>
            <pc:docMk/>
            <pc:sldMk cId="3595820534" sldId="326"/>
            <ac:picMk id="10" creationId="{B42EBC6B-95B2-73EB-3130-B278BD047040}"/>
          </ac:picMkLst>
        </pc:picChg>
        <pc:picChg chg="del mod">
          <ac:chgData name="Jeroen Rodenburg" userId="36afe4a3-a6a4-4251-8e46-e83f049ed970" providerId="ADAL" clId="{D5F1F950-ADB2-479E-9410-54A522774477}" dt="2025-07-07T12:03:40.739" v="4815" actId="478"/>
          <ac:picMkLst>
            <pc:docMk/>
            <pc:sldMk cId="3595820534" sldId="326"/>
            <ac:picMk id="12" creationId="{F434F53F-9FB4-3676-8E8F-B697393295B7}"/>
          </ac:picMkLst>
        </pc:picChg>
        <pc:picChg chg="add mod">
          <ac:chgData name="Jeroen Rodenburg" userId="36afe4a3-a6a4-4251-8e46-e83f049ed970" providerId="ADAL" clId="{D5F1F950-ADB2-479E-9410-54A522774477}" dt="2025-07-07T12:20:44.125" v="5786" actId="1076"/>
          <ac:picMkLst>
            <pc:docMk/>
            <pc:sldMk cId="3595820534" sldId="326"/>
            <ac:picMk id="29" creationId="{095D77AA-A845-E0DE-AEB1-27981FC25B20}"/>
          </ac:picMkLst>
        </pc:picChg>
        <pc:picChg chg="add mod">
          <ac:chgData name="Jeroen Rodenburg" userId="36afe4a3-a6a4-4251-8e46-e83f049ed970" providerId="ADAL" clId="{D5F1F950-ADB2-479E-9410-54A522774477}" dt="2025-07-07T12:20:32.198" v="5761" actId="1076"/>
          <ac:picMkLst>
            <pc:docMk/>
            <pc:sldMk cId="3595820534" sldId="326"/>
            <ac:picMk id="30" creationId="{8150373B-80C6-F92B-BFE4-92AAB0EEF3EB}"/>
          </ac:picMkLst>
        </pc:picChg>
        <pc:cxnChg chg="mod">
          <ac:chgData name="Jeroen Rodenburg" userId="36afe4a3-a6a4-4251-8e46-e83f049ed970" providerId="ADAL" clId="{D5F1F950-ADB2-479E-9410-54A522774477}" dt="2025-07-07T12:20:12.269" v="5753" actId="478"/>
          <ac:cxnSpMkLst>
            <pc:docMk/>
            <pc:sldMk cId="3595820534" sldId="326"/>
            <ac:cxnSpMk id="24" creationId="{1AE782E6-AAD3-02EA-2614-5C9F008DF18B}"/>
          </ac:cxnSpMkLst>
        </pc:cxnChg>
        <pc:cxnChg chg="mod">
          <ac:chgData name="Jeroen Rodenburg" userId="36afe4a3-a6a4-4251-8e46-e83f049ed970" providerId="ADAL" clId="{D5F1F950-ADB2-479E-9410-54A522774477}" dt="2025-07-07T12:14:27.031" v="4818"/>
          <ac:cxnSpMkLst>
            <pc:docMk/>
            <pc:sldMk cId="3595820534" sldId="326"/>
            <ac:cxnSpMk id="25" creationId="{7DBA16C8-EA2A-2DDE-F938-519D1AB8DBC2}"/>
          </ac:cxnSpMkLst>
        </pc:cxnChg>
        <pc:cxnChg chg="mod">
          <ac:chgData name="Jeroen Rodenburg" userId="36afe4a3-a6a4-4251-8e46-e83f049ed970" providerId="ADAL" clId="{D5F1F950-ADB2-479E-9410-54A522774477}" dt="2025-07-07T12:20:12.269" v="5753" actId="478"/>
          <ac:cxnSpMkLst>
            <pc:docMk/>
            <pc:sldMk cId="3595820534" sldId="326"/>
            <ac:cxnSpMk id="26" creationId="{C6CE097D-C1AD-03F6-66D4-A175EAD48005}"/>
          </ac:cxnSpMkLst>
        </pc:cxnChg>
        <pc:cxnChg chg="mod">
          <ac:chgData name="Jeroen Rodenburg" userId="36afe4a3-a6a4-4251-8e46-e83f049ed970" providerId="ADAL" clId="{D5F1F950-ADB2-479E-9410-54A522774477}" dt="2025-07-07T12:14:27.031" v="4818"/>
          <ac:cxnSpMkLst>
            <pc:docMk/>
            <pc:sldMk cId="3595820534" sldId="326"/>
            <ac:cxnSpMk id="27" creationId="{4DD795A5-9144-98F8-CC87-FD8A326DCFF5}"/>
          </ac:cxnSpMkLst>
        </pc:cxnChg>
      </pc:sldChg>
      <pc:sldChg chg="addSp delSp modSp add mod">
        <pc:chgData name="Jeroen Rodenburg" userId="36afe4a3-a6a4-4251-8e46-e83f049ed970" providerId="ADAL" clId="{D5F1F950-ADB2-479E-9410-54A522774477}" dt="2025-07-07T12:36:19.253" v="6289" actId="1076"/>
        <pc:sldMkLst>
          <pc:docMk/>
          <pc:sldMk cId="102796557" sldId="327"/>
        </pc:sldMkLst>
        <pc:spChg chg="mod">
          <ac:chgData name="Jeroen Rodenburg" userId="36afe4a3-a6a4-4251-8e46-e83f049ed970" providerId="ADAL" clId="{D5F1F950-ADB2-479E-9410-54A522774477}" dt="2025-07-07T12:22:08.710" v="5822" actId="20577"/>
          <ac:spMkLst>
            <pc:docMk/>
            <pc:sldMk cId="102796557" sldId="327"/>
            <ac:spMk id="2" creationId="{596BB994-CC22-C208-7C1D-0E949495BD1B}"/>
          </ac:spMkLst>
        </pc:spChg>
        <pc:spChg chg="add mod">
          <ac:chgData name="Jeroen Rodenburg" userId="36afe4a3-a6a4-4251-8e46-e83f049ed970" providerId="ADAL" clId="{D5F1F950-ADB2-479E-9410-54A522774477}" dt="2025-07-07T12:23:42.898" v="5910" actId="20577"/>
          <ac:spMkLst>
            <pc:docMk/>
            <pc:sldMk cId="102796557" sldId="327"/>
            <ac:spMk id="6" creationId="{48691801-2C0D-42D3-A524-22BC37C9EA97}"/>
          </ac:spMkLst>
        </pc:spChg>
        <pc:spChg chg="add mod">
          <ac:chgData name="Jeroen Rodenburg" userId="36afe4a3-a6a4-4251-8e46-e83f049ed970" providerId="ADAL" clId="{D5F1F950-ADB2-479E-9410-54A522774477}" dt="2025-07-07T12:23:59.368" v="5927" actId="1076"/>
          <ac:spMkLst>
            <pc:docMk/>
            <pc:sldMk cId="102796557" sldId="327"/>
            <ac:spMk id="7" creationId="{E5A99783-A87E-A31F-0E08-85FE2CB7D201}"/>
          </ac:spMkLst>
        </pc:spChg>
        <pc:spChg chg="mod">
          <ac:chgData name="Jeroen Rodenburg" userId="36afe4a3-a6a4-4251-8e46-e83f049ed970" providerId="ADAL" clId="{D5F1F950-ADB2-479E-9410-54A522774477}" dt="2025-07-07T12:34:20.762" v="6093" actId="20577"/>
          <ac:spMkLst>
            <pc:docMk/>
            <pc:sldMk cId="102796557" sldId="327"/>
            <ac:spMk id="8" creationId="{0F543656-05C5-7C13-669A-0CF1928B5F39}"/>
          </ac:spMkLst>
        </pc:spChg>
        <pc:spChg chg="mod topLvl">
          <ac:chgData name="Jeroen Rodenburg" userId="36afe4a3-a6a4-4251-8e46-e83f049ed970" providerId="ADAL" clId="{D5F1F950-ADB2-479E-9410-54A522774477}" dt="2025-07-07T12:24:21.273" v="5934" actId="20577"/>
          <ac:spMkLst>
            <pc:docMk/>
            <pc:sldMk cId="102796557" sldId="327"/>
            <ac:spMk id="14" creationId="{4ED5D9EE-0006-9417-CD64-401CC573CCFF}"/>
          </ac:spMkLst>
        </pc:spChg>
        <pc:spChg chg="mod topLvl">
          <ac:chgData name="Jeroen Rodenburg" userId="36afe4a3-a6a4-4251-8e46-e83f049ed970" providerId="ADAL" clId="{D5F1F950-ADB2-479E-9410-54A522774477}" dt="2025-07-07T12:25:45.139" v="5949" actId="1076"/>
          <ac:spMkLst>
            <pc:docMk/>
            <pc:sldMk cId="102796557" sldId="327"/>
            <ac:spMk id="15" creationId="{2AC5E6C2-18E7-DD17-2E8B-C15856796F86}"/>
          </ac:spMkLst>
        </pc:spChg>
        <pc:spChg chg="del mod topLvl">
          <ac:chgData name="Jeroen Rodenburg" userId="36afe4a3-a6a4-4251-8e46-e83f049ed970" providerId="ADAL" clId="{D5F1F950-ADB2-479E-9410-54A522774477}" dt="2025-07-07T12:22:59.383" v="5885" actId="478"/>
          <ac:spMkLst>
            <pc:docMk/>
            <pc:sldMk cId="102796557" sldId="327"/>
            <ac:spMk id="16" creationId="{9F076E90-A522-20BA-76D9-9B4A8005FC15}"/>
          </ac:spMkLst>
        </pc:spChg>
        <pc:spChg chg="mod topLvl">
          <ac:chgData name="Jeroen Rodenburg" userId="36afe4a3-a6a4-4251-8e46-e83f049ed970" providerId="ADAL" clId="{D5F1F950-ADB2-479E-9410-54A522774477}" dt="2025-07-07T12:25:19.593" v="5943" actId="1076"/>
          <ac:spMkLst>
            <pc:docMk/>
            <pc:sldMk cId="102796557" sldId="327"/>
            <ac:spMk id="17" creationId="{C8E452EA-4A48-863A-9154-54E784EEE1E2}"/>
          </ac:spMkLst>
        </pc:spChg>
        <pc:spChg chg="mod topLvl">
          <ac:chgData name="Jeroen Rodenburg" userId="36afe4a3-a6a4-4251-8e46-e83f049ed970" providerId="ADAL" clId="{D5F1F950-ADB2-479E-9410-54A522774477}" dt="2025-07-07T12:26:04.083" v="5955" actId="1076"/>
          <ac:spMkLst>
            <pc:docMk/>
            <pc:sldMk cId="102796557" sldId="327"/>
            <ac:spMk id="19" creationId="{FE306AAC-5BA7-8886-5128-B8E538B32D4B}"/>
          </ac:spMkLst>
        </pc:spChg>
        <pc:spChg chg="mod topLvl">
          <ac:chgData name="Jeroen Rodenburg" userId="36afe4a3-a6a4-4251-8e46-e83f049ed970" providerId="ADAL" clId="{D5F1F950-ADB2-479E-9410-54A522774477}" dt="2025-07-07T12:25:50.371" v="5953" actId="1036"/>
          <ac:spMkLst>
            <pc:docMk/>
            <pc:sldMk cId="102796557" sldId="327"/>
            <ac:spMk id="20" creationId="{857EE18E-757A-E47D-8C41-B6206AD31F62}"/>
          </ac:spMkLst>
        </pc:spChg>
        <pc:spChg chg="mod topLvl">
          <ac:chgData name="Jeroen Rodenburg" userId="36afe4a3-a6a4-4251-8e46-e83f049ed970" providerId="ADAL" clId="{D5F1F950-ADB2-479E-9410-54A522774477}" dt="2025-07-07T12:25:19.593" v="5943" actId="1076"/>
          <ac:spMkLst>
            <pc:docMk/>
            <pc:sldMk cId="102796557" sldId="327"/>
            <ac:spMk id="21" creationId="{B4E6FE5F-E3F1-AA69-442B-022B63F59976}"/>
          </ac:spMkLst>
        </pc:spChg>
        <pc:spChg chg="del mod">
          <ac:chgData name="Jeroen Rodenburg" userId="36afe4a3-a6a4-4251-8e46-e83f049ed970" providerId="ADAL" clId="{D5F1F950-ADB2-479E-9410-54A522774477}" dt="2025-07-07T12:22:55.279" v="5884" actId="478"/>
          <ac:spMkLst>
            <pc:docMk/>
            <pc:sldMk cId="102796557" sldId="327"/>
            <ac:spMk id="22" creationId="{9E6E8B6F-213C-1D01-42A9-7A4F6F70DAEE}"/>
          </ac:spMkLst>
        </pc:spChg>
        <pc:spChg chg="mod topLvl">
          <ac:chgData name="Jeroen Rodenburg" userId="36afe4a3-a6a4-4251-8e46-e83f049ed970" providerId="ADAL" clId="{D5F1F950-ADB2-479E-9410-54A522774477}" dt="2025-07-07T12:25:10.853" v="5942" actId="165"/>
          <ac:spMkLst>
            <pc:docMk/>
            <pc:sldMk cId="102796557" sldId="327"/>
            <ac:spMk id="23" creationId="{FC926FF5-0FF9-FAB0-5EDA-862526D448A4}"/>
          </ac:spMkLst>
        </pc:spChg>
        <pc:spChg chg="add mod">
          <ac:chgData name="Jeroen Rodenburg" userId="36afe4a3-a6a4-4251-8e46-e83f049ed970" providerId="ADAL" clId="{D5F1F950-ADB2-479E-9410-54A522774477}" dt="2025-07-07T12:26:55.541" v="5978" actId="14100"/>
          <ac:spMkLst>
            <pc:docMk/>
            <pc:sldMk cId="102796557" sldId="327"/>
            <ac:spMk id="28" creationId="{8F9EFF52-B9D4-561B-D3CA-35BCEAF37718}"/>
          </ac:spMkLst>
        </pc:spChg>
        <pc:spChg chg="add mod">
          <ac:chgData name="Jeroen Rodenburg" userId="36afe4a3-a6a4-4251-8e46-e83f049ed970" providerId="ADAL" clId="{D5F1F950-ADB2-479E-9410-54A522774477}" dt="2025-07-07T12:26:30.334" v="5957" actId="1076"/>
          <ac:spMkLst>
            <pc:docMk/>
            <pc:sldMk cId="102796557" sldId="327"/>
            <ac:spMk id="32" creationId="{EA006C34-1E1B-BC7F-CE8D-669265E31956}"/>
          </ac:spMkLst>
        </pc:spChg>
        <pc:spChg chg="add mod">
          <ac:chgData name="Jeroen Rodenburg" userId="36afe4a3-a6a4-4251-8e46-e83f049ed970" providerId="ADAL" clId="{D5F1F950-ADB2-479E-9410-54A522774477}" dt="2025-07-07T12:26:50.651" v="5977" actId="1037"/>
          <ac:spMkLst>
            <pc:docMk/>
            <pc:sldMk cId="102796557" sldId="327"/>
            <ac:spMk id="33" creationId="{94C9CD06-F0BF-6CC2-1110-368961E3515E}"/>
          </ac:spMkLst>
        </pc:spChg>
        <pc:spChg chg="add mod">
          <ac:chgData name="Jeroen Rodenburg" userId="36afe4a3-a6a4-4251-8e46-e83f049ed970" providerId="ADAL" clId="{D5F1F950-ADB2-479E-9410-54A522774477}" dt="2025-07-07T12:27:07.332" v="5979" actId="1076"/>
          <ac:spMkLst>
            <pc:docMk/>
            <pc:sldMk cId="102796557" sldId="327"/>
            <ac:spMk id="34" creationId="{B9733C13-4DA9-B99D-3AB8-D071E07EC0F3}"/>
          </ac:spMkLst>
        </pc:spChg>
        <pc:spChg chg="add mod">
          <ac:chgData name="Jeroen Rodenburg" userId="36afe4a3-a6a4-4251-8e46-e83f049ed970" providerId="ADAL" clId="{D5F1F950-ADB2-479E-9410-54A522774477}" dt="2025-07-07T12:27:22.604" v="5986" actId="20577"/>
          <ac:spMkLst>
            <pc:docMk/>
            <pc:sldMk cId="102796557" sldId="327"/>
            <ac:spMk id="35" creationId="{EE4F4DAA-1D80-3471-5AD8-907E117088E0}"/>
          </ac:spMkLst>
        </pc:spChg>
        <pc:spChg chg="add mod">
          <ac:chgData name="Jeroen Rodenburg" userId="36afe4a3-a6a4-4251-8e46-e83f049ed970" providerId="ADAL" clId="{D5F1F950-ADB2-479E-9410-54A522774477}" dt="2025-07-07T12:26:50.651" v="5977" actId="1037"/>
          <ac:spMkLst>
            <pc:docMk/>
            <pc:sldMk cId="102796557" sldId="327"/>
            <ac:spMk id="36" creationId="{35B15134-C98F-A3AB-7C4D-E3736F00A9B2}"/>
          </ac:spMkLst>
        </pc:spChg>
        <pc:spChg chg="add mod">
          <ac:chgData name="Jeroen Rodenburg" userId="36afe4a3-a6a4-4251-8e46-e83f049ed970" providerId="ADAL" clId="{D5F1F950-ADB2-479E-9410-54A522774477}" dt="2025-07-07T12:27:17.460" v="5984" actId="20577"/>
          <ac:spMkLst>
            <pc:docMk/>
            <pc:sldMk cId="102796557" sldId="327"/>
            <ac:spMk id="37" creationId="{128BC1ED-5C02-1167-3313-DD442AA30893}"/>
          </ac:spMkLst>
        </pc:spChg>
        <pc:spChg chg="add mod">
          <ac:chgData name="Jeroen Rodenburg" userId="36afe4a3-a6a4-4251-8e46-e83f049ed970" providerId="ADAL" clId="{D5F1F950-ADB2-479E-9410-54A522774477}" dt="2025-07-07T12:33:32.891" v="6031" actId="20577"/>
          <ac:spMkLst>
            <pc:docMk/>
            <pc:sldMk cId="102796557" sldId="327"/>
            <ac:spMk id="39" creationId="{0D6E17F7-9E49-4F93-BD21-7A066533EAB8}"/>
          </ac:spMkLst>
        </pc:spChg>
        <pc:spChg chg="add mod">
          <ac:chgData name="Jeroen Rodenburg" userId="36afe4a3-a6a4-4251-8e46-e83f049ed970" providerId="ADAL" clId="{D5F1F950-ADB2-479E-9410-54A522774477}" dt="2025-07-07T12:36:19.253" v="6289" actId="1076"/>
          <ac:spMkLst>
            <pc:docMk/>
            <pc:sldMk cId="102796557" sldId="327"/>
            <ac:spMk id="40" creationId="{5CC14EA3-FC74-4348-A587-C512E091173B}"/>
          </ac:spMkLst>
        </pc:spChg>
        <pc:grpChg chg="del mod">
          <ac:chgData name="Jeroen Rodenburg" userId="36afe4a3-a6a4-4251-8e46-e83f049ed970" providerId="ADAL" clId="{D5F1F950-ADB2-479E-9410-54A522774477}" dt="2025-07-07T12:22:46.391" v="5882" actId="165"/>
          <ac:grpSpMkLst>
            <pc:docMk/>
            <pc:sldMk cId="102796557" sldId="327"/>
            <ac:grpSpMk id="11" creationId="{3E82EE3E-4596-5FF8-39A4-72E886E10B71}"/>
          </ac:grpSpMkLst>
        </pc:grpChg>
        <pc:grpChg chg="del mod topLvl">
          <ac:chgData name="Jeroen Rodenburg" userId="36afe4a3-a6a4-4251-8e46-e83f049ed970" providerId="ADAL" clId="{D5F1F950-ADB2-479E-9410-54A522774477}" dt="2025-07-07T12:25:01.705" v="5941" actId="165"/>
          <ac:grpSpMkLst>
            <pc:docMk/>
            <pc:sldMk cId="102796557" sldId="327"/>
            <ac:grpSpMk id="13" creationId="{80774A8E-950D-B32D-0DC2-B00AA2C6EAF4}"/>
          </ac:grpSpMkLst>
        </pc:grpChg>
        <pc:grpChg chg="del mod topLvl">
          <ac:chgData name="Jeroen Rodenburg" userId="36afe4a3-a6a4-4251-8e46-e83f049ed970" providerId="ADAL" clId="{D5F1F950-ADB2-479E-9410-54A522774477}" dt="2025-07-07T12:25:10.853" v="5942" actId="165"/>
          <ac:grpSpMkLst>
            <pc:docMk/>
            <pc:sldMk cId="102796557" sldId="327"/>
            <ac:grpSpMk id="18" creationId="{7C126068-AD86-9B6D-3D4B-6276F8D3BCB5}"/>
          </ac:grpSpMkLst>
        </pc:grpChg>
        <pc:picChg chg="mod">
          <ac:chgData name="Jeroen Rodenburg" userId="36afe4a3-a6a4-4251-8e46-e83f049ed970" providerId="ADAL" clId="{D5F1F950-ADB2-479E-9410-54A522774477}" dt="2025-07-07T12:22:25.998" v="5867" actId="1076"/>
          <ac:picMkLst>
            <pc:docMk/>
            <pc:sldMk cId="102796557" sldId="327"/>
            <ac:picMk id="9" creationId="{012F83F3-3BD9-33EA-3052-8A56124CEA8A}"/>
          </ac:picMkLst>
        </pc:picChg>
        <pc:picChg chg="del">
          <ac:chgData name="Jeroen Rodenburg" userId="36afe4a3-a6a4-4251-8e46-e83f049ed970" providerId="ADAL" clId="{D5F1F950-ADB2-479E-9410-54A522774477}" dt="2025-07-07T12:22:12.014" v="5823" actId="478"/>
          <ac:picMkLst>
            <pc:docMk/>
            <pc:sldMk cId="102796557" sldId="327"/>
            <ac:picMk id="29" creationId="{095D77AA-A845-E0DE-AEB1-27981FC25B20}"/>
          </ac:picMkLst>
        </pc:picChg>
        <pc:cxnChg chg="add mod">
          <ac:chgData name="Jeroen Rodenburg" userId="36afe4a3-a6a4-4251-8e46-e83f049ed970" providerId="ADAL" clId="{D5F1F950-ADB2-479E-9410-54A522774477}" dt="2025-07-07T12:25:39.586" v="5948" actId="1076"/>
          <ac:cxnSpMkLst>
            <pc:docMk/>
            <pc:sldMk cId="102796557" sldId="327"/>
            <ac:cxnSpMk id="12" creationId="{319E1A76-0D15-8230-8BFE-10A86B487E8D}"/>
          </ac:cxnSpMkLst>
        </pc:cxnChg>
        <pc:cxnChg chg="mod topLvl">
          <ac:chgData name="Jeroen Rodenburg" userId="36afe4a3-a6a4-4251-8e46-e83f049ed970" providerId="ADAL" clId="{D5F1F950-ADB2-479E-9410-54A522774477}" dt="2025-07-07T12:26:04.083" v="5955" actId="1076"/>
          <ac:cxnSpMkLst>
            <pc:docMk/>
            <pc:sldMk cId="102796557" sldId="327"/>
            <ac:cxnSpMk id="24" creationId="{1AE782E6-AAD3-02EA-2614-5C9F008DF18B}"/>
          </ac:cxnSpMkLst>
        </pc:cxnChg>
        <pc:cxnChg chg="mod topLvl">
          <ac:chgData name="Jeroen Rodenburg" userId="36afe4a3-a6a4-4251-8e46-e83f049ed970" providerId="ADAL" clId="{D5F1F950-ADB2-479E-9410-54A522774477}" dt="2025-07-07T12:25:19.593" v="5943" actId="1076"/>
          <ac:cxnSpMkLst>
            <pc:docMk/>
            <pc:sldMk cId="102796557" sldId="327"/>
            <ac:cxnSpMk id="25" creationId="{7DBA16C8-EA2A-2DDE-F938-519D1AB8DBC2}"/>
          </ac:cxnSpMkLst>
        </pc:cxnChg>
        <pc:cxnChg chg="del mod">
          <ac:chgData name="Jeroen Rodenburg" userId="36afe4a3-a6a4-4251-8e46-e83f049ed970" providerId="ADAL" clId="{D5F1F950-ADB2-479E-9410-54A522774477}" dt="2025-07-07T12:22:52.871" v="5883" actId="478"/>
          <ac:cxnSpMkLst>
            <pc:docMk/>
            <pc:sldMk cId="102796557" sldId="327"/>
            <ac:cxnSpMk id="26" creationId="{C6CE097D-C1AD-03F6-66D4-A175EAD48005}"/>
          </ac:cxnSpMkLst>
        </pc:cxnChg>
        <pc:cxnChg chg="del mod topLvl">
          <ac:chgData name="Jeroen Rodenburg" userId="36afe4a3-a6a4-4251-8e46-e83f049ed970" providerId="ADAL" clId="{D5F1F950-ADB2-479E-9410-54A522774477}" dt="2025-07-07T12:25:35.041" v="5946" actId="478"/>
          <ac:cxnSpMkLst>
            <pc:docMk/>
            <pc:sldMk cId="102796557" sldId="327"/>
            <ac:cxnSpMk id="27" creationId="{4DD795A5-9144-98F8-CC87-FD8A326DCFF5}"/>
          </ac:cxnSpMkLst>
        </pc:cxnChg>
        <pc:cxnChg chg="add mod">
          <ac:chgData name="Jeroen Rodenburg" userId="36afe4a3-a6a4-4251-8e46-e83f049ed970" providerId="ADAL" clId="{D5F1F950-ADB2-479E-9410-54A522774477}" dt="2025-07-07T12:26:30.334" v="5957" actId="1076"/>
          <ac:cxnSpMkLst>
            <pc:docMk/>
            <pc:sldMk cId="102796557" sldId="327"/>
            <ac:cxnSpMk id="30" creationId="{24DD6AB0-1685-E467-ABAD-5B1E4CAEC78B}"/>
          </ac:cxnSpMkLst>
        </pc:cxnChg>
        <pc:cxnChg chg="add mod">
          <ac:chgData name="Jeroen Rodenburg" userId="36afe4a3-a6a4-4251-8e46-e83f049ed970" providerId="ADAL" clId="{D5F1F950-ADB2-479E-9410-54A522774477}" dt="2025-07-07T12:27:07.332" v="5979" actId="1076"/>
          <ac:cxnSpMkLst>
            <pc:docMk/>
            <pc:sldMk cId="102796557" sldId="327"/>
            <ac:cxnSpMk id="31" creationId="{D980A030-C55C-5C7B-E193-D68A2CAD2D0C}"/>
          </ac:cxnSpMkLst>
        </pc:cxnChg>
        <pc:cxnChg chg="add mod">
          <ac:chgData name="Jeroen Rodenburg" userId="36afe4a3-a6a4-4251-8e46-e83f049ed970" providerId="ADAL" clId="{D5F1F950-ADB2-479E-9410-54A522774477}" dt="2025-07-07T12:26:50.651" v="5977" actId="1037"/>
          <ac:cxnSpMkLst>
            <pc:docMk/>
            <pc:sldMk cId="102796557" sldId="327"/>
            <ac:cxnSpMk id="38" creationId="{7EC10480-9D96-7E56-91B6-F70F75E58637}"/>
          </ac:cxnSpMkLst>
        </pc:cxnChg>
      </pc:sldChg>
      <pc:sldChg chg="addSp delSp modSp add mod">
        <pc:chgData name="Jeroen Rodenburg" userId="36afe4a3-a6a4-4251-8e46-e83f049ed970" providerId="ADAL" clId="{D5F1F950-ADB2-479E-9410-54A522774477}" dt="2025-07-07T12:46:24.437" v="6496" actId="208"/>
        <pc:sldMkLst>
          <pc:docMk/>
          <pc:sldMk cId="798306036" sldId="328"/>
        </pc:sldMkLst>
        <pc:spChg chg="mod">
          <ac:chgData name="Jeroen Rodenburg" userId="36afe4a3-a6a4-4251-8e46-e83f049ed970" providerId="ADAL" clId="{D5F1F950-ADB2-479E-9410-54A522774477}" dt="2025-07-07T12:33:42.892" v="6034" actId="20577"/>
          <ac:spMkLst>
            <pc:docMk/>
            <pc:sldMk cId="798306036" sldId="328"/>
            <ac:spMk id="2" creationId="{596BB994-CC22-C208-7C1D-0E949495BD1B}"/>
          </ac:spMkLst>
        </pc:spChg>
        <pc:spChg chg="mod ord">
          <ac:chgData name="Jeroen Rodenburg" userId="36afe4a3-a6a4-4251-8e46-e83f049ed970" providerId="ADAL" clId="{D5F1F950-ADB2-479E-9410-54A522774477}" dt="2025-07-07T12:42:30.332" v="6441" actId="1076"/>
          <ac:spMkLst>
            <pc:docMk/>
            <pc:sldMk cId="798306036" sldId="328"/>
            <ac:spMk id="6" creationId="{48691801-2C0D-42D3-A524-22BC37C9EA97}"/>
          </ac:spMkLst>
        </pc:spChg>
        <pc:spChg chg="del mod">
          <ac:chgData name="Jeroen Rodenburg" userId="36afe4a3-a6a4-4251-8e46-e83f049ed970" providerId="ADAL" clId="{D5F1F950-ADB2-479E-9410-54A522774477}" dt="2025-07-07T12:36:05.710" v="6280" actId="478"/>
          <ac:spMkLst>
            <pc:docMk/>
            <pc:sldMk cId="798306036" sldId="328"/>
            <ac:spMk id="7" creationId="{E5A99783-A87E-A31F-0E08-85FE2CB7D201}"/>
          </ac:spMkLst>
        </pc:spChg>
        <pc:spChg chg="mod">
          <ac:chgData name="Jeroen Rodenburg" userId="36afe4a3-a6a4-4251-8e46-e83f049ed970" providerId="ADAL" clId="{D5F1F950-ADB2-479E-9410-54A522774477}" dt="2025-07-07T12:42:17.916" v="6439" actId="1076"/>
          <ac:spMkLst>
            <pc:docMk/>
            <pc:sldMk cId="798306036" sldId="328"/>
            <ac:spMk id="8" creationId="{0F543656-05C5-7C13-669A-0CF1928B5F39}"/>
          </ac:spMkLst>
        </pc:spChg>
        <pc:spChg chg="add mod">
          <ac:chgData name="Jeroen Rodenburg" userId="36afe4a3-a6a4-4251-8e46-e83f049ed970" providerId="ADAL" clId="{D5F1F950-ADB2-479E-9410-54A522774477}" dt="2025-07-07T12:42:20.651" v="6440" actId="1076"/>
          <ac:spMkLst>
            <pc:docMk/>
            <pc:sldMk cId="798306036" sldId="328"/>
            <ac:spMk id="10" creationId="{92B80F68-E1FD-99F2-D02B-0211991F1448}"/>
          </ac:spMkLst>
        </pc:spChg>
        <pc:spChg chg="add mod">
          <ac:chgData name="Jeroen Rodenburg" userId="36afe4a3-a6a4-4251-8e46-e83f049ed970" providerId="ADAL" clId="{D5F1F950-ADB2-479E-9410-54A522774477}" dt="2025-07-07T12:42:38.044" v="6443" actId="1076"/>
          <ac:spMkLst>
            <pc:docMk/>
            <pc:sldMk cId="798306036" sldId="328"/>
            <ac:spMk id="11" creationId="{C84DE243-79EE-07CE-ED36-9C4AA4D99144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14" creationId="{4ED5D9EE-0006-9417-CD64-401CC573CCFF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15" creationId="{2AC5E6C2-18E7-DD17-2E8B-C15856796F86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17" creationId="{C8E452EA-4A48-863A-9154-54E784EEE1E2}"/>
          </ac:spMkLst>
        </pc:spChg>
        <pc:spChg chg="mod">
          <ac:chgData name="Jeroen Rodenburg" userId="36afe4a3-a6a4-4251-8e46-e83f049ed970" providerId="ADAL" clId="{D5F1F950-ADB2-479E-9410-54A522774477}" dt="2025-07-07T12:40:53.971" v="6355" actId="14100"/>
          <ac:spMkLst>
            <pc:docMk/>
            <pc:sldMk cId="798306036" sldId="328"/>
            <ac:spMk id="18" creationId="{AED687AB-4B69-4272-46ED-2338BC97ADCC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19" creationId="{FE306AAC-5BA7-8886-5128-B8E538B32D4B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20" creationId="{857EE18E-757A-E47D-8C41-B6206AD31F62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21" creationId="{B4E6FE5F-E3F1-AA69-442B-022B63F59976}"/>
          </ac:spMkLst>
        </pc:spChg>
        <pc:spChg chg="mod">
          <ac:chgData name="Jeroen Rodenburg" userId="36afe4a3-a6a4-4251-8e46-e83f049ed970" providerId="ADAL" clId="{D5F1F950-ADB2-479E-9410-54A522774477}" dt="2025-07-07T12:39:43.108" v="6342" actId="164"/>
          <ac:spMkLst>
            <pc:docMk/>
            <pc:sldMk cId="798306036" sldId="328"/>
            <ac:spMk id="23" creationId="{FC926FF5-0FF9-FAB0-5EDA-862526D448A4}"/>
          </ac:spMkLst>
        </pc:spChg>
        <pc:spChg chg="mod">
          <ac:chgData name="Jeroen Rodenburg" userId="36afe4a3-a6a4-4251-8e46-e83f049ed970" providerId="ADAL" clId="{D5F1F950-ADB2-479E-9410-54A522774477}" dt="2025-07-07T12:39:59.495" v="6345"/>
          <ac:spMkLst>
            <pc:docMk/>
            <pc:sldMk cId="798306036" sldId="328"/>
            <ac:spMk id="27" creationId="{3A70C1E5-84DC-5AB3-4C78-235782826EED}"/>
          </ac:spMkLst>
        </pc:spChg>
        <pc:spChg chg="del">
          <ac:chgData name="Jeroen Rodenburg" userId="36afe4a3-a6a4-4251-8e46-e83f049ed970" providerId="ADAL" clId="{D5F1F950-ADB2-479E-9410-54A522774477}" dt="2025-07-07T12:41:39.594" v="6425" actId="478"/>
          <ac:spMkLst>
            <pc:docMk/>
            <pc:sldMk cId="798306036" sldId="328"/>
            <ac:spMk id="28" creationId="{8F9EFF52-B9D4-561B-D3CA-35BCEAF37718}"/>
          </ac:spMkLst>
        </pc:spChg>
        <pc:spChg chg="mod">
          <ac:chgData name="Jeroen Rodenburg" userId="36afe4a3-a6a4-4251-8e46-e83f049ed970" providerId="ADAL" clId="{D5F1F950-ADB2-479E-9410-54A522774477}" dt="2025-07-07T12:40:50.316" v="6354" actId="1076"/>
          <ac:spMkLst>
            <pc:docMk/>
            <pc:sldMk cId="798306036" sldId="328"/>
            <ac:spMk id="29" creationId="{492ED1F8-6AA8-1298-F446-CC76829388D3}"/>
          </ac:spMkLst>
        </pc:spChg>
        <pc:spChg chg="del mod">
          <ac:chgData name="Jeroen Rodenburg" userId="36afe4a3-a6a4-4251-8e46-e83f049ed970" providerId="ADAL" clId="{D5F1F950-ADB2-479E-9410-54A522774477}" dt="2025-07-07T12:41:52.219" v="6434" actId="478"/>
          <ac:spMkLst>
            <pc:docMk/>
            <pc:sldMk cId="798306036" sldId="328"/>
            <ac:spMk id="32" creationId="{EA006C34-1E1B-BC7F-CE8D-669265E31956}"/>
          </ac:spMkLst>
        </pc:spChg>
        <pc:spChg chg="del">
          <ac:chgData name="Jeroen Rodenburg" userId="36afe4a3-a6a4-4251-8e46-e83f049ed970" providerId="ADAL" clId="{D5F1F950-ADB2-479E-9410-54A522774477}" dt="2025-07-07T12:41:54.762" v="6435" actId="478"/>
          <ac:spMkLst>
            <pc:docMk/>
            <pc:sldMk cId="798306036" sldId="328"/>
            <ac:spMk id="33" creationId="{94C9CD06-F0BF-6CC2-1110-368961E3515E}"/>
          </ac:spMkLst>
        </pc:spChg>
        <pc:spChg chg="del mod">
          <ac:chgData name="Jeroen Rodenburg" userId="36afe4a3-a6a4-4251-8e46-e83f049ed970" providerId="ADAL" clId="{D5F1F950-ADB2-479E-9410-54A522774477}" dt="2025-07-07T12:41:50.451" v="6433" actId="478"/>
          <ac:spMkLst>
            <pc:docMk/>
            <pc:sldMk cId="798306036" sldId="328"/>
            <ac:spMk id="34" creationId="{B9733C13-4DA9-B99D-3AB8-D071E07EC0F3}"/>
          </ac:spMkLst>
        </pc:spChg>
        <pc:spChg chg="del">
          <ac:chgData name="Jeroen Rodenburg" userId="36afe4a3-a6a4-4251-8e46-e83f049ed970" providerId="ADAL" clId="{D5F1F950-ADB2-479E-9410-54A522774477}" dt="2025-07-07T12:41:39.594" v="6425" actId="478"/>
          <ac:spMkLst>
            <pc:docMk/>
            <pc:sldMk cId="798306036" sldId="328"/>
            <ac:spMk id="35" creationId="{EE4F4DAA-1D80-3471-5AD8-907E117088E0}"/>
          </ac:spMkLst>
        </pc:spChg>
        <pc:spChg chg="mod">
          <ac:chgData name="Jeroen Rodenburg" userId="36afe4a3-a6a4-4251-8e46-e83f049ed970" providerId="ADAL" clId="{D5F1F950-ADB2-479E-9410-54A522774477}" dt="2025-07-07T12:41:41.035" v="6427" actId="6549"/>
          <ac:spMkLst>
            <pc:docMk/>
            <pc:sldMk cId="798306036" sldId="328"/>
            <ac:spMk id="36" creationId="{35B15134-C98F-A3AB-7C4D-E3736F00A9B2}"/>
          </ac:spMkLst>
        </pc:spChg>
        <pc:spChg chg="del">
          <ac:chgData name="Jeroen Rodenburg" userId="36afe4a3-a6a4-4251-8e46-e83f049ed970" providerId="ADAL" clId="{D5F1F950-ADB2-479E-9410-54A522774477}" dt="2025-07-07T12:41:39.594" v="6425" actId="478"/>
          <ac:spMkLst>
            <pc:docMk/>
            <pc:sldMk cId="798306036" sldId="328"/>
            <ac:spMk id="37" creationId="{128BC1ED-5C02-1167-3313-DD442AA30893}"/>
          </ac:spMkLst>
        </pc:spChg>
        <pc:spChg chg="add del mod">
          <ac:chgData name="Jeroen Rodenburg" userId="36afe4a3-a6a4-4251-8e46-e83f049ed970" providerId="ADAL" clId="{D5F1F950-ADB2-479E-9410-54A522774477}" dt="2025-07-07T12:41:15.284" v="6363" actId="21"/>
          <ac:spMkLst>
            <pc:docMk/>
            <pc:sldMk cId="798306036" sldId="328"/>
            <ac:spMk id="39" creationId="{0D6E17F7-9E49-4F93-BD21-7A066533EAB8}"/>
          </ac:spMkLst>
        </pc:spChg>
        <pc:spChg chg="mod">
          <ac:chgData name="Jeroen Rodenburg" userId="36afe4a3-a6a4-4251-8e46-e83f049ed970" providerId="ADAL" clId="{D5F1F950-ADB2-479E-9410-54A522774477}" dt="2025-07-07T12:40:34.882" v="6353" actId="1076"/>
          <ac:spMkLst>
            <pc:docMk/>
            <pc:sldMk cId="798306036" sldId="328"/>
            <ac:spMk id="40" creationId="{4EAF35B6-2E22-812B-5FC7-EBF97D1D016A}"/>
          </ac:spMkLst>
        </pc:spChg>
        <pc:spChg chg="mod">
          <ac:chgData name="Jeroen Rodenburg" userId="36afe4a3-a6a4-4251-8e46-e83f049ed970" providerId="ADAL" clId="{D5F1F950-ADB2-479E-9410-54A522774477}" dt="2025-07-07T12:40:22.477" v="6351" actId="20577"/>
          <ac:spMkLst>
            <pc:docMk/>
            <pc:sldMk cId="798306036" sldId="328"/>
            <ac:spMk id="41" creationId="{50CA1A43-1B8B-65D6-FDF0-707E1F3D1702}"/>
          </ac:spMkLst>
        </pc:spChg>
        <pc:spChg chg="mod">
          <ac:chgData name="Jeroen Rodenburg" userId="36afe4a3-a6a4-4251-8e46-e83f049ed970" providerId="ADAL" clId="{D5F1F950-ADB2-479E-9410-54A522774477}" dt="2025-07-07T12:40:57.282" v="6359" actId="20577"/>
          <ac:spMkLst>
            <pc:docMk/>
            <pc:sldMk cId="798306036" sldId="328"/>
            <ac:spMk id="42" creationId="{F54FD018-3430-8B59-20D9-BBB7545909ED}"/>
          </ac:spMkLst>
        </pc:spChg>
        <pc:spChg chg="mod">
          <ac:chgData name="Jeroen Rodenburg" userId="36afe4a3-a6a4-4251-8e46-e83f049ed970" providerId="ADAL" clId="{D5F1F950-ADB2-479E-9410-54A522774477}" dt="2025-07-07T12:40:34.882" v="6353" actId="1076"/>
          <ac:spMkLst>
            <pc:docMk/>
            <pc:sldMk cId="798306036" sldId="328"/>
            <ac:spMk id="43" creationId="{6A03F1E7-2C9A-54C4-1787-70867EC623D6}"/>
          </ac:spMkLst>
        </pc:spChg>
        <pc:spChg chg="add mod">
          <ac:chgData name="Jeroen Rodenburg" userId="36afe4a3-a6a4-4251-8e46-e83f049ed970" providerId="ADAL" clId="{D5F1F950-ADB2-479E-9410-54A522774477}" dt="2025-07-07T12:43:06.388" v="6449" actId="1076"/>
          <ac:spMkLst>
            <pc:docMk/>
            <pc:sldMk cId="798306036" sldId="328"/>
            <ac:spMk id="45" creationId="{0D6E17F7-9E49-4F93-BD21-7A066533EAB8}"/>
          </ac:spMkLst>
        </pc:spChg>
        <pc:spChg chg="mod">
          <ac:chgData name="Jeroen Rodenburg" userId="36afe4a3-a6a4-4251-8e46-e83f049ed970" providerId="ADAL" clId="{D5F1F950-ADB2-479E-9410-54A522774477}" dt="2025-07-07T12:44:21.181" v="6464" actId="14100"/>
          <ac:spMkLst>
            <pc:docMk/>
            <pc:sldMk cId="798306036" sldId="328"/>
            <ac:spMk id="47" creationId="{170FAF6D-54AD-0BA3-49E3-53FC157AA846}"/>
          </ac:spMkLst>
        </pc:spChg>
        <pc:spChg chg="mod">
          <ac:chgData name="Jeroen Rodenburg" userId="36afe4a3-a6a4-4251-8e46-e83f049ed970" providerId="ADAL" clId="{D5F1F950-ADB2-479E-9410-54A522774477}" dt="2025-07-07T12:44:03.223" v="6462" actId="1076"/>
          <ac:spMkLst>
            <pc:docMk/>
            <pc:sldMk cId="798306036" sldId="328"/>
            <ac:spMk id="50" creationId="{B6069002-544F-5518-C55D-3053C2D4AFD0}"/>
          </ac:spMkLst>
        </pc:spChg>
        <pc:spChg chg="mod">
          <ac:chgData name="Jeroen Rodenburg" userId="36afe4a3-a6a4-4251-8e46-e83f049ed970" providerId="ADAL" clId="{D5F1F950-ADB2-479E-9410-54A522774477}" dt="2025-07-07T12:44:16.630" v="6463" actId="1076"/>
          <ac:spMkLst>
            <pc:docMk/>
            <pc:sldMk cId="798306036" sldId="328"/>
            <ac:spMk id="51" creationId="{D5A1513C-0C52-2718-D14E-7013F0F7CAC2}"/>
          </ac:spMkLst>
        </pc:spChg>
        <pc:spChg chg="mod">
          <ac:chgData name="Jeroen Rodenburg" userId="36afe4a3-a6a4-4251-8e46-e83f049ed970" providerId="ADAL" clId="{D5F1F950-ADB2-479E-9410-54A522774477}" dt="2025-07-07T12:42:40.324" v="6444"/>
          <ac:spMkLst>
            <pc:docMk/>
            <pc:sldMk cId="798306036" sldId="328"/>
            <ac:spMk id="52" creationId="{7D200452-4248-A119-19F3-5A0504ECA946}"/>
          </ac:spMkLst>
        </pc:spChg>
        <pc:spChg chg="mod">
          <ac:chgData name="Jeroen Rodenburg" userId="36afe4a3-a6a4-4251-8e46-e83f049ed970" providerId="ADAL" clId="{D5F1F950-ADB2-479E-9410-54A522774477}" dt="2025-07-07T12:44:03.223" v="6462" actId="1076"/>
          <ac:spMkLst>
            <pc:docMk/>
            <pc:sldMk cId="798306036" sldId="328"/>
            <ac:spMk id="53" creationId="{88564F72-CF77-9283-86E8-FC8A2A97A822}"/>
          </ac:spMkLst>
        </pc:spChg>
        <pc:spChg chg="mod">
          <ac:chgData name="Jeroen Rodenburg" userId="36afe4a3-a6a4-4251-8e46-e83f049ed970" providerId="ADAL" clId="{D5F1F950-ADB2-479E-9410-54A522774477}" dt="2025-07-07T12:44:16.630" v="6463" actId="1076"/>
          <ac:spMkLst>
            <pc:docMk/>
            <pc:sldMk cId="798306036" sldId="328"/>
            <ac:spMk id="54" creationId="{BC3F419D-6E28-A290-4885-024909C1A927}"/>
          </ac:spMkLst>
        </pc:spChg>
        <pc:spChg chg="mod">
          <ac:chgData name="Jeroen Rodenburg" userId="36afe4a3-a6a4-4251-8e46-e83f049ed970" providerId="ADAL" clId="{D5F1F950-ADB2-479E-9410-54A522774477}" dt="2025-07-07T12:43:22.668" v="6454" actId="20577"/>
          <ac:spMkLst>
            <pc:docMk/>
            <pc:sldMk cId="798306036" sldId="328"/>
            <ac:spMk id="55" creationId="{C728EC47-6B35-94E9-96A4-A093CBCC8B01}"/>
          </ac:spMkLst>
        </pc:spChg>
        <pc:spChg chg="mod">
          <ac:chgData name="Jeroen Rodenburg" userId="36afe4a3-a6a4-4251-8e46-e83f049ed970" providerId="ADAL" clId="{D5F1F950-ADB2-479E-9410-54A522774477}" dt="2025-07-07T12:45:34.630" v="6480" actId="14100"/>
          <ac:spMkLst>
            <pc:docMk/>
            <pc:sldMk cId="798306036" sldId="328"/>
            <ac:spMk id="58" creationId="{E99954B1-EC02-97B4-B92E-864459D94732}"/>
          </ac:spMkLst>
        </pc:spChg>
        <pc:spChg chg="mod">
          <ac:chgData name="Jeroen Rodenburg" userId="36afe4a3-a6a4-4251-8e46-e83f049ed970" providerId="ADAL" clId="{D5F1F950-ADB2-479E-9410-54A522774477}" dt="2025-07-07T12:45:43.247" v="6481" actId="1076"/>
          <ac:spMkLst>
            <pc:docMk/>
            <pc:sldMk cId="798306036" sldId="328"/>
            <ac:spMk id="61" creationId="{0B7DBCFD-76A7-9C26-9F3E-7A6605514934}"/>
          </ac:spMkLst>
        </pc:spChg>
        <pc:spChg chg="mod">
          <ac:chgData name="Jeroen Rodenburg" userId="36afe4a3-a6a4-4251-8e46-e83f049ed970" providerId="ADAL" clId="{D5F1F950-ADB2-479E-9410-54A522774477}" dt="2025-07-07T12:45:23.134" v="6479" actId="1076"/>
          <ac:spMkLst>
            <pc:docMk/>
            <pc:sldMk cId="798306036" sldId="328"/>
            <ac:spMk id="62" creationId="{E6DE6818-B8A2-565E-6388-6764C797B263}"/>
          </ac:spMkLst>
        </pc:spChg>
        <pc:spChg chg="mod">
          <ac:chgData name="Jeroen Rodenburg" userId="36afe4a3-a6a4-4251-8e46-e83f049ed970" providerId="ADAL" clId="{D5F1F950-ADB2-479E-9410-54A522774477}" dt="2025-07-07T12:44:37.531" v="6465"/>
          <ac:spMkLst>
            <pc:docMk/>
            <pc:sldMk cId="798306036" sldId="328"/>
            <ac:spMk id="63" creationId="{5D6FCDE2-B178-4B6E-DE2D-1534302F14AD}"/>
          </ac:spMkLst>
        </pc:spChg>
        <pc:spChg chg="mod">
          <ac:chgData name="Jeroen Rodenburg" userId="36afe4a3-a6a4-4251-8e46-e83f049ed970" providerId="ADAL" clId="{D5F1F950-ADB2-479E-9410-54A522774477}" dt="2025-07-07T12:45:43.247" v="6481" actId="1076"/>
          <ac:spMkLst>
            <pc:docMk/>
            <pc:sldMk cId="798306036" sldId="328"/>
            <ac:spMk id="64" creationId="{BE1E4044-7CAF-1E68-7234-F6ADFF7A9FB0}"/>
          </ac:spMkLst>
        </pc:spChg>
        <pc:spChg chg="mod">
          <ac:chgData name="Jeroen Rodenburg" userId="36afe4a3-a6a4-4251-8e46-e83f049ed970" providerId="ADAL" clId="{D5F1F950-ADB2-479E-9410-54A522774477}" dt="2025-07-07T12:45:18.055" v="6478" actId="1076"/>
          <ac:spMkLst>
            <pc:docMk/>
            <pc:sldMk cId="798306036" sldId="328"/>
            <ac:spMk id="65" creationId="{5B1F13F3-74B3-03B8-D334-1D807CF63D60}"/>
          </ac:spMkLst>
        </pc:spChg>
        <pc:spChg chg="mod">
          <ac:chgData name="Jeroen Rodenburg" userId="36afe4a3-a6a4-4251-8e46-e83f049ed970" providerId="ADAL" clId="{D5F1F950-ADB2-479E-9410-54A522774477}" dt="2025-07-07T12:44:50.495" v="6469" actId="20577"/>
          <ac:spMkLst>
            <pc:docMk/>
            <pc:sldMk cId="798306036" sldId="328"/>
            <ac:spMk id="66" creationId="{28EC8CDE-D492-91C2-DA13-F6AE64D5FD3D}"/>
          </ac:spMkLst>
        </pc:spChg>
        <pc:spChg chg="add mod">
          <ac:chgData name="Jeroen Rodenburg" userId="36afe4a3-a6a4-4251-8e46-e83f049ed970" providerId="ADAL" clId="{D5F1F950-ADB2-479E-9410-54A522774477}" dt="2025-07-07T12:45:54.339" v="6493" actId="20577"/>
          <ac:spMkLst>
            <pc:docMk/>
            <pc:sldMk cId="798306036" sldId="328"/>
            <ac:spMk id="68" creationId="{D83EAF1E-F436-9CDA-57DE-56BB212CBCCB}"/>
          </ac:spMkLst>
        </pc:spChg>
        <pc:grpChg chg="add mod">
          <ac:chgData name="Jeroen Rodenburg" userId="36afe4a3-a6a4-4251-8e46-e83f049ed970" providerId="ADAL" clId="{D5F1F950-ADB2-479E-9410-54A522774477}" dt="2025-07-07T12:42:55.344" v="6446" actId="1076"/>
          <ac:grpSpMkLst>
            <pc:docMk/>
            <pc:sldMk cId="798306036" sldId="328"/>
            <ac:grpSpMk id="13" creationId="{178AB940-E1AF-5771-03FE-91E877D2EBF4}"/>
          </ac:grpSpMkLst>
        </pc:grpChg>
        <pc:grpChg chg="add mod">
          <ac:chgData name="Jeroen Rodenburg" userId="36afe4a3-a6a4-4251-8e46-e83f049ed970" providerId="ADAL" clId="{D5F1F950-ADB2-479E-9410-54A522774477}" dt="2025-07-07T12:42:55.344" v="6446" actId="1076"/>
          <ac:grpSpMkLst>
            <pc:docMk/>
            <pc:sldMk cId="798306036" sldId="328"/>
            <ac:grpSpMk id="16" creationId="{89CE28DC-E731-BDC4-900B-5390EED1AFB9}"/>
          </ac:grpSpMkLst>
        </pc:grpChg>
        <pc:grpChg chg="add mod">
          <ac:chgData name="Jeroen Rodenburg" userId="36afe4a3-a6a4-4251-8e46-e83f049ed970" providerId="ADAL" clId="{D5F1F950-ADB2-479E-9410-54A522774477}" dt="2025-07-07T12:43:44.237" v="6459" actId="1076"/>
          <ac:grpSpMkLst>
            <pc:docMk/>
            <pc:sldMk cId="798306036" sldId="328"/>
            <ac:grpSpMk id="46" creationId="{0B7312F1-8E70-E8F9-3A39-ECF9D3C87A15}"/>
          </ac:grpSpMkLst>
        </pc:grpChg>
        <pc:grpChg chg="add mod">
          <ac:chgData name="Jeroen Rodenburg" userId="36afe4a3-a6a4-4251-8e46-e83f049ed970" providerId="ADAL" clId="{D5F1F950-ADB2-479E-9410-54A522774477}" dt="2025-07-07T12:45:08.367" v="6476" actId="1076"/>
          <ac:grpSpMkLst>
            <pc:docMk/>
            <pc:sldMk cId="798306036" sldId="328"/>
            <ac:grpSpMk id="57" creationId="{621EBBF0-7D5E-5A22-BD08-E51F42573B40}"/>
          </ac:grpSpMkLst>
        </pc:grpChg>
        <pc:picChg chg="del">
          <ac:chgData name="Jeroen Rodenburg" userId="36afe4a3-a6a4-4251-8e46-e83f049ed970" providerId="ADAL" clId="{D5F1F950-ADB2-479E-9410-54A522774477}" dt="2025-07-07T12:35:19.076" v="6172" actId="478"/>
          <ac:picMkLst>
            <pc:docMk/>
            <pc:sldMk cId="798306036" sldId="328"/>
            <ac:picMk id="9" creationId="{012F83F3-3BD9-33EA-3052-8A56124CEA8A}"/>
          </ac:picMkLst>
        </pc:picChg>
        <pc:cxnChg chg="mod">
          <ac:chgData name="Jeroen Rodenburg" userId="36afe4a3-a6a4-4251-8e46-e83f049ed970" providerId="ADAL" clId="{D5F1F950-ADB2-479E-9410-54A522774477}" dt="2025-07-07T12:39:43.108" v="6342" actId="164"/>
          <ac:cxnSpMkLst>
            <pc:docMk/>
            <pc:sldMk cId="798306036" sldId="328"/>
            <ac:cxnSpMk id="12" creationId="{319E1A76-0D15-8230-8BFE-10A86B487E8D}"/>
          </ac:cxnSpMkLst>
        </pc:cxnChg>
        <pc:cxnChg chg="mod">
          <ac:chgData name="Jeroen Rodenburg" userId="36afe4a3-a6a4-4251-8e46-e83f049ed970" providerId="ADAL" clId="{D5F1F950-ADB2-479E-9410-54A522774477}" dt="2025-07-07T12:39:59.495" v="6345"/>
          <ac:cxnSpMkLst>
            <pc:docMk/>
            <pc:sldMk cId="798306036" sldId="328"/>
            <ac:cxnSpMk id="22" creationId="{58BAF836-2343-8F94-DBA3-07E5D2EE364E}"/>
          </ac:cxnSpMkLst>
        </pc:cxnChg>
        <pc:cxnChg chg="mod">
          <ac:chgData name="Jeroen Rodenburg" userId="36afe4a3-a6a4-4251-8e46-e83f049ed970" providerId="ADAL" clId="{D5F1F950-ADB2-479E-9410-54A522774477}" dt="2025-07-07T12:39:43.108" v="6342" actId="164"/>
          <ac:cxnSpMkLst>
            <pc:docMk/>
            <pc:sldMk cId="798306036" sldId="328"/>
            <ac:cxnSpMk id="24" creationId="{1AE782E6-AAD3-02EA-2614-5C9F008DF18B}"/>
          </ac:cxnSpMkLst>
        </pc:cxnChg>
        <pc:cxnChg chg="mod">
          <ac:chgData name="Jeroen Rodenburg" userId="36afe4a3-a6a4-4251-8e46-e83f049ed970" providerId="ADAL" clId="{D5F1F950-ADB2-479E-9410-54A522774477}" dt="2025-07-07T12:39:43.108" v="6342" actId="164"/>
          <ac:cxnSpMkLst>
            <pc:docMk/>
            <pc:sldMk cId="798306036" sldId="328"/>
            <ac:cxnSpMk id="25" creationId="{7DBA16C8-EA2A-2DDE-F938-519D1AB8DBC2}"/>
          </ac:cxnSpMkLst>
        </pc:cxnChg>
        <pc:cxnChg chg="mod">
          <ac:chgData name="Jeroen Rodenburg" userId="36afe4a3-a6a4-4251-8e46-e83f049ed970" providerId="ADAL" clId="{D5F1F950-ADB2-479E-9410-54A522774477}" dt="2025-07-07T12:40:34.882" v="6353" actId="1076"/>
          <ac:cxnSpMkLst>
            <pc:docMk/>
            <pc:sldMk cId="798306036" sldId="328"/>
            <ac:cxnSpMk id="26" creationId="{37E7C8A2-06B7-561C-880B-F27B4A42DC9D}"/>
          </ac:cxnSpMkLst>
        </pc:cxnChg>
        <pc:cxnChg chg="del mod">
          <ac:chgData name="Jeroen Rodenburg" userId="36afe4a3-a6a4-4251-8e46-e83f049ed970" providerId="ADAL" clId="{D5F1F950-ADB2-479E-9410-54A522774477}" dt="2025-07-07T12:41:42.242" v="6429" actId="478"/>
          <ac:cxnSpMkLst>
            <pc:docMk/>
            <pc:sldMk cId="798306036" sldId="328"/>
            <ac:cxnSpMk id="30" creationId="{24DD6AB0-1685-E467-ABAD-5B1E4CAEC78B}"/>
          </ac:cxnSpMkLst>
        </pc:cxnChg>
        <pc:cxnChg chg="del">
          <ac:chgData name="Jeroen Rodenburg" userId="36afe4a3-a6a4-4251-8e46-e83f049ed970" providerId="ADAL" clId="{D5F1F950-ADB2-479E-9410-54A522774477}" dt="2025-07-07T12:41:41.586" v="6428" actId="478"/>
          <ac:cxnSpMkLst>
            <pc:docMk/>
            <pc:sldMk cId="798306036" sldId="328"/>
            <ac:cxnSpMk id="31" creationId="{D980A030-C55C-5C7B-E193-D68A2CAD2D0C}"/>
          </ac:cxnSpMkLst>
        </pc:cxnChg>
        <pc:cxnChg chg="del">
          <ac:chgData name="Jeroen Rodenburg" userId="36afe4a3-a6a4-4251-8e46-e83f049ed970" providerId="ADAL" clId="{D5F1F950-ADB2-479E-9410-54A522774477}" dt="2025-07-07T12:41:40.211" v="6426" actId="478"/>
          <ac:cxnSpMkLst>
            <pc:docMk/>
            <pc:sldMk cId="798306036" sldId="328"/>
            <ac:cxnSpMk id="38" creationId="{7EC10480-9D96-7E56-91B6-F70F75E58637}"/>
          </ac:cxnSpMkLst>
        </pc:cxnChg>
        <pc:cxnChg chg="mod">
          <ac:chgData name="Jeroen Rodenburg" userId="36afe4a3-a6a4-4251-8e46-e83f049ed970" providerId="ADAL" clId="{D5F1F950-ADB2-479E-9410-54A522774477}" dt="2025-07-07T12:40:50.316" v="6354" actId="1076"/>
          <ac:cxnSpMkLst>
            <pc:docMk/>
            <pc:sldMk cId="798306036" sldId="328"/>
            <ac:cxnSpMk id="44" creationId="{A1B380B8-1123-A546-E82C-352C5BB7D0F4}"/>
          </ac:cxnSpMkLst>
        </pc:cxnChg>
        <pc:cxnChg chg="mod">
          <ac:chgData name="Jeroen Rodenburg" userId="36afe4a3-a6a4-4251-8e46-e83f049ed970" providerId="ADAL" clId="{D5F1F950-ADB2-479E-9410-54A522774477}" dt="2025-07-07T12:44:03.223" v="6462" actId="1076"/>
          <ac:cxnSpMkLst>
            <pc:docMk/>
            <pc:sldMk cId="798306036" sldId="328"/>
            <ac:cxnSpMk id="48" creationId="{2D385D61-71CA-32D5-55A6-5DE8725F46EB}"/>
          </ac:cxnSpMkLst>
        </pc:cxnChg>
        <pc:cxnChg chg="mod">
          <ac:chgData name="Jeroen Rodenburg" userId="36afe4a3-a6a4-4251-8e46-e83f049ed970" providerId="ADAL" clId="{D5F1F950-ADB2-479E-9410-54A522774477}" dt="2025-07-07T12:42:40.324" v="6444"/>
          <ac:cxnSpMkLst>
            <pc:docMk/>
            <pc:sldMk cId="798306036" sldId="328"/>
            <ac:cxnSpMk id="49" creationId="{48967135-D665-69AC-7C83-B314A179C9B5}"/>
          </ac:cxnSpMkLst>
        </pc:cxnChg>
        <pc:cxnChg chg="mod">
          <ac:chgData name="Jeroen Rodenburg" userId="36afe4a3-a6a4-4251-8e46-e83f049ed970" providerId="ADAL" clId="{D5F1F950-ADB2-479E-9410-54A522774477}" dt="2025-07-07T12:44:16.630" v="6463" actId="1076"/>
          <ac:cxnSpMkLst>
            <pc:docMk/>
            <pc:sldMk cId="798306036" sldId="328"/>
            <ac:cxnSpMk id="56" creationId="{69A69CBE-A378-0C95-5659-E36D5FA301B6}"/>
          </ac:cxnSpMkLst>
        </pc:cxnChg>
        <pc:cxnChg chg="mod">
          <ac:chgData name="Jeroen Rodenburg" userId="36afe4a3-a6a4-4251-8e46-e83f049ed970" providerId="ADAL" clId="{D5F1F950-ADB2-479E-9410-54A522774477}" dt="2025-07-07T12:45:43.247" v="6481" actId="1076"/>
          <ac:cxnSpMkLst>
            <pc:docMk/>
            <pc:sldMk cId="798306036" sldId="328"/>
            <ac:cxnSpMk id="59" creationId="{FAEE832E-7AB7-42C9-F969-33CAF7080EEF}"/>
          </ac:cxnSpMkLst>
        </pc:cxnChg>
        <pc:cxnChg chg="mod">
          <ac:chgData name="Jeroen Rodenburg" userId="36afe4a3-a6a4-4251-8e46-e83f049ed970" providerId="ADAL" clId="{D5F1F950-ADB2-479E-9410-54A522774477}" dt="2025-07-07T12:44:37.531" v="6465"/>
          <ac:cxnSpMkLst>
            <pc:docMk/>
            <pc:sldMk cId="798306036" sldId="328"/>
            <ac:cxnSpMk id="60" creationId="{D08EE4FC-9ADB-02A3-4A2D-0286B3E37237}"/>
          </ac:cxnSpMkLst>
        </pc:cxnChg>
        <pc:cxnChg chg="mod">
          <ac:chgData name="Jeroen Rodenburg" userId="36afe4a3-a6a4-4251-8e46-e83f049ed970" providerId="ADAL" clId="{D5F1F950-ADB2-479E-9410-54A522774477}" dt="2025-07-07T12:45:18.055" v="6478" actId="1076"/>
          <ac:cxnSpMkLst>
            <pc:docMk/>
            <pc:sldMk cId="798306036" sldId="328"/>
            <ac:cxnSpMk id="67" creationId="{26461498-5FB4-DFA2-F613-76F20B0CD6B1}"/>
          </ac:cxnSpMkLst>
        </pc:cxnChg>
        <pc:cxnChg chg="add mod">
          <ac:chgData name="Jeroen Rodenburg" userId="36afe4a3-a6a4-4251-8e46-e83f049ed970" providerId="ADAL" clId="{D5F1F950-ADB2-479E-9410-54A522774477}" dt="2025-07-07T12:46:24.437" v="6496" actId="208"/>
          <ac:cxnSpMkLst>
            <pc:docMk/>
            <pc:sldMk cId="798306036" sldId="328"/>
            <ac:cxnSpMk id="70" creationId="{4EDA63C2-85E8-EAFF-8DF0-2A63F54FC43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709BA-0250-418B-A227-469BF0F69AD3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4FE01-11FF-43DA-B7F5-6592B996E3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79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30240-3B76-4E52-B42B-C39F5C218F4D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01649-886C-4324-AD4C-E61C88D4772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95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Until now we have seen the results of the habitual intake distributions in some examples. The estimated mean, percentiles and fraction of the population between or above some cut-off points are </a:t>
            </a:r>
            <a:r>
              <a:rPr lang="en-US" sz="1400" dirty="0" err="1"/>
              <a:t>alle</a:t>
            </a:r>
            <a:r>
              <a:rPr lang="en-US" sz="1400" dirty="0"/>
              <a:t> point estimates.</a:t>
            </a:r>
          </a:p>
          <a:p>
            <a:endParaRPr lang="en-US" sz="1400" dirty="0"/>
          </a:p>
          <a:p>
            <a:r>
              <a:rPr lang="en-US" sz="1400" dirty="0"/>
              <a:t>But what about their uncertainty? Can we assess the uncertainty of those</a:t>
            </a:r>
          </a:p>
          <a:p>
            <a:r>
              <a:rPr lang="en-US" sz="1400" dirty="0"/>
              <a:t>point estimates?</a:t>
            </a:r>
            <a:endParaRPr lang="nl-NL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4461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448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5023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53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our data:</a:t>
            </a:r>
          </a:p>
          <a:p>
            <a:endParaRPr lang="en-US" dirty="0"/>
          </a:p>
          <a:p>
            <a:r>
              <a:rPr lang="en-US" dirty="0"/>
              <a:t>as an example: Dutch National Food Consumption Survey</a:t>
            </a:r>
          </a:p>
          <a:p>
            <a:endParaRPr lang="en-US" dirty="0"/>
          </a:p>
          <a:p>
            <a:r>
              <a:rPr lang="en-US" dirty="0"/>
              <a:t>sampled with a stratified design from the Dutch population, </a:t>
            </a:r>
          </a:p>
          <a:p>
            <a:r>
              <a:rPr lang="en-US" dirty="0"/>
              <a:t>with almost 17.550.000 citizens</a:t>
            </a:r>
          </a:p>
          <a:p>
            <a:endParaRPr lang="en-US" dirty="0"/>
          </a:p>
          <a:p>
            <a:r>
              <a:rPr lang="en-US" dirty="0"/>
              <a:t>Randomly selected following a  design </a:t>
            </a:r>
            <a:r>
              <a:rPr lang="en-US" i="1"/>
              <a:t>without replacement (this means each person is selected once and then another person is selected, to have as much as possible variation in the survey)</a:t>
            </a:r>
            <a:endParaRPr lang="en-US" i="1" dirty="0"/>
          </a:p>
          <a:p>
            <a:r>
              <a:rPr lang="en-US" i="1" dirty="0"/>
              <a:t>so there are 4313 unique persons in our DNFCS dataset</a:t>
            </a:r>
          </a:p>
          <a:p>
            <a:endParaRPr lang="en-US" i="1" dirty="0"/>
          </a:p>
          <a:p>
            <a:r>
              <a:rPr lang="en-US" dirty="0"/>
              <a:t>Behind this scheme is an immense workload for years to</a:t>
            </a:r>
          </a:p>
          <a:p>
            <a:pPr marL="171450" indent="-171450">
              <a:buFontTx/>
              <a:buChar char="-"/>
            </a:pPr>
            <a:r>
              <a:rPr lang="en-US" dirty="0"/>
              <a:t>obtain participants,</a:t>
            </a:r>
          </a:p>
          <a:p>
            <a:pPr marL="171450" indent="-171450">
              <a:buFontTx/>
              <a:buChar char="-"/>
            </a:pPr>
            <a:r>
              <a:rPr lang="en-US" dirty="0"/>
              <a:t>with </a:t>
            </a:r>
            <a:r>
              <a:rPr lang="en-US" dirty="0" err="1"/>
              <a:t>dietists</a:t>
            </a:r>
            <a:r>
              <a:rPr lang="en-US" dirty="0"/>
              <a:t>, obtain their intakes on two independent days</a:t>
            </a:r>
          </a:p>
          <a:p>
            <a:pPr marL="171450" indent="-171450">
              <a:buFontTx/>
              <a:buChar char="-"/>
            </a:pPr>
            <a:r>
              <a:rPr lang="en-US" dirty="0"/>
              <a:t>clean the data and 'translate' their data into intakes about</a:t>
            </a:r>
            <a:br>
              <a:rPr lang="en-US" dirty="0"/>
            </a:br>
            <a:r>
              <a:rPr lang="en-US" dirty="0"/>
              <a:t>micronutrients, nutrients and food (</a:t>
            </a:r>
            <a:r>
              <a:rPr lang="en-US" dirty="0" err="1"/>
              <a:t>klopt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zo?) MDJ: je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zeggen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ze van </a:t>
            </a:r>
            <a:r>
              <a:rPr lang="en-US" dirty="0" err="1"/>
              <a:t>voedingsdagboekjes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micronutrient, nutrient en </a:t>
            </a:r>
            <a:r>
              <a:rPr lang="en-US" dirty="0" err="1"/>
              <a:t>voedselinname</a:t>
            </a:r>
            <a:r>
              <a:rPr lang="en-US" dirty="0"/>
              <a:t> </a:t>
            </a:r>
            <a:r>
              <a:rPr lang="en-US" dirty="0" err="1"/>
              <a:t>gaan</a:t>
            </a:r>
            <a:r>
              <a:rPr lang="en-US" dirty="0"/>
              <a:t>?</a:t>
            </a:r>
          </a:p>
          <a:p>
            <a:pPr marL="171450" indent="-171450">
              <a:buFontTx/>
              <a:buChar char="-"/>
            </a:pPr>
            <a:r>
              <a:rPr lang="en-US" dirty="0"/>
              <a:t>After all this work the data is ready and we can use SPADE for the estimation of the habitual intake distributions for the population, which involves also survey weights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506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Even</a:t>
            </a:r>
            <a:r>
              <a:rPr lang="en-US" baseline="0"/>
              <a:t> if repetition itself is a Mission Impossible, the movies do have always a more or less credible solution. And also here, there is a way to still assess the uncertainty of our estimates:</a:t>
            </a:r>
          </a:p>
          <a:p>
            <a:r>
              <a:rPr lang="en-US" i="1" baseline="0"/>
              <a:t>use the sample itself as if was the population</a:t>
            </a:r>
            <a:r>
              <a:rPr lang="en-US" i="0" baseline="0"/>
              <a:t>. And then you can think about two solutions</a:t>
            </a:r>
          </a:p>
          <a:p>
            <a:r>
              <a:rPr lang="en-US" i="0" baseline="0"/>
              <a:t>without replacement: but the how much or with </a:t>
            </a:r>
            <a:endParaRPr lang="nl-NL" i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2489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2545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4 arguments for the bootstrap stratum.name, the column for the stratified sampling, </a:t>
            </a:r>
            <a:r>
              <a:rPr lang="en-US" dirty="0" err="1"/>
              <a:t>boot.alpha</a:t>
            </a:r>
            <a:r>
              <a:rPr lang="en-US" dirty="0"/>
              <a:t> the significance level, </a:t>
            </a:r>
            <a:r>
              <a:rPr lang="en-US" dirty="0" err="1"/>
              <a:t>n.boot</a:t>
            </a:r>
            <a:r>
              <a:rPr lang="en-US" dirty="0"/>
              <a:t> the number of bootstrap samples to be samples and </a:t>
            </a:r>
            <a:r>
              <a:rPr lang="en-US" dirty="0" err="1"/>
              <a:t>n.sgbs.fac</a:t>
            </a:r>
            <a:r>
              <a:rPr lang="en-US" dirty="0"/>
              <a:t> the factor for more bootstraps in case of non convergence.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 if these default values are ok, you may omit them!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3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116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check is important e.g. 1) in making the plots, 2) if names don't become too long etc.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8607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Uitleggen AM en P warden eenvoudig zie eerste exercise. EAR1 and EAR1.p idem wel de NA's uitleggen voor EAR</a:t>
            </a:r>
          </a:p>
          <a:p>
            <a:r>
              <a:rPr lang="en-US"/>
              <a:t>iden AI en AI.p (waarbij geen CI's gemaakt kunnen worden) 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4272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449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08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2535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763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emf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emf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2.emf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2.emf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9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2.emf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0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0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1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4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4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4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2.emf"/></Relationships>
</file>

<file path=ppt/slideLayouts/_rels/slideLayout4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2.xml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2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4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4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4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3.xml"/></Relationships>
</file>

<file path=ppt/slideLayouts/_rels/slideLayout4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3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4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4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4.xml"/></Relationships>
</file>

<file path=ppt/slideLayouts/_rels/slideLayout4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4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4.xml"/></Relationships>
</file>

<file path=ppt/slideLayouts/_rels/slideLayout5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4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5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5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5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5.xml"/></Relationships>
</file>

<file path=ppt/slideLayouts/_rels/slideLayout5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5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5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5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6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6.xml"/></Relationships>
</file>

<file path=ppt/slideLayouts/_rels/slideLayout5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5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5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5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5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Layouts/_rels/slideLayout5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5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7.xml"/></Relationships>
</file>

<file path=ppt/slideLayouts/_rels/slideLayout6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6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6F5735C-66C3-2043-B9EA-AC9F1326D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92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D2A75865-3390-1946-86B2-5ED9765DB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2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1003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375151A-CDBA-714E-9910-7F654A10FCE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4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2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8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orient="horz" pos="265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001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576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 userDrawn="1">
          <p15:clr>
            <a:srgbClr val="FBAE40"/>
          </p15:clr>
        </p15:guide>
        <p15:guide id="2" pos="3693" userDrawn="1">
          <p15:clr>
            <a:srgbClr val="FBAE40"/>
          </p15:clr>
        </p15:guide>
        <p15:guide id="3" orient="horz" pos="16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9042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85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9135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1397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299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6409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97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983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80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90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889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0390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1633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104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585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480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779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402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0003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8688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4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097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320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38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C249ACB-0A73-DA4B-9FF8-90F35C6D5B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FF571F6-5093-3C46-BC43-8065F6E66E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5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29257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1CB0A6-79C2-F742-81CF-E0C9D205F0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0" name="Tijdelijke aanduiding voor afbeelding 22">
            <a:extLst>
              <a:ext uri="{FF2B5EF4-FFF2-40B4-BE49-F238E27FC236}">
                <a16:creationId xmlns:a16="http://schemas.microsoft.com/office/drawing/2014/main" id="{C44F0A5B-D9BF-924B-A9EF-7E385A31E76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6E8CDD33-71AE-FF42-B5A4-69E20C3A1D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385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0DA1628-6669-A643-8175-B2DA64C84C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71C25732-F9D5-9045-B1D3-D5B9E271B2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94668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8A06D6-4ED4-CC44-B57B-245AE10740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C5CD7942-B89D-AE4A-A51D-A847DB1DAE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35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F608AB2-2364-F045-AC96-C84663C6D8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19A6D7-E113-1446-8321-79801C04A1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928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F8830F06-074A-7541-89BC-92474D1684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36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FF86EAE-8C71-2D43-AC16-5AE2A4527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966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F46B0DC-0026-2943-8BBB-2A0E094E3C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01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7612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8826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9125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00494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55931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739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190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2501335-E836-E34A-8D45-1DB78FD03D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14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F4682D3-6EE9-9948-AE97-AD6621BA33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23347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8678EDA-E69F-BE4F-BF00-FCC49AC616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97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7211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9F5BFF9-A894-A345-87AE-F1BF2424FD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5291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39023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1878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38604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952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34640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6048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9625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192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3294907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80109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26586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85910D0-9B64-1F42-B79A-610336A5E1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50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7D8CCB53-E2DA-3747-83E3-31B5E6378DB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5375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6D10CEA-EA95-054F-AA98-60077EF28E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215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6E0E353-A70A-8947-9924-9882AC64BCB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73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54CE324-615D-4A4B-84C1-7CEB163AAA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0A473362-10D5-EF4B-BF5A-9F0829CFF3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2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14639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AB115C70-1781-E24A-B364-14FCDFE7D56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8333CF-E58D-9242-9004-2AE2687A9F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66A65A31-7356-5644-B827-113F5C5E9D8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776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036DE1C2-6EBE-4B4C-AF0D-C793020231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AED20B3-5354-C244-AF2E-58AF0DD088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0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4A50044-F8C8-AD44-8BF7-1189324483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954A8C4E-52E3-EB44-909E-1D383CBF3D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454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331F83B-365D-FC4C-AA46-6EBACFDA10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903EAF28-A542-614A-AD9F-EA12062493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9971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388931A-2764-0C48-AFF5-9EE4BBAFF9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42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AA02E1F-DFA6-3642-AC1F-B41F23A297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5055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69BD166-8772-9849-AB6C-2A74D8429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61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6044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8313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031559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076622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967659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9520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2705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102E166-7938-6E40-9E5E-81512F6B64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16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8E65AF5-D5FA-354C-ADD0-AD312A32F2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36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826656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913CE90-9C36-7448-8374-2BE8C74632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41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691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7CF9D88-49FE-8C4E-8109-9C513CB245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064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75934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3844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28421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6039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949798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6085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1244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8650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4379176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878960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44478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17F5261-66A0-B74B-B535-A5716F383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F1CC61-8E43-9B4C-86D4-48E97E207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0829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865C4B2-92A2-0F42-B777-1598BF8A860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9336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F66A698-50F0-7B4D-8CDA-5820E149AD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41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96DF109-7F07-6B49-9D22-303DAC72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3407765-6490-9145-A717-4CFC3105E9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1419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0B471DE-CA9C-A747-9203-D9EE45DF2A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BC7D7DCC-9B06-FC4E-9A86-29C4276AD7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38AB228-0237-114C-824D-B97BEC79BF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880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731C307-DF3E-9A46-A45B-3AC54819AF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2C3CC95D-8CE0-EE47-8DBE-B67E4AAF31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02957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98244E9-D0BA-F24C-880C-02FB401C6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170E43BA-50EE-0343-813B-2A9915653A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3976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80FF39E-D217-984E-B4C6-CA00F44C61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CE9BD76-9089-A344-9586-A8ED648604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8133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C9FCB92D-8F61-6F44-A920-2CF0A95D30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35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56C0A06-8064-864C-BE87-EFBB53B5E0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2884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98C3205-E6C1-1146-AAA6-D154C19BE7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86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176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4941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213454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343629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076902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6651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3611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83C114-A916-9041-B8A2-949576437F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19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0E97EA4-9D07-D946-A464-7510B797E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45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83442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B47C57E-F69D-E544-94BB-56511B75C6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82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4530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5359F4-87E3-4046-B9B1-647507677A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461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690966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3774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976366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747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146081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0931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0280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49476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9554824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270686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746452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58541EC-CB6A-D140-AB3B-F86F1486DB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14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0CA578F-2A1D-CC47-BE6E-6CEF4628699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8881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84A89D4-EFB2-F34A-B659-1B75FADA67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983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81E4872-2949-4D4D-B1CB-A6217E67F0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79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EC5B396-DA3F-764C-89A1-749E906D8A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8476DAC-3456-5747-985A-22F28A5B42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71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09426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1A6734E1-7900-CB49-9AEC-EBFDFB1BC8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1AA4D617-CA40-7042-AF36-450D631EDD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14EEE49-1409-B84D-A6E9-24EB86C9A9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1348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B775CBB-7AA3-B145-95D9-0A41125A85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A894CF0F-9F35-014D-8D3B-989CF19C55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392797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4FFB40B-5401-C140-B17F-C3EAB81B12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E8C6C100-009A-DE43-B3ED-B3C8876AE2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909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690DFE0-6E0C-AD42-8457-1C085895E3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0253448-98B1-0449-B6E4-D70B497082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662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B54F5-13FA-3C4E-974A-5D92042B0F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2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6A61725-3423-2349-9518-C40DFD8E3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70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92D9BCA-7D8F-4A49-B350-A3907C145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26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5106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038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179472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051443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529981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4622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0086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A360A2-6A81-F745-B0BA-D17CF7C41F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0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C312E52-5F25-F145-941D-847F75FF4A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98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292834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A773512-55C7-2B46-9113-E2A18B1316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86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5453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A0BF630-8A40-CF48-A9A0-E1AFC8D235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0001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5728406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89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306916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7251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544515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810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732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82498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707051326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013589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96055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AAE31AA-4F3D-DF42-AA61-0E507CB82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81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9B233A0-EA33-A34A-AA60-CC158917FCE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7893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D2E9093-0E60-BA4D-901C-9AACA7755E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1737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ADA08BF-661A-374E-B397-E088CEE567B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04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E3D7069-4B4C-A54F-BDA0-7D71307D3F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D0B9FFF-939E-A043-BB04-4BF01380C0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40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170399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35629C47-969E-4B47-AD76-F769B346E2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29DED0F0-B4CB-064B-851E-F53B2529A4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77583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C135EBA1-8293-C148-8A1B-ED3FB7F703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7988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6056BB8-A73D-5A48-9D00-1C93239310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90443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1" name="Afbeelding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BB75B183-5396-7241-B67A-EB5682B851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5000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28E5E4BB-799C-544E-8D22-5A18C8548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10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53E02048-3131-A141-AAB5-C0A1028E0A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0998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05B8ABC-31F6-834B-B107-1D466EBC7A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8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7578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0334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6206184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659005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583937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4989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053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C63CDA6-6003-E144-BBE6-D9523D7403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0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DC185B0-E99C-E24F-832B-12C799F48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solidFill>
            <a:schemeClr val="bg1"/>
          </a:solidFill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52165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38088DE-7CF5-DD4B-B3E1-1A15C595C1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12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8165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6B4AB5FC-A6AE-4D42-BB0C-D8BEAB5A42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0067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741433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3723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635621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9520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785484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3697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9490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572733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7434050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053448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749705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9AABA25-0520-DF4B-A7C9-BCCCF08EE2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58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2" name="Afbeelding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657428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2" name="Afbeelding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7255689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ABBA4A9-5643-B947-B789-03FA7B6209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48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4E80764-856C-B24C-8A17-96C29DCCC6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8400953-5A04-F44D-BF79-6EBF6103AF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63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117015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CF7B166-3BDB-DD4D-9E66-B9979D508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DF08679B-83E4-D746-88E7-3F53E547A5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D7D84EAF-BFB7-4048-8621-93432D073C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796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0C501AF-83A8-8F47-AC3C-EAC365F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55A507AF-B45B-684D-95AE-466A5BBBCE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583280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B57CD67-3869-1842-9B74-3FCEB9C29A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9D78B70F-B67D-854F-9D0B-EF63069514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39124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AE0CEB2B-043B-564A-8D16-9DB7108C1C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055431-7BC0-584F-B472-7FCAF638469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9884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C1E4406-74FA-C541-9C68-BDAFC385A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47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A3A04D0-90F8-D146-8E89-D9429A3538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69799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696FA51-D288-AA48-AB9E-CCDA008D3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8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3339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54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61910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0682681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525122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95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7378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267D7E3-A1FF-6E4A-A7EC-E24F60DE2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99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302FBE6-B8D0-D848-8EC3-24425BAD14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3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6137101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DFA35A7-F944-564E-9436-F75025757B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13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034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0A678F6F-A7BF-E344-8961-E35D98A9B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4551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140867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917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4852889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9119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2598439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434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172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379903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923221698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4252330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0420557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BD0E7EF-0276-1F47-BD29-7436C091D0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87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632AC58-E4C4-F844-92DA-F6A9570079F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20421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5A5C304B-DDD6-3246-9DB4-CDB28226738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17423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419C014-7333-3B46-9AED-B8796473BF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09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ysClr val="windowText" lastClr="000000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4611018-E0D5-BF45-B124-6BD0F554E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FBC2C43-7BFC-0649-AFCD-BAAD361EB0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39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0115217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ysClr val="windowText" lastClr="000000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ysClr val="windowText" lastClr="000000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FF1452E-61D4-2248-8677-11F4BF817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55BAFB1C-5D11-944A-96BB-FA74D8B08F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4B78A4D-6654-DA43-A420-4A6082D50D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4978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ysClr val="windowText" lastClr="000000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2AC70C0-3F62-AD40-8225-7DFC4A386A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71B0B9D-1DF0-634C-BB24-80EFB4F29B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bg1"/>
              </a:buClr>
              <a:defRPr lang="nl-NL" dirty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506779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DF6F61C-97D5-AA49-8399-84317D3394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B45C84D-F2C7-254B-BCA4-436A821E26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78187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E728E48-643E-544D-A813-C0BAB23F9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901574D4-8B71-0B47-872D-22CF8A3BD8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7650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260D0C-1E71-C54C-BC16-D1CBE1023D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48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44ED47-A238-2D42-9C79-E60FB98206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40191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FCF7695-4593-1943-B84E-F8C54CACBE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5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9780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9579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1081134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2873654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4754972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2777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4000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AB1A3E9-97CB-CA43-9E2C-4CE700C68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43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E770F96-3C80-EF44-950D-D974353140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6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4348136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E2861002-9B37-3648-AC12-62C3BB3C1F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9945B71-DBE8-C64D-A8FF-A06662931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37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633198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8466592-3EDA-8A4C-9A9E-0690EAD4E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61116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031367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9623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0262707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1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643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6361458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4315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5168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77519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18058931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564815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3669267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E8BB49C-81EE-D640-B093-EE3BB39828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4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89A82B9-7DCD-4B4C-A1E7-70EA56CC3E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30890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A3124508-A1C5-A546-B635-25BCABA3FC1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34786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A7CF36B-46BB-C94E-AE21-AE6C325851B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46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D835392-A761-214F-99EE-556C415BF5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BE34F56-7679-F944-B908-D1A1FBF068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30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446133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EDC8E8D9-E056-4649-A9B3-BE302117BF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0F3BA90-F16A-664E-B5B7-D10815392DC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214374E1-26BF-FE42-8871-3718D9ABCC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56296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532197C-DE83-454F-89D4-0F49963CE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111098EA-700A-7C47-B485-AA4C505D97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32997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EAF6940-C706-3B44-990B-2DB25A90F7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2B3C863D-9214-024B-809F-1FE4EAF587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46428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BEA51E0-C276-7444-828F-CE4067DE3E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9154BFE3-FD6B-294D-8667-65262C9476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70423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187EEEF-7429-FB49-B542-1624E08640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42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A19CB5F-4869-E04F-AB4E-4EAA863426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34381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568C4E-8CFE-004D-A62A-096E46A1E1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7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633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0666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880791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8670848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586465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565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4854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72CD150-65C0-424A-A624-6595B850D1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2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1271B5E-675E-A040-B6D7-F179ED837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7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2576714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7638C5-A36D-8E41-B66C-98CFF1DE49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29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883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F1C96CC-923A-5341-8242-9505BA3BD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53727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4465766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585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778910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807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4276686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4581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9312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853674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25556129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4159105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2254830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7FB4AF3-AF59-F148-8CCF-B9596B80FC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7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C7A64E4-E903-5A48-83A1-7C29AEEBB9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70538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E9895E6-7BD5-F94B-9B0D-58B5904D119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92714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3279B13-E9ED-8441-A9B7-2130459388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6536A7C-7293-7B4F-9A08-B52F28B00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FC02DBA-DB12-0647-BB1D-0A526C6226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18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1697287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438D7B86-9827-5547-9BEE-2215A2D0C6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5A5C6823-8955-2649-8A7B-F479054B86A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D2F22B12-E560-9C47-968F-01B287667D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98751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40302EF-B2B6-DA4E-B976-A001A24AD9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1" name="Tijdelijke aanduiding voor afbeelding 12">
            <a:extLst>
              <a:ext uri="{FF2B5EF4-FFF2-40B4-BE49-F238E27FC236}">
                <a16:creationId xmlns:a16="http://schemas.microsoft.com/office/drawing/2014/main" id="{831C5536-20D5-AD41-9B90-902BFEAD1F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457153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D8C1CA5-17FC-4D4B-AACB-CA708DE30A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A2D0E9A2-DA57-244F-8AEE-CA9EFC6C05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91024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E21F4804-2FCD-3A4C-932B-6EF2797AAC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A24DAF1-B536-414C-8F0A-E4265DF1B4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39736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071F31B8-D7BF-964A-9976-98530F8600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00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E726CDE-A2C6-814E-BF73-F95847F0F5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59123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9E8A857-1024-0042-8254-C3EBB1CC31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55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8324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06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6633182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020494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4583494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0912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1496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97D35B0-A00D-BC4C-B3AF-D9CEF697B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36D8277-B720-174D-B5B3-C63F2B5A7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5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1707077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0BEE2FA-08FD-6844-A5BB-1041E77A4D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9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241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A4466F7-66FF-7440-943F-4BA1E995B0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9677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333474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940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2870726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940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0878330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9285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2389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918363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757655092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2116892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0485745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1BACB65-F63F-454C-9757-F8266C1F3E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43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7B54F1D-5963-3C4B-A1C0-DBDFA458D56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1412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2ADB06B-1F91-2743-9280-06BA151DBC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72829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4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21851" y="3926077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21851" y="4712093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21851" y="5485583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8005DB3-A803-EA45-9B51-D276E955DE1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97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8F35859-9169-194F-A39C-F0A87138D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8FA94E8-802A-9C4D-AADD-BF82C1F379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53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0757571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D124ED0-166D-1948-A0B7-064FAAFF2E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905C362D-10F4-1D40-B1A6-29F8522602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5D44AF61-16AD-DC47-B8B6-3E5604A607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08475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A278463-DE00-7841-AAB0-EFF5DCAC4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2BFDCDE-887C-6C4B-B1CD-BECE659D93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66926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A19B0E3-ACD8-464C-AEC7-6FBF3C3634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8AAF37A9-01FB-A847-AE00-9E29E58B1F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3040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C637DA8-F7AC-BE4A-BA8D-04D52E34BF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AE165BB4-0B39-9244-92BA-9B437BEA50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50810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B4CDE732-C1F2-B646-A372-AADCB2D8C6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17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58F1ABC-435C-9E4F-9A15-9F7CFE045C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68926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FFD22B-E36D-8142-810D-42F92B1342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2653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670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6616909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304544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781892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596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0573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3AA971-6A5E-294A-83E1-6EAAA7861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38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C8BBA9-CE48-E24F-9589-BC1AFF8CB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51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66004876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D840F26-A558-C042-9F98-5B5E70C2A1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0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775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0EFE5B3-D329-4A42-87D7-F6B209C6D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1842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Rechthoek 11"/>
          <p:cNvSpPr>
            <a:spLocks/>
          </p:cNvSpPr>
          <p:nvPr userDrawn="1"/>
        </p:nvSpPr>
        <p:spPr>
          <a:xfrm>
            <a:off x="5862000" y="6620400"/>
            <a:ext cx="468000" cy="237600"/>
          </a:xfrm>
          <a:prstGeom prst="rect">
            <a:avLst/>
          </a:prstGeom>
          <a:solidFill>
            <a:srgbClr val="15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9430017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3464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0438460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0090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6788184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3592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3242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63577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72683490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885771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3642004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991A3CB-B8FE-1349-B199-D551881F7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464EEB2-1542-BC48-986B-166AE2A564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10136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1B7711FD-C196-6945-ADDB-07729B939C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55805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C0B04D1-1B78-1544-8CB1-5654C4D382B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99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C034E99-FAD8-C340-9358-AD9D8EBB7A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A8FFB247-A167-5042-9810-996F729F9B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9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6088444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28FC4AB4-9496-574A-9711-743D695C1A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B23645D-3229-6D4F-8640-AEEAA032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7607B64-A91E-B34E-B645-EB4C203BCC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04604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E454366-A851-494A-A114-376C566A2C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15BF165A-719B-B949-B2AD-6DA42EFC87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bg1"/>
              </a:buClr>
              <a:defRPr lang="nl-NL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181050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25E1CA0-B98C-8743-BFBE-C85CCFD186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0C44B93A-50CE-C342-AE18-B229D5F092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39640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61378A5-175B-C74A-ABFD-03A6F6D902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359C8A5-12C4-4540-B1BB-52B4CC793B8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5736" y="7172"/>
            <a:ext cx="3568700" cy="132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66741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9ACF8A4C-C922-B84F-8412-E0646BF0D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58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16A5D62-6207-8B4E-9FDB-37D989524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6994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tx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528028-6B73-3D42-A511-253946375E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914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972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2752607"/>
      </p:ext>
    </p:extLst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6988374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2382256"/>
      </p:ext>
    </p:extLst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830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948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07C651C-7A16-C24E-9EA3-A47DC4119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32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D25D8D4-507A-5D40-A528-644E7F411A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3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2567687"/>
      </p:ext>
    </p:extLst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594126D-4AC9-044B-85CA-4655AA1E9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32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817E04A-B9A8-0D44-BBB8-122507EA08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687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4F399D8-ABC9-2540-8BF5-C1A1E562A8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55211"/>
      </p:ext>
    </p:extLst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376586"/>
      </p:ext>
    </p:extLst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289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9788044"/>
      </p:ext>
    </p:extLst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463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5580424"/>
      </p:ext>
    </p:extLst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3070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2121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62637"/>
      </p:ext>
    </p:extLst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95726492"/>
      </p:ext>
    </p:extLst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8321984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8036525"/>
      </p:ext>
    </p:extLst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D7F7517-0356-1F4A-9593-FD48630F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70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AD314F-14E9-B34D-B4CF-CD55C7BF3B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78959"/>
      </p:ext>
    </p:extLst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4F59A6A-49E2-B146-AF7C-049A285755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27285"/>
      </p:ext>
    </p:extLst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E41A1A3-2F34-3E44-BBF7-35FAF34E6A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4" name="Tijdelijke aanduiding voor afbeelding 3">
            <a:extLst>
              <a:ext uri="{FF2B5EF4-FFF2-40B4-BE49-F238E27FC236}">
                <a16:creationId xmlns:a16="http://schemas.microsoft.com/office/drawing/2014/main" id="{68F1B8EF-B9CC-234E-A911-AF80753B556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3">
            <a:extLst>
              <a:ext uri="{FF2B5EF4-FFF2-40B4-BE49-F238E27FC236}">
                <a16:creationId xmlns:a16="http://schemas.microsoft.com/office/drawing/2014/main" id="{F9E482C7-7D5B-A443-B41A-21C542E2530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6" name="Tijdelijke aanduiding voor afbeelding 3">
            <a:extLst>
              <a:ext uri="{FF2B5EF4-FFF2-40B4-BE49-F238E27FC236}">
                <a16:creationId xmlns:a16="http://schemas.microsoft.com/office/drawing/2014/main" id="{80A4409A-10BE-6F4E-B38D-006C3023D3E0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7" name="Tijdelijke aanduiding voor tekst 13">
            <a:extLst>
              <a:ext uri="{FF2B5EF4-FFF2-40B4-BE49-F238E27FC236}">
                <a16:creationId xmlns:a16="http://schemas.microsoft.com/office/drawing/2014/main" id="{DE5A75A7-0D76-6C4B-8FBA-32A23AB9F0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4" name="Tijdelijke aanduiding voor tekst 13">
            <a:extLst>
              <a:ext uri="{FF2B5EF4-FFF2-40B4-BE49-F238E27FC236}">
                <a16:creationId xmlns:a16="http://schemas.microsoft.com/office/drawing/2014/main" id="{059E2988-83A3-964B-90F3-CA1FB6B37D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5" name="Tijdelijke aanduiding voor tekst 13">
            <a:extLst>
              <a:ext uri="{FF2B5EF4-FFF2-40B4-BE49-F238E27FC236}">
                <a16:creationId xmlns:a16="http://schemas.microsoft.com/office/drawing/2014/main" id="{84BFB83C-77BC-0543-BAD9-F0249A9284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33692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AFCE8B0-DD73-2947-9328-9115D83FD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F533466-7DBB-1D4C-BC36-B39346A614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12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8410222"/>
      </p:ext>
    </p:extLst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5C1C912-210B-454A-A6B5-A11FA7DED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1513F8B-999C-884B-93DC-388C6B407F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F5DB4689-C09C-2846-9FAE-7A7537A1B6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43947"/>
      </p:ext>
    </p:extLst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2405C03-D90E-FC41-B80B-E73391FDEC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8FA2696-84C1-1649-8A59-67E687AAB0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84992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2B5321D-EB1C-2142-8695-68E40A9D89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A458BCAF-E252-024E-8BA5-6635208AFE5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2597"/>
      </p:ext>
    </p:extLst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CC7F95A-D18A-7B46-B9E6-264077809E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7A532955-0E01-BD4F-9B20-F363FF28B9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77332"/>
      </p:ext>
    </p:extLst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68E4D4D-B363-A449-9181-2C96A3C538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53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4ACB56B7-4DC6-DB4B-9123-3C4E679C1A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62894"/>
      </p:ext>
    </p:extLst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ECF2DFE-783B-454A-9C87-526A42EB5C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2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1357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316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553139"/>
      </p:ext>
    </p:extLst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0919649"/>
      </p:ext>
    </p:extLst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1375485"/>
      </p:ext>
    </p:extLst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9645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2458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FCB1B3-0962-A843-A9FB-A2BB3FE5C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3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3041858-3A34-2F42-958E-EAB3A5457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26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664250385"/>
      </p:ext>
    </p:extLst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2AC9301-3D36-044B-8644-E5A87C4250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02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968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CA45824-7873-1F48-9BB9-DDA2C69120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93155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2946945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043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7090057"/>
      </p:ext>
    </p:extLst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41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892395"/>
      </p:ext>
    </p:extLst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658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460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416020"/>
      </p:ext>
    </p:extLst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992970775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4233826"/>
      </p:ext>
    </p:extLst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5696891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D1276C3-FD7E-8747-99AA-2078056937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92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DE31120-DDD1-8746-9A6A-9B79FB1A27B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2414"/>
      </p:ext>
    </p:extLst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F35E3DD-6F92-AE40-9C42-7D9BDBEB4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47599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B3C3CD6-10DA-6245-AAF8-F302EE3DC0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2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68B3C94-9196-1146-852A-A5E37DC5A2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4C2FE45-2ED3-AC4F-983D-0C32918408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12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6350179"/>
      </p:ext>
    </p:extLst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497AA2-3A4F-6141-81F2-5C4A18980F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DBD715D-EA47-A345-A597-76F254AD9D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B899F159-0A72-074C-ADF1-0AF04A055B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10550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F92AC7B-7C05-F74D-8F5F-CF30DBA757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0770" cy="168120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E5B579D1-6EF5-AD40-B1C0-BEECF26227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911216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E24A7278-1F18-AD42-80DE-A9A3216329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EFD482E5-723F-C34A-A373-F7F3C70CC7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83412"/>
      </p:ext>
    </p:extLst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AF317D2-9313-F641-BE7A-40A1A7ADF9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21C7672-73E1-4C40-B7E7-EB634A9C1C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42239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B16F6B7-620A-AE48-B4A4-7795474530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0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0B8EE29-FC86-7B4F-A1DC-25C4058A1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854"/>
      </p:ext>
    </p:extLst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6D90830-4EF1-7D46-83D0-ACC413A9F1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1870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4723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188427"/>
      </p:ext>
    </p:extLst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4061436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6282650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7053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0837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D78526D-DFC9-DE41-9104-473DA714E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59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BF1060D-B757-D940-A088-128DC25EC5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28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161217742"/>
      </p:ext>
    </p:extLst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ECCFF30-6A2B-8340-BFB3-23EFBCEB8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2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49974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3CA3BAE-EB1B-D744-9637-89524A989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5700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712147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0983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8838418"/>
      </p:ext>
    </p:extLst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912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4296743"/>
      </p:ext>
    </p:extLst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9865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1790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723081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56908910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5826743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9525646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D992AB0-EDA2-6E42-ADEA-6249D84BF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3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B9523A1-593C-104C-8BA3-BB79C56F01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28950"/>
      </p:ext>
    </p:extLst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0A48EAC-0BB6-B84C-8D80-E0CF07D8DF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52620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1082845-E2CE-B542-9199-7F353C7D8F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35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EBE4755-54A0-BE4A-A1D1-44625DF7DD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4047CD3-B1FB-A84C-8FF9-E7489AE2D5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8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9287584"/>
      </p:ext>
    </p:extLst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BE31237-1083-AB4B-91BD-AFA64A0C07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437548B-FF95-DB49-849D-A635600FE6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2A802A39-65AA-1343-9EB2-04508B4055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38949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11EAEE-859D-C44F-B575-334B22A17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9D360720-C202-8C45-9FBF-F7D13BCD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964608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0AFD14-6D12-784C-A3CF-527AFBDAA5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678DB662-DE57-FD4C-931C-27CA1372CF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62797"/>
      </p:ext>
    </p:extLst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B05636-7F8C-1348-B5BB-6852BA80BA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5AA932E2-8B64-C74D-8AA2-137307ACA3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86593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C6884B-BC2E-E047-9F81-148C584CAF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51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95C8C08-B68E-8848-8443-4926C5381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80745"/>
      </p:ext>
    </p:extLst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3B540BB-06A3-4B4B-9728-91FA7F1A1F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59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7328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796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5058658"/>
      </p:ext>
    </p:extLst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495936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0392474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5412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6081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F52F3E-725F-8745-9F31-C52D92D324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00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2D8D946-A344-3147-A971-781F250C0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2052382"/>
      </p:ext>
    </p:extLst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29F35F-0F39-594C-826B-4BDC677D6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8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90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C559DCA-5789-E947-96F2-E0A472AD8B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1127"/>
      </p:ext>
    </p:extLst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1160552"/>
      </p:ext>
    </p:extLst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005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4663604"/>
      </p:ext>
    </p:extLst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3876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3605590"/>
      </p:ext>
    </p:extLst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735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1950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226230"/>
      </p:ext>
    </p:extLst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44619059"/>
      </p:ext>
    </p:extLst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063606"/>
      </p:ext>
    </p:extLst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4675738"/>
      </p:ext>
    </p:extLst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CC89E80-9261-BB4A-A6CC-EB46D74DDB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6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BD8074-A8E6-2B46-82E2-9C872A82DB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00534"/>
      </p:ext>
    </p:extLst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8AEFCCC-40B4-294C-B7C6-9EF1FBDEFA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03911"/>
      </p:ext>
    </p:extLst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5EE5BE-E669-9D46-B874-885CEBBDD2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0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62D5E0F-9972-6445-8794-088F814D96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137CDC9-2377-2F48-AF82-F834B64E27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9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3750424"/>
      </p:ext>
    </p:extLst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D3146651-D8B6-494E-80C0-A80D432C2D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F55FD5D-8C3D-4144-9202-F4F2319DF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060DCEA-28C2-9042-BC96-024F0183DA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02490"/>
      </p:ext>
    </p:extLst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4551168-6021-C044-B2DE-60CB9D0613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F2D8D1E5-2231-A94F-9BE5-A199DC7577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337130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F713C05-60FE-1544-804E-DC45D8735A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66D17856-86D8-8F4A-9990-B5597795E2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05096"/>
      </p:ext>
    </p:extLst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3CF64DF-3902-CF4A-9176-80ABDA8DD1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5996472A-87F2-C844-B6E1-BC0F8CE69BF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6501"/>
      </p:ext>
    </p:extLst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9D7773A4-FFC1-FB46-8CEE-18FCE9837A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95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83EED7A-B188-3C48-BDF0-9416B7012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03286"/>
      </p:ext>
    </p:extLst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DD872D4-1F37-A54F-93DB-917ECEABE4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94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6751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0115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7148356"/>
      </p:ext>
    </p:extLst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2231855"/>
      </p:ext>
    </p:extLst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8920172"/>
      </p:ext>
    </p:extLst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6526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4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D5328FB-7CDC-B242-9390-805358BC29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58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123B140-D237-0D47-89C8-4E59FF95C2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9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9546451"/>
      </p:ext>
    </p:extLst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52E16F4-8910-C843-A6DB-9E1A3326CE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5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835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4F4F5E8-C7FF-1547-8E3A-1FDA9CAC2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9389"/>
      </p:ext>
    </p:extLst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1076839"/>
      </p:ext>
    </p:extLst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8962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9139702"/>
      </p:ext>
    </p:extLst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7912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7081879"/>
      </p:ext>
    </p:extLst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24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1274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802641"/>
      </p:ext>
    </p:extLst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5746294"/>
      </p:ext>
    </p:extLst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2814125"/>
      </p:ext>
    </p:extLst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5784409"/>
      </p:ext>
    </p:extLst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1578156-BBAE-754A-AB75-2D07F4401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98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CBB512-407F-6A4F-B1C8-70ECBEEF70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03020"/>
      </p:ext>
    </p:extLst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0B9AA919-A960-6840-B9E4-AD3BF00A302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7613"/>
      </p:ext>
    </p:extLst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17A6BF3-5D79-7041-86FB-B1AC91C1B8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85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B49585A-CB29-BD4F-A806-E379E811B9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674738B-4A78-104F-8932-2B2D5CA5D1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2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9295834"/>
      </p:ext>
    </p:extLst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BFF348C-E1C6-1441-9DE3-8BA6FD8216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372FB4C5-49A3-C441-885C-A0353566A38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36902018-3B72-4B4D-80FF-479ED2747F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163"/>
      </p:ext>
    </p:extLst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436540F-7B0B-494C-8C13-C65C533FDE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1573D753-D6E6-6544-811E-1B8802789B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130354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4D05251-5B18-6E4A-BDCE-5247B18067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B38A577C-7237-6F41-9ABA-C3372F8AE3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76455"/>
      </p:ext>
    </p:extLst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79EB170-62F6-E04C-8CC3-ADC9EFA8FF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004187B-A487-144D-B3A6-C801B8BA06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43771"/>
      </p:ext>
    </p:extLst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16E05F47-579C-354C-81BF-C4519CAF9D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24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AC970B5-4562-7249-B916-9C8C70DE0A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63807"/>
      </p:ext>
    </p:extLst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021271C-6444-6849-9656-C55971E0E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82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1202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300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9396094"/>
      </p:ext>
    </p:extLst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801183"/>
      </p:ext>
    </p:extLst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0008223"/>
      </p:ext>
    </p:extLst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497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411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9810EF6-C3B3-C141-B597-F3F41985B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02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EB37DC5-42B0-AF48-B8FA-40B91D2993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4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945209"/>
      </p:ext>
    </p:extLst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B65CF4A-778A-DE4E-A665-F01E5A81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7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1854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D66FF7B-BC4B-0A4E-A543-AAAA2FB64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3302"/>
      </p:ext>
    </p:extLst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6560483"/>
      </p:ext>
    </p:extLst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9131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0044197"/>
      </p:ext>
    </p:extLst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030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6778862"/>
      </p:ext>
    </p:extLst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2797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  <a:ln>
            <a:noFill/>
          </a:ln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5043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7047"/>
      </p:ext>
    </p:extLst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74429329"/>
      </p:ext>
    </p:extLst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6905227"/>
      </p:ext>
    </p:extLst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740317"/>
      </p:ext>
    </p:extLst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B79CFB6-0714-0745-AD75-A638125C3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30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2EF757-D83B-8243-8DB9-076E382D80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52506"/>
      </p:ext>
    </p:extLst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7A14CB-267E-D447-B221-CC2679125B6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1100"/>
      </p:ext>
    </p:extLst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0E084EAE-4A67-E145-BFFF-CC46386C7A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1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70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66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68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72.xml"/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92.xml"/><Relationship Id="rId26" Type="http://schemas.openxmlformats.org/officeDocument/2006/relationships/slideLayout" Target="../slideLayouts/slideLayout100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9.xml"/><Relationship Id="rId33" Type="http://schemas.openxmlformats.org/officeDocument/2006/relationships/slideLayout" Target="../slideLayouts/slideLayout107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24" Type="http://schemas.openxmlformats.org/officeDocument/2006/relationships/slideLayout" Target="../slideLayouts/slideLayout98.xml"/><Relationship Id="rId32" Type="http://schemas.openxmlformats.org/officeDocument/2006/relationships/slideLayout" Target="../slideLayouts/slideLayout106.xml"/><Relationship Id="rId37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97.xml"/><Relationship Id="rId28" Type="http://schemas.openxmlformats.org/officeDocument/2006/relationships/slideLayout" Target="../slideLayouts/slideLayout102.xml"/><Relationship Id="rId36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93.xml"/><Relationship Id="rId31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8.xml"/><Relationship Id="rId22" Type="http://schemas.openxmlformats.org/officeDocument/2006/relationships/slideLayout" Target="../slideLayouts/slideLayout96.xml"/><Relationship Id="rId27" Type="http://schemas.openxmlformats.org/officeDocument/2006/relationships/slideLayout" Target="../slideLayouts/slideLayout101.xml"/><Relationship Id="rId30" Type="http://schemas.openxmlformats.org/officeDocument/2006/relationships/slideLayout" Target="../slideLayouts/slideLayout104.xml"/><Relationship Id="rId35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4.xml"/><Relationship Id="rId18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7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132.xml"/><Relationship Id="rId34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17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44.xml"/><Relationship Id="rId38" Type="http://schemas.openxmlformats.org/officeDocument/2006/relationships/theme" Target="../theme/theme4.xml"/><Relationship Id="rId2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131.xml"/><Relationship Id="rId29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24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43.xml"/><Relationship Id="rId37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34.xml"/><Relationship Id="rId28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30.xml"/><Relationship Id="rId31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33.xml"/><Relationship Id="rId27" Type="http://schemas.openxmlformats.org/officeDocument/2006/relationships/slideLayout" Target="../slideLayouts/slideLayout138.xml"/><Relationship Id="rId30" Type="http://schemas.openxmlformats.org/officeDocument/2006/relationships/slideLayout" Target="../slideLayouts/slideLayout141.xml"/><Relationship Id="rId35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1.xml"/><Relationship Id="rId18" Type="http://schemas.openxmlformats.org/officeDocument/2006/relationships/slideLayout" Target="../slideLayouts/slideLayout166.xml"/><Relationship Id="rId26" Type="http://schemas.openxmlformats.org/officeDocument/2006/relationships/slideLayout" Target="../slideLayouts/slideLayout174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169.xml"/><Relationship Id="rId34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65.xml"/><Relationship Id="rId25" Type="http://schemas.openxmlformats.org/officeDocument/2006/relationships/slideLayout" Target="../slideLayouts/slideLayout173.xml"/><Relationship Id="rId33" Type="http://schemas.openxmlformats.org/officeDocument/2006/relationships/slideLayout" Target="../slideLayouts/slideLayout181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150.xml"/><Relationship Id="rId16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168.xml"/><Relationship Id="rId29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9.xml"/><Relationship Id="rId24" Type="http://schemas.openxmlformats.org/officeDocument/2006/relationships/slideLayout" Target="../slideLayouts/slideLayout172.xml"/><Relationship Id="rId32" Type="http://schemas.openxmlformats.org/officeDocument/2006/relationships/slideLayout" Target="../slideLayouts/slideLayout180.xml"/><Relationship Id="rId37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63.xml"/><Relationship Id="rId23" Type="http://schemas.openxmlformats.org/officeDocument/2006/relationships/slideLayout" Target="../slideLayouts/slideLayout171.xml"/><Relationship Id="rId28" Type="http://schemas.openxmlformats.org/officeDocument/2006/relationships/slideLayout" Target="../slideLayouts/slideLayout176.xml"/><Relationship Id="rId36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58.xml"/><Relationship Id="rId19" Type="http://schemas.openxmlformats.org/officeDocument/2006/relationships/slideLayout" Target="../slideLayouts/slideLayout167.xml"/><Relationship Id="rId31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52.xml"/><Relationship Id="rId9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62.xml"/><Relationship Id="rId22" Type="http://schemas.openxmlformats.org/officeDocument/2006/relationships/slideLayout" Target="../slideLayouts/slideLayout170.xml"/><Relationship Id="rId27" Type="http://schemas.openxmlformats.org/officeDocument/2006/relationships/slideLayout" Target="../slideLayouts/slideLayout175.xml"/><Relationship Id="rId30" Type="http://schemas.openxmlformats.org/officeDocument/2006/relationships/slideLayout" Target="../slideLayouts/slideLayout178.xml"/><Relationship Id="rId35" Type="http://schemas.openxmlformats.org/officeDocument/2006/relationships/slideLayout" Target="../slideLayouts/slideLayout183.xml"/><Relationship Id="rId8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1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8.xml"/><Relationship Id="rId18" Type="http://schemas.openxmlformats.org/officeDocument/2006/relationships/slideLayout" Target="../slideLayouts/slideLayout203.xml"/><Relationship Id="rId26" Type="http://schemas.openxmlformats.org/officeDocument/2006/relationships/slideLayout" Target="../slideLayouts/slideLayout211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206.xml"/><Relationship Id="rId34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202.xml"/><Relationship Id="rId25" Type="http://schemas.openxmlformats.org/officeDocument/2006/relationships/slideLayout" Target="../slideLayouts/slideLayout210.xml"/><Relationship Id="rId33" Type="http://schemas.openxmlformats.org/officeDocument/2006/relationships/slideLayout" Target="../slideLayouts/slideLayout218.xml"/><Relationship Id="rId38" Type="http://schemas.openxmlformats.org/officeDocument/2006/relationships/theme" Target="../theme/theme6.xml"/><Relationship Id="rId2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201.xml"/><Relationship Id="rId20" Type="http://schemas.openxmlformats.org/officeDocument/2006/relationships/slideLayout" Target="../slideLayouts/slideLayout205.xml"/><Relationship Id="rId29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6.xml"/><Relationship Id="rId24" Type="http://schemas.openxmlformats.org/officeDocument/2006/relationships/slideLayout" Target="../slideLayouts/slideLayout209.xml"/><Relationship Id="rId32" Type="http://schemas.openxmlformats.org/officeDocument/2006/relationships/slideLayout" Target="../slideLayouts/slideLayout217.xml"/><Relationship Id="rId37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190.xml"/><Relationship Id="rId15" Type="http://schemas.openxmlformats.org/officeDocument/2006/relationships/slideLayout" Target="../slideLayouts/slideLayout200.xml"/><Relationship Id="rId23" Type="http://schemas.openxmlformats.org/officeDocument/2006/relationships/slideLayout" Target="../slideLayouts/slideLayout208.xml"/><Relationship Id="rId28" Type="http://schemas.openxmlformats.org/officeDocument/2006/relationships/slideLayout" Target="../slideLayouts/slideLayout213.xml"/><Relationship Id="rId36" Type="http://schemas.openxmlformats.org/officeDocument/2006/relationships/slideLayout" Target="../slideLayouts/slideLayout221.xml"/><Relationship Id="rId10" Type="http://schemas.openxmlformats.org/officeDocument/2006/relationships/slideLayout" Target="../slideLayouts/slideLayout195.xml"/><Relationship Id="rId19" Type="http://schemas.openxmlformats.org/officeDocument/2006/relationships/slideLayout" Target="../slideLayouts/slideLayout204.xml"/><Relationship Id="rId31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9.xml"/><Relationship Id="rId22" Type="http://schemas.openxmlformats.org/officeDocument/2006/relationships/slideLayout" Target="../slideLayouts/slideLayout207.xml"/><Relationship Id="rId27" Type="http://schemas.openxmlformats.org/officeDocument/2006/relationships/slideLayout" Target="../slideLayouts/slideLayout212.xml"/><Relationship Id="rId30" Type="http://schemas.openxmlformats.org/officeDocument/2006/relationships/slideLayout" Target="../slideLayouts/slideLayout215.xml"/><Relationship Id="rId35" Type="http://schemas.openxmlformats.org/officeDocument/2006/relationships/slideLayout" Target="../slideLayouts/slideLayout220.xml"/><Relationship Id="rId8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88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5.xml"/><Relationship Id="rId18" Type="http://schemas.openxmlformats.org/officeDocument/2006/relationships/slideLayout" Target="../slideLayouts/slideLayout240.xml"/><Relationship Id="rId26" Type="http://schemas.openxmlformats.org/officeDocument/2006/relationships/slideLayout" Target="../slideLayouts/slideLayout248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43.xml"/><Relationship Id="rId34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29.xml"/><Relationship Id="rId12" Type="http://schemas.openxmlformats.org/officeDocument/2006/relationships/slideLayout" Target="../slideLayouts/slideLayout234.xml"/><Relationship Id="rId17" Type="http://schemas.openxmlformats.org/officeDocument/2006/relationships/slideLayout" Target="../slideLayouts/slideLayout239.xml"/><Relationship Id="rId25" Type="http://schemas.openxmlformats.org/officeDocument/2006/relationships/slideLayout" Target="../slideLayouts/slideLayout247.xml"/><Relationship Id="rId33" Type="http://schemas.openxmlformats.org/officeDocument/2006/relationships/slideLayout" Target="../slideLayouts/slideLayout255.xml"/><Relationship Id="rId38" Type="http://schemas.openxmlformats.org/officeDocument/2006/relationships/theme" Target="../theme/theme7.xml"/><Relationship Id="rId2" Type="http://schemas.openxmlformats.org/officeDocument/2006/relationships/slideLayout" Target="../slideLayouts/slideLayout224.xml"/><Relationship Id="rId16" Type="http://schemas.openxmlformats.org/officeDocument/2006/relationships/slideLayout" Target="../slideLayouts/slideLayout238.xml"/><Relationship Id="rId20" Type="http://schemas.openxmlformats.org/officeDocument/2006/relationships/slideLayout" Target="../slideLayouts/slideLayout242.xml"/><Relationship Id="rId29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33.xml"/><Relationship Id="rId24" Type="http://schemas.openxmlformats.org/officeDocument/2006/relationships/slideLayout" Target="../slideLayouts/slideLayout246.xml"/><Relationship Id="rId32" Type="http://schemas.openxmlformats.org/officeDocument/2006/relationships/slideLayout" Target="../slideLayouts/slideLayout254.xml"/><Relationship Id="rId37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27.xml"/><Relationship Id="rId15" Type="http://schemas.openxmlformats.org/officeDocument/2006/relationships/slideLayout" Target="../slideLayouts/slideLayout237.xml"/><Relationship Id="rId23" Type="http://schemas.openxmlformats.org/officeDocument/2006/relationships/slideLayout" Target="../slideLayouts/slideLayout245.xml"/><Relationship Id="rId28" Type="http://schemas.openxmlformats.org/officeDocument/2006/relationships/slideLayout" Target="../slideLayouts/slideLayout250.xml"/><Relationship Id="rId36" Type="http://schemas.openxmlformats.org/officeDocument/2006/relationships/slideLayout" Target="../slideLayouts/slideLayout258.xml"/><Relationship Id="rId10" Type="http://schemas.openxmlformats.org/officeDocument/2006/relationships/slideLayout" Target="../slideLayouts/slideLayout232.xml"/><Relationship Id="rId19" Type="http://schemas.openxmlformats.org/officeDocument/2006/relationships/slideLayout" Target="../slideLayouts/slideLayout241.xml"/><Relationship Id="rId31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26.xml"/><Relationship Id="rId9" Type="http://schemas.openxmlformats.org/officeDocument/2006/relationships/slideLayout" Target="../slideLayouts/slideLayout231.xml"/><Relationship Id="rId14" Type="http://schemas.openxmlformats.org/officeDocument/2006/relationships/slideLayout" Target="../slideLayouts/slideLayout236.xml"/><Relationship Id="rId22" Type="http://schemas.openxmlformats.org/officeDocument/2006/relationships/slideLayout" Target="../slideLayouts/slideLayout244.xml"/><Relationship Id="rId27" Type="http://schemas.openxmlformats.org/officeDocument/2006/relationships/slideLayout" Target="../slideLayouts/slideLayout249.xml"/><Relationship Id="rId30" Type="http://schemas.openxmlformats.org/officeDocument/2006/relationships/slideLayout" Target="../slideLayouts/slideLayout252.xml"/><Relationship Id="rId35" Type="http://schemas.openxmlformats.org/officeDocument/2006/relationships/slideLayout" Target="../slideLayouts/slideLayout257.xml"/><Relationship Id="rId8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25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2.xml"/><Relationship Id="rId18" Type="http://schemas.openxmlformats.org/officeDocument/2006/relationships/slideLayout" Target="../slideLayouts/slideLayout277.xml"/><Relationship Id="rId26" Type="http://schemas.openxmlformats.org/officeDocument/2006/relationships/slideLayout" Target="../slideLayouts/slideLayout285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80.xml"/><Relationship Id="rId34" Type="http://schemas.openxmlformats.org/officeDocument/2006/relationships/slideLayout" Target="../slideLayouts/slideLayout293.xml"/><Relationship Id="rId7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6.xml"/><Relationship Id="rId25" Type="http://schemas.openxmlformats.org/officeDocument/2006/relationships/slideLayout" Target="../slideLayouts/slideLayout284.xml"/><Relationship Id="rId33" Type="http://schemas.openxmlformats.org/officeDocument/2006/relationships/slideLayout" Target="../slideLayouts/slideLayout292.xml"/><Relationship Id="rId38" Type="http://schemas.openxmlformats.org/officeDocument/2006/relationships/theme" Target="../theme/theme8.xml"/><Relationship Id="rId2" Type="http://schemas.openxmlformats.org/officeDocument/2006/relationships/slideLayout" Target="../slideLayouts/slideLayout261.xml"/><Relationship Id="rId16" Type="http://schemas.openxmlformats.org/officeDocument/2006/relationships/slideLayout" Target="../slideLayouts/slideLayout275.xml"/><Relationship Id="rId20" Type="http://schemas.openxmlformats.org/officeDocument/2006/relationships/slideLayout" Target="../slideLayouts/slideLayout279.xml"/><Relationship Id="rId29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70.xml"/><Relationship Id="rId24" Type="http://schemas.openxmlformats.org/officeDocument/2006/relationships/slideLayout" Target="../slideLayouts/slideLayout283.xml"/><Relationship Id="rId32" Type="http://schemas.openxmlformats.org/officeDocument/2006/relationships/slideLayout" Target="../slideLayouts/slideLayout291.xml"/><Relationship Id="rId37" Type="http://schemas.openxmlformats.org/officeDocument/2006/relationships/slideLayout" Target="../slideLayouts/slideLayout296.xml"/><Relationship Id="rId5" Type="http://schemas.openxmlformats.org/officeDocument/2006/relationships/slideLayout" Target="../slideLayouts/slideLayout264.xml"/><Relationship Id="rId15" Type="http://schemas.openxmlformats.org/officeDocument/2006/relationships/slideLayout" Target="../slideLayouts/slideLayout274.xml"/><Relationship Id="rId23" Type="http://schemas.openxmlformats.org/officeDocument/2006/relationships/slideLayout" Target="../slideLayouts/slideLayout282.xml"/><Relationship Id="rId28" Type="http://schemas.openxmlformats.org/officeDocument/2006/relationships/slideLayout" Target="../slideLayouts/slideLayout287.xml"/><Relationship Id="rId36" Type="http://schemas.openxmlformats.org/officeDocument/2006/relationships/slideLayout" Target="../slideLayouts/slideLayout295.xml"/><Relationship Id="rId10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8.xml"/><Relationship Id="rId31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73.xml"/><Relationship Id="rId22" Type="http://schemas.openxmlformats.org/officeDocument/2006/relationships/slideLayout" Target="../slideLayouts/slideLayout281.xml"/><Relationship Id="rId27" Type="http://schemas.openxmlformats.org/officeDocument/2006/relationships/slideLayout" Target="../slideLayouts/slideLayout286.xml"/><Relationship Id="rId30" Type="http://schemas.openxmlformats.org/officeDocument/2006/relationships/slideLayout" Target="../slideLayouts/slideLayout289.xml"/><Relationship Id="rId35" Type="http://schemas.openxmlformats.org/officeDocument/2006/relationships/slideLayout" Target="../slideLayouts/slideLayout294.xml"/><Relationship Id="rId8" Type="http://schemas.openxmlformats.org/officeDocument/2006/relationships/slideLayout" Target="../slideLayouts/slideLayout267.xml"/><Relationship Id="rId3" Type="http://schemas.openxmlformats.org/officeDocument/2006/relationships/slideLayout" Target="../slideLayouts/slideLayout262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9.xml"/><Relationship Id="rId18" Type="http://schemas.openxmlformats.org/officeDocument/2006/relationships/slideLayout" Target="../slideLayouts/slideLayout314.xml"/><Relationship Id="rId26" Type="http://schemas.openxmlformats.org/officeDocument/2006/relationships/slideLayout" Target="../slideLayouts/slideLayout322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17.xml"/><Relationship Id="rId34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03.xml"/><Relationship Id="rId12" Type="http://schemas.openxmlformats.org/officeDocument/2006/relationships/slideLayout" Target="../slideLayouts/slideLayout308.xml"/><Relationship Id="rId17" Type="http://schemas.openxmlformats.org/officeDocument/2006/relationships/slideLayout" Target="../slideLayouts/slideLayout313.xml"/><Relationship Id="rId25" Type="http://schemas.openxmlformats.org/officeDocument/2006/relationships/slideLayout" Target="../slideLayouts/slideLayout321.xml"/><Relationship Id="rId33" Type="http://schemas.openxmlformats.org/officeDocument/2006/relationships/slideLayout" Target="../slideLayouts/slideLayout329.xml"/><Relationship Id="rId38" Type="http://schemas.openxmlformats.org/officeDocument/2006/relationships/theme" Target="../theme/theme9.xml"/><Relationship Id="rId2" Type="http://schemas.openxmlformats.org/officeDocument/2006/relationships/slideLayout" Target="../slideLayouts/slideLayout298.xml"/><Relationship Id="rId16" Type="http://schemas.openxmlformats.org/officeDocument/2006/relationships/slideLayout" Target="../slideLayouts/slideLayout312.xml"/><Relationship Id="rId20" Type="http://schemas.openxmlformats.org/officeDocument/2006/relationships/slideLayout" Target="../slideLayouts/slideLayout316.xml"/><Relationship Id="rId29" Type="http://schemas.openxmlformats.org/officeDocument/2006/relationships/slideLayout" Target="../slideLayouts/slideLayout325.xml"/><Relationship Id="rId1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302.xml"/><Relationship Id="rId11" Type="http://schemas.openxmlformats.org/officeDocument/2006/relationships/slideLayout" Target="../slideLayouts/slideLayout307.xml"/><Relationship Id="rId24" Type="http://schemas.openxmlformats.org/officeDocument/2006/relationships/slideLayout" Target="../slideLayouts/slideLayout320.xml"/><Relationship Id="rId32" Type="http://schemas.openxmlformats.org/officeDocument/2006/relationships/slideLayout" Target="../slideLayouts/slideLayout328.xml"/><Relationship Id="rId37" Type="http://schemas.openxmlformats.org/officeDocument/2006/relationships/slideLayout" Target="../slideLayouts/slideLayout333.xml"/><Relationship Id="rId5" Type="http://schemas.openxmlformats.org/officeDocument/2006/relationships/slideLayout" Target="../slideLayouts/slideLayout301.xml"/><Relationship Id="rId15" Type="http://schemas.openxmlformats.org/officeDocument/2006/relationships/slideLayout" Target="../slideLayouts/slideLayout311.xml"/><Relationship Id="rId23" Type="http://schemas.openxmlformats.org/officeDocument/2006/relationships/slideLayout" Target="../slideLayouts/slideLayout319.xml"/><Relationship Id="rId28" Type="http://schemas.openxmlformats.org/officeDocument/2006/relationships/slideLayout" Target="../slideLayouts/slideLayout324.xml"/><Relationship Id="rId36" Type="http://schemas.openxmlformats.org/officeDocument/2006/relationships/slideLayout" Target="../slideLayouts/slideLayout332.xml"/><Relationship Id="rId10" Type="http://schemas.openxmlformats.org/officeDocument/2006/relationships/slideLayout" Target="../slideLayouts/slideLayout306.xml"/><Relationship Id="rId19" Type="http://schemas.openxmlformats.org/officeDocument/2006/relationships/slideLayout" Target="../slideLayouts/slideLayout315.xml"/><Relationship Id="rId31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00.xml"/><Relationship Id="rId9" Type="http://schemas.openxmlformats.org/officeDocument/2006/relationships/slideLayout" Target="../slideLayouts/slideLayout305.xml"/><Relationship Id="rId14" Type="http://schemas.openxmlformats.org/officeDocument/2006/relationships/slideLayout" Target="../slideLayouts/slideLayout310.xml"/><Relationship Id="rId22" Type="http://schemas.openxmlformats.org/officeDocument/2006/relationships/slideLayout" Target="../slideLayouts/slideLayout318.xml"/><Relationship Id="rId27" Type="http://schemas.openxmlformats.org/officeDocument/2006/relationships/slideLayout" Target="../slideLayouts/slideLayout323.xml"/><Relationship Id="rId30" Type="http://schemas.openxmlformats.org/officeDocument/2006/relationships/slideLayout" Target="../slideLayouts/slideLayout326.xml"/><Relationship Id="rId35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299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6.xml"/><Relationship Id="rId18" Type="http://schemas.openxmlformats.org/officeDocument/2006/relationships/slideLayout" Target="../slideLayouts/slideLayout351.xml"/><Relationship Id="rId26" Type="http://schemas.openxmlformats.org/officeDocument/2006/relationships/slideLayout" Target="../slideLayouts/slideLayout359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54.xml"/><Relationship Id="rId34" Type="http://schemas.openxmlformats.org/officeDocument/2006/relationships/slideLayout" Target="../slideLayouts/slideLayout367.xml"/><Relationship Id="rId7" Type="http://schemas.openxmlformats.org/officeDocument/2006/relationships/slideLayout" Target="../slideLayouts/slideLayout340.xml"/><Relationship Id="rId12" Type="http://schemas.openxmlformats.org/officeDocument/2006/relationships/slideLayout" Target="../slideLayouts/slideLayout345.xml"/><Relationship Id="rId17" Type="http://schemas.openxmlformats.org/officeDocument/2006/relationships/slideLayout" Target="../slideLayouts/slideLayout350.xml"/><Relationship Id="rId25" Type="http://schemas.openxmlformats.org/officeDocument/2006/relationships/slideLayout" Target="../slideLayouts/slideLayout358.xml"/><Relationship Id="rId33" Type="http://schemas.openxmlformats.org/officeDocument/2006/relationships/slideLayout" Target="../slideLayouts/slideLayout366.xml"/><Relationship Id="rId38" Type="http://schemas.openxmlformats.org/officeDocument/2006/relationships/theme" Target="../theme/theme10.xml"/><Relationship Id="rId2" Type="http://schemas.openxmlformats.org/officeDocument/2006/relationships/slideLayout" Target="../slideLayouts/slideLayout335.xml"/><Relationship Id="rId16" Type="http://schemas.openxmlformats.org/officeDocument/2006/relationships/slideLayout" Target="../slideLayouts/slideLayout349.xml"/><Relationship Id="rId20" Type="http://schemas.openxmlformats.org/officeDocument/2006/relationships/slideLayout" Target="../slideLayouts/slideLayout353.xml"/><Relationship Id="rId29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34.xml"/><Relationship Id="rId6" Type="http://schemas.openxmlformats.org/officeDocument/2006/relationships/slideLayout" Target="../slideLayouts/slideLayout339.xml"/><Relationship Id="rId11" Type="http://schemas.openxmlformats.org/officeDocument/2006/relationships/slideLayout" Target="../slideLayouts/slideLayout344.xml"/><Relationship Id="rId24" Type="http://schemas.openxmlformats.org/officeDocument/2006/relationships/slideLayout" Target="../slideLayouts/slideLayout357.xml"/><Relationship Id="rId32" Type="http://schemas.openxmlformats.org/officeDocument/2006/relationships/slideLayout" Target="../slideLayouts/slideLayout365.xml"/><Relationship Id="rId37" Type="http://schemas.openxmlformats.org/officeDocument/2006/relationships/slideLayout" Target="../slideLayouts/slideLayout370.xml"/><Relationship Id="rId5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48.xml"/><Relationship Id="rId23" Type="http://schemas.openxmlformats.org/officeDocument/2006/relationships/slideLayout" Target="../slideLayouts/slideLayout356.xml"/><Relationship Id="rId28" Type="http://schemas.openxmlformats.org/officeDocument/2006/relationships/slideLayout" Target="../slideLayouts/slideLayout361.xml"/><Relationship Id="rId36" Type="http://schemas.openxmlformats.org/officeDocument/2006/relationships/slideLayout" Target="../slideLayouts/slideLayout369.xml"/><Relationship Id="rId10" Type="http://schemas.openxmlformats.org/officeDocument/2006/relationships/slideLayout" Target="../slideLayouts/slideLayout343.xml"/><Relationship Id="rId19" Type="http://schemas.openxmlformats.org/officeDocument/2006/relationships/slideLayout" Target="../slideLayouts/slideLayout352.xml"/><Relationship Id="rId31" Type="http://schemas.openxmlformats.org/officeDocument/2006/relationships/slideLayout" Target="../slideLayouts/slideLayout364.xml"/><Relationship Id="rId4" Type="http://schemas.openxmlformats.org/officeDocument/2006/relationships/slideLayout" Target="../slideLayouts/slideLayout337.xml"/><Relationship Id="rId9" Type="http://schemas.openxmlformats.org/officeDocument/2006/relationships/slideLayout" Target="../slideLayouts/slideLayout342.xml"/><Relationship Id="rId14" Type="http://schemas.openxmlformats.org/officeDocument/2006/relationships/slideLayout" Target="../slideLayouts/slideLayout347.xml"/><Relationship Id="rId22" Type="http://schemas.openxmlformats.org/officeDocument/2006/relationships/slideLayout" Target="../slideLayouts/slideLayout355.xml"/><Relationship Id="rId27" Type="http://schemas.openxmlformats.org/officeDocument/2006/relationships/slideLayout" Target="../slideLayouts/slideLayout360.xml"/><Relationship Id="rId30" Type="http://schemas.openxmlformats.org/officeDocument/2006/relationships/slideLayout" Target="../slideLayouts/slideLayout363.xml"/><Relationship Id="rId35" Type="http://schemas.openxmlformats.org/officeDocument/2006/relationships/slideLayout" Target="../slideLayouts/slideLayout368.xml"/><Relationship Id="rId8" Type="http://schemas.openxmlformats.org/officeDocument/2006/relationships/slideLayout" Target="../slideLayouts/slideLayout341.xml"/><Relationship Id="rId3" Type="http://schemas.openxmlformats.org/officeDocument/2006/relationships/slideLayout" Target="../slideLayouts/slideLayout336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83.xml"/><Relationship Id="rId18" Type="http://schemas.openxmlformats.org/officeDocument/2006/relationships/slideLayout" Target="../slideLayouts/slideLayout388.xml"/><Relationship Id="rId26" Type="http://schemas.openxmlformats.org/officeDocument/2006/relationships/slideLayout" Target="../slideLayouts/slideLayout39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391.xml"/><Relationship Id="rId34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377.xml"/><Relationship Id="rId12" Type="http://schemas.openxmlformats.org/officeDocument/2006/relationships/slideLayout" Target="../slideLayouts/slideLayout382.xml"/><Relationship Id="rId17" Type="http://schemas.openxmlformats.org/officeDocument/2006/relationships/slideLayout" Target="../slideLayouts/slideLayout387.xml"/><Relationship Id="rId25" Type="http://schemas.openxmlformats.org/officeDocument/2006/relationships/slideLayout" Target="../slideLayouts/slideLayout395.xml"/><Relationship Id="rId33" Type="http://schemas.openxmlformats.org/officeDocument/2006/relationships/slideLayout" Target="../slideLayouts/slideLayout403.xml"/><Relationship Id="rId38" Type="http://schemas.openxmlformats.org/officeDocument/2006/relationships/theme" Target="../theme/theme11.xml"/><Relationship Id="rId2" Type="http://schemas.openxmlformats.org/officeDocument/2006/relationships/slideLayout" Target="../slideLayouts/slideLayout372.xml"/><Relationship Id="rId16" Type="http://schemas.openxmlformats.org/officeDocument/2006/relationships/slideLayout" Target="../slideLayouts/slideLayout386.xml"/><Relationship Id="rId20" Type="http://schemas.openxmlformats.org/officeDocument/2006/relationships/slideLayout" Target="../slideLayouts/slideLayout390.xml"/><Relationship Id="rId29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71.xml"/><Relationship Id="rId6" Type="http://schemas.openxmlformats.org/officeDocument/2006/relationships/slideLayout" Target="../slideLayouts/slideLayout376.xml"/><Relationship Id="rId11" Type="http://schemas.openxmlformats.org/officeDocument/2006/relationships/slideLayout" Target="../slideLayouts/slideLayout381.xml"/><Relationship Id="rId24" Type="http://schemas.openxmlformats.org/officeDocument/2006/relationships/slideLayout" Target="../slideLayouts/slideLayout394.xml"/><Relationship Id="rId32" Type="http://schemas.openxmlformats.org/officeDocument/2006/relationships/slideLayout" Target="../slideLayouts/slideLayout402.xml"/><Relationship Id="rId37" Type="http://schemas.openxmlformats.org/officeDocument/2006/relationships/slideLayout" Target="../slideLayouts/slideLayout407.xml"/><Relationship Id="rId5" Type="http://schemas.openxmlformats.org/officeDocument/2006/relationships/slideLayout" Target="../slideLayouts/slideLayout375.xml"/><Relationship Id="rId15" Type="http://schemas.openxmlformats.org/officeDocument/2006/relationships/slideLayout" Target="../slideLayouts/slideLayout385.xml"/><Relationship Id="rId23" Type="http://schemas.openxmlformats.org/officeDocument/2006/relationships/slideLayout" Target="../slideLayouts/slideLayout393.xml"/><Relationship Id="rId28" Type="http://schemas.openxmlformats.org/officeDocument/2006/relationships/slideLayout" Target="../slideLayouts/slideLayout398.xml"/><Relationship Id="rId36" Type="http://schemas.openxmlformats.org/officeDocument/2006/relationships/slideLayout" Target="../slideLayouts/slideLayout406.xml"/><Relationship Id="rId10" Type="http://schemas.openxmlformats.org/officeDocument/2006/relationships/slideLayout" Target="../slideLayouts/slideLayout380.xml"/><Relationship Id="rId19" Type="http://schemas.openxmlformats.org/officeDocument/2006/relationships/slideLayout" Target="../slideLayouts/slideLayout389.xml"/><Relationship Id="rId31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374.xml"/><Relationship Id="rId9" Type="http://schemas.openxmlformats.org/officeDocument/2006/relationships/slideLayout" Target="../slideLayouts/slideLayout379.xml"/><Relationship Id="rId14" Type="http://schemas.openxmlformats.org/officeDocument/2006/relationships/slideLayout" Target="../slideLayouts/slideLayout384.xml"/><Relationship Id="rId22" Type="http://schemas.openxmlformats.org/officeDocument/2006/relationships/slideLayout" Target="../slideLayouts/slideLayout392.xml"/><Relationship Id="rId27" Type="http://schemas.openxmlformats.org/officeDocument/2006/relationships/slideLayout" Target="../slideLayouts/slideLayout397.xml"/><Relationship Id="rId30" Type="http://schemas.openxmlformats.org/officeDocument/2006/relationships/slideLayout" Target="../slideLayouts/slideLayout400.xml"/><Relationship Id="rId35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3.xml"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0.xml"/><Relationship Id="rId18" Type="http://schemas.openxmlformats.org/officeDocument/2006/relationships/slideLayout" Target="../slideLayouts/slideLayout425.xml"/><Relationship Id="rId26" Type="http://schemas.openxmlformats.org/officeDocument/2006/relationships/slideLayout" Target="../slideLayouts/slideLayout433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428.xml"/><Relationship Id="rId34" Type="http://schemas.openxmlformats.org/officeDocument/2006/relationships/slideLayout" Target="../slideLayouts/slideLayout441.xml"/><Relationship Id="rId7" Type="http://schemas.openxmlformats.org/officeDocument/2006/relationships/slideLayout" Target="../slideLayouts/slideLayout414.xml"/><Relationship Id="rId12" Type="http://schemas.openxmlformats.org/officeDocument/2006/relationships/slideLayout" Target="../slideLayouts/slideLayout419.xml"/><Relationship Id="rId17" Type="http://schemas.openxmlformats.org/officeDocument/2006/relationships/slideLayout" Target="../slideLayouts/slideLayout424.xml"/><Relationship Id="rId25" Type="http://schemas.openxmlformats.org/officeDocument/2006/relationships/slideLayout" Target="../slideLayouts/slideLayout432.xml"/><Relationship Id="rId33" Type="http://schemas.openxmlformats.org/officeDocument/2006/relationships/slideLayout" Target="../slideLayouts/slideLayout440.xml"/><Relationship Id="rId38" Type="http://schemas.openxmlformats.org/officeDocument/2006/relationships/theme" Target="../theme/theme12.xml"/><Relationship Id="rId2" Type="http://schemas.openxmlformats.org/officeDocument/2006/relationships/slideLayout" Target="../slideLayouts/slideLayout409.xml"/><Relationship Id="rId16" Type="http://schemas.openxmlformats.org/officeDocument/2006/relationships/slideLayout" Target="../slideLayouts/slideLayout423.xml"/><Relationship Id="rId20" Type="http://schemas.openxmlformats.org/officeDocument/2006/relationships/slideLayout" Target="../slideLayouts/slideLayout427.xml"/><Relationship Id="rId29" Type="http://schemas.openxmlformats.org/officeDocument/2006/relationships/slideLayout" Target="../slideLayouts/slideLayout436.xml"/><Relationship Id="rId1" Type="http://schemas.openxmlformats.org/officeDocument/2006/relationships/slideLayout" Target="../slideLayouts/slideLayout408.xml"/><Relationship Id="rId6" Type="http://schemas.openxmlformats.org/officeDocument/2006/relationships/slideLayout" Target="../slideLayouts/slideLayout413.xml"/><Relationship Id="rId11" Type="http://schemas.openxmlformats.org/officeDocument/2006/relationships/slideLayout" Target="../slideLayouts/slideLayout418.xml"/><Relationship Id="rId24" Type="http://schemas.openxmlformats.org/officeDocument/2006/relationships/slideLayout" Target="../slideLayouts/slideLayout431.xml"/><Relationship Id="rId32" Type="http://schemas.openxmlformats.org/officeDocument/2006/relationships/slideLayout" Target="../slideLayouts/slideLayout439.xml"/><Relationship Id="rId37" Type="http://schemas.openxmlformats.org/officeDocument/2006/relationships/slideLayout" Target="../slideLayouts/slideLayout444.xml"/><Relationship Id="rId5" Type="http://schemas.openxmlformats.org/officeDocument/2006/relationships/slideLayout" Target="../slideLayouts/slideLayout412.xml"/><Relationship Id="rId15" Type="http://schemas.openxmlformats.org/officeDocument/2006/relationships/slideLayout" Target="../slideLayouts/slideLayout422.xml"/><Relationship Id="rId23" Type="http://schemas.openxmlformats.org/officeDocument/2006/relationships/slideLayout" Target="../slideLayouts/slideLayout430.xml"/><Relationship Id="rId28" Type="http://schemas.openxmlformats.org/officeDocument/2006/relationships/slideLayout" Target="../slideLayouts/slideLayout435.xml"/><Relationship Id="rId36" Type="http://schemas.openxmlformats.org/officeDocument/2006/relationships/slideLayout" Target="../slideLayouts/slideLayout443.xml"/><Relationship Id="rId10" Type="http://schemas.openxmlformats.org/officeDocument/2006/relationships/slideLayout" Target="../slideLayouts/slideLayout417.xml"/><Relationship Id="rId19" Type="http://schemas.openxmlformats.org/officeDocument/2006/relationships/slideLayout" Target="../slideLayouts/slideLayout426.xml"/><Relationship Id="rId31" Type="http://schemas.openxmlformats.org/officeDocument/2006/relationships/slideLayout" Target="../slideLayouts/slideLayout438.xml"/><Relationship Id="rId4" Type="http://schemas.openxmlformats.org/officeDocument/2006/relationships/slideLayout" Target="../slideLayouts/slideLayout411.xml"/><Relationship Id="rId9" Type="http://schemas.openxmlformats.org/officeDocument/2006/relationships/slideLayout" Target="../slideLayouts/slideLayout416.xml"/><Relationship Id="rId14" Type="http://schemas.openxmlformats.org/officeDocument/2006/relationships/slideLayout" Target="../slideLayouts/slideLayout421.xml"/><Relationship Id="rId22" Type="http://schemas.openxmlformats.org/officeDocument/2006/relationships/slideLayout" Target="../slideLayouts/slideLayout429.xml"/><Relationship Id="rId27" Type="http://schemas.openxmlformats.org/officeDocument/2006/relationships/slideLayout" Target="../slideLayouts/slideLayout434.xml"/><Relationship Id="rId30" Type="http://schemas.openxmlformats.org/officeDocument/2006/relationships/slideLayout" Target="../slideLayouts/slideLayout437.xml"/><Relationship Id="rId35" Type="http://schemas.openxmlformats.org/officeDocument/2006/relationships/slideLayout" Target="../slideLayouts/slideLayout442.xml"/><Relationship Id="rId8" Type="http://schemas.openxmlformats.org/officeDocument/2006/relationships/slideLayout" Target="../slideLayouts/slideLayout415.xml"/><Relationship Id="rId3" Type="http://schemas.openxmlformats.org/officeDocument/2006/relationships/slideLayout" Target="../slideLayouts/slideLayout410.xml"/></Relationships>
</file>

<file path=ppt/slideMasters/_rels/slideMaster1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7.xml"/><Relationship Id="rId18" Type="http://schemas.openxmlformats.org/officeDocument/2006/relationships/slideLayout" Target="../slideLayouts/slideLayout462.xml"/><Relationship Id="rId26" Type="http://schemas.openxmlformats.org/officeDocument/2006/relationships/slideLayout" Target="../slideLayouts/slideLayout470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465.xml"/><Relationship Id="rId34" Type="http://schemas.openxmlformats.org/officeDocument/2006/relationships/slideLayout" Target="../slideLayouts/slideLayout478.xml"/><Relationship Id="rId7" Type="http://schemas.openxmlformats.org/officeDocument/2006/relationships/slideLayout" Target="../slideLayouts/slideLayout451.xml"/><Relationship Id="rId12" Type="http://schemas.openxmlformats.org/officeDocument/2006/relationships/slideLayout" Target="../slideLayouts/slideLayout456.xml"/><Relationship Id="rId17" Type="http://schemas.openxmlformats.org/officeDocument/2006/relationships/slideLayout" Target="../slideLayouts/slideLayout461.xml"/><Relationship Id="rId25" Type="http://schemas.openxmlformats.org/officeDocument/2006/relationships/slideLayout" Target="../slideLayouts/slideLayout469.xml"/><Relationship Id="rId33" Type="http://schemas.openxmlformats.org/officeDocument/2006/relationships/slideLayout" Target="../slideLayouts/slideLayout477.xml"/><Relationship Id="rId38" Type="http://schemas.openxmlformats.org/officeDocument/2006/relationships/theme" Target="../theme/theme13.xml"/><Relationship Id="rId2" Type="http://schemas.openxmlformats.org/officeDocument/2006/relationships/slideLayout" Target="../slideLayouts/slideLayout446.xml"/><Relationship Id="rId16" Type="http://schemas.openxmlformats.org/officeDocument/2006/relationships/slideLayout" Target="../slideLayouts/slideLayout460.xml"/><Relationship Id="rId20" Type="http://schemas.openxmlformats.org/officeDocument/2006/relationships/slideLayout" Target="../slideLayouts/slideLayout464.xml"/><Relationship Id="rId29" Type="http://schemas.openxmlformats.org/officeDocument/2006/relationships/slideLayout" Target="../slideLayouts/slideLayout473.xml"/><Relationship Id="rId1" Type="http://schemas.openxmlformats.org/officeDocument/2006/relationships/slideLayout" Target="../slideLayouts/slideLayout445.xml"/><Relationship Id="rId6" Type="http://schemas.openxmlformats.org/officeDocument/2006/relationships/slideLayout" Target="../slideLayouts/slideLayout450.xml"/><Relationship Id="rId11" Type="http://schemas.openxmlformats.org/officeDocument/2006/relationships/slideLayout" Target="../slideLayouts/slideLayout455.xml"/><Relationship Id="rId24" Type="http://schemas.openxmlformats.org/officeDocument/2006/relationships/slideLayout" Target="../slideLayouts/slideLayout468.xml"/><Relationship Id="rId32" Type="http://schemas.openxmlformats.org/officeDocument/2006/relationships/slideLayout" Target="../slideLayouts/slideLayout476.xml"/><Relationship Id="rId37" Type="http://schemas.openxmlformats.org/officeDocument/2006/relationships/slideLayout" Target="../slideLayouts/slideLayout481.xml"/><Relationship Id="rId5" Type="http://schemas.openxmlformats.org/officeDocument/2006/relationships/slideLayout" Target="../slideLayouts/slideLayout449.xml"/><Relationship Id="rId15" Type="http://schemas.openxmlformats.org/officeDocument/2006/relationships/slideLayout" Target="../slideLayouts/slideLayout459.xml"/><Relationship Id="rId23" Type="http://schemas.openxmlformats.org/officeDocument/2006/relationships/slideLayout" Target="../slideLayouts/slideLayout467.xml"/><Relationship Id="rId28" Type="http://schemas.openxmlformats.org/officeDocument/2006/relationships/slideLayout" Target="../slideLayouts/slideLayout472.xml"/><Relationship Id="rId36" Type="http://schemas.openxmlformats.org/officeDocument/2006/relationships/slideLayout" Target="../slideLayouts/slideLayout480.xml"/><Relationship Id="rId10" Type="http://schemas.openxmlformats.org/officeDocument/2006/relationships/slideLayout" Target="../slideLayouts/slideLayout454.xml"/><Relationship Id="rId19" Type="http://schemas.openxmlformats.org/officeDocument/2006/relationships/slideLayout" Target="../slideLayouts/slideLayout463.xml"/><Relationship Id="rId31" Type="http://schemas.openxmlformats.org/officeDocument/2006/relationships/slideLayout" Target="../slideLayouts/slideLayout475.xml"/><Relationship Id="rId4" Type="http://schemas.openxmlformats.org/officeDocument/2006/relationships/slideLayout" Target="../slideLayouts/slideLayout448.xml"/><Relationship Id="rId9" Type="http://schemas.openxmlformats.org/officeDocument/2006/relationships/slideLayout" Target="../slideLayouts/slideLayout453.xml"/><Relationship Id="rId14" Type="http://schemas.openxmlformats.org/officeDocument/2006/relationships/slideLayout" Target="../slideLayouts/slideLayout458.xml"/><Relationship Id="rId22" Type="http://schemas.openxmlformats.org/officeDocument/2006/relationships/slideLayout" Target="../slideLayouts/slideLayout466.xml"/><Relationship Id="rId27" Type="http://schemas.openxmlformats.org/officeDocument/2006/relationships/slideLayout" Target="../slideLayouts/slideLayout471.xml"/><Relationship Id="rId30" Type="http://schemas.openxmlformats.org/officeDocument/2006/relationships/slideLayout" Target="../slideLayouts/slideLayout474.xml"/><Relationship Id="rId35" Type="http://schemas.openxmlformats.org/officeDocument/2006/relationships/slideLayout" Target="../slideLayouts/slideLayout479.xml"/><Relationship Id="rId8" Type="http://schemas.openxmlformats.org/officeDocument/2006/relationships/slideLayout" Target="../slideLayouts/slideLayout452.xml"/><Relationship Id="rId3" Type="http://schemas.openxmlformats.org/officeDocument/2006/relationships/slideLayout" Target="../slideLayouts/slideLayout447.xml"/></Relationships>
</file>

<file path=ppt/slideMasters/_rels/slideMaster1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4.xml"/><Relationship Id="rId18" Type="http://schemas.openxmlformats.org/officeDocument/2006/relationships/slideLayout" Target="../slideLayouts/slideLayout499.xml"/><Relationship Id="rId26" Type="http://schemas.openxmlformats.org/officeDocument/2006/relationships/slideLayout" Target="../slideLayouts/slideLayout507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502.xml"/><Relationship Id="rId34" Type="http://schemas.openxmlformats.org/officeDocument/2006/relationships/slideLayout" Target="../slideLayouts/slideLayout515.xml"/><Relationship Id="rId7" Type="http://schemas.openxmlformats.org/officeDocument/2006/relationships/slideLayout" Target="../slideLayouts/slideLayout488.xml"/><Relationship Id="rId12" Type="http://schemas.openxmlformats.org/officeDocument/2006/relationships/slideLayout" Target="../slideLayouts/slideLayout493.xml"/><Relationship Id="rId17" Type="http://schemas.openxmlformats.org/officeDocument/2006/relationships/slideLayout" Target="../slideLayouts/slideLayout498.xml"/><Relationship Id="rId25" Type="http://schemas.openxmlformats.org/officeDocument/2006/relationships/slideLayout" Target="../slideLayouts/slideLayout506.xml"/><Relationship Id="rId33" Type="http://schemas.openxmlformats.org/officeDocument/2006/relationships/slideLayout" Target="../slideLayouts/slideLayout514.xml"/><Relationship Id="rId38" Type="http://schemas.openxmlformats.org/officeDocument/2006/relationships/theme" Target="../theme/theme14.xml"/><Relationship Id="rId2" Type="http://schemas.openxmlformats.org/officeDocument/2006/relationships/slideLayout" Target="../slideLayouts/slideLayout483.xml"/><Relationship Id="rId16" Type="http://schemas.openxmlformats.org/officeDocument/2006/relationships/slideLayout" Target="../slideLayouts/slideLayout497.xml"/><Relationship Id="rId20" Type="http://schemas.openxmlformats.org/officeDocument/2006/relationships/slideLayout" Target="../slideLayouts/slideLayout501.xml"/><Relationship Id="rId29" Type="http://schemas.openxmlformats.org/officeDocument/2006/relationships/slideLayout" Target="../slideLayouts/slideLayout510.xml"/><Relationship Id="rId1" Type="http://schemas.openxmlformats.org/officeDocument/2006/relationships/slideLayout" Target="../slideLayouts/slideLayout482.xml"/><Relationship Id="rId6" Type="http://schemas.openxmlformats.org/officeDocument/2006/relationships/slideLayout" Target="../slideLayouts/slideLayout487.xml"/><Relationship Id="rId11" Type="http://schemas.openxmlformats.org/officeDocument/2006/relationships/slideLayout" Target="../slideLayouts/slideLayout492.xml"/><Relationship Id="rId24" Type="http://schemas.openxmlformats.org/officeDocument/2006/relationships/slideLayout" Target="../slideLayouts/slideLayout505.xml"/><Relationship Id="rId32" Type="http://schemas.openxmlformats.org/officeDocument/2006/relationships/slideLayout" Target="../slideLayouts/slideLayout513.xml"/><Relationship Id="rId37" Type="http://schemas.openxmlformats.org/officeDocument/2006/relationships/slideLayout" Target="../slideLayouts/slideLayout518.xml"/><Relationship Id="rId5" Type="http://schemas.openxmlformats.org/officeDocument/2006/relationships/slideLayout" Target="../slideLayouts/slideLayout486.xml"/><Relationship Id="rId15" Type="http://schemas.openxmlformats.org/officeDocument/2006/relationships/slideLayout" Target="../slideLayouts/slideLayout496.xml"/><Relationship Id="rId23" Type="http://schemas.openxmlformats.org/officeDocument/2006/relationships/slideLayout" Target="../slideLayouts/slideLayout504.xml"/><Relationship Id="rId28" Type="http://schemas.openxmlformats.org/officeDocument/2006/relationships/slideLayout" Target="../slideLayouts/slideLayout509.xml"/><Relationship Id="rId36" Type="http://schemas.openxmlformats.org/officeDocument/2006/relationships/slideLayout" Target="../slideLayouts/slideLayout517.xml"/><Relationship Id="rId10" Type="http://schemas.openxmlformats.org/officeDocument/2006/relationships/slideLayout" Target="../slideLayouts/slideLayout491.xml"/><Relationship Id="rId19" Type="http://schemas.openxmlformats.org/officeDocument/2006/relationships/slideLayout" Target="../slideLayouts/slideLayout500.xml"/><Relationship Id="rId31" Type="http://schemas.openxmlformats.org/officeDocument/2006/relationships/slideLayout" Target="../slideLayouts/slideLayout512.xml"/><Relationship Id="rId4" Type="http://schemas.openxmlformats.org/officeDocument/2006/relationships/slideLayout" Target="../slideLayouts/slideLayout485.xml"/><Relationship Id="rId9" Type="http://schemas.openxmlformats.org/officeDocument/2006/relationships/slideLayout" Target="../slideLayouts/slideLayout490.xml"/><Relationship Id="rId14" Type="http://schemas.openxmlformats.org/officeDocument/2006/relationships/slideLayout" Target="../slideLayouts/slideLayout495.xml"/><Relationship Id="rId22" Type="http://schemas.openxmlformats.org/officeDocument/2006/relationships/slideLayout" Target="../slideLayouts/slideLayout503.xml"/><Relationship Id="rId27" Type="http://schemas.openxmlformats.org/officeDocument/2006/relationships/slideLayout" Target="../slideLayouts/slideLayout508.xml"/><Relationship Id="rId30" Type="http://schemas.openxmlformats.org/officeDocument/2006/relationships/slideLayout" Target="../slideLayouts/slideLayout511.xml"/><Relationship Id="rId35" Type="http://schemas.openxmlformats.org/officeDocument/2006/relationships/slideLayout" Target="../slideLayouts/slideLayout516.xml"/><Relationship Id="rId8" Type="http://schemas.openxmlformats.org/officeDocument/2006/relationships/slideLayout" Target="../slideLayouts/slideLayout489.xml"/><Relationship Id="rId3" Type="http://schemas.openxmlformats.org/officeDocument/2006/relationships/slideLayout" Target="../slideLayouts/slideLayout484.xml"/></Relationships>
</file>

<file path=ppt/slideMasters/_rels/slideMaster1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1.xml"/><Relationship Id="rId18" Type="http://schemas.openxmlformats.org/officeDocument/2006/relationships/slideLayout" Target="../slideLayouts/slideLayout536.xml"/><Relationship Id="rId26" Type="http://schemas.openxmlformats.org/officeDocument/2006/relationships/slideLayout" Target="../slideLayouts/slideLayout544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539.xml"/><Relationship Id="rId34" Type="http://schemas.openxmlformats.org/officeDocument/2006/relationships/slideLayout" Target="../slideLayouts/slideLayout552.xml"/><Relationship Id="rId7" Type="http://schemas.openxmlformats.org/officeDocument/2006/relationships/slideLayout" Target="../slideLayouts/slideLayout525.xml"/><Relationship Id="rId12" Type="http://schemas.openxmlformats.org/officeDocument/2006/relationships/slideLayout" Target="../slideLayouts/slideLayout530.xml"/><Relationship Id="rId17" Type="http://schemas.openxmlformats.org/officeDocument/2006/relationships/slideLayout" Target="../slideLayouts/slideLayout535.xml"/><Relationship Id="rId25" Type="http://schemas.openxmlformats.org/officeDocument/2006/relationships/slideLayout" Target="../slideLayouts/slideLayout543.xml"/><Relationship Id="rId33" Type="http://schemas.openxmlformats.org/officeDocument/2006/relationships/slideLayout" Target="../slideLayouts/slideLayout551.xml"/><Relationship Id="rId38" Type="http://schemas.openxmlformats.org/officeDocument/2006/relationships/theme" Target="../theme/theme15.xml"/><Relationship Id="rId2" Type="http://schemas.openxmlformats.org/officeDocument/2006/relationships/slideLayout" Target="../slideLayouts/slideLayout520.xml"/><Relationship Id="rId16" Type="http://schemas.openxmlformats.org/officeDocument/2006/relationships/slideLayout" Target="../slideLayouts/slideLayout534.xml"/><Relationship Id="rId20" Type="http://schemas.openxmlformats.org/officeDocument/2006/relationships/slideLayout" Target="../slideLayouts/slideLayout538.xml"/><Relationship Id="rId29" Type="http://schemas.openxmlformats.org/officeDocument/2006/relationships/slideLayout" Target="../slideLayouts/slideLayout547.xml"/><Relationship Id="rId1" Type="http://schemas.openxmlformats.org/officeDocument/2006/relationships/slideLayout" Target="../slideLayouts/slideLayout519.xml"/><Relationship Id="rId6" Type="http://schemas.openxmlformats.org/officeDocument/2006/relationships/slideLayout" Target="../slideLayouts/slideLayout524.xml"/><Relationship Id="rId11" Type="http://schemas.openxmlformats.org/officeDocument/2006/relationships/slideLayout" Target="../slideLayouts/slideLayout529.xml"/><Relationship Id="rId24" Type="http://schemas.openxmlformats.org/officeDocument/2006/relationships/slideLayout" Target="../slideLayouts/slideLayout542.xml"/><Relationship Id="rId32" Type="http://schemas.openxmlformats.org/officeDocument/2006/relationships/slideLayout" Target="../slideLayouts/slideLayout550.xml"/><Relationship Id="rId37" Type="http://schemas.openxmlformats.org/officeDocument/2006/relationships/slideLayout" Target="../slideLayouts/slideLayout555.xml"/><Relationship Id="rId5" Type="http://schemas.openxmlformats.org/officeDocument/2006/relationships/slideLayout" Target="../slideLayouts/slideLayout523.xml"/><Relationship Id="rId15" Type="http://schemas.openxmlformats.org/officeDocument/2006/relationships/slideLayout" Target="../slideLayouts/slideLayout533.xml"/><Relationship Id="rId23" Type="http://schemas.openxmlformats.org/officeDocument/2006/relationships/slideLayout" Target="../slideLayouts/slideLayout541.xml"/><Relationship Id="rId28" Type="http://schemas.openxmlformats.org/officeDocument/2006/relationships/slideLayout" Target="../slideLayouts/slideLayout546.xml"/><Relationship Id="rId36" Type="http://schemas.openxmlformats.org/officeDocument/2006/relationships/slideLayout" Target="../slideLayouts/slideLayout554.xml"/><Relationship Id="rId10" Type="http://schemas.openxmlformats.org/officeDocument/2006/relationships/slideLayout" Target="../slideLayouts/slideLayout528.xml"/><Relationship Id="rId19" Type="http://schemas.openxmlformats.org/officeDocument/2006/relationships/slideLayout" Target="../slideLayouts/slideLayout537.xml"/><Relationship Id="rId31" Type="http://schemas.openxmlformats.org/officeDocument/2006/relationships/slideLayout" Target="../slideLayouts/slideLayout549.xml"/><Relationship Id="rId4" Type="http://schemas.openxmlformats.org/officeDocument/2006/relationships/slideLayout" Target="../slideLayouts/slideLayout522.xml"/><Relationship Id="rId9" Type="http://schemas.openxmlformats.org/officeDocument/2006/relationships/slideLayout" Target="../slideLayouts/slideLayout527.xml"/><Relationship Id="rId14" Type="http://schemas.openxmlformats.org/officeDocument/2006/relationships/slideLayout" Target="../slideLayouts/slideLayout532.xml"/><Relationship Id="rId22" Type="http://schemas.openxmlformats.org/officeDocument/2006/relationships/slideLayout" Target="../slideLayouts/slideLayout540.xml"/><Relationship Id="rId27" Type="http://schemas.openxmlformats.org/officeDocument/2006/relationships/slideLayout" Target="../slideLayouts/slideLayout545.xml"/><Relationship Id="rId30" Type="http://schemas.openxmlformats.org/officeDocument/2006/relationships/slideLayout" Target="../slideLayouts/slideLayout548.xml"/><Relationship Id="rId35" Type="http://schemas.openxmlformats.org/officeDocument/2006/relationships/slideLayout" Target="../slideLayouts/slideLayout553.xml"/><Relationship Id="rId8" Type="http://schemas.openxmlformats.org/officeDocument/2006/relationships/slideLayout" Target="../slideLayouts/slideLayout526.xml"/><Relationship Id="rId3" Type="http://schemas.openxmlformats.org/officeDocument/2006/relationships/slideLayout" Target="../slideLayouts/slideLayout521.xml"/></Relationships>
</file>

<file path=ppt/slideMasters/_rels/slideMaster1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8.xml"/><Relationship Id="rId18" Type="http://schemas.openxmlformats.org/officeDocument/2006/relationships/slideLayout" Target="../slideLayouts/slideLayout573.xml"/><Relationship Id="rId26" Type="http://schemas.openxmlformats.org/officeDocument/2006/relationships/slideLayout" Target="../slideLayouts/slideLayout581.xml"/><Relationship Id="rId39" Type="http://schemas.openxmlformats.org/officeDocument/2006/relationships/image" Target="../media/image13.png"/><Relationship Id="rId21" Type="http://schemas.openxmlformats.org/officeDocument/2006/relationships/slideLayout" Target="../slideLayouts/slideLayout576.xml"/><Relationship Id="rId34" Type="http://schemas.openxmlformats.org/officeDocument/2006/relationships/slideLayout" Target="../slideLayouts/slideLayout589.xml"/><Relationship Id="rId7" Type="http://schemas.openxmlformats.org/officeDocument/2006/relationships/slideLayout" Target="../slideLayouts/slideLayout562.xml"/><Relationship Id="rId12" Type="http://schemas.openxmlformats.org/officeDocument/2006/relationships/slideLayout" Target="../slideLayouts/slideLayout567.xml"/><Relationship Id="rId17" Type="http://schemas.openxmlformats.org/officeDocument/2006/relationships/slideLayout" Target="../slideLayouts/slideLayout572.xml"/><Relationship Id="rId25" Type="http://schemas.openxmlformats.org/officeDocument/2006/relationships/slideLayout" Target="../slideLayouts/slideLayout580.xml"/><Relationship Id="rId33" Type="http://schemas.openxmlformats.org/officeDocument/2006/relationships/slideLayout" Target="../slideLayouts/slideLayout588.xml"/><Relationship Id="rId38" Type="http://schemas.openxmlformats.org/officeDocument/2006/relationships/theme" Target="../theme/theme16.xml"/><Relationship Id="rId2" Type="http://schemas.openxmlformats.org/officeDocument/2006/relationships/slideLayout" Target="../slideLayouts/slideLayout557.xml"/><Relationship Id="rId16" Type="http://schemas.openxmlformats.org/officeDocument/2006/relationships/slideLayout" Target="../slideLayouts/slideLayout571.xml"/><Relationship Id="rId20" Type="http://schemas.openxmlformats.org/officeDocument/2006/relationships/slideLayout" Target="../slideLayouts/slideLayout575.xml"/><Relationship Id="rId29" Type="http://schemas.openxmlformats.org/officeDocument/2006/relationships/slideLayout" Target="../slideLayouts/slideLayout584.xml"/><Relationship Id="rId1" Type="http://schemas.openxmlformats.org/officeDocument/2006/relationships/slideLayout" Target="../slideLayouts/slideLayout556.xml"/><Relationship Id="rId6" Type="http://schemas.openxmlformats.org/officeDocument/2006/relationships/slideLayout" Target="../slideLayouts/slideLayout561.xml"/><Relationship Id="rId11" Type="http://schemas.openxmlformats.org/officeDocument/2006/relationships/slideLayout" Target="../slideLayouts/slideLayout566.xml"/><Relationship Id="rId24" Type="http://schemas.openxmlformats.org/officeDocument/2006/relationships/slideLayout" Target="../slideLayouts/slideLayout579.xml"/><Relationship Id="rId32" Type="http://schemas.openxmlformats.org/officeDocument/2006/relationships/slideLayout" Target="../slideLayouts/slideLayout587.xml"/><Relationship Id="rId37" Type="http://schemas.openxmlformats.org/officeDocument/2006/relationships/slideLayout" Target="../slideLayouts/slideLayout592.xml"/><Relationship Id="rId5" Type="http://schemas.openxmlformats.org/officeDocument/2006/relationships/slideLayout" Target="../slideLayouts/slideLayout560.xml"/><Relationship Id="rId15" Type="http://schemas.openxmlformats.org/officeDocument/2006/relationships/slideLayout" Target="../slideLayouts/slideLayout570.xml"/><Relationship Id="rId23" Type="http://schemas.openxmlformats.org/officeDocument/2006/relationships/slideLayout" Target="../slideLayouts/slideLayout578.xml"/><Relationship Id="rId28" Type="http://schemas.openxmlformats.org/officeDocument/2006/relationships/slideLayout" Target="../slideLayouts/slideLayout583.xml"/><Relationship Id="rId36" Type="http://schemas.openxmlformats.org/officeDocument/2006/relationships/slideLayout" Target="../slideLayouts/slideLayout591.xml"/><Relationship Id="rId10" Type="http://schemas.openxmlformats.org/officeDocument/2006/relationships/slideLayout" Target="../slideLayouts/slideLayout565.xml"/><Relationship Id="rId19" Type="http://schemas.openxmlformats.org/officeDocument/2006/relationships/slideLayout" Target="../slideLayouts/slideLayout574.xml"/><Relationship Id="rId31" Type="http://schemas.openxmlformats.org/officeDocument/2006/relationships/slideLayout" Target="../slideLayouts/slideLayout586.xml"/><Relationship Id="rId4" Type="http://schemas.openxmlformats.org/officeDocument/2006/relationships/slideLayout" Target="../slideLayouts/slideLayout559.xml"/><Relationship Id="rId9" Type="http://schemas.openxmlformats.org/officeDocument/2006/relationships/slideLayout" Target="../slideLayouts/slideLayout564.xml"/><Relationship Id="rId14" Type="http://schemas.openxmlformats.org/officeDocument/2006/relationships/slideLayout" Target="../slideLayouts/slideLayout569.xml"/><Relationship Id="rId22" Type="http://schemas.openxmlformats.org/officeDocument/2006/relationships/slideLayout" Target="../slideLayouts/slideLayout577.xml"/><Relationship Id="rId27" Type="http://schemas.openxmlformats.org/officeDocument/2006/relationships/slideLayout" Target="../slideLayouts/slideLayout582.xml"/><Relationship Id="rId30" Type="http://schemas.openxmlformats.org/officeDocument/2006/relationships/slideLayout" Target="../slideLayouts/slideLayout585.xml"/><Relationship Id="rId35" Type="http://schemas.openxmlformats.org/officeDocument/2006/relationships/slideLayout" Target="../slideLayouts/slideLayout590.xml"/><Relationship Id="rId8" Type="http://schemas.openxmlformats.org/officeDocument/2006/relationships/slideLayout" Target="../slideLayouts/slideLayout563.xml"/><Relationship Id="rId3" Type="http://schemas.openxmlformats.org/officeDocument/2006/relationships/slideLayout" Target="../slideLayouts/slideLayout558.xml"/></Relationships>
</file>

<file path=ppt/slideMasters/_rels/slideMaster1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5.xml"/><Relationship Id="rId18" Type="http://schemas.openxmlformats.org/officeDocument/2006/relationships/slideLayout" Target="../slideLayouts/slideLayout610.xml"/><Relationship Id="rId26" Type="http://schemas.openxmlformats.org/officeDocument/2006/relationships/slideLayout" Target="../slideLayouts/slideLayout618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613.xml"/><Relationship Id="rId34" Type="http://schemas.openxmlformats.org/officeDocument/2006/relationships/slideLayout" Target="../slideLayouts/slideLayout626.xml"/><Relationship Id="rId7" Type="http://schemas.openxmlformats.org/officeDocument/2006/relationships/slideLayout" Target="../slideLayouts/slideLayout599.xml"/><Relationship Id="rId12" Type="http://schemas.openxmlformats.org/officeDocument/2006/relationships/slideLayout" Target="../slideLayouts/slideLayout604.xml"/><Relationship Id="rId17" Type="http://schemas.openxmlformats.org/officeDocument/2006/relationships/slideLayout" Target="../slideLayouts/slideLayout609.xml"/><Relationship Id="rId25" Type="http://schemas.openxmlformats.org/officeDocument/2006/relationships/slideLayout" Target="../slideLayouts/slideLayout617.xml"/><Relationship Id="rId33" Type="http://schemas.openxmlformats.org/officeDocument/2006/relationships/slideLayout" Target="../slideLayouts/slideLayout625.xml"/><Relationship Id="rId38" Type="http://schemas.openxmlformats.org/officeDocument/2006/relationships/theme" Target="../theme/theme17.xml"/><Relationship Id="rId2" Type="http://schemas.openxmlformats.org/officeDocument/2006/relationships/slideLayout" Target="../slideLayouts/slideLayout594.xml"/><Relationship Id="rId16" Type="http://schemas.openxmlformats.org/officeDocument/2006/relationships/slideLayout" Target="../slideLayouts/slideLayout608.xml"/><Relationship Id="rId20" Type="http://schemas.openxmlformats.org/officeDocument/2006/relationships/slideLayout" Target="../slideLayouts/slideLayout612.xml"/><Relationship Id="rId29" Type="http://schemas.openxmlformats.org/officeDocument/2006/relationships/slideLayout" Target="../slideLayouts/slideLayout621.xml"/><Relationship Id="rId1" Type="http://schemas.openxmlformats.org/officeDocument/2006/relationships/slideLayout" Target="../slideLayouts/slideLayout593.xml"/><Relationship Id="rId6" Type="http://schemas.openxmlformats.org/officeDocument/2006/relationships/slideLayout" Target="../slideLayouts/slideLayout598.xml"/><Relationship Id="rId11" Type="http://schemas.openxmlformats.org/officeDocument/2006/relationships/slideLayout" Target="../slideLayouts/slideLayout603.xml"/><Relationship Id="rId24" Type="http://schemas.openxmlformats.org/officeDocument/2006/relationships/slideLayout" Target="../slideLayouts/slideLayout616.xml"/><Relationship Id="rId32" Type="http://schemas.openxmlformats.org/officeDocument/2006/relationships/slideLayout" Target="../slideLayouts/slideLayout624.xml"/><Relationship Id="rId37" Type="http://schemas.openxmlformats.org/officeDocument/2006/relationships/slideLayout" Target="../slideLayouts/slideLayout629.xml"/><Relationship Id="rId5" Type="http://schemas.openxmlformats.org/officeDocument/2006/relationships/slideLayout" Target="../slideLayouts/slideLayout597.xml"/><Relationship Id="rId15" Type="http://schemas.openxmlformats.org/officeDocument/2006/relationships/slideLayout" Target="../slideLayouts/slideLayout607.xml"/><Relationship Id="rId23" Type="http://schemas.openxmlformats.org/officeDocument/2006/relationships/slideLayout" Target="../slideLayouts/slideLayout615.xml"/><Relationship Id="rId28" Type="http://schemas.openxmlformats.org/officeDocument/2006/relationships/slideLayout" Target="../slideLayouts/slideLayout620.xml"/><Relationship Id="rId36" Type="http://schemas.openxmlformats.org/officeDocument/2006/relationships/slideLayout" Target="../slideLayouts/slideLayout628.xml"/><Relationship Id="rId10" Type="http://schemas.openxmlformats.org/officeDocument/2006/relationships/slideLayout" Target="../slideLayouts/slideLayout602.xml"/><Relationship Id="rId19" Type="http://schemas.openxmlformats.org/officeDocument/2006/relationships/slideLayout" Target="../slideLayouts/slideLayout611.xml"/><Relationship Id="rId31" Type="http://schemas.openxmlformats.org/officeDocument/2006/relationships/slideLayout" Target="../slideLayouts/slideLayout623.xml"/><Relationship Id="rId4" Type="http://schemas.openxmlformats.org/officeDocument/2006/relationships/slideLayout" Target="../slideLayouts/slideLayout596.xml"/><Relationship Id="rId9" Type="http://schemas.openxmlformats.org/officeDocument/2006/relationships/slideLayout" Target="../slideLayouts/slideLayout601.xml"/><Relationship Id="rId14" Type="http://schemas.openxmlformats.org/officeDocument/2006/relationships/slideLayout" Target="../slideLayouts/slideLayout606.xml"/><Relationship Id="rId22" Type="http://schemas.openxmlformats.org/officeDocument/2006/relationships/slideLayout" Target="../slideLayouts/slideLayout614.xml"/><Relationship Id="rId27" Type="http://schemas.openxmlformats.org/officeDocument/2006/relationships/slideLayout" Target="../slideLayouts/slideLayout619.xml"/><Relationship Id="rId30" Type="http://schemas.openxmlformats.org/officeDocument/2006/relationships/slideLayout" Target="../slideLayouts/slideLayout622.xml"/><Relationship Id="rId35" Type="http://schemas.openxmlformats.org/officeDocument/2006/relationships/slideLayout" Target="../slideLayouts/slideLayout627.xml"/><Relationship Id="rId8" Type="http://schemas.openxmlformats.org/officeDocument/2006/relationships/slideLayout" Target="../slideLayouts/slideLayout600.xml"/><Relationship Id="rId3" Type="http://schemas.openxmlformats.org/officeDocument/2006/relationships/slideLayout" Target="../slideLayouts/slideLayout5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650" r:id="rId2"/>
    <p:sldLayoutId id="2147483725" r:id="rId3"/>
    <p:sldLayoutId id="2147483719" r:id="rId4"/>
    <p:sldLayoutId id="2147483726" r:id="rId5"/>
    <p:sldLayoutId id="2147483666" r:id="rId6"/>
    <p:sldLayoutId id="2147483690" r:id="rId7"/>
    <p:sldLayoutId id="2147483728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89" r:id="rId15"/>
    <p:sldLayoutId id="2147483712" r:id="rId16"/>
    <p:sldLayoutId id="2147483711" r:id="rId17"/>
    <p:sldLayoutId id="2147483675" r:id="rId18"/>
    <p:sldLayoutId id="2147483657" r:id="rId19"/>
    <p:sldLayoutId id="2147483691" r:id="rId20"/>
    <p:sldLayoutId id="2147483729" r:id="rId21"/>
    <p:sldLayoutId id="2147483739" r:id="rId22"/>
    <p:sldLayoutId id="2147483740" r:id="rId23"/>
    <p:sldLayoutId id="2147483718" r:id="rId24"/>
    <p:sldLayoutId id="2147483717" r:id="rId25"/>
    <p:sldLayoutId id="2147483714" r:id="rId26"/>
    <p:sldLayoutId id="2147483713" r:id="rId27"/>
    <p:sldLayoutId id="2147483716" r:id="rId28"/>
    <p:sldLayoutId id="2147483715" r:id="rId29"/>
    <p:sldLayoutId id="2147483707" r:id="rId30"/>
    <p:sldLayoutId id="2147483667" r:id="rId31"/>
    <p:sldLayoutId id="2147483702" r:id="rId32"/>
    <p:sldLayoutId id="2147483721" r:id="rId33"/>
    <p:sldLayoutId id="2147483700" r:id="rId34"/>
    <p:sldLayoutId id="2147483692" r:id="rId35"/>
    <p:sldLayoutId id="2147483722" r:id="rId36"/>
    <p:sldLayoutId id="2147483723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 userDrawn="1">
          <p15:clr>
            <a:srgbClr val="F26B43"/>
          </p15:clr>
        </p15:guide>
        <p15:guide id="8" orient="horz" pos="3919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2159" userDrawn="1">
          <p15:clr>
            <a:srgbClr val="F26B43"/>
          </p15:clr>
        </p15:guide>
        <p15:guide id="11" pos="400" userDrawn="1">
          <p15:clr>
            <a:srgbClr val="F26B43"/>
          </p15:clr>
        </p15:guide>
        <p15:guide id="12" pos="4128" userDrawn="1">
          <p15:clr>
            <a:srgbClr val="F26B43"/>
          </p15:clr>
        </p15:guide>
        <p15:guide id="13" pos="3552" userDrawn="1">
          <p15:clr>
            <a:srgbClr val="F26B43"/>
          </p15:clr>
        </p15:guide>
        <p15:guide id="14" orient="horz" pos="1275" userDrawn="1">
          <p15:clr>
            <a:srgbClr val="F26B43"/>
          </p15:clr>
        </p15:guide>
        <p15:guide id="15" orient="horz" pos="1434" userDrawn="1">
          <p15:clr>
            <a:srgbClr val="F26B43"/>
          </p15:clr>
        </p15:guide>
        <p15:guide id="16" pos="461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CCC3EFD-5666-154D-B35E-5574C9B1DA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  <p:sldLayoutId id="2147483777" r:id="rId36"/>
    <p:sldLayoutId id="214748377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A34A4EC-7D06-6644-8C98-B5197760F6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3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0" r:id="rId31"/>
    <p:sldLayoutId id="2147483811" r:id="rId32"/>
    <p:sldLayoutId id="2147483812" r:id="rId33"/>
    <p:sldLayoutId id="2147483813" r:id="rId34"/>
    <p:sldLayoutId id="2147483814" r:id="rId35"/>
    <p:sldLayoutId id="2147483815" r:id="rId36"/>
    <p:sldLayoutId id="2147483816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4EA48F5-3B2F-264A-80BD-501848177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6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37" r:id="rId20"/>
    <p:sldLayoutId id="2147483838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52" r:id="rId35"/>
    <p:sldLayoutId id="2147483853" r:id="rId36"/>
    <p:sldLayoutId id="2147483854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7E18EBE-482B-7E48-89D1-039D8F337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6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  <p:sldLayoutId id="2147483873" r:id="rId18"/>
    <p:sldLayoutId id="2147483874" r:id="rId19"/>
    <p:sldLayoutId id="2147483875" r:id="rId20"/>
    <p:sldLayoutId id="2147483876" r:id="rId21"/>
    <p:sldLayoutId id="2147483877" r:id="rId22"/>
    <p:sldLayoutId id="2147483878" r:id="rId23"/>
    <p:sldLayoutId id="2147483879" r:id="rId24"/>
    <p:sldLayoutId id="2147483880" r:id="rId25"/>
    <p:sldLayoutId id="2147483881" r:id="rId26"/>
    <p:sldLayoutId id="2147483882" r:id="rId27"/>
    <p:sldLayoutId id="2147483883" r:id="rId28"/>
    <p:sldLayoutId id="2147483884" r:id="rId29"/>
    <p:sldLayoutId id="2147483885" r:id="rId30"/>
    <p:sldLayoutId id="2147483886" r:id="rId31"/>
    <p:sldLayoutId id="2147483887" r:id="rId32"/>
    <p:sldLayoutId id="2147483888" r:id="rId33"/>
    <p:sldLayoutId id="2147483889" r:id="rId34"/>
    <p:sldLayoutId id="2147483890" r:id="rId35"/>
    <p:sldLayoutId id="2147483891" r:id="rId36"/>
    <p:sldLayoutId id="214748389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37" name="Afbeelding 36">
            <a:extLst>
              <a:ext uri="{FF2B5EF4-FFF2-40B4-BE49-F238E27FC236}">
                <a16:creationId xmlns:a16="http://schemas.microsoft.com/office/drawing/2014/main" id="{ED518EBA-44F0-9144-AC57-3270B06A38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2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1" r:id="rId18"/>
    <p:sldLayoutId id="2147483912" r:id="rId19"/>
    <p:sldLayoutId id="2147483913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0" r:id="rId27"/>
    <p:sldLayoutId id="2147483921" r:id="rId28"/>
    <p:sldLayoutId id="2147483922" r:id="rId29"/>
    <p:sldLayoutId id="2147483923" r:id="rId30"/>
    <p:sldLayoutId id="2147483924" r:id="rId31"/>
    <p:sldLayoutId id="2147483925" r:id="rId32"/>
    <p:sldLayoutId id="2147483926" r:id="rId33"/>
    <p:sldLayoutId id="2147483927" r:id="rId34"/>
    <p:sldLayoutId id="2147483928" r:id="rId35"/>
    <p:sldLayoutId id="2147483929" r:id="rId36"/>
    <p:sldLayoutId id="2147483930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9E498AD-2242-094E-9CA5-B0BF635335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7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  <p:sldLayoutId id="2147483962" r:id="rId31"/>
    <p:sldLayoutId id="2147483963" r:id="rId32"/>
    <p:sldLayoutId id="2147483964" r:id="rId33"/>
    <p:sldLayoutId id="2147483965" r:id="rId34"/>
    <p:sldLayoutId id="2147483966" r:id="rId35"/>
    <p:sldLayoutId id="2147483967" r:id="rId36"/>
    <p:sldLayoutId id="214748396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94C5400-D7ED-1E44-BA9E-5361256F8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4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  <p:sldLayoutId id="2147483990" r:id="rId21"/>
    <p:sldLayoutId id="2147483991" r:id="rId22"/>
    <p:sldLayoutId id="2147483992" r:id="rId23"/>
    <p:sldLayoutId id="2147483993" r:id="rId24"/>
    <p:sldLayoutId id="2147483994" r:id="rId25"/>
    <p:sldLayoutId id="2147483995" r:id="rId26"/>
    <p:sldLayoutId id="2147483996" r:id="rId27"/>
    <p:sldLayoutId id="2147483997" r:id="rId28"/>
    <p:sldLayoutId id="2147483998" r:id="rId29"/>
    <p:sldLayoutId id="2147483999" r:id="rId30"/>
    <p:sldLayoutId id="2147484000" r:id="rId31"/>
    <p:sldLayoutId id="2147484001" r:id="rId32"/>
    <p:sldLayoutId id="2147484002" r:id="rId33"/>
    <p:sldLayoutId id="2147484003" r:id="rId34"/>
    <p:sldLayoutId id="2147484004" r:id="rId35"/>
    <p:sldLayoutId id="2147484005" r:id="rId36"/>
    <p:sldLayoutId id="2147484006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075388C-50A2-4345-A1B1-96ADAB6FFC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9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  <p:sldLayoutId id="2147484020" r:id="rId13"/>
    <p:sldLayoutId id="2147484021" r:id="rId14"/>
    <p:sldLayoutId id="2147484022" r:id="rId15"/>
    <p:sldLayoutId id="2147484023" r:id="rId16"/>
    <p:sldLayoutId id="2147484024" r:id="rId17"/>
    <p:sldLayoutId id="2147484025" r:id="rId18"/>
    <p:sldLayoutId id="2147484026" r:id="rId19"/>
    <p:sldLayoutId id="2147484027" r:id="rId20"/>
    <p:sldLayoutId id="2147484028" r:id="rId21"/>
    <p:sldLayoutId id="2147484029" r:id="rId22"/>
    <p:sldLayoutId id="2147484030" r:id="rId23"/>
    <p:sldLayoutId id="2147484031" r:id="rId24"/>
    <p:sldLayoutId id="2147484032" r:id="rId25"/>
    <p:sldLayoutId id="2147484033" r:id="rId26"/>
    <p:sldLayoutId id="2147484034" r:id="rId27"/>
    <p:sldLayoutId id="2147484035" r:id="rId28"/>
    <p:sldLayoutId id="2147484036" r:id="rId29"/>
    <p:sldLayoutId id="2147484037" r:id="rId30"/>
    <p:sldLayoutId id="2147484038" r:id="rId31"/>
    <p:sldLayoutId id="2147484039" r:id="rId32"/>
    <p:sldLayoutId id="2147484040" r:id="rId33"/>
    <p:sldLayoutId id="2147484041" r:id="rId34"/>
    <p:sldLayoutId id="2147484042" r:id="rId35"/>
    <p:sldLayoutId id="2147484043" r:id="rId36"/>
    <p:sldLayoutId id="2147484044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D4649E4-0867-DC49-B255-3BA5E7E7ED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8" r:id="rId13"/>
    <p:sldLayoutId id="2147484059" r:id="rId14"/>
    <p:sldLayoutId id="2147484060" r:id="rId15"/>
    <p:sldLayoutId id="2147484061" r:id="rId16"/>
    <p:sldLayoutId id="2147484062" r:id="rId17"/>
    <p:sldLayoutId id="2147484063" r:id="rId18"/>
    <p:sldLayoutId id="2147484064" r:id="rId19"/>
    <p:sldLayoutId id="2147484065" r:id="rId20"/>
    <p:sldLayoutId id="2147484066" r:id="rId21"/>
    <p:sldLayoutId id="2147484067" r:id="rId22"/>
    <p:sldLayoutId id="2147484068" r:id="rId23"/>
    <p:sldLayoutId id="2147484069" r:id="rId24"/>
    <p:sldLayoutId id="2147484070" r:id="rId25"/>
    <p:sldLayoutId id="2147484071" r:id="rId26"/>
    <p:sldLayoutId id="2147484072" r:id="rId27"/>
    <p:sldLayoutId id="2147484073" r:id="rId28"/>
    <p:sldLayoutId id="2147484074" r:id="rId29"/>
    <p:sldLayoutId id="2147484075" r:id="rId30"/>
    <p:sldLayoutId id="2147484076" r:id="rId31"/>
    <p:sldLayoutId id="2147484077" r:id="rId32"/>
    <p:sldLayoutId id="2147484078" r:id="rId33"/>
    <p:sldLayoutId id="2147484079" r:id="rId34"/>
    <p:sldLayoutId id="2147484080" r:id="rId35"/>
    <p:sldLayoutId id="2147484081" r:id="rId36"/>
    <p:sldLayoutId id="214748408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Verdana" panose="020B060403050404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accent1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0047064-45CD-5C4F-944D-FA03356914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1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099" r:id="rId16"/>
    <p:sldLayoutId id="2147484100" r:id="rId17"/>
    <p:sldLayoutId id="2147484101" r:id="rId18"/>
    <p:sldLayoutId id="2147484102" r:id="rId19"/>
    <p:sldLayoutId id="2147484103" r:id="rId20"/>
    <p:sldLayoutId id="2147484104" r:id="rId21"/>
    <p:sldLayoutId id="2147484105" r:id="rId22"/>
    <p:sldLayoutId id="2147484106" r:id="rId23"/>
    <p:sldLayoutId id="2147484107" r:id="rId24"/>
    <p:sldLayoutId id="2147484108" r:id="rId25"/>
    <p:sldLayoutId id="2147484109" r:id="rId26"/>
    <p:sldLayoutId id="2147484110" r:id="rId27"/>
    <p:sldLayoutId id="2147484111" r:id="rId28"/>
    <p:sldLayoutId id="2147484112" r:id="rId29"/>
    <p:sldLayoutId id="2147484113" r:id="rId30"/>
    <p:sldLayoutId id="2147484114" r:id="rId31"/>
    <p:sldLayoutId id="2147484115" r:id="rId32"/>
    <p:sldLayoutId id="2147484116" r:id="rId33"/>
    <p:sldLayoutId id="2147484117" r:id="rId34"/>
    <p:sldLayoutId id="2147484118" r:id="rId35"/>
    <p:sldLayoutId id="2147484119" r:id="rId36"/>
    <p:sldLayoutId id="2147484120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0A165C8-D66E-F946-9F6F-EF11DC08AE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8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  <p:sldLayoutId id="2147484133" r:id="rId12"/>
    <p:sldLayoutId id="2147484134" r:id="rId13"/>
    <p:sldLayoutId id="2147484135" r:id="rId14"/>
    <p:sldLayoutId id="2147484136" r:id="rId15"/>
    <p:sldLayoutId id="2147484137" r:id="rId16"/>
    <p:sldLayoutId id="2147484138" r:id="rId17"/>
    <p:sldLayoutId id="2147484139" r:id="rId18"/>
    <p:sldLayoutId id="2147484140" r:id="rId19"/>
    <p:sldLayoutId id="2147484141" r:id="rId20"/>
    <p:sldLayoutId id="2147484142" r:id="rId21"/>
    <p:sldLayoutId id="2147484143" r:id="rId22"/>
    <p:sldLayoutId id="2147484144" r:id="rId23"/>
    <p:sldLayoutId id="2147484145" r:id="rId24"/>
    <p:sldLayoutId id="2147484146" r:id="rId25"/>
    <p:sldLayoutId id="2147484147" r:id="rId26"/>
    <p:sldLayoutId id="2147484148" r:id="rId27"/>
    <p:sldLayoutId id="2147484149" r:id="rId28"/>
    <p:sldLayoutId id="2147484150" r:id="rId29"/>
    <p:sldLayoutId id="2147484151" r:id="rId30"/>
    <p:sldLayoutId id="2147484152" r:id="rId31"/>
    <p:sldLayoutId id="2147484153" r:id="rId32"/>
    <p:sldLayoutId id="2147484154" r:id="rId33"/>
    <p:sldLayoutId id="2147484155" r:id="rId34"/>
    <p:sldLayoutId id="2147484156" r:id="rId35"/>
    <p:sldLayoutId id="2147484157" r:id="rId36"/>
    <p:sldLayoutId id="214748415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D4EBA2F-FD7E-AA41-861E-9C1EB1EEA3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0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0" r:id="rId1"/>
    <p:sldLayoutId id="2147484161" r:id="rId2"/>
    <p:sldLayoutId id="2147484162" r:id="rId3"/>
    <p:sldLayoutId id="2147484163" r:id="rId4"/>
    <p:sldLayoutId id="2147484164" r:id="rId5"/>
    <p:sldLayoutId id="2147484165" r:id="rId6"/>
    <p:sldLayoutId id="2147484166" r:id="rId7"/>
    <p:sldLayoutId id="2147484167" r:id="rId8"/>
    <p:sldLayoutId id="2147484168" r:id="rId9"/>
    <p:sldLayoutId id="2147484169" r:id="rId10"/>
    <p:sldLayoutId id="2147484170" r:id="rId11"/>
    <p:sldLayoutId id="2147484171" r:id="rId12"/>
    <p:sldLayoutId id="2147484172" r:id="rId13"/>
    <p:sldLayoutId id="2147484173" r:id="rId14"/>
    <p:sldLayoutId id="2147484174" r:id="rId15"/>
    <p:sldLayoutId id="2147484175" r:id="rId16"/>
    <p:sldLayoutId id="2147484176" r:id="rId17"/>
    <p:sldLayoutId id="2147484177" r:id="rId18"/>
    <p:sldLayoutId id="2147484178" r:id="rId19"/>
    <p:sldLayoutId id="2147484179" r:id="rId20"/>
    <p:sldLayoutId id="2147484180" r:id="rId21"/>
    <p:sldLayoutId id="2147484181" r:id="rId22"/>
    <p:sldLayoutId id="2147484182" r:id="rId23"/>
    <p:sldLayoutId id="2147484183" r:id="rId24"/>
    <p:sldLayoutId id="2147484184" r:id="rId25"/>
    <p:sldLayoutId id="2147484185" r:id="rId26"/>
    <p:sldLayoutId id="2147484186" r:id="rId27"/>
    <p:sldLayoutId id="2147484187" r:id="rId28"/>
    <p:sldLayoutId id="2147484188" r:id="rId29"/>
    <p:sldLayoutId id="2147484189" r:id="rId30"/>
    <p:sldLayoutId id="2147484190" r:id="rId31"/>
    <p:sldLayoutId id="2147484191" r:id="rId32"/>
    <p:sldLayoutId id="2147484192" r:id="rId33"/>
    <p:sldLayoutId id="2147484193" r:id="rId34"/>
    <p:sldLayoutId id="2147484194" r:id="rId35"/>
    <p:sldLayoutId id="2147484195" r:id="rId36"/>
    <p:sldLayoutId id="2147484196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93EAC62-7F5B-8A44-BC29-CEED6BB809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3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  <p:sldLayoutId id="2147484209" r:id="rId12"/>
    <p:sldLayoutId id="2147484210" r:id="rId13"/>
    <p:sldLayoutId id="2147484211" r:id="rId14"/>
    <p:sldLayoutId id="2147484212" r:id="rId15"/>
    <p:sldLayoutId id="2147484213" r:id="rId16"/>
    <p:sldLayoutId id="2147484214" r:id="rId17"/>
    <p:sldLayoutId id="2147484215" r:id="rId18"/>
    <p:sldLayoutId id="2147484216" r:id="rId19"/>
    <p:sldLayoutId id="2147484217" r:id="rId20"/>
    <p:sldLayoutId id="2147484218" r:id="rId21"/>
    <p:sldLayoutId id="2147484219" r:id="rId22"/>
    <p:sldLayoutId id="2147484220" r:id="rId23"/>
    <p:sldLayoutId id="2147484221" r:id="rId24"/>
    <p:sldLayoutId id="2147484222" r:id="rId25"/>
    <p:sldLayoutId id="2147484223" r:id="rId26"/>
    <p:sldLayoutId id="2147484224" r:id="rId27"/>
    <p:sldLayoutId id="2147484225" r:id="rId28"/>
    <p:sldLayoutId id="2147484226" r:id="rId29"/>
    <p:sldLayoutId id="2147484227" r:id="rId30"/>
    <p:sldLayoutId id="2147484228" r:id="rId31"/>
    <p:sldLayoutId id="2147484229" r:id="rId32"/>
    <p:sldLayoutId id="2147484230" r:id="rId33"/>
    <p:sldLayoutId id="2147484231" r:id="rId34"/>
    <p:sldLayoutId id="2147484232" r:id="rId35"/>
    <p:sldLayoutId id="2147484233" r:id="rId36"/>
    <p:sldLayoutId id="2147484234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11B2933-5997-A34E-B170-A9007385D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7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37" r:id="rId2"/>
    <p:sldLayoutId id="2147484238" r:id="rId3"/>
    <p:sldLayoutId id="2147484239" r:id="rId4"/>
    <p:sldLayoutId id="2147484240" r:id="rId5"/>
    <p:sldLayoutId id="2147484241" r:id="rId6"/>
    <p:sldLayoutId id="2147484242" r:id="rId7"/>
    <p:sldLayoutId id="2147484243" r:id="rId8"/>
    <p:sldLayoutId id="2147484244" r:id="rId9"/>
    <p:sldLayoutId id="2147484245" r:id="rId10"/>
    <p:sldLayoutId id="2147484246" r:id="rId11"/>
    <p:sldLayoutId id="2147484247" r:id="rId12"/>
    <p:sldLayoutId id="2147484248" r:id="rId13"/>
    <p:sldLayoutId id="2147484249" r:id="rId14"/>
    <p:sldLayoutId id="2147484250" r:id="rId15"/>
    <p:sldLayoutId id="2147484251" r:id="rId16"/>
    <p:sldLayoutId id="2147484252" r:id="rId17"/>
    <p:sldLayoutId id="2147484253" r:id="rId18"/>
    <p:sldLayoutId id="2147484254" r:id="rId19"/>
    <p:sldLayoutId id="2147484255" r:id="rId20"/>
    <p:sldLayoutId id="2147484256" r:id="rId21"/>
    <p:sldLayoutId id="2147484257" r:id="rId22"/>
    <p:sldLayoutId id="2147484258" r:id="rId23"/>
    <p:sldLayoutId id="2147484259" r:id="rId24"/>
    <p:sldLayoutId id="2147484260" r:id="rId25"/>
    <p:sldLayoutId id="2147484261" r:id="rId26"/>
    <p:sldLayoutId id="2147484262" r:id="rId27"/>
    <p:sldLayoutId id="2147484263" r:id="rId28"/>
    <p:sldLayoutId id="2147484264" r:id="rId29"/>
    <p:sldLayoutId id="2147484265" r:id="rId30"/>
    <p:sldLayoutId id="2147484266" r:id="rId31"/>
    <p:sldLayoutId id="2147484267" r:id="rId32"/>
    <p:sldLayoutId id="2147484268" r:id="rId33"/>
    <p:sldLayoutId id="2147484269" r:id="rId34"/>
    <p:sldLayoutId id="2147484270" r:id="rId35"/>
    <p:sldLayoutId id="2147484271" r:id="rId36"/>
    <p:sldLayoutId id="214748427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E68011D-0CB5-8740-8A5F-B46B5CF3A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7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75" r:id="rId2"/>
    <p:sldLayoutId id="2147484276" r:id="rId3"/>
    <p:sldLayoutId id="2147484277" r:id="rId4"/>
    <p:sldLayoutId id="2147484278" r:id="rId5"/>
    <p:sldLayoutId id="2147484279" r:id="rId6"/>
    <p:sldLayoutId id="2147484280" r:id="rId7"/>
    <p:sldLayoutId id="2147484281" r:id="rId8"/>
    <p:sldLayoutId id="2147484282" r:id="rId9"/>
    <p:sldLayoutId id="2147484283" r:id="rId10"/>
    <p:sldLayoutId id="2147484284" r:id="rId11"/>
    <p:sldLayoutId id="2147484285" r:id="rId12"/>
    <p:sldLayoutId id="2147484286" r:id="rId13"/>
    <p:sldLayoutId id="2147484287" r:id="rId14"/>
    <p:sldLayoutId id="2147484288" r:id="rId15"/>
    <p:sldLayoutId id="2147484289" r:id="rId16"/>
    <p:sldLayoutId id="2147484290" r:id="rId17"/>
    <p:sldLayoutId id="2147484291" r:id="rId18"/>
    <p:sldLayoutId id="2147484292" r:id="rId19"/>
    <p:sldLayoutId id="2147484293" r:id="rId20"/>
    <p:sldLayoutId id="2147484294" r:id="rId21"/>
    <p:sldLayoutId id="2147484295" r:id="rId22"/>
    <p:sldLayoutId id="2147484296" r:id="rId23"/>
    <p:sldLayoutId id="2147484297" r:id="rId24"/>
    <p:sldLayoutId id="2147484298" r:id="rId25"/>
    <p:sldLayoutId id="2147484299" r:id="rId26"/>
    <p:sldLayoutId id="2147484300" r:id="rId27"/>
    <p:sldLayoutId id="2147484301" r:id="rId28"/>
    <p:sldLayoutId id="2147484302" r:id="rId29"/>
    <p:sldLayoutId id="2147484303" r:id="rId30"/>
    <p:sldLayoutId id="2147484304" r:id="rId31"/>
    <p:sldLayoutId id="2147484305" r:id="rId32"/>
    <p:sldLayoutId id="2147484306" r:id="rId33"/>
    <p:sldLayoutId id="2147484307" r:id="rId34"/>
    <p:sldLayoutId id="2147484308" r:id="rId35"/>
    <p:sldLayoutId id="2147484309" r:id="rId36"/>
    <p:sldLayoutId id="2147484310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CD2E6F4-6638-894F-98A3-CED6AD4A2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6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4" r:id="rId13"/>
    <p:sldLayoutId id="2147484325" r:id="rId14"/>
    <p:sldLayoutId id="2147484326" r:id="rId15"/>
    <p:sldLayoutId id="2147484327" r:id="rId16"/>
    <p:sldLayoutId id="2147484328" r:id="rId17"/>
    <p:sldLayoutId id="2147484329" r:id="rId18"/>
    <p:sldLayoutId id="2147484330" r:id="rId19"/>
    <p:sldLayoutId id="2147484331" r:id="rId20"/>
    <p:sldLayoutId id="2147484332" r:id="rId21"/>
    <p:sldLayoutId id="2147484333" r:id="rId22"/>
    <p:sldLayoutId id="2147484334" r:id="rId23"/>
    <p:sldLayoutId id="2147484335" r:id="rId24"/>
    <p:sldLayoutId id="2147484336" r:id="rId25"/>
    <p:sldLayoutId id="2147484337" r:id="rId26"/>
    <p:sldLayoutId id="2147484338" r:id="rId27"/>
    <p:sldLayoutId id="2147484339" r:id="rId28"/>
    <p:sldLayoutId id="2147484340" r:id="rId29"/>
    <p:sldLayoutId id="2147484341" r:id="rId30"/>
    <p:sldLayoutId id="2147484342" r:id="rId31"/>
    <p:sldLayoutId id="2147484343" r:id="rId32"/>
    <p:sldLayoutId id="2147484344" r:id="rId33"/>
    <p:sldLayoutId id="2147484345" r:id="rId34"/>
    <p:sldLayoutId id="2147484346" r:id="rId35"/>
    <p:sldLayoutId id="2147484347" r:id="rId36"/>
    <p:sldLayoutId id="2147484348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0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26" Type="http://schemas.openxmlformats.org/officeDocument/2006/relationships/image" Target="../media/image38.svg"/><Relationship Id="rId39" Type="http://schemas.openxmlformats.org/officeDocument/2006/relationships/image" Target="../media/image51.png"/><Relationship Id="rId21" Type="http://schemas.openxmlformats.org/officeDocument/2006/relationships/image" Target="../media/image33.png"/><Relationship Id="rId34" Type="http://schemas.openxmlformats.org/officeDocument/2006/relationships/image" Target="../media/image46.sv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svg"/><Relationship Id="rId20" Type="http://schemas.openxmlformats.org/officeDocument/2006/relationships/image" Target="../media/image32.sv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6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24" Type="http://schemas.openxmlformats.org/officeDocument/2006/relationships/image" Target="../media/image36.svg"/><Relationship Id="rId32" Type="http://schemas.openxmlformats.org/officeDocument/2006/relationships/image" Target="../media/image44.svg"/><Relationship Id="rId37" Type="http://schemas.openxmlformats.org/officeDocument/2006/relationships/image" Target="../media/image49.png"/><Relationship Id="rId40" Type="http://schemas.openxmlformats.org/officeDocument/2006/relationships/image" Target="../media/image52.sv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svg"/><Relationship Id="rId36" Type="http://schemas.openxmlformats.org/officeDocument/2006/relationships/image" Target="../media/image48.svg"/><Relationship Id="rId10" Type="http://schemas.openxmlformats.org/officeDocument/2006/relationships/image" Target="../media/image22.sv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Relationship Id="rId22" Type="http://schemas.openxmlformats.org/officeDocument/2006/relationships/image" Target="../media/image34.svg"/><Relationship Id="rId27" Type="http://schemas.openxmlformats.org/officeDocument/2006/relationships/image" Target="../media/image39.png"/><Relationship Id="rId30" Type="http://schemas.openxmlformats.org/officeDocument/2006/relationships/image" Target="../media/image42.svg"/><Relationship Id="rId35" Type="http://schemas.openxmlformats.org/officeDocument/2006/relationships/image" Target="../media/image47.png"/><Relationship Id="rId8" Type="http://schemas.openxmlformats.org/officeDocument/2006/relationships/image" Target="../media/image20.svg"/><Relationship Id="rId3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6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6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6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1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Assess Uncertainty in Estimates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by Bootstrap</a:t>
            </a:r>
            <a:endParaRPr lang="nl-NL" sz="3200" dirty="0">
              <a:solidFill>
                <a:schemeClr val="tx1"/>
              </a:solidFill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SPADE course 2025</a:t>
            </a:r>
          </a:p>
        </p:txBody>
      </p:sp>
    </p:spTree>
    <p:extLst>
      <p:ext uri="{BB962C8B-B14F-4D97-AF65-F5344CB8AC3E}">
        <p14:creationId xmlns:p14="http://schemas.microsoft.com/office/powerpoint/2010/main" val="133166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E6CBAA-77BA-37D3-2B6E-8396FCB9B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nl-NL" sz="2000" dirty="0" err="1"/>
              <a:t>Mean</a:t>
            </a:r>
            <a:r>
              <a:rPr lang="nl-NL" sz="2000" dirty="0"/>
              <a:t>, </a:t>
            </a:r>
            <a:r>
              <a:rPr lang="nl-NL" sz="2000" dirty="0" err="1"/>
              <a:t>percentiles</a:t>
            </a:r>
            <a:r>
              <a:rPr lang="nl-NL" sz="2000" dirty="0"/>
              <a:t>, percentages below EAR / </a:t>
            </a:r>
            <a:r>
              <a:rPr lang="nl-NL" sz="2000" dirty="0" err="1"/>
              <a:t>above</a:t>
            </a:r>
            <a:r>
              <a:rPr lang="nl-NL" sz="2000" dirty="0"/>
              <a:t> UL …</a:t>
            </a:r>
          </a:p>
          <a:p>
            <a:r>
              <a:rPr lang="nl-NL" sz="2000" dirty="0"/>
              <a:t>For different </a:t>
            </a:r>
            <a:r>
              <a:rPr lang="nl-NL" sz="2000" dirty="0" err="1"/>
              <a:t>nutrients</a:t>
            </a:r>
            <a:r>
              <a:rPr lang="nl-NL" sz="2000" dirty="0"/>
              <a:t> …</a:t>
            </a:r>
          </a:p>
          <a:p>
            <a:r>
              <a:rPr lang="nl-NL" sz="2000" dirty="0"/>
              <a:t>For different </a:t>
            </a:r>
            <a:r>
              <a:rPr lang="nl-NL" sz="2000" dirty="0" err="1"/>
              <a:t>age</a:t>
            </a:r>
            <a:r>
              <a:rPr lang="nl-NL" sz="2000" dirty="0"/>
              <a:t>-classes …</a:t>
            </a:r>
          </a:p>
          <a:p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different </a:t>
            </a:r>
            <a:r>
              <a:rPr lang="nl-NL" sz="2000" dirty="0" err="1"/>
              <a:t>subgroups</a:t>
            </a:r>
            <a:endParaRPr lang="nl-NL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1AD7E-F7D3-6CE5-602F-381EA4A3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D5D0-7D1C-7665-FD5C-192EF40C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Bootstrap to assess uncertainty in estimates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ADDAE-476C-753E-00EA-886ACA9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7" name="Titel 2">
            <a:extLst>
              <a:ext uri="{FF2B5EF4-FFF2-40B4-BE49-F238E27FC236}">
                <a16:creationId xmlns:a16="http://schemas.microsoft.com/office/drawing/2014/main" id="{6D1B6A61-93E2-E2F0-C04D-29219B1DB534}"/>
              </a:ext>
            </a:extLst>
          </p:cNvPr>
          <p:cNvSpPr txBox="1">
            <a:spLocks/>
          </p:cNvSpPr>
          <p:nvPr/>
        </p:nvSpPr>
        <p:spPr>
          <a:xfrm>
            <a:off x="720458" y="706377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We can now generate a lot of estimates..</a:t>
            </a:r>
            <a:endParaRPr lang="nl-NL" sz="2800" dirty="0"/>
          </a:p>
        </p:txBody>
      </p:sp>
      <p:sp>
        <p:nvSpPr>
          <p:cNvPr id="8" name="Tijdelijke aanduiding voor inhoud 1">
            <a:extLst>
              <a:ext uri="{FF2B5EF4-FFF2-40B4-BE49-F238E27FC236}">
                <a16:creationId xmlns:a16="http://schemas.microsoft.com/office/drawing/2014/main" id="{EC91CAC1-DC2C-4CE1-9A4E-51200E2AE0E8}"/>
              </a:ext>
            </a:extLst>
          </p:cNvPr>
          <p:cNvSpPr txBox="1">
            <a:spLocks/>
          </p:cNvSpPr>
          <p:nvPr/>
        </p:nvSpPr>
        <p:spPr>
          <a:xfrm>
            <a:off x="7425870" y="2992227"/>
            <a:ext cx="4131130" cy="18913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numCol="1" spcCol="468000" rtlCol="0">
            <a:normAutofit/>
          </a:bodyPr>
          <a:lstStyle>
            <a:lvl1pPr marL="316800" indent="-3168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000" indent="-316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6800" indent="-3168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0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768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Verdana" panose="020B060403050404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0000" indent="-3168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72000" indent="-7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25000"/>
              <a:buFont typeface="Verdana" panose="020B0604030504040204" pitchFamily="34" charset="0"/>
              <a:buChar char=" "/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72000" indent="-72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25000"/>
              <a:buFont typeface="Verdana" panose="020B0604030504040204" pitchFamily="34" charset="0"/>
              <a:buChar char=" "/>
              <a:defRPr sz="12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6000" indent="-144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2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Verdana" panose="020B0604030504040204" pitchFamily="34" charset="0"/>
              <a:buNone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AM  P5 P10 P25 P50  P75  P90  P95</a:t>
            </a:r>
          </a:p>
          <a:p>
            <a:pPr marL="0" indent="0">
              <a:buFont typeface="Verdana" panose="020B0604030504040204" pitchFamily="34" charset="0"/>
              <a:buNone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(0,79]  890 474 549 686 862 1064 1267 1397</a:t>
            </a:r>
          </a:p>
          <a:p>
            <a:pPr marL="0" indent="0">
              <a:buFont typeface="Verdana" panose="020B0604030504040204" pitchFamily="34" charset="0"/>
              <a:buNone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(0,13]  713 373 431 544 687  853 1028 1141</a:t>
            </a:r>
          </a:p>
          <a:p>
            <a:pPr marL="0" indent="0">
              <a:buFont typeface="Verdana" panose="020B0604030504040204" pitchFamily="34" charset="0"/>
              <a:buNone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(13,17] 784 418 486 607 759  934 1119 1233</a:t>
            </a:r>
          </a:p>
          <a:p>
            <a:pPr marL="0" indent="0">
              <a:buFont typeface="Verdana" panose="020B0604030504040204" pitchFamily="34" charset="0"/>
              <a:buNone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(17,50] 907 506 577 711 881 1075 1274 1400</a:t>
            </a:r>
          </a:p>
          <a:p>
            <a:pPr marL="0" indent="0">
              <a:buFont typeface="Verdana" panose="020B0604030504040204" pitchFamily="34" charset="0"/>
              <a:buNone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(50,79] 957 545 617 755 930 1131 1333 1463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19183-A55D-67FA-5682-842915EB3D67}"/>
              </a:ext>
            </a:extLst>
          </p:cNvPr>
          <p:cNvSpPr txBox="1"/>
          <p:nvPr/>
        </p:nvSpPr>
        <p:spPr>
          <a:xfrm>
            <a:off x="720458" y="5966957"/>
            <a:ext cx="1092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A0063"/>
                </a:solidFill>
                <a:highlight>
                  <a:srgbClr val="FFFF00"/>
                </a:highlight>
              </a:rPr>
              <a:t>Question : how 'good/certain' are these estimates?</a:t>
            </a:r>
            <a:endParaRPr lang="nl-NL" dirty="0">
              <a:solidFill>
                <a:srgbClr val="CA0063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0356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910B59-167E-B4C0-B147-82BBE5B7E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953" y="2106340"/>
            <a:ext cx="5004000" cy="648000"/>
          </a:xfrm>
        </p:spPr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uncertainty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73BE-C533-40D5-D56A-5D7251B4D8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sz="2000" dirty="0"/>
              <a:t>For </a:t>
            </a:r>
            <a:r>
              <a:rPr lang="nl-NL" sz="2000" dirty="0" err="1"/>
              <a:t>interpretation</a:t>
            </a:r>
            <a:r>
              <a:rPr lang="nl-NL" sz="2000" dirty="0"/>
              <a:t> of </a:t>
            </a:r>
            <a:r>
              <a:rPr lang="nl-NL" sz="2000" dirty="0" err="1"/>
              <a:t>results</a:t>
            </a:r>
            <a:endParaRPr lang="nl-NL" sz="2000" dirty="0"/>
          </a:p>
          <a:p>
            <a:r>
              <a:rPr lang="en-US" sz="2000" dirty="0"/>
              <a:t>Comparing results of </a:t>
            </a:r>
            <a:r>
              <a:rPr lang="en-US" sz="2000" i="1" dirty="0"/>
              <a:t>2 </a:t>
            </a:r>
            <a:r>
              <a:rPr lang="en-US" sz="2000" dirty="0"/>
              <a:t>surveys:</a:t>
            </a:r>
            <a:r>
              <a:rPr lang="en-US" sz="2000" i="1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is the actual habitual sugar intake significantly lower compared to the previous one?</a:t>
            </a:r>
            <a:r>
              <a:rPr lang="en-US" sz="2000" i="1" dirty="0"/>
              <a:t> </a:t>
            </a:r>
            <a:r>
              <a:rPr lang="en-US" sz="2000" dirty="0"/>
              <a:t> 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B692C-71E5-A698-3F41-EE8888262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Different sources of </a:t>
            </a:r>
            <a:r>
              <a:rPr lang="nl-NL" dirty="0" err="1"/>
              <a:t>uncertainty</a:t>
            </a:r>
            <a:endParaRPr lang="nl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B4185D-AA73-FC89-1A7D-EBC53862191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nl-NL" sz="2000" dirty="0" err="1"/>
              <a:t>Measurement</a:t>
            </a:r>
            <a:r>
              <a:rPr lang="nl-NL" sz="2000" dirty="0"/>
              <a:t> error </a:t>
            </a:r>
            <a:br>
              <a:rPr lang="nl-NL" sz="2000" dirty="0"/>
            </a:br>
            <a:r>
              <a:rPr lang="nl-NL" sz="2000" dirty="0"/>
              <a:t>(e.g. </a:t>
            </a:r>
            <a:r>
              <a:rPr lang="nl-NL" sz="2000" dirty="0" err="1"/>
              <a:t>recall</a:t>
            </a:r>
            <a:r>
              <a:rPr lang="nl-NL" sz="2000" dirty="0"/>
              <a:t> error)</a:t>
            </a:r>
          </a:p>
          <a:p>
            <a:r>
              <a:rPr lang="nl-NL" sz="2000" dirty="0"/>
              <a:t>Sampling error </a:t>
            </a:r>
            <a:r>
              <a:rPr lang="nl-NL" sz="2000" i="1" dirty="0" err="1"/>
              <a:t>aka</a:t>
            </a:r>
            <a:r>
              <a:rPr lang="nl-NL" sz="2000" dirty="0"/>
              <a:t> </a:t>
            </a:r>
            <a:br>
              <a:rPr lang="nl-NL" sz="2000" dirty="0"/>
            </a:br>
            <a:r>
              <a:rPr lang="nl-NL" sz="2000" dirty="0"/>
              <a:t>parameter </a:t>
            </a:r>
            <a:r>
              <a:rPr lang="nl-NL" sz="2000" dirty="0" err="1"/>
              <a:t>uncertainty</a:t>
            </a:r>
            <a:endParaRPr lang="nl-NL" sz="2000" dirty="0"/>
          </a:p>
          <a:p>
            <a:r>
              <a:rPr lang="nl-NL" sz="2000" dirty="0"/>
              <a:t>Model error </a:t>
            </a:r>
            <a:r>
              <a:rPr lang="nl-NL" sz="2000" i="1" dirty="0" err="1"/>
              <a:t>aka</a:t>
            </a:r>
            <a:r>
              <a:rPr lang="nl-NL" sz="2000" dirty="0"/>
              <a:t> </a:t>
            </a:r>
            <a:br>
              <a:rPr lang="nl-NL" sz="2000" dirty="0"/>
            </a:br>
            <a:r>
              <a:rPr lang="nl-NL" sz="2000" dirty="0" err="1"/>
              <a:t>structural</a:t>
            </a:r>
            <a:r>
              <a:rPr lang="nl-NL" sz="2000" dirty="0"/>
              <a:t> </a:t>
            </a:r>
            <a:r>
              <a:rPr lang="nl-NL" sz="2000" dirty="0" err="1"/>
              <a:t>uncertainty</a:t>
            </a:r>
            <a:endParaRPr lang="nl-NL"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2B948-78C8-85E2-203C-A036C15A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CC30C-5226-EAB4-E689-F40292AC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26AA22-3437-72CD-54E9-3A533B01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F1BCB5-C14E-AE13-3193-9A07750331F6}"/>
              </a:ext>
            </a:extLst>
          </p:cNvPr>
          <p:cNvSpPr/>
          <p:nvPr/>
        </p:nvSpPr>
        <p:spPr>
          <a:xfrm>
            <a:off x="6553198" y="3706338"/>
            <a:ext cx="3589284" cy="8092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D0B4A-C680-4428-48ED-B16D59994976}"/>
              </a:ext>
            </a:extLst>
          </p:cNvPr>
          <p:cNvSpPr txBox="1"/>
          <p:nvPr/>
        </p:nvSpPr>
        <p:spPr>
          <a:xfrm>
            <a:off x="9984828" y="4515634"/>
            <a:ext cx="2243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dirty="0" err="1">
                <a:solidFill>
                  <a:srgbClr val="FF0000"/>
                </a:solidFill>
              </a:rPr>
              <a:t>we’ll</a:t>
            </a:r>
            <a:r>
              <a:rPr lang="nl-NL" sz="1600" b="1" dirty="0">
                <a:solidFill>
                  <a:srgbClr val="FF0000"/>
                </a:solidFill>
              </a:rPr>
              <a:t> </a:t>
            </a:r>
            <a:r>
              <a:rPr lang="nl-NL" sz="1600" b="1" dirty="0" err="1">
                <a:solidFill>
                  <a:srgbClr val="FF0000"/>
                </a:solidFill>
              </a:rPr>
              <a:t>only</a:t>
            </a:r>
            <a:r>
              <a:rPr lang="nl-NL" sz="1600" b="1" dirty="0">
                <a:solidFill>
                  <a:srgbClr val="FF0000"/>
                </a:solidFill>
              </a:rPr>
              <a:t> </a:t>
            </a:r>
            <a:r>
              <a:rPr lang="nl-NL" sz="1600" b="1" dirty="0" err="1">
                <a:solidFill>
                  <a:srgbClr val="FF0000"/>
                </a:solidFill>
              </a:rPr>
              <a:t>address</a:t>
            </a:r>
            <a:r>
              <a:rPr lang="nl-NL" sz="1600" b="1" dirty="0">
                <a:solidFill>
                  <a:srgbClr val="FF0000"/>
                </a:solidFill>
              </a:rPr>
              <a:t> </a:t>
            </a:r>
            <a:r>
              <a:rPr lang="nl-NL" sz="1600" b="1" dirty="0" err="1">
                <a:solidFill>
                  <a:srgbClr val="FF0000"/>
                </a:solidFill>
              </a:rPr>
              <a:t>this</a:t>
            </a:r>
            <a:r>
              <a:rPr lang="nl-NL" sz="1600" b="1" dirty="0">
                <a:solidFill>
                  <a:srgbClr val="FF0000"/>
                </a:solidFill>
              </a:rPr>
              <a:t> </a:t>
            </a:r>
            <a:r>
              <a:rPr lang="nl-NL" sz="1600" b="1" dirty="0" err="1">
                <a:solidFill>
                  <a:srgbClr val="FF0000"/>
                </a:solidFill>
              </a:rPr>
              <a:t>one</a:t>
            </a:r>
            <a:endParaRPr lang="nl-NL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57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C079C8-EE75-4FFB-9259-2B25647AB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828800"/>
            <a:ext cx="11777717" cy="4392613"/>
          </a:xfrm>
        </p:spPr>
        <p:txBody>
          <a:bodyPr>
            <a:normAutofit/>
          </a:bodyPr>
          <a:lstStyle/>
          <a:p>
            <a:r>
              <a:rPr lang="en-US" sz="2000" dirty="0"/>
              <a:t>Repeat the complete several times</a:t>
            </a:r>
          </a:p>
          <a:p>
            <a:pPr lvl="1"/>
            <a:r>
              <a:rPr lang="en-US" sz="1600" dirty="0"/>
              <a:t>Gathering data</a:t>
            </a:r>
          </a:p>
          <a:p>
            <a:pPr lvl="1"/>
            <a:r>
              <a:rPr lang="en-US" sz="1600" dirty="0"/>
              <a:t>Process data</a:t>
            </a:r>
          </a:p>
          <a:p>
            <a:pPr lvl="1"/>
            <a:r>
              <a:rPr lang="en-US" sz="1600" dirty="0" err="1"/>
              <a:t>Analyse</a:t>
            </a:r>
            <a:r>
              <a:rPr lang="en-US" sz="1600" dirty="0"/>
              <a:t> data</a:t>
            </a:r>
          </a:p>
          <a:p>
            <a:r>
              <a:rPr lang="en-US" sz="2000" dirty="0"/>
              <a:t>Every time you get a different outcome</a:t>
            </a:r>
          </a:p>
          <a:p>
            <a:r>
              <a:rPr lang="en-US" sz="2000" dirty="0">
                <a:sym typeface="Wingdings" panose="05000000000000000000" pitchFamily="2" charset="2"/>
              </a:rPr>
              <a:t>collection of these outcomes show how (un)certain the outcome is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CB4156-93EC-4CA0-AB32-DB23B3CC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765313"/>
            <a:ext cx="10923588" cy="837682"/>
          </a:xfrm>
        </p:spPr>
        <p:txBody>
          <a:bodyPr>
            <a:normAutofit/>
          </a:bodyPr>
          <a:lstStyle/>
          <a:p>
            <a:r>
              <a:rPr lang="en-US" sz="2800" dirty="0"/>
              <a:t>Theoretical way of finding uncertainty</a:t>
            </a:r>
            <a:endParaRPr lang="nl-NL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2E340-886C-4161-BF37-AC28A495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BD42-AE3D-4A80-A776-AD692924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E46E0-28EB-4312-9C47-DE37D5F9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2" y="6221413"/>
            <a:ext cx="5005389" cy="322075"/>
          </a:xfrm>
        </p:spPr>
        <p:txBody>
          <a:bodyPr/>
          <a:lstStyle/>
          <a:p>
            <a:fld id="{10A0A6AF-03C5-477E-939A-E28F7E7F05EA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C7348D-2CFA-8598-7964-EBD1E5BED0B5}"/>
              </a:ext>
            </a:extLst>
          </p:cNvPr>
          <p:cNvSpPr/>
          <p:nvPr/>
        </p:nvSpPr>
        <p:spPr>
          <a:xfrm>
            <a:off x="6857588" y="1850440"/>
            <a:ext cx="4396610" cy="1066250"/>
          </a:xfrm>
          <a:prstGeom prst="roundRect">
            <a:avLst/>
          </a:prstGeom>
          <a:solidFill>
            <a:srgbClr val="007B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The Netherlands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~18 </a:t>
            </a:r>
            <a:r>
              <a:rPr lang="en-US" sz="2000" dirty="0" err="1">
                <a:solidFill>
                  <a:schemeClr val="bg1"/>
                </a:solidFill>
              </a:rPr>
              <a:t>milion</a:t>
            </a:r>
            <a:r>
              <a:rPr lang="en-US" sz="2000" dirty="0">
                <a:solidFill>
                  <a:schemeClr val="bg1"/>
                </a:solidFill>
              </a:rPr>
              <a:t> inhabitants</a:t>
            </a:r>
            <a:endParaRPr lang="nl-NL" sz="2000" dirty="0">
              <a:solidFill>
                <a:schemeClr val="bg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5B6DEDB-564D-54EC-9A7F-BFB3DF5EAFC9}"/>
              </a:ext>
            </a:extLst>
          </p:cNvPr>
          <p:cNvGrpSpPr/>
          <p:nvPr/>
        </p:nvGrpSpPr>
        <p:grpSpPr>
          <a:xfrm>
            <a:off x="6121088" y="2978535"/>
            <a:ext cx="1818074" cy="1693313"/>
            <a:chOff x="6121088" y="2978535"/>
            <a:chExt cx="1818074" cy="169331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25063D0-19E5-B386-03FD-9C6C53452D42}"/>
                </a:ext>
              </a:extLst>
            </p:cNvPr>
            <p:cNvGrpSpPr/>
            <p:nvPr/>
          </p:nvGrpSpPr>
          <p:grpSpPr>
            <a:xfrm>
              <a:off x="6903368" y="3544614"/>
              <a:ext cx="1035794" cy="1127234"/>
              <a:chOff x="6729947" y="3326524"/>
              <a:chExt cx="1274824" cy="1387365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56E0D3E-0628-F922-F912-EA88F47F2458}"/>
                  </a:ext>
                </a:extLst>
              </p:cNvPr>
              <p:cNvGrpSpPr/>
              <p:nvPr/>
            </p:nvGrpSpPr>
            <p:grpSpPr>
              <a:xfrm>
                <a:off x="6729947" y="3409109"/>
                <a:ext cx="1274824" cy="1231994"/>
                <a:chOff x="6362084" y="2705272"/>
                <a:chExt cx="1274824" cy="1231994"/>
              </a:xfrm>
            </p:grpSpPr>
            <p:pic>
              <p:nvPicPr>
                <p:cNvPr id="7" name="Graphic 6" descr="Woman with solid fill">
                  <a:extLst>
                    <a:ext uri="{FF2B5EF4-FFF2-40B4-BE49-F238E27FC236}">
                      <a16:creationId xmlns:a16="http://schemas.microsoft.com/office/drawing/2014/main" id="{0D7973A8-2B69-002A-7BA9-1C6EED5A4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64015" y="2705272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8" name="Graphic 7" descr="Man with solid fill">
                  <a:extLst>
                    <a:ext uri="{FF2B5EF4-FFF2-40B4-BE49-F238E27FC236}">
                      <a16:creationId xmlns:a16="http://schemas.microsoft.com/office/drawing/2014/main" id="{DEE5B818-58F6-937B-D725-93D9AC4825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7904" y="2705272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9" name="Graphic 8" descr="Woman with solid fill">
                  <a:extLst>
                    <a:ext uri="{FF2B5EF4-FFF2-40B4-BE49-F238E27FC236}">
                      <a16:creationId xmlns:a16="http://schemas.microsoft.com/office/drawing/2014/main" id="{79A746BF-E3FD-CC38-8CF5-B3BC6ACE68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20911" y="2705273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10" name="Graphic 9" descr="Man with solid fill">
                  <a:extLst>
                    <a:ext uri="{FF2B5EF4-FFF2-40B4-BE49-F238E27FC236}">
                      <a16:creationId xmlns:a16="http://schemas.microsoft.com/office/drawing/2014/main" id="{4C87EE24-5D48-ACF5-9208-ECE0C0DB12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62084" y="3314870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11" name="Graphic 10" descr="Man with solid fill">
                  <a:extLst>
                    <a:ext uri="{FF2B5EF4-FFF2-40B4-BE49-F238E27FC236}">
                      <a16:creationId xmlns:a16="http://schemas.microsoft.com/office/drawing/2014/main" id="{C94E923A-7204-A79F-6263-02B21065C2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19770" y="3321269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12" name="Graphic 11" descr="Woman with solid fill">
                  <a:extLst>
                    <a:ext uri="{FF2B5EF4-FFF2-40B4-BE49-F238E27FC236}">
                      <a16:creationId xmlns:a16="http://schemas.microsoft.com/office/drawing/2014/main" id="{47CCB2F5-05E6-316A-272D-A910192C60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8820" y="3314869"/>
                  <a:ext cx="615997" cy="615997"/>
                </a:xfrm>
                <a:prstGeom prst="rect">
                  <a:avLst/>
                </a:prstGeom>
              </p:spPr>
            </p:pic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B1555B-3933-B274-A192-5BD4FD661FEF}"/>
                  </a:ext>
                </a:extLst>
              </p:cNvPr>
              <p:cNvSpPr/>
              <p:nvPr/>
            </p:nvSpPr>
            <p:spPr>
              <a:xfrm>
                <a:off x="6766733" y="3326524"/>
                <a:ext cx="1200113" cy="13873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004F92C-7CE9-4E7C-D574-76BBCB286185}"/>
                </a:ext>
              </a:extLst>
            </p:cNvPr>
            <p:cNvSpPr/>
            <p:nvPr/>
          </p:nvSpPr>
          <p:spPr>
            <a:xfrm rot="5400000">
              <a:off x="7161844" y="3159839"/>
              <a:ext cx="515007" cy="152399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FFD4A6-25E3-5DDB-C20E-27BCF57DC657}"/>
                </a:ext>
              </a:extLst>
            </p:cNvPr>
            <p:cNvSpPr txBox="1"/>
            <p:nvPr/>
          </p:nvSpPr>
          <p:spPr>
            <a:xfrm>
              <a:off x="6121088" y="3069027"/>
              <a:ext cx="11347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b="1" dirty="0"/>
                <a:t>sample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EC962EA-2E35-CEA6-1BEF-35C40541F0AC}"/>
              </a:ext>
            </a:extLst>
          </p:cNvPr>
          <p:cNvGrpSpPr/>
          <p:nvPr/>
        </p:nvGrpSpPr>
        <p:grpSpPr>
          <a:xfrm>
            <a:off x="6038592" y="4794280"/>
            <a:ext cx="2414830" cy="1981511"/>
            <a:chOff x="6038592" y="4794280"/>
            <a:chExt cx="2414830" cy="1981511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B9A58DCD-999E-7AB6-61B1-5CD5859E2519}"/>
                </a:ext>
              </a:extLst>
            </p:cNvPr>
            <p:cNvSpPr/>
            <p:nvPr/>
          </p:nvSpPr>
          <p:spPr>
            <a:xfrm rot="5400000">
              <a:off x="7167099" y="5114563"/>
              <a:ext cx="515007" cy="152399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38C411-FAB0-C0C4-A2E0-A38A5AE31126}"/>
                </a:ext>
              </a:extLst>
            </p:cNvPr>
            <p:cNvSpPr txBox="1"/>
            <p:nvPr/>
          </p:nvSpPr>
          <p:spPr>
            <a:xfrm>
              <a:off x="6038592" y="4794280"/>
              <a:ext cx="1299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600" b="1" dirty="0" err="1"/>
                <a:t>process</a:t>
              </a:r>
              <a:r>
                <a:rPr lang="nl-NL" sz="1600" b="1" dirty="0"/>
                <a:t> &amp; </a:t>
              </a:r>
              <a:br>
                <a:rPr lang="nl-NL" sz="1600" b="1" dirty="0"/>
              </a:br>
              <a:r>
                <a:rPr lang="nl-NL" sz="1600" b="1" dirty="0"/>
                <a:t>analyse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633F4E-37E8-FA9E-97DB-906DE1B4843B}"/>
                </a:ext>
              </a:extLst>
            </p:cNvPr>
            <p:cNvSpPr txBox="1"/>
            <p:nvPr/>
          </p:nvSpPr>
          <p:spPr>
            <a:xfrm>
              <a:off x="6848956" y="5696871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997636-2B35-D3E0-33E8-AC1D9DD70314}"/>
                </a:ext>
              </a:extLst>
            </p:cNvPr>
            <p:cNvSpPr txBox="1"/>
            <p:nvPr/>
          </p:nvSpPr>
          <p:spPr>
            <a:xfrm>
              <a:off x="6422054" y="6314126"/>
              <a:ext cx="2031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200" b="1" i="1" dirty="0"/>
                <a:t>food </a:t>
              </a:r>
              <a:r>
                <a:rPr lang="nl-NL" sz="1200" b="1" i="1" dirty="0" err="1"/>
                <a:t>consumption</a:t>
              </a:r>
              <a:r>
                <a:rPr lang="nl-NL" sz="1200" b="1" i="1" dirty="0"/>
                <a:t> </a:t>
              </a:r>
              <a:br>
                <a:rPr lang="nl-NL" sz="1200" b="1" i="1" dirty="0"/>
              </a:br>
              <a:r>
                <a:rPr lang="nl-NL" sz="1200" b="1" i="1" dirty="0"/>
                <a:t>survey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D909DED-294A-95DA-B47F-DCABABF1203A}"/>
              </a:ext>
            </a:extLst>
          </p:cNvPr>
          <p:cNvGrpSpPr/>
          <p:nvPr/>
        </p:nvGrpSpPr>
        <p:grpSpPr>
          <a:xfrm>
            <a:off x="8092521" y="2977998"/>
            <a:ext cx="1188081" cy="3242093"/>
            <a:chOff x="8092521" y="2977998"/>
            <a:chExt cx="1188081" cy="324209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A0BCEF7-65AA-FC86-42F7-57B344E24090}"/>
                </a:ext>
              </a:extLst>
            </p:cNvPr>
            <p:cNvGrpSpPr/>
            <p:nvPr/>
          </p:nvGrpSpPr>
          <p:grpSpPr>
            <a:xfrm>
              <a:off x="8122568" y="3549871"/>
              <a:ext cx="1035794" cy="1127234"/>
              <a:chOff x="6729947" y="3326524"/>
              <a:chExt cx="1274824" cy="138736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71B18F-FB1B-A03F-22A6-C6B6B4F74DC8}"/>
                  </a:ext>
                </a:extLst>
              </p:cNvPr>
              <p:cNvGrpSpPr/>
              <p:nvPr/>
            </p:nvGrpSpPr>
            <p:grpSpPr>
              <a:xfrm>
                <a:off x="6729947" y="3409109"/>
                <a:ext cx="1274824" cy="1231994"/>
                <a:chOff x="6362084" y="2705272"/>
                <a:chExt cx="1274824" cy="1231994"/>
              </a:xfrm>
            </p:grpSpPr>
            <p:pic>
              <p:nvPicPr>
                <p:cNvPr id="37" name="Graphic 36" descr="Woman with solid fill">
                  <a:extLst>
                    <a:ext uri="{FF2B5EF4-FFF2-40B4-BE49-F238E27FC236}">
                      <a16:creationId xmlns:a16="http://schemas.microsoft.com/office/drawing/2014/main" id="{860FB683-3A8E-5345-65E0-4172AD8336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64015" y="2705272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38" name="Graphic 37" descr="Man with solid fill">
                  <a:extLst>
                    <a:ext uri="{FF2B5EF4-FFF2-40B4-BE49-F238E27FC236}">
                      <a16:creationId xmlns:a16="http://schemas.microsoft.com/office/drawing/2014/main" id="{E1BE54F9-A582-E302-AC20-0055B1538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7904" y="2705272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39" name="Graphic 38" descr="Woman with solid fill">
                  <a:extLst>
                    <a:ext uri="{FF2B5EF4-FFF2-40B4-BE49-F238E27FC236}">
                      <a16:creationId xmlns:a16="http://schemas.microsoft.com/office/drawing/2014/main" id="{75152D70-C019-41C1-D03D-2BDCA609E7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20911" y="2705273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40" name="Graphic 39" descr="Man with solid fill">
                  <a:extLst>
                    <a:ext uri="{FF2B5EF4-FFF2-40B4-BE49-F238E27FC236}">
                      <a16:creationId xmlns:a16="http://schemas.microsoft.com/office/drawing/2014/main" id="{196A76F0-54F1-7845-96F6-26BCE688C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62084" y="3314870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41" name="Graphic 40" descr="Man with solid fill">
                  <a:extLst>
                    <a:ext uri="{FF2B5EF4-FFF2-40B4-BE49-F238E27FC236}">
                      <a16:creationId xmlns:a16="http://schemas.microsoft.com/office/drawing/2014/main" id="{C336FB6D-18B4-27FD-EB2E-66F4649B41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19770" y="3321269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42" name="Graphic 41" descr="Woman with solid fill">
                  <a:extLst>
                    <a:ext uri="{FF2B5EF4-FFF2-40B4-BE49-F238E27FC236}">
                      <a16:creationId xmlns:a16="http://schemas.microsoft.com/office/drawing/2014/main" id="{CEDB0ED6-EA96-FC05-2E2A-ED95119FC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8820" y="3314869"/>
                  <a:ext cx="615997" cy="615997"/>
                </a:xfrm>
                <a:prstGeom prst="rect">
                  <a:avLst/>
                </a:prstGeom>
              </p:spPr>
            </p:pic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5D62973-D652-5ED1-452A-ACFDB5FDAC49}"/>
                  </a:ext>
                </a:extLst>
              </p:cNvPr>
              <p:cNvSpPr/>
              <p:nvPr/>
            </p:nvSpPr>
            <p:spPr>
              <a:xfrm>
                <a:off x="6766732" y="3326524"/>
                <a:ext cx="1200113" cy="13873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E1C5C914-1DDE-CF4D-B354-29BD7B719ACC}"/>
                </a:ext>
              </a:extLst>
            </p:cNvPr>
            <p:cNvSpPr/>
            <p:nvPr/>
          </p:nvSpPr>
          <p:spPr>
            <a:xfrm rot="5400000">
              <a:off x="8389211" y="3159302"/>
              <a:ext cx="515007" cy="152399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A8BDF2BB-9989-2C36-644B-44D7B670B6D4}"/>
                </a:ext>
              </a:extLst>
            </p:cNvPr>
            <p:cNvSpPr/>
            <p:nvPr/>
          </p:nvSpPr>
          <p:spPr>
            <a:xfrm rot="5400000">
              <a:off x="8380041" y="5086183"/>
              <a:ext cx="515007" cy="152399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27172E1-8F56-F312-0D12-EC6EBA7D29F4}"/>
                </a:ext>
              </a:extLst>
            </p:cNvPr>
            <p:cNvSpPr txBox="1"/>
            <p:nvPr/>
          </p:nvSpPr>
          <p:spPr>
            <a:xfrm>
              <a:off x="8092521" y="5696871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48A2E74-EC6C-9D79-FA27-AD34CA16818B}"/>
              </a:ext>
            </a:extLst>
          </p:cNvPr>
          <p:cNvGrpSpPr/>
          <p:nvPr/>
        </p:nvGrpSpPr>
        <p:grpSpPr>
          <a:xfrm>
            <a:off x="9470004" y="2989061"/>
            <a:ext cx="1884914" cy="3236330"/>
            <a:chOff x="9470004" y="2989061"/>
            <a:chExt cx="1884914" cy="323633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0637BA9-4207-4BA3-D2F6-92081E9512A9}"/>
                </a:ext>
              </a:extLst>
            </p:cNvPr>
            <p:cNvGrpSpPr/>
            <p:nvPr/>
          </p:nvGrpSpPr>
          <p:grpSpPr>
            <a:xfrm>
              <a:off x="10166837" y="3549871"/>
              <a:ext cx="1035794" cy="1127234"/>
              <a:chOff x="6729947" y="3326524"/>
              <a:chExt cx="1274824" cy="1387365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D7AEB0E9-9DB9-BD1C-0606-ED9980CF1D7D}"/>
                  </a:ext>
                </a:extLst>
              </p:cNvPr>
              <p:cNvGrpSpPr/>
              <p:nvPr/>
            </p:nvGrpSpPr>
            <p:grpSpPr>
              <a:xfrm>
                <a:off x="6729947" y="3409109"/>
                <a:ext cx="1274824" cy="1231994"/>
                <a:chOff x="6362084" y="2705272"/>
                <a:chExt cx="1274824" cy="1231994"/>
              </a:xfrm>
            </p:grpSpPr>
            <p:pic>
              <p:nvPicPr>
                <p:cNvPr id="46" name="Graphic 45" descr="Woman with solid fill">
                  <a:extLst>
                    <a:ext uri="{FF2B5EF4-FFF2-40B4-BE49-F238E27FC236}">
                      <a16:creationId xmlns:a16="http://schemas.microsoft.com/office/drawing/2014/main" id="{7FDA8AFC-6BA5-C814-89CF-B0564D5663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64015" y="2705272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47" name="Graphic 46" descr="Man with solid fill">
                  <a:extLst>
                    <a:ext uri="{FF2B5EF4-FFF2-40B4-BE49-F238E27FC236}">
                      <a16:creationId xmlns:a16="http://schemas.microsoft.com/office/drawing/2014/main" id="{BCBE1D3B-E7A8-8AE8-37B0-935056AFE0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7904" y="2705272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48" name="Graphic 47" descr="Woman with solid fill">
                  <a:extLst>
                    <a:ext uri="{FF2B5EF4-FFF2-40B4-BE49-F238E27FC236}">
                      <a16:creationId xmlns:a16="http://schemas.microsoft.com/office/drawing/2014/main" id="{693D64AD-1547-0858-D479-25D1EF2659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20911" y="2705273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49" name="Graphic 48" descr="Man with solid fill">
                  <a:extLst>
                    <a:ext uri="{FF2B5EF4-FFF2-40B4-BE49-F238E27FC236}">
                      <a16:creationId xmlns:a16="http://schemas.microsoft.com/office/drawing/2014/main" id="{7A843D22-4631-4DDA-A0CD-C9E93A154F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62084" y="3314870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50" name="Graphic 49" descr="Man with solid fill">
                  <a:extLst>
                    <a:ext uri="{FF2B5EF4-FFF2-40B4-BE49-F238E27FC236}">
                      <a16:creationId xmlns:a16="http://schemas.microsoft.com/office/drawing/2014/main" id="{714F4262-B4D3-992E-06F0-0FAD03E5F2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19770" y="3321269"/>
                  <a:ext cx="615997" cy="615997"/>
                </a:xfrm>
                <a:prstGeom prst="rect">
                  <a:avLst/>
                </a:prstGeom>
              </p:spPr>
            </p:pic>
            <p:pic>
              <p:nvPicPr>
                <p:cNvPr id="51" name="Graphic 50" descr="Woman with solid fill">
                  <a:extLst>
                    <a:ext uri="{FF2B5EF4-FFF2-40B4-BE49-F238E27FC236}">
                      <a16:creationId xmlns:a16="http://schemas.microsoft.com/office/drawing/2014/main" id="{820882A4-698B-B2FA-F15C-DCC83F1F00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8820" y="3314869"/>
                  <a:ext cx="615997" cy="615997"/>
                </a:xfrm>
                <a:prstGeom prst="rect">
                  <a:avLst/>
                </a:prstGeom>
              </p:spPr>
            </p:pic>
          </p:grp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E0868C2-CF37-C584-1A57-523E78B64DCD}"/>
                  </a:ext>
                </a:extLst>
              </p:cNvPr>
              <p:cNvSpPr/>
              <p:nvPr/>
            </p:nvSpPr>
            <p:spPr>
              <a:xfrm>
                <a:off x="6766732" y="3326524"/>
                <a:ext cx="1200113" cy="13873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588A12BB-35DB-041D-5B09-5C9CA75DE6DE}"/>
                </a:ext>
              </a:extLst>
            </p:cNvPr>
            <p:cNvSpPr/>
            <p:nvPr/>
          </p:nvSpPr>
          <p:spPr>
            <a:xfrm rot="5400000">
              <a:off x="10443703" y="3170365"/>
              <a:ext cx="515007" cy="152399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9580CF04-655F-C0FB-56BA-9EE671FABF21}"/>
                </a:ext>
              </a:extLst>
            </p:cNvPr>
            <p:cNvSpPr/>
            <p:nvPr/>
          </p:nvSpPr>
          <p:spPr>
            <a:xfrm rot="5400000">
              <a:off x="10443702" y="5079243"/>
              <a:ext cx="515007" cy="152399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BE1A28E-B32C-1C0A-FA59-579726F84CFD}"/>
                </a:ext>
              </a:extLst>
            </p:cNvPr>
            <p:cNvSpPr txBox="1"/>
            <p:nvPr/>
          </p:nvSpPr>
          <p:spPr>
            <a:xfrm>
              <a:off x="10166837" y="5702171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5EF7D67-88F0-5805-CB11-1E680C7D5674}"/>
                </a:ext>
              </a:extLst>
            </p:cNvPr>
            <p:cNvSpPr txBox="1"/>
            <p:nvPr/>
          </p:nvSpPr>
          <p:spPr>
            <a:xfrm>
              <a:off x="9470004" y="3882983"/>
              <a:ext cx="411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/>
                <a:t>…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1E80034-2501-CD74-251C-66B06BB66F4C}"/>
                </a:ext>
              </a:extLst>
            </p:cNvPr>
            <p:cNvSpPr txBox="1"/>
            <p:nvPr/>
          </p:nvSpPr>
          <p:spPr>
            <a:xfrm>
              <a:off x="9512644" y="5710088"/>
              <a:ext cx="411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/>
                <a:t>…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39191E5-5316-4CE2-C917-977CA924D5B5}"/>
              </a:ext>
            </a:extLst>
          </p:cNvPr>
          <p:cNvGrpSpPr/>
          <p:nvPr/>
        </p:nvGrpSpPr>
        <p:grpSpPr>
          <a:xfrm>
            <a:off x="3429630" y="1015724"/>
            <a:ext cx="5527764" cy="5527764"/>
            <a:chOff x="2530884" y="1299177"/>
            <a:chExt cx="5527764" cy="5527764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2BA8B74-227F-2C44-4EE1-BE53BD9CE1E2}"/>
                </a:ext>
              </a:extLst>
            </p:cNvPr>
            <p:cNvSpPr/>
            <p:nvPr/>
          </p:nvSpPr>
          <p:spPr>
            <a:xfrm>
              <a:off x="3081497" y="1839811"/>
              <a:ext cx="4410294" cy="441029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65" name="Graphic 64" descr="Loudly crying face with solid fill with solid fill">
              <a:extLst>
                <a:ext uri="{FF2B5EF4-FFF2-40B4-BE49-F238E27FC236}">
                  <a16:creationId xmlns:a16="http://schemas.microsoft.com/office/drawing/2014/main" id="{99554BAC-BF91-2809-99A6-281CDE81E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530884" y="1299177"/>
              <a:ext cx="5527764" cy="5527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417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004AB8-E468-4DFC-A6C6-D89C70E5D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65638"/>
            <a:ext cx="10594174" cy="43747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target population is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The Netherlands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dirty="0"/>
              <a:t>Sampled, with special design and select  </a:t>
            </a:r>
            <a:r>
              <a:rPr lang="en-US" i="1" dirty="0"/>
              <a:t>without replacement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dirty="0"/>
              <a:t>DNFCS survey </a:t>
            </a:r>
            <a:r>
              <a:rPr lang="en-US"/>
              <a:t>/ sample</a:t>
            </a:r>
            <a:br>
              <a:rPr lang="en-US"/>
            </a:br>
            <a:r>
              <a:rPr lang="en-US"/>
              <a:t>years 2012-2016</a:t>
            </a:r>
            <a:endParaRPr lang="nl-N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0DFEBB-03BE-456C-80CF-F12BF04DD016}"/>
              </a:ext>
            </a:extLst>
          </p:cNvPr>
          <p:cNvGrpSpPr/>
          <p:nvPr/>
        </p:nvGrpSpPr>
        <p:grpSpPr>
          <a:xfrm>
            <a:off x="5882507" y="4805125"/>
            <a:ext cx="5003800" cy="1481670"/>
            <a:chOff x="4832519" y="4604709"/>
            <a:chExt cx="5003800" cy="148167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D960FB9-6914-464F-A744-FC9542DE5E62}"/>
                </a:ext>
              </a:extLst>
            </p:cNvPr>
            <p:cNvSpPr/>
            <p:nvPr/>
          </p:nvSpPr>
          <p:spPr>
            <a:xfrm>
              <a:off x="4832519" y="4604709"/>
              <a:ext cx="5003800" cy="148167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400">
                <a:solidFill>
                  <a:srgbClr val="CA0063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DD2EF8-2441-4AA5-92FF-E889DD81DBC2}"/>
                </a:ext>
              </a:extLst>
            </p:cNvPr>
            <p:cNvSpPr txBox="1"/>
            <p:nvPr/>
          </p:nvSpPr>
          <p:spPr>
            <a:xfrm>
              <a:off x="7182855" y="4683825"/>
              <a:ext cx="238786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896938" algn="l"/>
                </a:tabLst>
              </a:pPr>
              <a:r>
                <a:rPr lang="en-US" sz="2000">
                  <a:solidFill>
                    <a:schemeClr val="bg1"/>
                  </a:solidFill>
                </a:rPr>
                <a:t>men		   2165</a:t>
              </a:r>
            </a:p>
            <a:p>
              <a:r>
                <a:rPr lang="en-US" sz="2000">
                  <a:solidFill>
                    <a:schemeClr val="bg1"/>
                  </a:solidFill>
                </a:rPr>
                <a:t>women   2148</a:t>
              </a:r>
            </a:p>
            <a:p>
              <a:endParaRPr lang="en-US" sz="2000"/>
            </a:p>
            <a:p>
              <a:r>
                <a:rPr lang="en-US" sz="2000" b="1">
                  <a:solidFill>
                    <a:srgbClr val="FFFF00"/>
                  </a:solidFill>
                </a:rPr>
                <a:t>total      4313</a:t>
              </a:r>
              <a:endParaRPr lang="nl-NL" sz="2000" b="1">
                <a:solidFill>
                  <a:srgbClr val="FFFF00"/>
                </a:solidFill>
              </a:endParaRPr>
            </a:p>
          </p:txBody>
        </p:sp>
        <p:pic>
          <p:nvPicPr>
            <p:cNvPr id="19" name="Picture 18" descr="A picture containing fruit, fresh&#10;&#10;Description automatically generated">
              <a:extLst>
                <a:ext uri="{FF2B5EF4-FFF2-40B4-BE49-F238E27FC236}">
                  <a16:creationId xmlns:a16="http://schemas.microsoft.com/office/drawing/2014/main" id="{0A090ABD-45E2-4309-BECF-DA8679F75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28018" y="4793094"/>
              <a:ext cx="1207498" cy="11049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74FE84-AD46-43C4-8132-B7D53541F3D1}"/>
                </a:ext>
              </a:extLst>
            </p:cNvPr>
            <p:cNvSpPr txBox="1"/>
            <p:nvPr/>
          </p:nvSpPr>
          <p:spPr>
            <a:xfrm>
              <a:off x="6553199" y="5022379"/>
              <a:ext cx="5143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rgbClr val="FFFF00"/>
                  </a:solidFill>
                </a:rPr>
                <a:t>=</a:t>
              </a:r>
              <a:endParaRPr lang="nl-NL" sz="3600">
                <a:solidFill>
                  <a:srgbClr val="FFFF00"/>
                </a:solidFill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8D5ADB0-A4B3-4073-ACA8-8A0C1BC6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576525"/>
            <a:ext cx="10923588" cy="948047"/>
          </a:xfrm>
        </p:spPr>
        <p:txBody>
          <a:bodyPr/>
          <a:lstStyle/>
          <a:p>
            <a:r>
              <a:rPr lang="en-US"/>
              <a:t>Dutch </a:t>
            </a:r>
            <a:r>
              <a:rPr lang="en-US" dirty="0"/>
              <a:t>National Food </a:t>
            </a:r>
            <a:r>
              <a:rPr lang="en-US"/>
              <a:t>Consumption Survey 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B2DD-E475-426D-9439-F5867C22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7B78-1713-4DF4-9637-217A5FAD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2053B-A1A9-4A8A-838B-ECC4ADAE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0355CE-DA02-446D-B309-0EA70EE46FAB}"/>
              </a:ext>
            </a:extLst>
          </p:cNvPr>
          <p:cNvSpPr/>
          <p:nvPr/>
        </p:nvSpPr>
        <p:spPr>
          <a:xfrm>
            <a:off x="5882507" y="1782716"/>
            <a:ext cx="5003800" cy="1213503"/>
          </a:xfrm>
          <a:prstGeom prst="roundRect">
            <a:avLst/>
          </a:prstGeom>
          <a:solidFill>
            <a:srgbClr val="007B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The Netherlands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17.550.000 inhabitants</a:t>
            </a:r>
            <a:endParaRPr lang="nl-NL" sz="2400" dirty="0">
              <a:solidFill>
                <a:schemeClr val="bg1"/>
              </a:solidFill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DE8E406-AC46-4972-B4A6-983E78CA3D8E}"/>
              </a:ext>
            </a:extLst>
          </p:cNvPr>
          <p:cNvSpPr/>
          <p:nvPr/>
        </p:nvSpPr>
        <p:spPr>
          <a:xfrm>
            <a:off x="7311440" y="3073446"/>
            <a:ext cx="2145935" cy="532597"/>
          </a:xfrm>
          <a:prstGeom prst="downArrow">
            <a:avLst>
              <a:gd name="adj1" fmla="val 50000"/>
              <a:gd name="adj2" fmla="val 60589"/>
            </a:avLst>
          </a:prstGeom>
          <a:solidFill>
            <a:srgbClr val="007B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5CC795-073D-4CBE-B1B9-F70C2174D8DF}"/>
              </a:ext>
            </a:extLst>
          </p:cNvPr>
          <p:cNvSpPr txBox="1"/>
          <p:nvPr/>
        </p:nvSpPr>
        <p:spPr>
          <a:xfrm>
            <a:off x="7802311" y="3073446"/>
            <a:ext cx="1164193" cy="28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sampled</a:t>
            </a:r>
            <a:endParaRPr lang="nl-NL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4EB404-DBB3-4224-8257-83046CC1166B}"/>
              </a:ext>
            </a:extLst>
          </p:cNvPr>
          <p:cNvGrpSpPr/>
          <p:nvPr/>
        </p:nvGrpSpPr>
        <p:grpSpPr>
          <a:xfrm>
            <a:off x="5882507" y="3699108"/>
            <a:ext cx="5003800" cy="500621"/>
            <a:chOff x="5882507" y="3699108"/>
            <a:chExt cx="5003800" cy="50062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1FD28DA-70AE-4C51-9DA0-0B8F6E720F74}"/>
                </a:ext>
              </a:extLst>
            </p:cNvPr>
            <p:cNvSpPr/>
            <p:nvPr/>
          </p:nvSpPr>
          <p:spPr>
            <a:xfrm>
              <a:off x="5882507" y="3699108"/>
              <a:ext cx="5003800" cy="5006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B39A65-323A-4FF1-B437-C436A2926A66}"/>
                </a:ext>
              </a:extLst>
            </p:cNvPr>
            <p:cNvSpPr txBox="1"/>
            <p:nvPr/>
          </p:nvSpPr>
          <p:spPr>
            <a:xfrm>
              <a:off x="6883531" y="3789804"/>
              <a:ext cx="3001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C000"/>
                  </a:solidFill>
                </a:rPr>
                <a:t>Raw data + NEVO table</a:t>
              </a:r>
              <a:endParaRPr lang="nl-NL">
                <a:solidFill>
                  <a:srgbClr val="FFC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0E00D2-81DE-478A-B97F-196A09B5936A}"/>
              </a:ext>
            </a:extLst>
          </p:cNvPr>
          <p:cNvGrpSpPr/>
          <p:nvPr/>
        </p:nvGrpSpPr>
        <p:grpSpPr>
          <a:xfrm>
            <a:off x="7385504" y="4238252"/>
            <a:ext cx="2145935" cy="476934"/>
            <a:chOff x="7385504" y="4451194"/>
            <a:chExt cx="2145935" cy="476934"/>
          </a:xfrm>
        </p:grpSpPr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4E2D3820-A011-4658-A58D-179EC083DF9E}"/>
                </a:ext>
              </a:extLst>
            </p:cNvPr>
            <p:cNvSpPr/>
            <p:nvPr/>
          </p:nvSpPr>
          <p:spPr>
            <a:xfrm>
              <a:off x="7385504" y="4451194"/>
              <a:ext cx="2145935" cy="476934"/>
            </a:xfrm>
            <a:prstGeom prst="downArrow">
              <a:avLst>
                <a:gd name="adj1" fmla="val 50000"/>
                <a:gd name="adj2" fmla="val 60589"/>
              </a:avLst>
            </a:prstGeom>
            <a:solidFill>
              <a:schemeClr val="accent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A50E60-EA9F-49D3-A998-1DEA4FDB84DA}"/>
                </a:ext>
              </a:extLst>
            </p:cNvPr>
            <p:cNvSpPr txBox="1"/>
            <p:nvPr/>
          </p:nvSpPr>
          <p:spPr>
            <a:xfrm>
              <a:off x="7876375" y="4451194"/>
              <a:ext cx="116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FFC000"/>
                  </a:solidFill>
                </a:rPr>
                <a:t>Process</a:t>
              </a:r>
              <a:endParaRPr lang="nl-NL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39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ED7712-317D-4522-BB07-D6389171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cannot repeat the survey itself, but…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DD775-FE3F-4466-80BE-B747ECA9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69335-8720-4F93-93A5-BB808D66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A941-1DFD-47FA-B3AA-2493C63B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7ED6F-0D96-4CF3-AE9D-E74FE298DCAF}"/>
              </a:ext>
            </a:extLst>
          </p:cNvPr>
          <p:cNvSpPr txBox="1"/>
          <p:nvPr/>
        </p:nvSpPr>
        <p:spPr>
          <a:xfrm>
            <a:off x="752019" y="2322635"/>
            <a:ext cx="76388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What if we pretend 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>
                <a:highlight>
                  <a:srgbClr val="FFFF00"/>
                </a:highlight>
                <a:sym typeface="Wingdings" panose="05000000000000000000" pitchFamily="2" charset="2"/>
              </a:rPr>
              <a:t>the survey itself is the population?</a:t>
            </a:r>
            <a:br>
              <a:rPr lang="en-US" sz="2400" dirty="0">
                <a:highlight>
                  <a:srgbClr val="FFFF00"/>
                </a:highlight>
                <a:sym typeface="Wingdings" panose="05000000000000000000" pitchFamily="2" charset="2"/>
              </a:rPr>
            </a:br>
            <a:endParaRPr lang="en-US" sz="2400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Then generate ‘new surveys’ of the same size by drawing persons randomly from the original survey 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with replacement</a:t>
            </a:r>
            <a:b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</a:br>
            <a:endParaRPr lang="en-US" sz="2400" b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This is called </a:t>
            </a:r>
            <a:r>
              <a:rPr lang="en-US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bootstrapping</a:t>
            </a:r>
            <a:endParaRPr lang="nl-NL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55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D355F-350D-F5A7-F4B4-EF034B82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9BF80-AE50-A847-BB7A-D0DBAAB9844D}"/>
              </a:ext>
            </a:extLst>
          </p:cNvPr>
          <p:cNvSpPr txBox="1"/>
          <p:nvPr/>
        </p:nvSpPr>
        <p:spPr>
          <a:xfrm>
            <a:off x="2969985" y="3969399"/>
            <a:ext cx="1299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600" b="1" dirty="0" err="1"/>
              <a:t>process</a:t>
            </a:r>
            <a:r>
              <a:rPr lang="nl-NL" sz="1600" b="1" dirty="0"/>
              <a:t> &amp; </a:t>
            </a:r>
            <a:br>
              <a:rPr lang="nl-NL" sz="1600" b="1" dirty="0"/>
            </a:br>
            <a:r>
              <a:rPr lang="nl-NL" sz="1600" b="1" dirty="0"/>
              <a:t>analyse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CFF312E-771D-533C-F3FD-FE27E0441E97}"/>
              </a:ext>
            </a:extLst>
          </p:cNvPr>
          <p:cNvGrpSpPr/>
          <p:nvPr/>
        </p:nvGrpSpPr>
        <p:grpSpPr>
          <a:xfrm>
            <a:off x="5578565" y="962779"/>
            <a:ext cx="2704079" cy="1127234"/>
            <a:chOff x="5578565" y="962779"/>
            <a:chExt cx="2704079" cy="112723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CF03749-8D09-6995-1863-F4837E1EBE08}"/>
                </a:ext>
              </a:extLst>
            </p:cNvPr>
            <p:cNvGrpSpPr/>
            <p:nvPr/>
          </p:nvGrpSpPr>
          <p:grpSpPr>
            <a:xfrm>
              <a:off x="5578565" y="962779"/>
              <a:ext cx="1035794" cy="1127234"/>
              <a:chOff x="5578565" y="962779"/>
              <a:chExt cx="1035794" cy="1127234"/>
            </a:xfrm>
          </p:grpSpPr>
          <p:pic>
            <p:nvPicPr>
              <p:cNvPr id="7" name="Graphic 6" descr="Woman with solid fill">
                <a:extLst>
                  <a:ext uri="{FF2B5EF4-FFF2-40B4-BE49-F238E27FC236}">
                    <a16:creationId xmlns:a16="http://schemas.microsoft.com/office/drawing/2014/main" id="{6E716F30-D518-0588-2197-98E5A609F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580134" y="1029879"/>
                <a:ext cx="500497" cy="500498"/>
              </a:xfrm>
              <a:prstGeom prst="rect">
                <a:avLst/>
              </a:prstGeom>
            </p:spPr>
          </p:pic>
          <p:pic>
            <p:nvPicPr>
              <p:cNvPr id="8" name="Graphic 7" descr="Man with solid fill">
                <a:extLst>
                  <a:ext uri="{FF2B5EF4-FFF2-40B4-BE49-F238E27FC236}">
                    <a16:creationId xmlns:a16="http://schemas.microsoft.com/office/drawing/2014/main" id="{162E9D75-1A46-FF7F-B979-92920AE36B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43294" y="1029879"/>
                <a:ext cx="500497" cy="500498"/>
              </a:xfrm>
              <a:prstGeom prst="rect">
                <a:avLst/>
              </a:prstGeom>
            </p:spPr>
          </p:pic>
          <p:pic>
            <p:nvPicPr>
              <p:cNvPr id="9" name="Graphic 8" descr="Woman with solid fill">
                <a:extLst>
                  <a:ext uri="{FF2B5EF4-FFF2-40B4-BE49-F238E27FC236}">
                    <a16:creationId xmlns:a16="http://schemas.microsoft.com/office/drawing/2014/main" id="{FC0B08DE-A7DA-260F-9250-29C0AD2B2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13862" y="1029880"/>
                <a:ext cx="500497" cy="500498"/>
              </a:xfrm>
              <a:prstGeom prst="rect">
                <a:avLst/>
              </a:prstGeom>
            </p:spPr>
          </p:pic>
          <p:pic>
            <p:nvPicPr>
              <p:cNvPr id="10" name="Graphic 9" descr="Man with solid fill">
                <a:extLst>
                  <a:ext uri="{FF2B5EF4-FFF2-40B4-BE49-F238E27FC236}">
                    <a16:creationId xmlns:a16="http://schemas.microsoft.com/office/drawing/2014/main" id="{04A4B606-663A-F89C-9641-CD5BDD2A2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578565" y="1525177"/>
                <a:ext cx="500497" cy="500498"/>
              </a:xfrm>
              <a:prstGeom prst="rect">
                <a:avLst/>
              </a:prstGeom>
            </p:spPr>
          </p:pic>
          <p:pic>
            <p:nvPicPr>
              <p:cNvPr id="11" name="Graphic 10" descr="Man with solid fill">
                <a:extLst>
                  <a:ext uri="{FF2B5EF4-FFF2-40B4-BE49-F238E27FC236}">
                    <a16:creationId xmlns:a16="http://schemas.microsoft.com/office/drawing/2014/main" id="{9E6BF90B-0AC8-26F0-340A-1D55BE6D6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112935" y="1530377"/>
                <a:ext cx="500497" cy="500498"/>
              </a:xfrm>
              <a:prstGeom prst="rect">
                <a:avLst/>
              </a:prstGeom>
            </p:spPr>
          </p:pic>
          <p:pic>
            <p:nvPicPr>
              <p:cNvPr id="12" name="Graphic 11" descr="Woman with solid fill">
                <a:extLst>
                  <a:ext uri="{FF2B5EF4-FFF2-40B4-BE49-F238E27FC236}">
                    <a16:creationId xmlns:a16="http://schemas.microsoft.com/office/drawing/2014/main" id="{9945C4C6-62C3-9332-9CF6-34B12C1115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844038" y="1525177"/>
                <a:ext cx="500497" cy="500498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F1D1E66-2161-0492-1F09-C04F13DE3543}"/>
                  </a:ext>
                </a:extLst>
              </p:cNvPr>
              <p:cNvSpPr/>
              <p:nvPr/>
            </p:nvSpPr>
            <p:spPr>
              <a:xfrm>
                <a:off x="5608454" y="962779"/>
                <a:ext cx="975091" cy="112723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0556526-F0E4-6852-19A4-2ACDC746A85B}"/>
                </a:ext>
              </a:extLst>
            </p:cNvPr>
            <p:cNvSpPr txBox="1"/>
            <p:nvPr/>
          </p:nvSpPr>
          <p:spPr>
            <a:xfrm>
              <a:off x="6251276" y="1307599"/>
              <a:ext cx="2031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1200" b="1" i="1" dirty="0" err="1"/>
                <a:t>original</a:t>
              </a:r>
              <a:r>
                <a:rPr lang="nl-NL" sz="1200" b="1" i="1" dirty="0"/>
                <a:t> </a:t>
              </a:r>
              <a:br>
                <a:rPr lang="nl-NL" sz="1200" b="1" i="1" dirty="0"/>
              </a:br>
              <a:r>
                <a:rPr lang="nl-NL" sz="1200" b="1" i="1" dirty="0"/>
                <a:t>survey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1E2956E-36A9-5065-6A78-130AC74CE9B5}"/>
              </a:ext>
            </a:extLst>
          </p:cNvPr>
          <p:cNvGrpSpPr/>
          <p:nvPr/>
        </p:nvGrpSpPr>
        <p:grpSpPr>
          <a:xfrm>
            <a:off x="4209725" y="4031949"/>
            <a:ext cx="4100950" cy="1720629"/>
            <a:chOff x="4209725" y="4031949"/>
            <a:chExt cx="4100950" cy="1720629"/>
          </a:xfrm>
        </p:grpSpPr>
        <p:sp>
          <p:nvSpPr>
            <p:cNvPr id="57" name="Arrow: Right 56">
              <a:extLst>
                <a:ext uri="{FF2B5EF4-FFF2-40B4-BE49-F238E27FC236}">
                  <a16:creationId xmlns:a16="http://schemas.microsoft.com/office/drawing/2014/main" id="{956189F7-AE1F-D0F9-B416-842040F10DE7}"/>
                </a:ext>
              </a:extLst>
            </p:cNvPr>
            <p:cNvSpPr/>
            <p:nvPr/>
          </p:nvSpPr>
          <p:spPr>
            <a:xfrm rot="5400000">
              <a:off x="4343192" y="4447558"/>
              <a:ext cx="951999" cy="120782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8" name="Arrow: Right 57">
              <a:extLst>
                <a:ext uri="{FF2B5EF4-FFF2-40B4-BE49-F238E27FC236}">
                  <a16:creationId xmlns:a16="http://schemas.microsoft.com/office/drawing/2014/main" id="{D356EB4E-B15A-8E4D-ADE4-E0657A900D34}"/>
                </a:ext>
              </a:extLst>
            </p:cNvPr>
            <p:cNvSpPr/>
            <p:nvPr/>
          </p:nvSpPr>
          <p:spPr>
            <a:xfrm rot="5400000">
              <a:off x="5480175" y="4447559"/>
              <a:ext cx="951999" cy="120782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1AA0633F-7DFB-6869-E416-AB42F17779F7}"/>
                </a:ext>
              </a:extLst>
            </p:cNvPr>
            <p:cNvSpPr/>
            <p:nvPr/>
          </p:nvSpPr>
          <p:spPr>
            <a:xfrm rot="5400000">
              <a:off x="7240636" y="4447559"/>
              <a:ext cx="951999" cy="120782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F60F221-E672-BF8D-D4C0-C18AB68B417A}"/>
                </a:ext>
              </a:extLst>
            </p:cNvPr>
            <p:cNvSpPr txBox="1"/>
            <p:nvPr/>
          </p:nvSpPr>
          <p:spPr>
            <a:xfrm>
              <a:off x="4209725" y="5211989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BC46188-91ED-5F76-B472-235C3948FB42}"/>
                </a:ext>
              </a:extLst>
            </p:cNvPr>
            <p:cNvSpPr txBox="1"/>
            <p:nvPr/>
          </p:nvSpPr>
          <p:spPr>
            <a:xfrm>
              <a:off x="7122594" y="5229358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10B361F-0C69-A58E-6FB2-B12D1515A26B}"/>
                </a:ext>
              </a:extLst>
            </p:cNvPr>
            <p:cNvSpPr txBox="1"/>
            <p:nvPr/>
          </p:nvSpPr>
          <p:spPr>
            <a:xfrm>
              <a:off x="5438128" y="5207825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38914F2-B684-DEA4-2887-FFFEC16A305A}"/>
                </a:ext>
              </a:extLst>
            </p:cNvPr>
            <p:cNvSpPr txBox="1"/>
            <p:nvPr/>
          </p:nvSpPr>
          <p:spPr>
            <a:xfrm>
              <a:off x="6699424" y="5310245"/>
              <a:ext cx="411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b="1" dirty="0"/>
                <a:t>…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B425B2C-B6D6-3A46-18E9-D79449AAF758}"/>
              </a:ext>
            </a:extLst>
          </p:cNvPr>
          <p:cNvGrpSpPr/>
          <p:nvPr/>
        </p:nvGrpSpPr>
        <p:grpSpPr>
          <a:xfrm>
            <a:off x="3864430" y="2308347"/>
            <a:ext cx="6794351" cy="1565359"/>
            <a:chOff x="3864430" y="2308347"/>
            <a:chExt cx="6794351" cy="1565359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6F366557-0BC0-726E-245A-40EE846B6053}"/>
                </a:ext>
              </a:extLst>
            </p:cNvPr>
            <p:cNvSpPr/>
            <p:nvPr/>
          </p:nvSpPr>
          <p:spPr>
            <a:xfrm rot="8663394">
              <a:off x="4997634" y="2524919"/>
              <a:ext cx="951999" cy="120782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11EF01-002C-827D-0399-DB84258098AC}"/>
                </a:ext>
              </a:extLst>
            </p:cNvPr>
            <p:cNvGrpSpPr/>
            <p:nvPr/>
          </p:nvGrpSpPr>
          <p:grpSpPr>
            <a:xfrm>
              <a:off x="4414305" y="2984293"/>
              <a:ext cx="817265" cy="889413"/>
              <a:chOff x="4414305" y="2984293"/>
              <a:chExt cx="817265" cy="889413"/>
            </a:xfrm>
          </p:grpSpPr>
          <p:pic>
            <p:nvPicPr>
              <p:cNvPr id="47" name="Graphic 46" descr="Woman with solid fill">
                <a:extLst>
                  <a:ext uri="{FF2B5EF4-FFF2-40B4-BE49-F238E27FC236}">
                    <a16:creationId xmlns:a16="http://schemas.microsoft.com/office/drawing/2014/main" id="{2EB5C2DA-0F3A-16B4-3B9B-8B1E9BF5E0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622531" y="3038124"/>
                <a:ext cx="394904" cy="394904"/>
              </a:xfrm>
              <a:prstGeom prst="rect">
                <a:avLst/>
              </a:prstGeom>
            </p:spPr>
          </p:pic>
          <p:pic>
            <p:nvPicPr>
              <p:cNvPr id="48" name="Graphic 47" descr="Man with solid fill">
                <a:extLst>
                  <a:ext uri="{FF2B5EF4-FFF2-40B4-BE49-F238E27FC236}">
                    <a16:creationId xmlns:a16="http://schemas.microsoft.com/office/drawing/2014/main" id="{08969D34-1D1F-E9A2-85EF-59F2F17746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622252" y="3434516"/>
                <a:ext cx="394904" cy="394904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E2267D4-8BE4-D987-948E-1506DF84513F}"/>
                  </a:ext>
                </a:extLst>
              </p:cNvPr>
              <p:cNvGrpSpPr/>
              <p:nvPr/>
            </p:nvGrpSpPr>
            <p:grpSpPr>
              <a:xfrm>
                <a:off x="4414305" y="2984293"/>
                <a:ext cx="817265" cy="889413"/>
                <a:chOff x="5578565" y="962779"/>
                <a:chExt cx="1035794" cy="1127234"/>
              </a:xfrm>
            </p:grpSpPr>
            <p:pic>
              <p:nvPicPr>
                <p:cNvPr id="23" name="Graphic 22" descr="Woman with solid fill">
                  <a:extLst>
                    <a:ext uri="{FF2B5EF4-FFF2-40B4-BE49-F238E27FC236}">
                      <a16:creationId xmlns:a16="http://schemas.microsoft.com/office/drawing/2014/main" id="{254967C1-ACB7-8BAD-8269-675E666D88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80134" y="1029879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25" name="Graphic 24" descr="Woman with solid fill">
                  <a:extLst>
                    <a:ext uri="{FF2B5EF4-FFF2-40B4-BE49-F238E27FC236}">
                      <a16:creationId xmlns:a16="http://schemas.microsoft.com/office/drawing/2014/main" id="{13E1E221-4E4B-4304-714E-B414642A54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13862" y="1029880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26" name="Graphic 25" descr="Man with solid fill">
                  <a:extLst>
                    <a:ext uri="{FF2B5EF4-FFF2-40B4-BE49-F238E27FC236}">
                      <a16:creationId xmlns:a16="http://schemas.microsoft.com/office/drawing/2014/main" id="{061C96A4-9582-7328-8ACB-3FD85F8F8D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8565" y="1525177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27" name="Graphic 26" descr="Man with solid fill">
                  <a:extLst>
                    <a:ext uri="{FF2B5EF4-FFF2-40B4-BE49-F238E27FC236}">
                      <a16:creationId xmlns:a16="http://schemas.microsoft.com/office/drawing/2014/main" id="{69152BD7-0212-5536-B5E9-EFACF6D08A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12935" y="1530377"/>
                  <a:ext cx="500497" cy="500498"/>
                </a:xfrm>
                <a:prstGeom prst="rect">
                  <a:avLst/>
                </a:prstGeom>
              </p:spPr>
            </p:pic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8A0E0A8E-7314-82A7-C3C9-72F03D9BC830}"/>
                    </a:ext>
                  </a:extLst>
                </p:cNvPr>
                <p:cNvSpPr/>
                <p:nvPr/>
              </p:nvSpPr>
              <p:spPr>
                <a:xfrm>
                  <a:off x="5608454" y="962779"/>
                  <a:ext cx="975091" cy="112723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B860518-DC8C-E02F-E57F-8ED3655368BE}"/>
                </a:ext>
              </a:extLst>
            </p:cNvPr>
            <p:cNvGrpSpPr/>
            <p:nvPr/>
          </p:nvGrpSpPr>
          <p:grpSpPr>
            <a:xfrm>
              <a:off x="5522396" y="2984293"/>
              <a:ext cx="821398" cy="889413"/>
              <a:chOff x="5522396" y="2984293"/>
              <a:chExt cx="821398" cy="889413"/>
            </a:xfrm>
          </p:grpSpPr>
          <p:pic>
            <p:nvPicPr>
              <p:cNvPr id="49" name="Graphic 48" descr="Woman with solid fill">
                <a:extLst>
                  <a:ext uri="{FF2B5EF4-FFF2-40B4-BE49-F238E27FC236}">
                    <a16:creationId xmlns:a16="http://schemas.microsoft.com/office/drawing/2014/main" id="{0EE5C11A-0A8D-E8DC-0338-A85FB89D07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735565" y="3045944"/>
                <a:ext cx="394904" cy="394904"/>
              </a:xfrm>
              <a:prstGeom prst="rect">
                <a:avLst/>
              </a:prstGeom>
            </p:spPr>
          </p:pic>
          <p:pic>
            <p:nvPicPr>
              <p:cNvPr id="50" name="Graphic 49" descr="Woman with solid fill">
                <a:extLst>
                  <a:ext uri="{FF2B5EF4-FFF2-40B4-BE49-F238E27FC236}">
                    <a16:creationId xmlns:a16="http://schemas.microsoft.com/office/drawing/2014/main" id="{961E5E6C-2812-86AF-2519-C87D1818B7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523755" y="3044870"/>
                <a:ext cx="394904" cy="394904"/>
              </a:xfrm>
              <a:prstGeom prst="rect">
                <a:avLst/>
              </a:prstGeom>
            </p:spPr>
          </p:pic>
          <p:pic>
            <p:nvPicPr>
              <p:cNvPr id="51" name="Graphic 50" descr="Woman with solid fill">
                <a:extLst>
                  <a:ext uri="{FF2B5EF4-FFF2-40B4-BE49-F238E27FC236}">
                    <a16:creationId xmlns:a16="http://schemas.microsoft.com/office/drawing/2014/main" id="{F4C6E70F-129E-237A-5EE1-98D5FA3FD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522396" y="3432033"/>
                <a:ext cx="394904" cy="394904"/>
              </a:xfrm>
              <a:prstGeom prst="rect">
                <a:avLst/>
              </a:prstGeom>
            </p:spPr>
          </p:pic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5764035-3D90-76F8-9A90-9E9D211535EA}"/>
                  </a:ext>
                </a:extLst>
              </p:cNvPr>
              <p:cNvGrpSpPr/>
              <p:nvPr/>
            </p:nvGrpSpPr>
            <p:grpSpPr>
              <a:xfrm>
                <a:off x="5550111" y="2984293"/>
                <a:ext cx="793683" cy="889413"/>
                <a:chOff x="5608453" y="962779"/>
                <a:chExt cx="1005906" cy="1127234"/>
              </a:xfrm>
            </p:grpSpPr>
            <p:pic>
              <p:nvPicPr>
                <p:cNvPr id="33" name="Graphic 32" descr="Woman with solid fill">
                  <a:extLst>
                    <a:ext uri="{FF2B5EF4-FFF2-40B4-BE49-F238E27FC236}">
                      <a16:creationId xmlns:a16="http://schemas.microsoft.com/office/drawing/2014/main" id="{FB44480F-EACD-9918-3D44-7F3336E5EB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13862" y="1029880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35" name="Graphic 34" descr="Man with solid fill">
                  <a:extLst>
                    <a:ext uri="{FF2B5EF4-FFF2-40B4-BE49-F238E27FC236}">
                      <a16:creationId xmlns:a16="http://schemas.microsoft.com/office/drawing/2014/main" id="{AB7D7FFF-57CA-C0DC-F99C-E7327D6FB9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12935" y="1530377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36" name="Graphic 35" descr="Woman with solid fill">
                  <a:extLst>
                    <a:ext uri="{FF2B5EF4-FFF2-40B4-BE49-F238E27FC236}">
                      <a16:creationId xmlns:a16="http://schemas.microsoft.com/office/drawing/2014/main" id="{1BCA840D-DFE3-EBD1-06D4-890A11A65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44038" y="1525177"/>
                  <a:ext cx="500497" cy="500498"/>
                </a:xfrm>
                <a:prstGeom prst="rect">
                  <a:avLst/>
                </a:prstGeom>
              </p:spPr>
            </p:pic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6726BC6-9B66-54F6-4F2D-7FBAE4727000}"/>
                    </a:ext>
                  </a:extLst>
                </p:cNvPr>
                <p:cNvSpPr/>
                <p:nvPr/>
              </p:nvSpPr>
              <p:spPr>
                <a:xfrm>
                  <a:off x="5608453" y="962779"/>
                  <a:ext cx="975091" cy="112723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/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9C3BA3F-E9B9-FAB8-C19A-1DCCBB0DEE5C}"/>
                </a:ext>
              </a:extLst>
            </p:cNvPr>
            <p:cNvGrpSpPr/>
            <p:nvPr/>
          </p:nvGrpSpPr>
          <p:grpSpPr>
            <a:xfrm>
              <a:off x="7321732" y="2984293"/>
              <a:ext cx="816534" cy="889413"/>
              <a:chOff x="7321732" y="2984293"/>
              <a:chExt cx="816534" cy="889413"/>
            </a:xfrm>
          </p:grpSpPr>
          <p:pic>
            <p:nvPicPr>
              <p:cNvPr id="52" name="Graphic 51" descr="Man with solid fill">
                <a:extLst>
                  <a:ext uri="{FF2B5EF4-FFF2-40B4-BE49-F238E27FC236}">
                    <a16:creationId xmlns:a16="http://schemas.microsoft.com/office/drawing/2014/main" id="{9CD95D14-9ABB-F4B5-611D-03FDBCBBE1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734040" y="3034391"/>
                <a:ext cx="394904" cy="394904"/>
              </a:xfrm>
              <a:prstGeom prst="rect">
                <a:avLst/>
              </a:prstGeom>
            </p:spPr>
          </p:pic>
          <p:pic>
            <p:nvPicPr>
              <p:cNvPr id="53" name="Graphic 52" descr="Man with solid fill">
                <a:extLst>
                  <a:ext uri="{FF2B5EF4-FFF2-40B4-BE49-F238E27FC236}">
                    <a16:creationId xmlns:a16="http://schemas.microsoft.com/office/drawing/2014/main" id="{50B37E0E-8350-B731-D108-4F3BEBFD5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528868" y="3433417"/>
                <a:ext cx="394904" cy="394904"/>
              </a:xfrm>
              <a:prstGeom prst="rect">
                <a:avLst/>
              </a:prstGeom>
            </p:spPr>
          </p:pic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512642E-94D9-3EFD-A06C-68C3FEFCF50C}"/>
                  </a:ext>
                </a:extLst>
              </p:cNvPr>
              <p:cNvGrpSpPr/>
              <p:nvPr/>
            </p:nvGrpSpPr>
            <p:grpSpPr>
              <a:xfrm>
                <a:off x="7321732" y="2984293"/>
                <a:ext cx="816534" cy="889413"/>
                <a:chOff x="5578565" y="962779"/>
                <a:chExt cx="1034867" cy="1127234"/>
              </a:xfrm>
            </p:grpSpPr>
            <p:pic>
              <p:nvPicPr>
                <p:cNvPr id="39" name="Graphic 38" descr="Woman with solid fill">
                  <a:extLst>
                    <a:ext uri="{FF2B5EF4-FFF2-40B4-BE49-F238E27FC236}">
                      <a16:creationId xmlns:a16="http://schemas.microsoft.com/office/drawing/2014/main" id="{2A24E48E-9AE7-FEF2-30C8-90B3BA0614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80134" y="1029879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40" name="Graphic 39" descr="Man with solid fill">
                  <a:extLst>
                    <a:ext uri="{FF2B5EF4-FFF2-40B4-BE49-F238E27FC236}">
                      <a16:creationId xmlns:a16="http://schemas.microsoft.com/office/drawing/2014/main" id="{2081EB13-C1F2-1E32-86AE-57214EF9D2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43294" y="1029879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42" name="Graphic 41" descr="Man with solid fill">
                  <a:extLst>
                    <a:ext uri="{FF2B5EF4-FFF2-40B4-BE49-F238E27FC236}">
                      <a16:creationId xmlns:a16="http://schemas.microsoft.com/office/drawing/2014/main" id="{108A92E8-BE43-CC87-2BD2-C270C4A647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8565" y="1525177"/>
                  <a:ext cx="500497" cy="500498"/>
                </a:xfrm>
                <a:prstGeom prst="rect">
                  <a:avLst/>
                </a:prstGeom>
              </p:spPr>
            </p:pic>
            <p:pic>
              <p:nvPicPr>
                <p:cNvPr id="43" name="Graphic 42" descr="Man with solid fill">
                  <a:extLst>
                    <a:ext uri="{FF2B5EF4-FFF2-40B4-BE49-F238E27FC236}">
                      <a16:creationId xmlns:a16="http://schemas.microsoft.com/office/drawing/2014/main" id="{4ACA5E6A-0098-FB83-0913-8A8B2C3372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12935" y="1530377"/>
                  <a:ext cx="500497" cy="500498"/>
                </a:xfrm>
                <a:prstGeom prst="rect">
                  <a:avLst/>
                </a:prstGeom>
              </p:spPr>
            </p:pic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997FF35-3F39-51E7-D6BF-DA7B32A4A722}"/>
                    </a:ext>
                  </a:extLst>
                </p:cNvPr>
                <p:cNvSpPr/>
                <p:nvPr/>
              </p:nvSpPr>
              <p:spPr>
                <a:xfrm>
                  <a:off x="5608454" y="962779"/>
                  <a:ext cx="975091" cy="112723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3F7ABF4-AC87-1282-B117-2FC15D91F44A}"/>
                </a:ext>
              </a:extLst>
            </p:cNvPr>
            <p:cNvSpPr txBox="1"/>
            <p:nvPr/>
          </p:nvSpPr>
          <p:spPr>
            <a:xfrm>
              <a:off x="6626209" y="3172978"/>
              <a:ext cx="411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/>
                <a:t>…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70FC50E-0A1B-A4A8-54AB-6FA5FA9B9596}"/>
                </a:ext>
              </a:extLst>
            </p:cNvPr>
            <p:cNvSpPr txBox="1"/>
            <p:nvPr/>
          </p:nvSpPr>
          <p:spPr>
            <a:xfrm>
              <a:off x="3864430" y="2339474"/>
              <a:ext cx="1314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b="1" dirty="0" err="1"/>
                <a:t>resample</a:t>
              </a:r>
              <a:endParaRPr lang="nl-NL" sz="1600" b="1" dirty="0"/>
            </a:p>
          </p:txBody>
        </p:sp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79475E20-7E74-7344-4915-5C47972EC9B7}"/>
                </a:ext>
              </a:extLst>
            </p:cNvPr>
            <p:cNvSpPr/>
            <p:nvPr/>
          </p:nvSpPr>
          <p:spPr>
            <a:xfrm rot="6429604">
              <a:off x="5695997" y="2557450"/>
              <a:ext cx="595497" cy="97292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B0CB1AF8-AD9B-EB7E-7ADD-05C48D3A362D}"/>
                </a:ext>
              </a:extLst>
            </p:cNvPr>
            <p:cNvSpPr/>
            <p:nvPr/>
          </p:nvSpPr>
          <p:spPr>
            <a:xfrm rot="2033564">
              <a:off x="6234499" y="2554612"/>
              <a:ext cx="1094179" cy="112050"/>
            </a:xfrm>
            <a:prstGeom prst="rightArrow">
              <a:avLst/>
            </a:prstGeom>
            <a:solidFill>
              <a:srgbClr val="F092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E4B1C71-3174-D489-1629-9A8E90162AA7}"/>
                </a:ext>
              </a:extLst>
            </p:cNvPr>
            <p:cNvSpPr txBox="1"/>
            <p:nvPr/>
          </p:nvSpPr>
          <p:spPr>
            <a:xfrm>
              <a:off x="8503409" y="3280627"/>
              <a:ext cx="21553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i="1" dirty="0"/>
                <a:t>bootstrap samples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08E76CF-ABE5-191C-1558-0943F6F4A5A4}"/>
              </a:ext>
            </a:extLst>
          </p:cNvPr>
          <p:cNvGrpSpPr/>
          <p:nvPr/>
        </p:nvGrpSpPr>
        <p:grpSpPr>
          <a:xfrm>
            <a:off x="1572330" y="1525173"/>
            <a:ext cx="3796370" cy="4222343"/>
            <a:chOff x="1572330" y="1525173"/>
            <a:chExt cx="3796370" cy="4222343"/>
          </a:xfrm>
        </p:grpSpPr>
        <p:sp>
          <p:nvSpPr>
            <p:cNvPr id="15" name="Arrow: Bent-Up 14">
              <a:extLst>
                <a:ext uri="{FF2B5EF4-FFF2-40B4-BE49-F238E27FC236}">
                  <a16:creationId xmlns:a16="http://schemas.microsoft.com/office/drawing/2014/main" id="{1BA8665F-76FA-66A7-0DA7-C98F9B160E67}"/>
                </a:ext>
              </a:extLst>
            </p:cNvPr>
            <p:cNvSpPr/>
            <p:nvPr/>
          </p:nvSpPr>
          <p:spPr>
            <a:xfrm rot="10800000">
              <a:off x="2076226" y="1525173"/>
              <a:ext cx="3292474" cy="3573951"/>
            </a:xfrm>
            <a:prstGeom prst="bentUpArrow">
              <a:avLst>
                <a:gd name="adj1" fmla="val 3599"/>
                <a:gd name="adj2" fmla="val 3517"/>
                <a:gd name="adj3" fmla="val 5886"/>
              </a:avLst>
            </a:prstGeom>
            <a:solidFill>
              <a:srgbClr val="E5B2C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28650F-B69D-C42C-7626-FD8BCD6EC7F6}"/>
                </a:ext>
              </a:extLst>
            </p:cNvPr>
            <p:cNvSpPr txBox="1"/>
            <p:nvPr/>
          </p:nvSpPr>
          <p:spPr>
            <a:xfrm>
              <a:off x="1572330" y="5224296"/>
              <a:ext cx="1188081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 err="1"/>
                <a:t>Mean</a:t>
              </a:r>
              <a:r>
                <a:rPr lang="nl-NL" sz="1400" dirty="0"/>
                <a:t>, P5, %&lt;EAR, …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1620ED3-1636-F419-1153-5DFE0E150967}"/>
              </a:ext>
            </a:extLst>
          </p:cNvPr>
          <p:cNvGrpSpPr/>
          <p:nvPr/>
        </p:nvGrpSpPr>
        <p:grpSpPr>
          <a:xfrm>
            <a:off x="1594756" y="5839433"/>
            <a:ext cx="1328057" cy="543017"/>
            <a:chOff x="1594756" y="5839433"/>
            <a:chExt cx="1328057" cy="543017"/>
          </a:xfrm>
        </p:grpSpPr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82791F98-4AFA-313D-3871-8AA1BB38108A}"/>
                </a:ext>
              </a:extLst>
            </p:cNvPr>
            <p:cNvSpPr/>
            <p:nvPr/>
          </p:nvSpPr>
          <p:spPr>
            <a:xfrm rot="5400000">
              <a:off x="2080909" y="5875388"/>
              <a:ext cx="213831" cy="141921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FF689E6-AE6D-0B0D-B8C6-850A4AFE43A5}"/>
                </a:ext>
              </a:extLst>
            </p:cNvPr>
            <p:cNvSpPr txBox="1"/>
            <p:nvPr/>
          </p:nvSpPr>
          <p:spPr>
            <a:xfrm>
              <a:off x="1594756" y="6074673"/>
              <a:ext cx="13280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b="1" dirty="0" err="1"/>
                <a:t>estimates</a:t>
              </a:r>
              <a:endParaRPr lang="nl-NL" sz="1600" b="1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4BA7671-717B-8972-D4FD-F886A2A407D0}"/>
              </a:ext>
            </a:extLst>
          </p:cNvPr>
          <p:cNvGrpSpPr/>
          <p:nvPr/>
        </p:nvGrpSpPr>
        <p:grpSpPr>
          <a:xfrm>
            <a:off x="4155624" y="5879795"/>
            <a:ext cx="4248146" cy="645754"/>
            <a:chOff x="4155624" y="5879795"/>
            <a:chExt cx="4248146" cy="645754"/>
          </a:xfrm>
        </p:grpSpPr>
        <p:sp>
          <p:nvSpPr>
            <p:cNvPr id="67" name="Right Brace 66">
              <a:extLst>
                <a:ext uri="{FF2B5EF4-FFF2-40B4-BE49-F238E27FC236}">
                  <a16:creationId xmlns:a16="http://schemas.microsoft.com/office/drawing/2014/main" id="{BCEA2700-DE8F-E6A5-EBBB-82CACCED6211}"/>
                </a:ext>
              </a:extLst>
            </p:cNvPr>
            <p:cNvSpPr/>
            <p:nvPr/>
          </p:nvSpPr>
          <p:spPr>
            <a:xfrm rot="5400000">
              <a:off x="6172781" y="3862638"/>
              <a:ext cx="213831" cy="4248146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CBC0A32-FA74-A611-8B37-028A2EFA4F6A}"/>
                </a:ext>
              </a:extLst>
            </p:cNvPr>
            <p:cNvSpPr txBox="1"/>
            <p:nvPr/>
          </p:nvSpPr>
          <p:spPr>
            <a:xfrm>
              <a:off x="4917781" y="6217772"/>
              <a:ext cx="32708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b="1" dirty="0" err="1"/>
                <a:t>used</a:t>
              </a:r>
              <a:r>
                <a:rPr lang="nl-NL" sz="1400" b="1" dirty="0"/>
                <a:t> </a:t>
              </a:r>
              <a:r>
                <a:rPr lang="nl-NL" sz="1400" b="1" dirty="0" err="1"/>
                <a:t>for</a:t>
              </a:r>
              <a:r>
                <a:rPr lang="nl-NL" sz="1400" b="1" dirty="0"/>
                <a:t> </a:t>
              </a:r>
              <a:r>
                <a:rPr lang="nl-NL" sz="1400" b="1" dirty="0" err="1"/>
                <a:t>confidence</a:t>
              </a:r>
              <a:r>
                <a:rPr lang="nl-NL" sz="1400" b="1" dirty="0"/>
                <a:t> </a:t>
              </a:r>
              <a:r>
                <a:rPr lang="nl-NL" sz="1400" b="1" dirty="0" err="1"/>
                <a:t>intervals</a:t>
              </a:r>
              <a:endParaRPr lang="nl-NL" sz="1600" b="1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91BC75F-9737-C430-4571-4AF23B35B13B}"/>
              </a:ext>
            </a:extLst>
          </p:cNvPr>
          <p:cNvGrpSpPr/>
          <p:nvPr/>
        </p:nvGrpSpPr>
        <p:grpSpPr>
          <a:xfrm>
            <a:off x="7726320" y="2052126"/>
            <a:ext cx="4393558" cy="954307"/>
            <a:chOff x="7726320" y="2052126"/>
            <a:chExt cx="4393558" cy="95430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FB85CF2-DDE8-6B78-CCD4-9A1306719796}"/>
                </a:ext>
              </a:extLst>
            </p:cNvPr>
            <p:cNvSpPr txBox="1"/>
            <p:nvPr/>
          </p:nvSpPr>
          <p:spPr>
            <a:xfrm>
              <a:off x="7726320" y="2052126"/>
              <a:ext cx="4393558" cy="738664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NB: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if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same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person is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resampled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b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multiple (e.g. 3)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times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: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treat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them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as 3 different persons (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with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identical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nl-N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observations</a:t>
              </a:r>
              <a:r>
                <a:rPr lang="nl-NL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ABFC420-7D2C-81C8-68E3-C7422F6A6A03}"/>
                </a:ext>
              </a:extLst>
            </p:cNvPr>
            <p:cNvCxnSpPr>
              <a:stCxn id="45" idx="0"/>
            </p:cNvCxnSpPr>
            <p:nvPr/>
          </p:nvCxnSpPr>
          <p:spPr>
            <a:xfrm flipV="1">
              <a:off x="7730000" y="2790790"/>
              <a:ext cx="144598" cy="193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DE9A478-FB14-74B5-276E-81C724766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448" y="2787747"/>
              <a:ext cx="86600" cy="218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5D9BD-2D4B-A7ED-7CE1-0E0BB5EE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49D7-77F8-C223-9EAC-1B33E68C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789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A9BC9-07A6-8C89-0483-CCD677415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US" sz="2000" dirty="0"/>
              <a:t>SPADE uses </a:t>
            </a:r>
            <a:r>
              <a:rPr lang="en-US" sz="2000" i="1" dirty="0"/>
              <a:t>stratified </a:t>
            </a:r>
            <a:r>
              <a:rPr lang="en-US" sz="2000" dirty="0" err="1"/>
              <a:t>resamping</a:t>
            </a:r>
            <a:r>
              <a:rPr lang="en-US" sz="2000" dirty="0"/>
              <a:t>: </a:t>
            </a:r>
            <a:br>
              <a:rPr lang="en-US" sz="2400" dirty="0"/>
            </a:br>
            <a:r>
              <a:rPr lang="en-US" sz="2000" dirty="0"/>
              <a:t>for each level of </a:t>
            </a:r>
            <a:r>
              <a:rPr lang="en-US" sz="2000" dirty="0">
                <a:solidFill>
                  <a:srgbClr val="0070C0"/>
                </a:solidFill>
              </a:rPr>
              <a:t>age</a:t>
            </a:r>
            <a:r>
              <a:rPr lang="en-US" sz="2000" dirty="0"/>
              <a:t> (and for </a:t>
            </a:r>
            <a:r>
              <a:rPr lang="en-US" sz="2000" dirty="0">
                <a:solidFill>
                  <a:srgbClr val="0070C0"/>
                </a:solidFill>
              </a:rPr>
              <a:t>gender</a:t>
            </a:r>
            <a:r>
              <a:rPr lang="en-US" sz="2000" dirty="0"/>
              <a:t>),</a:t>
            </a:r>
            <a:br>
              <a:rPr lang="en-US" sz="2000" dirty="0"/>
            </a:br>
            <a:r>
              <a:rPr lang="en-US" sz="2000" dirty="0"/>
              <a:t>the same number of persons are resampled as in the original sample</a:t>
            </a:r>
          </a:p>
          <a:p>
            <a:endParaRPr lang="en-US" sz="2400" dirty="0"/>
          </a:p>
          <a:p>
            <a:r>
              <a:rPr lang="nl-NL" sz="2000" dirty="0" err="1"/>
              <a:t>Typically</a:t>
            </a:r>
            <a:r>
              <a:rPr lang="nl-NL" sz="2000" dirty="0"/>
              <a:t> </a:t>
            </a:r>
            <a:r>
              <a:rPr lang="nl-NL" sz="2000" dirty="0" err="1"/>
              <a:t>require</a:t>
            </a:r>
            <a:r>
              <a:rPr lang="nl-NL" sz="2000" dirty="0"/>
              <a:t> 200 – 1000 bootstrap samples</a:t>
            </a:r>
          </a:p>
          <a:p>
            <a:r>
              <a:rPr lang="nl-NL" sz="2000" dirty="0"/>
              <a:t>We </a:t>
            </a:r>
            <a:r>
              <a:rPr lang="nl-NL" sz="2000" dirty="0" err="1"/>
              <a:t>assume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bootstrap samples of </a:t>
            </a:r>
            <a:r>
              <a:rPr lang="nl-NL" sz="2000" dirty="0" err="1"/>
              <a:t>any</a:t>
            </a:r>
            <a:r>
              <a:rPr lang="nl-NL" sz="2000" dirty="0"/>
              <a:t> </a:t>
            </a:r>
            <a:r>
              <a:rPr lang="nl-NL" sz="2000" dirty="0" err="1"/>
              <a:t>outcomes</a:t>
            </a:r>
            <a:r>
              <a:rPr lang="nl-NL" sz="2000" dirty="0"/>
              <a:t> are </a:t>
            </a:r>
            <a:r>
              <a:rPr lang="nl-NL" sz="2000" dirty="0" err="1"/>
              <a:t>normally</a:t>
            </a:r>
            <a:r>
              <a:rPr lang="nl-NL" sz="2000" dirty="0"/>
              <a:t> </a:t>
            </a:r>
            <a:r>
              <a:rPr lang="nl-NL" sz="2000" dirty="0" err="1"/>
              <a:t>distributed</a:t>
            </a:r>
            <a:endParaRPr lang="nl-NL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F1B785-150F-1ED6-FEF8-E032E8B0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Technical details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45CDB-E9F7-2E94-6DA2-D727F0B4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F25A5-3F34-3CB8-B4FF-ADECFAAB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CD82E-7D81-BD88-8EB3-601C067E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410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9FCD95-4F71-4F73-B953-9BD53AEF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2234147"/>
            <a:ext cx="6081250" cy="3987266"/>
          </a:xfrm>
        </p:spPr>
        <p:txBody>
          <a:bodyPr numCol="1">
            <a:normAutofit/>
          </a:bodyPr>
          <a:lstStyle/>
          <a:p>
            <a:r>
              <a:rPr lang="en-US" sz="1800" dirty="0"/>
              <a:t>Example: interested in AM of </a:t>
            </a:r>
            <a:r>
              <a:rPr lang="en-US" sz="1800" dirty="0" err="1"/>
              <a:t>agegroup</a:t>
            </a:r>
            <a:r>
              <a:rPr lang="en-US" sz="1800" dirty="0"/>
              <a:t> (0, 79]</a:t>
            </a:r>
          </a:p>
          <a:p>
            <a:r>
              <a:rPr lang="en-US" sz="1800" dirty="0"/>
              <a:t>Estimate (from original data): </a:t>
            </a:r>
            <a:r>
              <a:rPr lang="nl-NL" sz="1800" dirty="0">
                <a:solidFill>
                  <a:schemeClr val="tx1"/>
                </a:solidFill>
              </a:rPr>
              <a:t>890 </a:t>
            </a:r>
            <a:r>
              <a:rPr lang="en-US" sz="1800" dirty="0">
                <a:solidFill>
                  <a:schemeClr val="tx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g/d</a:t>
            </a:r>
            <a:endParaRPr lang="en-US" sz="1800" dirty="0"/>
          </a:p>
          <a:p>
            <a:r>
              <a:rPr lang="en-US" sz="1800" dirty="0"/>
              <a:t>For every bootstrap samples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find the AM</a:t>
            </a:r>
          </a:p>
          <a:p>
            <a:r>
              <a:rPr lang="en-US" sz="1800" dirty="0"/>
              <a:t>Calculate:</a:t>
            </a:r>
          </a:p>
          <a:p>
            <a:pPr lvl="1"/>
            <a:r>
              <a:rPr lang="en-US" sz="1400" dirty="0"/>
              <a:t>mean(AM </a:t>
            </a:r>
            <a:r>
              <a:rPr lang="en-US" sz="1400" dirty="0" err="1"/>
              <a:t>bootsamples</a:t>
            </a:r>
            <a:r>
              <a:rPr lang="en-US" sz="1400" dirty="0"/>
              <a:t>) = </a:t>
            </a:r>
            <a:r>
              <a:rPr lang="en-US" sz="1400" dirty="0" err="1"/>
              <a:t>b.mean</a:t>
            </a:r>
            <a:r>
              <a:rPr lang="en-US" sz="1400" dirty="0"/>
              <a:t> = </a:t>
            </a:r>
            <a:r>
              <a:rPr lang="nl-NL" sz="1400" dirty="0">
                <a:solidFill>
                  <a:schemeClr val="tx1"/>
                </a:solidFill>
              </a:rPr>
              <a:t>888 </a:t>
            </a: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g/d</a:t>
            </a:r>
            <a:endParaRPr lang="en-US" sz="1400" dirty="0"/>
          </a:p>
          <a:p>
            <a:pPr lvl="1"/>
            <a:r>
              <a:rPr lang="en-US" sz="1400" dirty="0"/>
              <a:t>standard error (AM </a:t>
            </a:r>
            <a:r>
              <a:rPr lang="en-US" sz="1400" dirty="0" err="1"/>
              <a:t>bootsamples</a:t>
            </a:r>
            <a:r>
              <a:rPr lang="en-US" sz="1400" dirty="0"/>
              <a:t>) = b.sd = </a:t>
            </a:r>
            <a:r>
              <a:rPr lang="nl-NL" sz="1400" dirty="0">
                <a:solidFill>
                  <a:schemeClr val="tx1"/>
                </a:solidFill>
              </a:rPr>
              <a:t>11 </a:t>
            </a: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g/d</a:t>
            </a:r>
            <a:endParaRPr lang="nl-NL" sz="1400" dirty="0">
              <a:solidFill>
                <a:srgbClr val="42145F"/>
              </a:solidFill>
            </a:endParaRPr>
          </a:p>
          <a:p>
            <a:pPr lvl="1"/>
            <a:r>
              <a:rPr lang="nl-NL" sz="1400" dirty="0" err="1"/>
              <a:t>Lower</a:t>
            </a:r>
            <a:r>
              <a:rPr lang="nl-NL" sz="1400" dirty="0"/>
              <a:t> </a:t>
            </a:r>
            <a:r>
              <a:rPr lang="nl-NL" sz="1400" dirty="0" err="1"/>
              <a:t>bound</a:t>
            </a:r>
            <a:r>
              <a:rPr lang="nl-NL" sz="1400" dirty="0"/>
              <a:t> CI = </a:t>
            </a:r>
            <a:r>
              <a:rPr lang="nl-NL" sz="1400" dirty="0" err="1"/>
              <a:t>b.mean</a:t>
            </a:r>
            <a:r>
              <a:rPr lang="nl-NL" sz="1400" dirty="0"/>
              <a:t> + 1.96 * b.sd = 867 </a:t>
            </a: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g/d</a:t>
            </a:r>
            <a:endParaRPr lang="nl-NL" sz="1400" dirty="0"/>
          </a:p>
          <a:p>
            <a:pPr lvl="1"/>
            <a:r>
              <a:rPr lang="nl-NL" sz="1400" dirty="0" err="1"/>
              <a:t>Upper</a:t>
            </a:r>
            <a:r>
              <a:rPr lang="nl-NL" sz="1400" dirty="0"/>
              <a:t> </a:t>
            </a:r>
            <a:r>
              <a:rPr lang="nl-NL" sz="1400" dirty="0" err="1"/>
              <a:t>bound</a:t>
            </a:r>
            <a:r>
              <a:rPr lang="nl-NL" sz="1400" dirty="0"/>
              <a:t> CI= </a:t>
            </a:r>
            <a:r>
              <a:rPr lang="nl-NL" sz="1400" dirty="0" err="1"/>
              <a:t>b.mean</a:t>
            </a:r>
            <a:r>
              <a:rPr lang="nl-NL" sz="1400" dirty="0"/>
              <a:t> + 1.96 * b.sd = 910 </a:t>
            </a: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g/d</a:t>
            </a:r>
            <a:endParaRPr lang="nl-NL" sz="1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18D96-B8B2-4C37-B32C-21EB15AF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964025"/>
            <a:ext cx="10923588" cy="948047"/>
          </a:xfrm>
        </p:spPr>
        <p:txBody>
          <a:bodyPr>
            <a:noAutofit/>
          </a:bodyPr>
          <a:lstStyle/>
          <a:p>
            <a:r>
              <a:rPr lang="en-US" sz="2800" dirty="0"/>
              <a:t>Illustration: finding confidence intervals for mean calcium intake</a:t>
            </a:r>
            <a:endParaRPr lang="nl-NL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0E2A-E613-424B-A0D0-48E0CC9D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9</a:t>
            </a:fld>
            <a:endParaRPr lang="nl-NL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4E0C89-7D4E-445A-8884-C752FD80D6B3}"/>
              </a:ext>
            </a:extLst>
          </p:cNvPr>
          <p:cNvGrpSpPr>
            <a:grpSpLocks noChangeAspect="1"/>
          </p:cNvGrpSpPr>
          <p:nvPr/>
        </p:nvGrpSpPr>
        <p:grpSpPr>
          <a:xfrm>
            <a:off x="7444014" y="1809000"/>
            <a:ext cx="4604208" cy="1620000"/>
            <a:chOff x="0" y="0"/>
            <a:chExt cx="2468880" cy="86868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072E957-5D22-45FE-9F44-71676C4FC55C}"/>
                </a:ext>
              </a:extLst>
            </p:cNvPr>
            <p:cNvSpPr/>
            <p:nvPr/>
          </p:nvSpPr>
          <p:spPr>
            <a:xfrm>
              <a:off x="7620" y="0"/>
              <a:ext cx="2461260" cy="868680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28" name="Text Box 2">
              <a:extLst>
                <a:ext uri="{FF2B5EF4-FFF2-40B4-BE49-F238E27FC236}">
                  <a16:creationId xmlns:a16="http://schemas.microsoft.com/office/drawing/2014/main" id="{DFA0AA83-CA5F-493F-8581-378A47945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454274" cy="1980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 hangingPunct="0">
                <a:spcAft>
                  <a:spcPts val="600"/>
                </a:spcAft>
              </a:pPr>
              <a:r>
                <a:rPr lang="en-US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Output table    </a:t>
              </a:r>
              <a:r>
                <a:rPr lang="en-GB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</a:t>
              </a:r>
              <a:r>
                <a:rPr lang="en-GB" b="1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bootstrap n.boot</a:t>
              </a:r>
              <a:endParaRPr lang="nl-NL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D0402D-C7A2-4E41-ADC0-79CD72829A3D}"/>
              </a:ext>
            </a:extLst>
          </p:cNvPr>
          <p:cNvGrpSpPr>
            <a:grpSpLocks noChangeAspect="1"/>
          </p:cNvGrpSpPr>
          <p:nvPr/>
        </p:nvGrpSpPr>
        <p:grpSpPr>
          <a:xfrm>
            <a:off x="7251774" y="2305529"/>
            <a:ext cx="4604208" cy="1620000"/>
            <a:chOff x="0" y="0"/>
            <a:chExt cx="2468880" cy="8686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317BA1-A24A-40A8-8152-8E0F341233E6}"/>
                </a:ext>
              </a:extLst>
            </p:cNvPr>
            <p:cNvSpPr/>
            <p:nvPr/>
          </p:nvSpPr>
          <p:spPr>
            <a:xfrm>
              <a:off x="7620" y="0"/>
              <a:ext cx="2461260" cy="868680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31" name="Text Box 2">
              <a:extLst>
                <a:ext uri="{FF2B5EF4-FFF2-40B4-BE49-F238E27FC236}">
                  <a16:creationId xmlns:a16="http://schemas.microsoft.com/office/drawing/2014/main" id="{B0C78DF1-5BEB-4C1F-A487-562732BC0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454274" cy="3218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 hangingPunct="0">
                <a:spcAft>
                  <a:spcPts val="600"/>
                </a:spcAft>
              </a:pPr>
              <a:r>
                <a:rPr lang="en-US" sz="1000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</a:t>
              </a:r>
              <a:r>
                <a:rPr lang="en-US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Output table   </a:t>
              </a:r>
              <a:r>
                <a:rPr lang="en-GB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</a:t>
              </a:r>
              <a:r>
                <a:rPr lang="en-GB" b="1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bootstrap …</a:t>
              </a:r>
              <a:endParaRPr lang="nl-NL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  <a:p>
              <a:pPr algn="just" hangingPunct="0">
                <a:spcAft>
                  <a:spcPts val="600"/>
                </a:spcAft>
              </a:pPr>
              <a:r>
                <a:rPr lang="en-GB" sz="1000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 </a:t>
              </a:r>
              <a:endParaRPr lang="nl-NL" sz="1000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331A3AB-A33C-4871-8EE4-F0017A4129D1}"/>
              </a:ext>
            </a:extLst>
          </p:cNvPr>
          <p:cNvGrpSpPr>
            <a:grpSpLocks noChangeAspect="1"/>
          </p:cNvGrpSpPr>
          <p:nvPr/>
        </p:nvGrpSpPr>
        <p:grpSpPr>
          <a:xfrm>
            <a:off x="6988403" y="2802058"/>
            <a:ext cx="4604208" cy="1620000"/>
            <a:chOff x="0" y="0"/>
            <a:chExt cx="2468880" cy="86868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B7E493F-4E1E-48FF-AC8B-FC99E64DEE6B}"/>
                </a:ext>
              </a:extLst>
            </p:cNvPr>
            <p:cNvSpPr/>
            <p:nvPr/>
          </p:nvSpPr>
          <p:spPr>
            <a:xfrm>
              <a:off x="7620" y="0"/>
              <a:ext cx="2461260" cy="868680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34" name="Text Box 2">
              <a:extLst>
                <a:ext uri="{FF2B5EF4-FFF2-40B4-BE49-F238E27FC236}">
                  <a16:creationId xmlns:a16="http://schemas.microsoft.com/office/drawing/2014/main" id="{BE4754D7-904B-4607-A00D-72645D9BD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454274" cy="3314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hangingPunct="0">
                <a:spcAft>
                  <a:spcPts val="600"/>
                </a:spcAft>
              </a:pPr>
              <a:r>
                <a:rPr lang="en-US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Output table      </a:t>
              </a:r>
              <a:r>
                <a:rPr lang="en-GB" b="1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bootstrap 2</a:t>
              </a:r>
              <a:endParaRPr lang="nl-NL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D566F27-04FE-4B13-B264-0D1F695E5FFA}"/>
              </a:ext>
            </a:extLst>
          </p:cNvPr>
          <p:cNvGrpSpPr>
            <a:grpSpLocks noChangeAspect="1"/>
          </p:cNvGrpSpPr>
          <p:nvPr/>
        </p:nvGrpSpPr>
        <p:grpSpPr>
          <a:xfrm>
            <a:off x="6725032" y="3259107"/>
            <a:ext cx="4604208" cy="1620000"/>
            <a:chOff x="0" y="0"/>
            <a:chExt cx="2468880" cy="86868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45E17A6-54B3-4482-9312-8F63552ACF69}"/>
                </a:ext>
              </a:extLst>
            </p:cNvPr>
            <p:cNvSpPr/>
            <p:nvPr/>
          </p:nvSpPr>
          <p:spPr>
            <a:xfrm>
              <a:off x="7620" y="0"/>
              <a:ext cx="2461260" cy="868680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37" name="Text Box 2">
              <a:extLst>
                <a:ext uri="{FF2B5EF4-FFF2-40B4-BE49-F238E27FC236}">
                  <a16:creationId xmlns:a16="http://schemas.microsoft.com/office/drawing/2014/main" id="{E52D1ED7-21FE-4D34-89FD-5656E5F3F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454274" cy="3878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 hangingPunct="0">
                <a:spcAft>
                  <a:spcPts val="600"/>
                </a:spcAft>
              </a:pPr>
              <a:r>
                <a:rPr lang="en-US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Output table    </a:t>
              </a:r>
              <a:r>
                <a:rPr lang="en-GB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</a:t>
              </a:r>
              <a:r>
                <a:rPr lang="en-GB" b="1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bootstrap 1</a:t>
              </a:r>
              <a:endParaRPr lang="nl-NL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  <a:p>
              <a:pPr algn="just" hangingPunct="0">
                <a:spcAft>
                  <a:spcPts val="600"/>
                </a:spcAft>
              </a:pPr>
              <a:r>
                <a:rPr lang="en-GB"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 </a:t>
              </a:r>
              <a:endParaRPr lang="nl-NL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0381FE-92C6-433A-9B00-6691FE8F0C11}"/>
              </a:ext>
            </a:extLst>
          </p:cNvPr>
          <p:cNvGrpSpPr>
            <a:grpSpLocks noChangeAspect="1"/>
          </p:cNvGrpSpPr>
          <p:nvPr/>
        </p:nvGrpSpPr>
        <p:grpSpPr>
          <a:xfrm>
            <a:off x="6421821" y="3707371"/>
            <a:ext cx="4145411" cy="1620000"/>
            <a:chOff x="0" y="0"/>
            <a:chExt cx="2506862" cy="103460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D2AE673-CD30-4832-8FBE-464D4D75A727}"/>
                </a:ext>
              </a:extLst>
            </p:cNvPr>
            <p:cNvSpPr/>
            <p:nvPr/>
          </p:nvSpPr>
          <p:spPr>
            <a:xfrm>
              <a:off x="7620" y="0"/>
              <a:ext cx="2499242" cy="1034608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40" name="Text Box 2">
              <a:extLst>
                <a:ext uri="{FF2B5EF4-FFF2-40B4-BE49-F238E27FC236}">
                  <a16:creationId xmlns:a16="http://schemas.microsoft.com/office/drawing/2014/main" id="{61574D97-BD5F-4A58-AE62-048EC5BB74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780"/>
              <a:ext cx="2491105" cy="83820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 hangingPunct="0">
                <a:spcAft>
                  <a:spcPts val="600"/>
                </a:spcAft>
              </a:pPr>
              <a:r>
                <a:rPr lang="en-US" dirty="0">
                  <a:solidFill>
                    <a:srgbClr val="0000FF"/>
                  </a:solidFill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Output table </a:t>
              </a:r>
              <a:r>
                <a:rPr lang="en-GB" dirty="0">
                  <a:solidFill>
                    <a:srgbClr val="0000FF"/>
                  </a:solidFill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   </a:t>
              </a:r>
              <a:r>
                <a:rPr lang="en-GB" b="1" dirty="0">
                  <a:solidFill>
                    <a:srgbClr val="0000FF"/>
                  </a:solidFill>
                  <a:effectLst/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original data</a:t>
              </a:r>
              <a:endParaRPr lang="nl-NL" dirty="0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  <a:p>
              <a:pPr algn="l" hangingPunct="0">
                <a:spcAft>
                  <a:spcPts val="600"/>
                </a:spcAft>
              </a:pPr>
              <a:r>
                <a:rPr lang="en-GB" sz="1400" b="1" dirty="0">
                  <a:solidFill>
                    <a:srgbClr val="C00000"/>
                  </a:solidFill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spade output table for  ca</a:t>
              </a:r>
              <a:endParaRPr lang="nl-NL" sz="1400" dirty="0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  <a:p>
              <a:pPr hangingPunct="0">
                <a:spcAft>
                  <a:spcPts val="1200"/>
                </a:spcAft>
              </a:pPr>
              <a:r>
                <a:rPr lang="en-GB" sz="1400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       </a:t>
              </a:r>
              <a:r>
                <a:rPr lang="en-GB" sz="1400" b="1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AM  P5 P50  P95</a:t>
              </a:r>
              <a:br>
                <a:rPr lang="en-GB" sz="1400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</a:br>
              <a:r>
                <a:rPr lang="en-GB" sz="1400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</a:t>
              </a:r>
              <a:r>
                <a:rPr lang="en-GB" sz="1400" b="1" dirty="0"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0</a:t>
              </a:r>
              <a:r>
                <a:rPr lang="en-GB" sz="1400" b="1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,79]</a:t>
              </a:r>
              <a:r>
                <a:rPr lang="en-GB" sz="1400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890 473 863 1401</a:t>
              </a:r>
              <a:br>
                <a:rPr lang="en-GB" sz="1400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</a:br>
              <a:r>
                <a:rPr lang="en-GB" sz="1400" b="1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(0, 8]</a:t>
              </a:r>
              <a:r>
                <a:rPr lang="en-GB" sz="1400" dirty="0">
                  <a:effectLst/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</a:t>
              </a:r>
              <a:r>
                <a:rPr lang="nl-NL" sz="1400" dirty="0">
                  <a:latin typeface="Lucida Console" panose="020B0609040504020204" pitchFamily="49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692 361 667 1107 </a:t>
              </a:r>
              <a:br>
                <a:rPr lang="nl-NL" sz="1400" dirty="0"/>
              </a:br>
              <a:endParaRPr lang="nl-NL" sz="1400" dirty="0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F6A2ACE4-69B7-4DE8-9ED0-B74B86E1FC10}"/>
              </a:ext>
            </a:extLst>
          </p:cNvPr>
          <p:cNvSpPr/>
          <p:nvPr/>
        </p:nvSpPr>
        <p:spPr>
          <a:xfrm>
            <a:off x="7251774" y="4741807"/>
            <a:ext cx="354834" cy="346451"/>
          </a:xfrm>
          <a:prstGeom prst="ellipse">
            <a:avLst/>
          </a:prstGeom>
          <a:noFill/>
          <a:ln w="28575">
            <a:solidFill>
              <a:srgbClr val="CA00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2E75464-ADE7-93F0-25F9-356DFAAE1380}"/>
              </a:ext>
            </a:extLst>
          </p:cNvPr>
          <p:cNvGrpSpPr/>
          <p:nvPr/>
        </p:nvGrpSpPr>
        <p:grpSpPr>
          <a:xfrm>
            <a:off x="1250139" y="5327371"/>
            <a:ext cx="4053176" cy="1528293"/>
            <a:chOff x="2274898" y="5140321"/>
            <a:chExt cx="4053176" cy="152829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328CA5-1BD2-967C-574D-63C851FAD6F6}"/>
                </a:ext>
              </a:extLst>
            </p:cNvPr>
            <p:cNvGrpSpPr/>
            <p:nvPr/>
          </p:nvGrpSpPr>
          <p:grpSpPr>
            <a:xfrm>
              <a:off x="2407788" y="5140321"/>
              <a:ext cx="3768032" cy="1242130"/>
              <a:chOff x="6254557" y="3530031"/>
              <a:chExt cx="5021344" cy="165528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46498F3-65A1-D837-1574-6B673808D5E9}"/>
                  </a:ext>
                </a:extLst>
              </p:cNvPr>
              <p:cNvGrpSpPr/>
              <p:nvPr/>
            </p:nvGrpSpPr>
            <p:grpSpPr>
              <a:xfrm>
                <a:off x="6553199" y="3940180"/>
                <a:ext cx="4449865" cy="1245135"/>
                <a:chOff x="6553199" y="3940180"/>
                <a:chExt cx="4449865" cy="1245135"/>
              </a:xfrm>
            </p:grpSpPr>
            <p:sp>
              <p:nvSpPr>
                <p:cNvPr id="13" name="Arrow: Left-Right 12">
                  <a:extLst>
                    <a:ext uri="{FF2B5EF4-FFF2-40B4-BE49-F238E27FC236}">
                      <a16:creationId xmlns:a16="http://schemas.microsoft.com/office/drawing/2014/main" id="{F6A0390C-CEB3-1A0A-A5F7-604F14F4C425}"/>
                    </a:ext>
                  </a:extLst>
                </p:cNvPr>
                <p:cNvSpPr/>
                <p:nvPr/>
              </p:nvSpPr>
              <p:spPr>
                <a:xfrm>
                  <a:off x="6553199" y="4550135"/>
                  <a:ext cx="4415454" cy="516194"/>
                </a:xfrm>
                <a:prstGeom prst="left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3241650-7D8E-1774-F9D8-FE29BAC8F1F6}"/>
                    </a:ext>
                  </a:extLst>
                </p:cNvPr>
                <p:cNvCxnSpPr>
                  <a:cxnSpLocks/>
                  <a:stCxn id="9" idx="2"/>
                </p:cNvCxnSpPr>
                <p:nvPr/>
              </p:nvCxnSpPr>
              <p:spPr>
                <a:xfrm flipH="1">
                  <a:off x="6553199" y="3940181"/>
                  <a:ext cx="8607" cy="1245134"/>
                </a:xfrm>
                <a:prstGeom prst="line">
                  <a:avLst/>
                </a:prstGeom>
                <a:ln w="38100" cmpd="sng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9EE08EE-105D-57BF-62D2-F7B09ACCCBA8}"/>
                    </a:ext>
                  </a:extLst>
                </p:cNvPr>
                <p:cNvCxnSpPr/>
                <p:nvPr/>
              </p:nvCxnSpPr>
              <p:spPr>
                <a:xfrm>
                  <a:off x="9218125" y="4431149"/>
                  <a:ext cx="0" cy="754165"/>
                </a:xfrm>
                <a:prstGeom prst="line">
                  <a:avLst/>
                </a:prstGeom>
                <a:ln w="38100" cmpd="sng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784AE71-57C2-7B2E-E71C-01384E029310}"/>
                    </a:ext>
                  </a:extLst>
                </p:cNvPr>
                <p:cNvCxnSpPr>
                  <a:cxnSpLocks/>
                  <a:stCxn id="12" idx="2"/>
                </p:cNvCxnSpPr>
                <p:nvPr/>
              </p:nvCxnSpPr>
              <p:spPr>
                <a:xfrm flipH="1">
                  <a:off x="8760927" y="3940180"/>
                  <a:ext cx="4303" cy="1245135"/>
                </a:xfrm>
                <a:prstGeom prst="line">
                  <a:avLst/>
                </a:prstGeom>
                <a:ln w="38100" cmpd="sng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4FA9912-54FB-E8B8-5159-F7019089A3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68653" y="3940180"/>
                  <a:ext cx="34411" cy="1245135"/>
                </a:xfrm>
                <a:prstGeom prst="line">
                  <a:avLst/>
                </a:prstGeom>
                <a:ln w="38100" cmpd="sng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79CBCE-3607-162A-3689-45120399E197}"/>
                  </a:ext>
                </a:extLst>
              </p:cNvPr>
              <p:cNvSpPr txBox="1"/>
              <p:nvPr/>
            </p:nvSpPr>
            <p:spPr>
              <a:xfrm>
                <a:off x="6254557" y="3530031"/>
                <a:ext cx="614499" cy="410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LB</a:t>
                </a:r>
                <a:endParaRPr lang="nl-NL" sz="14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E86A2D-CE9C-E118-258D-DCE6C82FAA12}"/>
                  </a:ext>
                </a:extLst>
              </p:cNvPr>
              <p:cNvSpPr txBox="1"/>
              <p:nvPr/>
            </p:nvSpPr>
            <p:spPr>
              <a:xfrm>
                <a:off x="10661403" y="3530031"/>
                <a:ext cx="614498" cy="410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UB</a:t>
                </a:r>
                <a:endParaRPr lang="nl-NL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7C75E4-287D-D8A2-0F28-EBD90E280341}"/>
                  </a:ext>
                </a:extLst>
              </p:cNvPr>
              <p:cNvSpPr txBox="1"/>
              <p:nvPr/>
            </p:nvSpPr>
            <p:spPr>
              <a:xfrm>
                <a:off x="8910876" y="3906465"/>
                <a:ext cx="614499" cy="410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HI</a:t>
                </a:r>
                <a:endParaRPr lang="nl-NL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5E2D9A-6AB8-BC11-AAF0-4855723D6956}"/>
                  </a:ext>
                </a:extLst>
              </p:cNvPr>
              <p:cNvSpPr txBox="1"/>
              <p:nvPr/>
            </p:nvSpPr>
            <p:spPr>
              <a:xfrm>
                <a:off x="8170768" y="3530031"/>
                <a:ext cx="1188922" cy="410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b.mean</a:t>
                </a:r>
                <a:endParaRPr lang="nl-NL" sz="1400" dirty="0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6D1974-0C28-6445-FB0B-859E4A4D83C8}"/>
                </a:ext>
              </a:extLst>
            </p:cNvPr>
            <p:cNvSpPr txBox="1"/>
            <p:nvPr/>
          </p:nvSpPr>
          <p:spPr>
            <a:xfrm>
              <a:off x="2274898" y="6360837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867</a:t>
              </a: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D2B5750-D59B-AA82-24F9-9EE0D8D462EA}"/>
                </a:ext>
              </a:extLst>
            </p:cNvPr>
            <p:cNvSpPr txBox="1"/>
            <p:nvPr/>
          </p:nvSpPr>
          <p:spPr>
            <a:xfrm>
              <a:off x="5614090" y="6343923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910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A6A766-ED20-F274-2C3E-201D4DA3F165}"/>
                </a:ext>
              </a:extLst>
            </p:cNvPr>
            <p:cNvSpPr txBox="1"/>
            <p:nvPr/>
          </p:nvSpPr>
          <p:spPr>
            <a:xfrm>
              <a:off x="3917674" y="6360837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888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148191-B862-E455-96C7-B2FE88DCC657}"/>
                </a:ext>
              </a:extLst>
            </p:cNvPr>
            <p:cNvSpPr txBox="1"/>
            <p:nvPr/>
          </p:nvSpPr>
          <p:spPr>
            <a:xfrm>
              <a:off x="4302483" y="6307361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890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4ABD4-F36C-8304-0188-192D8FE2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40D49-63C7-25D9-8637-C415B631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223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187432C8-FDD5-4548-B701-ECCCD6548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709530"/>
            <a:ext cx="11162748" cy="4511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Without bootstrap</a:t>
            </a:r>
          </a:p>
          <a:p>
            <a:pPr marL="0" indent="0">
              <a:buNone/>
            </a:pPr>
            <a:r>
              <a:rPr lang="en-GB" sz="1900" dirty="0" err="1">
                <a:highlight>
                  <a:srgbClr val="00FF00"/>
                </a:highlight>
                <a:latin typeface="Lucida Console" panose="020B0609040504020204" pitchFamily="49" charset="0"/>
              </a:rPr>
              <a:t>f.spade</a:t>
            </a:r>
            <a:r>
              <a:rPr lang="en-GB" sz="1900" dirty="0">
                <a:latin typeface="Lucida Console" panose="020B0609040504020204" pitchFamily="49" charset="0"/>
              </a:rPr>
              <a:t>(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frml.ia</a:t>
            </a:r>
            <a:r>
              <a:rPr lang="en-GB" sz="1900" dirty="0">
                <a:latin typeface="Lucida Console" panose="020B0609040504020204" pitchFamily="49" charset="0"/>
              </a:rPr>
              <a:t>   = ca ~ </a:t>
            </a:r>
            <a:r>
              <a:rPr lang="en-GB" sz="1900" dirty="0" err="1">
                <a:latin typeface="Lucida Console" panose="020B0609040504020204" pitchFamily="49" charset="0"/>
              </a:rPr>
              <a:t>fp</a:t>
            </a:r>
            <a:r>
              <a:rPr lang="en-GB" sz="1900" dirty="0">
                <a:latin typeface="Lucida Console" panose="020B0609040504020204" pitchFamily="49" charset="0"/>
              </a:rPr>
              <a:t>(age),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frml.if</a:t>
            </a:r>
            <a:r>
              <a:rPr lang="en-GB" sz="1900" dirty="0">
                <a:latin typeface="Lucida Console" panose="020B0609040504020204" pitchFamily="49" charset="0"/>
              </a:rPr>
              <a:t>   = "</a:t>
            </a:r>
            <a:r>
              <a:rPr lang="en-GB" sz="1900" dirty="0" err="1">
                <a:latin typeface="Lucida Console" panose="020B0609040504020204" pitchFamily="49" charset="0"/>
              </a:rPr>
              <a:t>no.if</a:t>
            </a:r>
            <a:r>
              <a:rPr lang="en-GB" sz="1900" dirty="0">
                <a:latin typeface="Lucida Console" panose="020B0609040504020204" pitchFamily="49" charset="0"/>
              </a:rPr>
              <a:t>",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data      = </a:t>
            </a:r>
            <a:r>
              <a:rPr lang="en-GB" sz="1900" dirty="0" err="1">
                <a:latin typeface="Lucida Console" panose="020B0609040504020204" pitchFamily="49" charset="0"/>
              </a:rPr>
              <a:t>DNFCSmanual</a:t>
            </a:r>
            <a:r>
              <a:rPr lang="en-GB" sz="1900" dirty="0">
                <a:latin typeface="Lucida Console" panose="020B0609040504020204" pitchFamily="49" charset="0"/>
              </a:rPr>
              <a:t>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min.age</a:t>
            </a:r>
            <a:r>
              <a:rPr lang="en-GB" sz="1900" dirty="0">
                <a:latin typeface="Lucida Console" panose="020B0609040504020204" pitchFamily="49" charset="0"/>
              </a:rPr>
              <a:t>   = 1,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max.age</a:t>
            </a:r>
            <a:r>
              <a:rPr lang="en-GB" sz="1900" dirty="0">
                <a:latin typeface="Lucida Console" panose="020B0609040504020204" pitchFamily="49" charset="0"/>
              </a:rPr>
              <a:t>   = 79,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sex.label</a:t>
            </a:r>
            <a:r>
              <a:rPr lang="en-GB" sz="1900" dirty="0">
                <a:latin typeface="Lucida Console" panose="020B0609040504020204" pitchFamily="49" charset="0"/>
              </a:rPr>
              <a:t> = "female",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age.classes</a:t>
            </a:r>
            <a:r>
              <a:rPr lang="en-GB" sz="1900" dirty="0">
                <a:latin typeface="Lucida Console" panose="020B0609040504020204" pitchFamily="49" charset="0"/>
              </a:rPr>
              <a:t>  = c(0,12,18,30),     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weights.name =</a:t>
            </a:r>
            <a:r>
              <a:rPr lang="en-GB" sz="1400" dirty="0">
                <a:latin typeface="Lucida Console" panose="020B0609040504020204" pitchFamily="49" charset="0"/>
              </a:rPr>
              <a:t> "</a:t>
            </a:r>
            <a:r>
              <a:rPr lang="en-US" sz="1400" dirty="0" err="1">
                <a:latin typeface="Lucida Console" panose="020B0609040504020204" pitchFamily="49" charset="0"/>
              </a:rPr>
              <a:t>w_demog_season_wk_wknd</a:t>
            </a:r>
            <a:r>
              <a:rPr lang="en-US" sz="1400" dirty="0">
                <a:latin typeface="Lucida Console" panose="020B0609040504020204" pitchFamily="49" charset="0"/>
              </a:rPr>
              <a:t>"</a:t>
            </a:r>
            <a:r>
              <a:rPr lang="en-GB" sz="1400" dirty="0">
                <a:latin typeface="Lucida Console" panose="020B0609040504020204" pitchFamily="49" charset="0"/>
              </a:rPr>
              <a:t>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seed = 09072025,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spade.output.path</a:t>
            </a:r>
            <a:r>
              <a:rPr lang="en-GB" sz="1900" dirty="0">
                <a:latin typeface="Lucida Console" panose="020B0609040504020204" pitchFamily="49" charset="0"/>
              </a:rPr>
              <a:t> = </a:t>
            </a:r>
            <a:r>
              <a:rPr lang="en-GB" sz="1400" dirty="0">
                <a:latin typeface="Lucida Console" panose="020B0609040504020204" pitchFamily="49" charset="0"/>
              </a:rPr>
              <a:t>"0_SPADE_OUTPUT"</a:t>
            </a:r>
            <a:r>
              <a:rPr lang="en-GB" sz="1900" dirty="0">
                <a:latin typeface="Lucida Console" panose="020B0609040504020204" pitchFamily="49" charset="0"/>
              </a:rPr>
              <a:t>)</a:t>
            </a:r>
            <a:endParaRPr lang="nl-NL" sz="19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With</a:t>
            </a:r>
            <a:r>
              <a:rPr lang="nl-NL" dirty="0"/>
              <a:t> bootstrap</a:t>
            </a:r>
          </a:p>
          <a:p>
            <a:pPr marL="0" indent="0">
              <a:buNone/>
              <a:tabLst>
                <a:tab pos="536575" algn="l"/>
              </a:tabLst>
            </a:pPr>
            <a:r>
              <a:rPr lang="en-GB" sz="1900" dirty="0" err="1">
                <a:latin typeface="Lucida Console" panose="020B0609040504020204" pitchFamily="49" charset="0"/>
              </a:rPr>
              <a:t>f.spade.bootstrap</a:t>
            </a:r>
            <a:r>
              <a:rPr lang="en-GB" sz="1900" dirty="0">
                <a:latin typeface="Lucida Console" panose="020B0609040504020204" pitchFamily="49" charset="0"/>
              </a:rPr>
              <a:t>(</a:t>
            </a:r>
            <a:r>
              <a:rPr lang="en-GB" sz="1900" dirty="0">
                <a:highlight>
                  <a:srgbClr val="00FF00"/>
                </a:highlight>
                <a:latin typeface="Lucida Console" panose="020B0609040504020204" pitchFamily="49" charset="0"/>
              </a:rPr>
              <a:t>FUN = </a:t>
            </a:r>
            <a:r>
              <a:rPr lang="en-GB" sz="1900" dirty="0" err="1">
                <a:highlight>
                  <a:srgbClr val="00FF00"/>
                </a:highlight>
                <a:latin typeface="Lucida Console" panose="020B0609040504020204" pitchFamily="49" charset="0"/>
              </a:rPr>
              <a:t>f.spade</a:t>
            </a:r>
            <a:r>
              <a:rPr lang="en-GB" sz="1900" dirty="0">
                <a:latin typeface="Lucida Console" panose="020B0609040504020204" pitchFamily="49" charset="0"/>
              </a:rPr>
              <a:t>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frml.ia</a:t>
            </a:r>
            <a:r>
              <a:rPr lang="en-GB" sz="1900" dirty="0">
                <a:latin typeface="Lucida Console" panose="020B0609040504020204" pitchFamily="49" charset="0"/>
              </a:rPr>
              <a:t>   = ca ~ </a:t>
            </a:r>
            <a:r>
              <a:rPr lang="en-GB" sz="1900" dirty="0" err="1">
                <a:latin typeface="Lucida Console" panose="020B0609040504020204" pitchFamily="49" charset="0"/>
              </a:rPr>
              <a:t>fp</a:t>
            </a:r>
            <a:r>
              <a:rPr lang="en-GB" sz="1900" dirty="0">
                <a:latin typeface="Lucida Console" panose="020B0609040504020204" pitchFamily="49" charset="0"/>
              </a:rPr>
              <a:t>(age),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frml.if</a:t>
            </a:r>
            <a:r>
              <a:rPr lang="en-GB" sz="1900" dirty="0">
                <a:latin typeface="Lucida Console" panose="020B0609040504020204" pitchFamily="49" charset="0"/>
              </a:rPr>
              <a:t>   = "</a:t>
            </a:r>
            <a:r>
              <a:rPr lang="en-GB" sz="1900" dirty="0" err="1">
                <a:latin typeface="Lucida Console" panose="020B0609040504020204" pitchFamily="49" charset="0"/>
              </a:rPr>
              <a:t>no.if</a:t>
            </a:r>
            <a:r>
              <a:rPr lang="en-GB" sz="1900" dirty="0">
                <a:latin typeface="Lucida Console" panose="020B0609040504020204" pitchFamily="49" charset="0"/>
              </a:rPr>
              <a:t>",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data      = </a:t>
            </a:r>
            <a:r>
              <a:rPr lang="en-GB" sz="1900" dirty="0" err="1">
                <a:latin typeface="Lucida Console" panose="020B0609040504020204" pitchFamily="49" charset="0"/>
              </a:rPr>
              <a:t>DNFCSmanual</a:t>
            </a:r>
            <a:r>
              <a:rPr lang="en-GB" sz="1900" dirty="0">
                <a:latin typeface="Lucida Console" panose="020B0609040504020204" pitchFamily="49" charset="0"/>
              </a:rPr>
              <a:t>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min.age</a:t>
            </a:r>
            <a:r>
              <a:rPr lang="en-GB" sz="1900" dirty="0">
                <a:latin typeface="Lucida Console" panose="020B0609040504020204" pitchFamily="49" charset="0"/>
              </a:rPr>
              <a:t>   = 1,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max.age</a:t>
            </a:r>
            <a:r>
              <a:rPr lang="en-GB" sz="1900" dirty="0">
                <a:latin typeface="Lucida Console" panose="020B0609040504020204" pitchFamily="49" charset="0"/>
              </a:rPr>
              <a:t>   = 79,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sex.label</a:t>
            </a:r>
            <a:r>
              <a:rPr lang="en-GB" sz="1900" dirty="0">
                <a:latin typeface="Lucida Console" panose="020B0609040504020204" pitchFamily="49" charset="0"/>
              </a:rPr>
              <a:t> = "female",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age.classes</a:t>
            </a:r>
            <a:r>
              <a:rPr lang="en-GB" sz="1900" dirty="0">
                <a:latin typeface="Lucida Console" panose="020B0609040504020204" pitchFamily="49" charset="0"/>
              </a:rPr>
              <a:t>  = c(0,12,18,30),      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weights.name </a:t>
            </a:r>
            <a:r>
              <a:rPr lang="en-GB" sz="1400" dirty="0">
                <a:latin typeface="Lucida Console" panose="020B0609040504020204" pitchFamily="49" charset="0"/>
              </a:rPr>
              <a:t>= "</a:t>
            </a:r>
            <a:r>
              <a:rPr lang="en-US" sz="1400" dirty="0" err="1">
                <a:latin typeface="Lucida Console" panose="020B0609040504020204" pitchFamily="49" charset="0"/>
              </a:rPr>
              <a:t>w_demog_season_wk_wknd</a:t>
            </a:r>
            <a:r>
              <a:rPr lang="en-GB" sz="1400" dirty="0">
                <a:latin typeface="Lucida Console" panose="020B0609040504020204" pitchFamily="49" charset="0"/>
              </a:rPr>
              <a:t>",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seed         = 09072025,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latin typeface="Lucida Console" panose="020B0609040504020204" pitchFamily="49" charset="0"/>
              </a:rPr>
              <a:t>spade.output.path</a:t>
            </a:r>
            <a:r>
              <a:rPr lang="en-GB" sz="1900" dirty="0">
                <a:latin typeface="Lucida Console" panose="020B0609040504020204" pitchFamily="49" charset="0"/>
              </a:rPr>
              <a:t> = </a:t>
            </a:r>
            <a:r>
              <a:rPr lang="en-GB" sz="1400" dirty="0">
                <a:latin typeface="Lucida Console" panose="020B0609040504020204" pitchFamily="49" charset="0"/>
              </a:rPr>
              <a:t>"0_SPADE_OUTPUT"</a:t>
            </a:r>
            <a:r>
              <a:rPr lang="en-GB" sz="1900" dirty="0">
                <a:latin typeface="Lucida Console" panose="020B0609040504020204" pitchFamily="49" charset="0"/>
              </a:rPr>
              <a:t>)</a:t>
            </a:r>
            <a:br>
              <a:rPr lang="en-GB" sz="1900" dirty="0"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  <a:t>stratum.name = "age",</a:t>
            </a:r>
            <a:b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boot.alpha</a:t>
            </a:r>
            <a: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  <a:t> = 0.05, </a:t>
            </a:r>
            <a:r>
              <a:rPr lang="en-GB" sz="1400" dirty="0">
                <a:highlight>
                  <a:srgbClr val="FFFF00"/>
                </a:highlight>
                <a:latin typeface="Lucida Console" panose="020B0609040504020204" pitchFamily="49" charset="0"/>
              </a:rPr>
              <a:t>(significance level)</a:t>
            </a:r>
            <a:b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n.boot</a:t>
            </a:r>
            <a: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  <a:t> = 200,      </a:t>
            </a:r>
            <a:r>
              <a:rPr lang="en-GB" sz="1400" dirty="0">
                <a:highlight>
                  <a:srgbClr val="FFFF00"/>
                </a:highlight>
                <a:latin typeface="Lucida Console" panose="020B0609040504020204" pitchFamily="49" charset="0"/>
              </a:rPr>
              <a:t>(B, nr </a:t>
            </a:r>
            <a:r>
              <a:rPr lang="en-GB" sz="1400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b.replicates</a:t>
            </a:r>
            <a:r>
              <a:rPr lang="en-GB" sz="1400" dirty="0">
                <a:highlight>
                  <a:srgbClr val="FFFF00"/>
                </a:highlight>
                <a:latin typeface="Lucida Console" panose="020B0609040504020204" pitchFamily="49" charset="0"/>
              </a:rPr>
              <a:t>)</a:t>
            </a:r>
            <a:b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r>
              <a:rPr lang="en-GB" sz="1900" dirty="0">
                <a:latin typeface="Lucida Console" panose="020B0609040504020204" pitchFamily="49" charset="0"/>
              </a:rPr>
              <a:t>  </a:t>
            </a:r>
            <a:r>
              <a:rPr lang="en-GB" sz="1900" dirty="0" err="1">
                <a:highlight>
                  <a:srgbClr val="FFFF00"/>
                </a:highlight>
                <a:latin typeface="Lucida Console" panose="020B0609040504020204" pitchFamily="49" charset="0"/>
              </a:rPr>
              <a:t>n.sgbs.fac</a:t>
            </a:r>
            <a:r>
              <a:rPr lang="en-GB" sz="1900" dirty="0">
                <a:highlight>
                  <a:srgbClr val="FFFF00"/>
                </a:highlight>
                <a:latin typeface="Lucida Console" panose="020B0609040504020204" pitchFamily="49" charset="0"/>
              </a:rPr>
              <a:t> = 3</a:t>
            </a:r>
            <a:r>
              <a:rPr lang="en-GB" sz="1900" dirty="0">
                <a:latin typeface="Lucida Console" panose="020B0609040504020204" pitchFamily="49" charset="0"/>
              </a:rPr>
              <a:t>)</a:t>
            </a:r>
            <a:endParaRPr lang="nl-NL" sz="1900" dirty="0">
              <a:latin typeface="Lucida Console" panose="020B0609040504020204" pitchFamily="49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CE7FA81-603E-43D9-9330-C219FB32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874649"/>
            <a:ext cx="10923588" cy="688595"/>
          </a:xfrm>
        </p:spPr>
        <p:txBody>
          <a:bodyPr/>
          <a:lstStyle/>
          <a:p>
            <a:r>
              <a:rPr lang="en-US"/>
              <a:t>Bootstrap for f.spade - script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D2ED7BF-38A9-4B7A-9E9F-F702E7E0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7A1D2F-391A-4A9F-A2B8-A4966483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15E85D8-9BF8-4E50-854D-13054F25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10</a:t>
            </a:fld>
            <a:endParaRPr lang="nl-NL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9E7CCE4-868C-C109-D143-C1A61EB0FD83}"/>
              </a:ext>
            </a:extLst>
          </p:cNvPr>
          <p:cNvSpPr/>
          <p:nvPr/>
        </p:nvSpPr>
        <p:spPr>
          <a:xfrm rot="10800000">
            <a:off x="6469350" y="5092261"/>
            <a:ext cx="183697" cy="106719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EA4D8-A129-3EAD-27E2-78C8E986C407}"/>
              </a:ext>
            </a:extLst>
          </p:cNvPr>
          <p:cNvSpPr txBox="1"/>
          <p:nvPr/>
        </p:nvSpPr>
        <p:spPr>
          <a:xfrm>
            <a:off x="5446929" y="543273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 err="1"/>
              <a:t>optional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364558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16440-A48C-34CC-E29F-B5C7C319F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Works </a:t>
            </a:r>
            <a:r>
              <a:rPr lang="nl-NL" sz="2000" dirty="0" err="1"/>
              <a:t>analogously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f.spade.bootstrap</a:t>
            </a:r>
            <a:endParaRPr lang="nl-NL" sz="2000" dirty="0"/>
          </a:p>
          <a:p>
            <a:pPr>
              <a:lnSpc>
                <a:spcPct val="100000"/>
              </a:lnSpc>
            </a:pPr>
            <a:r>
              <a:rPr lang="nl-NL" sz="2000" dirty="0"/>
              <a:t>Output </a:t>
            </a:r>
            <a:r>
              <a:rPr lang="nl-NL" sz="2000" dirty="0" err="1"/>
              <a:t>filenames</a:t>
            </a:r>
            <a:r>
              <a:rPr lang="nl-NL" sz="2000" dirty="0"/>
              <a:t> </a:t>
            </a:r>
            <a:r>
              <a:rPr lang="nl-NL" sz="2000" dirty="0" err="1"/>
              <a:t>slightly</a:t>
            </a:r>
            <a:r>
              <a:rPr lang="nl-NL" sz="2000" dirty="0"/>
              <a:t> different</a:t>
            </a:r>
          </a:p>
          <a:p>
            <a:pPr>
              <a:lnSpc>
                <a:spcPct val="100000"/>
              </a:lnSpc>
            </a:pPr>
            <a:r>
              <a:rPr lang="nl-NL" sz="2000" dirty="0"/>
              <a:t>For extra </a:t>
            </a:r>
            <a:r>
              <a:rPr lang="nl-NL" sz="2000" dirty="0" err="1"/>
              <a:t>grouping</a:t>
            </a:r>
            <a:r>
              <a:rPr lang="nl-NL" sz="2000" dirty="0"/>
              <a:t> </a:t>
            </a:r>
            <a:r>
              <a:rPr lang="nl-NL" sz="2000" dirty="0" err="1"/>
              <a:t>variable</a:t>
            </a:r>
            <a:r>
              <a:rPr lang="nl-NL" sz="2000" dirty="0"/>
              <a:t>: </a:t>
            </a:r>
            <a:r>
              <a:rPr lang="nl-NL" sz="2000" dirty="0" err="1"/>
              <a:t>length</a:t>
            </a:r>
            <a:r>
              <a:rPr lang="nl-NL" sz="2000" dirty="0"/>
              <a:t> of column name </a:t>
            </a:r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br>
              <a:rPr lang="nl-NL" sz="2000" i="1" dirty="0"/>
            </a:br>
            <a:r>
              <a:rPr lang="nl-NL" sz="2000" i="1" dirty="0"/>
              <a:t>at most </a:t>
            </a:r>
            <a:r>
              <a:rPr lang="nl-NL" sz="2000" b="1" i="1" dirty="0"/>
              <a:t>4</a:t>
            </a:r>
            <a:r>
              <a:rPr lang="nl-NL" sz="2000" i="1" dirty="0"/>
              <a:t> </a:t>
            </a:r>
            <a:r>
              <a:rPr lang="nl-NL" sz="2000" i="1" dirty="0" err="1"/>
              <a:t>characters</a:t>
            </a:r>
            <a:r>
              <a:rPr lang="nl-NL" sz="2000" i="1" dirty="0"/>
              <a:t>!	</a:t>
            </a:r>
          </a:p>
          <a:p>
            <a:pPr>
              <a:lnSpc>
                <a:spcPct val="100000"/>
              </a:lnSpc>
            </a:pPr>
            <a:r>
              <a:rPr lang="nl-NL" sz="2000" dirty="0"/>
              <a:t>Limit is </a:t>
            </a:r>
            <a:r>
              <a:rPr lang="nl-NL" sz="2000" dirty="0" err="1"/>
              <a:t>caused</a:t>
            </a:r>
            <a:r>
              <a:rPr lang="nl-NL" sz="2000" dirty="0"/>
              <a:t> </a:t>
            </a:r>
            <a:r>
              <a:rPr lang="nl-NL" sz="2000" dirty="0" err="1"/>
              <a:t>by</a:t>
            </a:r>
            <a:r>
              <a:rPr lang="nl-NL" sz="2000" dirty="0"/>
              <a:t> maximum</a:t>
            </a:r>
            <a:br>
              <a:rPr lang="nl-NL" sz="2000" dirty="0"/>
            </a:br>
            <a:r>
              <a:rPr lang="nl-NL" sz="2000" dirty="0" err="1"/>
              <a:t>length</a:t>
            </a:r>
            <a:r>
              <a:rPr lang="nl-NL" sz="2000" dirty="0"/>
              <a:t> of sheet </a:t>
            </a:r>
            <a:r>
              <a:rPr lang="nl-NL" sz="2000" dirty="0" err="1"/>
              <a:t>names</a:t>
            </a:r>
            <a:r>
              <a:rPr lang="nl-NL" sz="2000" dirty="0"/>
              <a:t> in Excel</a:t>
            </a:r>
            <a:br>
              <a:rPr lang="nl-NL" sz="2000" dirty="0"/>
            </a:br>
            <a:r>
              <a:rPr lang="nl-NL" sz="2000" dirty="0"/>
              <a:t>(32 </a:t>
            </a:r>
            <a:r>
              <a:rPr lang="nl-NL" sz="2000" dirty="0" err="1"/>
              <a:t>characters</a:t>
            </a:r>
            <a:r>
              <a:rPr lang="nl-NL" sz="2000" dirty="0"/>
              <a:t>). </a:t>
            </a:r>
            <a:br>
              <a:rPr lang="nl-NL" sz="2000" dirty="0"/>
            </a:br>
            <a:endParaRPr lang="nl-NL" sz="2000" i="1" dirty="0"/>
          </a:p>
          <a:p>
            <a:pPr>
              <a:lnSpc>
                <a:spcPct val="100000"/>
              </a:lnSpc>
            </a:pPr>
            <a:r>
              <a:rPr lang="nl-NL" sz="2000" dirty="0" err="1"/>
              <a:t>Don't</a:t>
            </a:r>
            <a:r>
              <a:rPr lang="nl-NL" sz="2000" dirty="0"/>
              <a:t> </a:t>
            </a:r>
            <a:r>
              <a:rPr lang="nl-NL" sz="2000" dirty="0" err="1"/>
              <a:t>use</a:t>
            </a:r>
            <a:r>
              <a:rPr lang="nl-NL" sz="2000" dirty="0"/>
              <a:t> </a:t>
            </a:r>
            <a:r>
              <a:rPr lang="nl-NL" sz="2000" dirty="0" err="1"/>
              <a:t>dots</a:t>
            </a:r>
            <a:r>
              <a:rPr lang="nl-NL" sz="2000" dirty="0"/>
              <a:t> "." in </a:t>
            </a:r>
            <a:br>
              <a:rPr lang="nl-NL" sz="2000" dirty="0"/>
            </a:br>
            <a:r>
              <a:rPr lang="nl-NL" sz="2000" dirty="0"/>
              <a:t>data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variable</a:t>
            </a:r>
            <a:r>
              <a:rPr lang="nl-NL" sz="2000" dirty="0"/>
              <a:t> </a:t>
            </a:r>
            <a:r>
              <a:rPr lang="nl-NL" sz="2000" dirty="0" err="1"/>
              <a:t>names</a:t>
            </a:r>
            <a:r>
              <a:rPr lang="nl-NL" sz="2000" dirty="0"/>
              <a:t> but </a:t>
            </a:r>
            <a:r>
              <a:rPr lang="nl-NL" sz="2000" dirty="0" err="1"/>
              <a:t>underscores</a:t>
            </a:r>
            <a:r>
              <a:rPr lang="nl-NL" sz="2000" dirty="0"/>
              <a:t> "_" </a:t>
            </a:r>
            <a:br>
              <a:rPr lang="nl-NL" sz="2000" dirty="0"/>
            </a:br>
            <a:r>
              <a:rPr lang="nl-NL" sz="2000" dirty="0"/>
              <a:t>or </a:t>
            </a:r>
            <a:r>
              <a:rPr lang="nl-NL" sz="2000" dirty="0" err="1"/>
              <a:t>use</a:t>
            </a:r>
            <a:r>
              <a:rPr lang="nl-NL" sz="2000" dirty="0"/>
              <a:t> </a:t>
            </a:r>
            <a:r>
              <a:rPr lang="nl-NL" sz="2000" b="1" dirty="0" err="1"/>
              <a:t>C</a:t>
            </a:r>
            <a:r>
              <a:rPr lang="nl-NL" sz="2000" dirty="0" err="1"/>
              <a:t>amel</a:t>
            </a:r>
            <a:r>
              <a:rPr lang="nl-NL" sz="2000" b="1" dirty="0" err="1"/>
              <a:t>S</a:t>
            </a:r>
            <a:r>
              <a:rPr lang="nl-NL" sz="2000" dirty="0" err="1"/>
              <a:t>tyle</a:t>
            </a:r>
            <a:endParaRPr lang="nl-NL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FE0CCD-56E0-34E0-E40B-7A4FA610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Using </a:t>
            </a:r>
            <a:r>
              <a:rPr lang="nl-NL" dirty="0" err="1"/>
              <a:t>f.spade.subgroups.bootstrap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55CE5-DF33-24E9-E3BC-38AA3D5B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022B0-14C0-4B9D-3194-D6BCFBD5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Bootstrap to assess uncertainty in estimates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D6589-E6A7-EFD4-D6EF-047A1DE6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094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0F2B83-A1F0-4393-ACEE-2A2C36B9E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58419"/>
            <a:ext cx="10923588" cy="39319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run a new </a:t>
            </a:r>
            <a:r>
              <a:rPr lang="en-US" dirty="0" err="1">
                <a:solidFill>
                  <a:srgbClr val="CC3300"/>
                </a:solidFill>
              </a:rPr>
              <a:t>f.spade.bootstrap</a:t>
            </a:r>
            <a:endParaRPr lang="en-US" dirty="0">
              <a:solidFill>
                <a:srgbClr val="CC3300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3"/>
                </a:solidFill>
              </a:rPr>
              <a:t>the ideal situation</a:t>
            </a:r>
            <a:r>
              <a:rPr lang="en-US" dirty="0">
                <a:solidFill>
                  <a:schemeClr val="accent3"/>
                </a:solidFill>
              </a:rPr>
              <a:t>:</a:t>
            </a:r>
          </a:p>
          <a:p>
            <a:r>
              <a:rPr lang="en-US" dirty="0"/>
              <a:t>first run </a:t>
            </a:r>
            <a:r>
              <a:rPr lang="en-US" dirty="0" err="1">
                <a:solidFill>
                  <a:srgbClr val="CC3300"/>
                </a:solidFill>
              </a:rPr>
              <a:t>f.spade</a:t>
            </a:r>
            <a:r>
              <a:rPr lang="en-US" dirty="0"/>
              <a:t> for your model and do the diagnostic checks</a:t>
            </a:r>
          </a:p>
          <a:p>
            <a:pPr lvl="1"/>
            <a:r>
              <a:rPr lang="en-US" dirty="0"/>
              <a:t>check the plots: QQ-plot residuals</a:t>
            </a:r>
          </a:p>
          <a:p>
            <a:pPr lvl="1"/>
            <a:r>
              <a:rPr lang="en-US" dirty="0"/>
              <a:t>check the ratio of the</a:t>
            </a:r>
            <a:br>
              <a:rPr lang="en-US" dirty="0"/>
            </a:br>
            <a:r>
              <a:rPr lang="en-US" dirty="0"/>
              <a:t>within-/between pers. variance</a:t>
            </a:r>
          </a:p>
          <a:p>
            <a:pPr lvl="1"/>
            <a:r>
              <a:rPr lang="en-US" dirty="0"/>
              <a:t>check the relative difference between the (weighted) observations and the overall mean of the habitual intakes</a:t>
            </a:r>
          </a:p>
          <a:p>
            <a:r>
              <a:rPr lang="en-US" dirty="0"/>
              <a:t>if everything is all right:</a:t>
            </a:r>
          </a:p>
          <a:p>
            <a:r>
              <a:rPr lang="en-US" dirty="0"/>
              <a:t>check if your </a:t>
            </a:r>
            <a:r>
              <a:rPr lang="en-US" dirty="0" err="1">
                <a:solidFill>
                  <a:srgbClr val="CC3300"/>
                </a:solidFill>
              </a:rPr>
              <a:t>f.spade.bootstrap</a:t>
            </a:r>
            <a:r>
              <a:rPr lang="en-US" dirty="0">
                <a:solidFill>
                  <a:srgbClr val="CC3300"/>
                </a:solidFill>
              </a:rPr>
              <a:t> </a:t>
            </a:r>
            <a:r>
              <a:rPr lang="en-US" dirty="0"/>
              <a:t>script is working correctly</a:t>
            </a:r>
            <a:endParaRPr lang="en-US" dirty="0">
              <a:solidFill>
                <a:srgbClr val="CC33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dirty="0"/>
              <a:t>run the script with </a:t>
            </a:r>
            <a:r>
              <a:rPr lang="en-US" dirty="0" err="1">
                <a:solidFill>
                  <a:srgbClr val="CC3300"/>
                </a:solidFill>
              </a:rPr>
              <a:t>n.boot</a:t>
            </a:r>
            <a:r>
              <a:rPr lang="en-US" dirty="0">
                <a:solidFill>
                  <a:srgbClr val="CC3300"/>
                </a:solidFill>
              </a:rPr>
              <a:t> = 3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if this script runs, set</a:t>
            </a:r>
          </a:p>
          <a:p>
            <a:pPr lvl="1">
              <a:spcBef>
                <a:spcPts val="600"/>
              </a:spcBef>
            </a:pPr>
            <a:r>
              <a:rPr lang="en-US" dirty="0" err="1">
                <a:solidFill>
                  <a:srgbClr val="CC3300"/>
                </a:solidFill>
              </a:rPr>
              <a:t>n.boot</a:t>
            </a:r>
            <a:r>
              <a:rPr lang="en-US" dirty="0">
                <a:solidFill>
                  <a:srgbClr val="CC3300"/>
                </a:solidFill>
              </a:rPr>
              <a:t> = 200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and run the script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F8F0CD-165C-4F5F-8785-AD1F1FA2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543539"/>
            <a:ext cx="10923588" cy="948047"/>
          </a:xfrm>
        </p:spPr>
        <p:txBody>
          <a:bodyPr>
            <a:normAutofit fontScale="90000"/>
          </a:bodyPr>
          <a:lstStyle/>
          <a:p>
            <a:r>
              <a:rPr lang="en-US"/>
              <a:t>Strategy for running a new </a:t>
            </a:r>
            <a:r>
              <a:rPr lang="en-US">
                <a:solidFill>
                  <a:srgbClr val="CC3300"/>
                </a:solidFill>
              </a:rPr>
              <a:t>f.spade.bootstrap </a:t>
            </a:r>
            <a:r>
              <a:rPr lang="en-US"/>
              <a:t>script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EB075-A3EC-4ECA-A050-557E10F2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5B07-F277-415F-BAD6-4650FC60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9D602-E180-4E04-9FAC-433FC9BC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12</a:t>
            </a:fld>
            <a:endParaRPr lang="nl-NL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45B6FB-7CA0-7185-38CE-02F73DBB8D31}"/>
              </a:ext>
            </a:extLst>
          </p:cNvPr>
          <p:cNvGrpSpPr/>
          <p:nvPr/>
        </p:nvGrpSpPr>
        <p:grpSpPr>
          <a:xfrm rot="271977">
            <a:off x="6120913" y="4990205"/>
            <a:ext cx="5227529" cy="1553360"/>
            <a:chOff x="6118963" y="4986596"/>
            <a:chExt cx="5227529" cy="166454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D0FB25A-0AA2-971C-E04E-CC362344FE3A}"/>
                </a:ext>
              </a:extLst>
            </p:cNvPr>
            <p:cNvSpPr/>
            <p:nvPr/>
          </p:nvSpPr>
          <p:spPr>
            <a:xfrm>
              <a:off x="6118963" y="5039468"/>
              <a:ext cx="5227529" cy="16116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571367-298B-21FB-C9CB-3626CEE71CEB}"/>
                </a:ext>
              </a:extLst>
            </p:cNvPr>
            <p:cNvSpPr txBox="1"/>
            <p:nvPr/>
          </p:nvSpPr>
          <p:spPr>
            <a:xfrm>
              <a:off x="6304766" y="4986596"/>
              <a:ext cx="4855923" cy="1583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b="1" dirty="0" err="1"/>
                <a:t>Potential</a:t>
              </a:r>
              <a:r>
                <a:rPr lang="nl-NL" b="1" dirty="0"/>
                <a:t> </a:t>
              </a:r>
              <a:r>
                <a:rPr lang="nl-NL" b="1" dirty="0" err="1"/>
                <a:t>problems</a:t>
              </a:r>
              <a:endParaRPr lang="nl-NL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nl-NL" dirty="0">
                  <a:solidFill>
                    <a:srgbClr val="FF0000"/>
                  </a:solidFill>
                </a:rPr>
                <a:t>tab-</a:t>
              </a:r>
              <a:r>
                <a:rPr lang="nl-NL" dirty="0" err="1">
                  <a:solidFill>
                    <a:srgbClr val="FF0000"/>
                  </a:solidFill>
                </a:rPr>
                <a:t>names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  <a:r>
                <a:rPr lang="nl-NL" dirty="0" err="1">
                  <a:solidFill>
                    <a:srgbClr val="FF0000"/>
                  </a:solidFill>
                </a:rPr>
                <a:t>too</a:t>
              </a:r>
              <a:r>
                <a:rPr lang="nl-NL" dirty="0">
                  <a:solidFill>
                    <a:srgbClr val="FF0000"/>
                  </a:solidFill>
                </a:rPr>
                <a:t> long </a:t>
              </a:r>
              <a:r>
                <a:rPr lang="nl-NL" dirty="0" err="1">
                  <a:solidFill>
                    <a:srgbClr val="FF0000"/>
                  </a:solidFill>
                </a:rPr>
                <a:t>for</a:t>
              </a:r>
              <a:r>
                <a:rPr lang="nl-NL" dirty="0">
                  <a:solidFill>
                    <a:srgbClr val="FF0000"/>
                  </a:solidFill>
                </a:rPr>
                <a:t> Excel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nl-NL" dirty="0" err="1">
                  <a:solidFill>
                    <a:srgbClr val="FF0000"/>
                  </a:solidFill>
                </a:rPr>
                <a:t>not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  <a:r>
                <a:rPr lang="nl-NL" dirty="0" err="1">
                  <a:solidFill>
                    <a:srgbClr val="FF0000"/>
                  </a:solidFill>
                </a:rPr>
                <a:t>enough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  <a:r>
                <a:rPr lang="nl-NL" dirty="0" err="1">
                  <a:solidFill>
                    <a:srgbClr val="FF0000"/>
                  </a:solidFill>
                </a:rPr>
                <a:t>convergences</a:t>
              </a:r>
              <a:r>
                <a:rPr lang="nl-NL" dirty="0">
                  <a:solidFill>
                    <a:srgbClr val="FF0000"/>
                  </a:solidFill>
                </a:rPr>
                <a:t>, </a:t>
              </a:r>
              <a:r>
                <a:rPr lang="nl-NL" dirty="0" err="1">
                  <a:solidFill>
                    <a:srgbClr val="FF0000"/>
                  </a:solidFill>
                </a:rPr>
                <a:t>caused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  <a:r>
                <a:rPr lang="nl-NL" dirty="0" err="1">
                  <a:solidFill>
                    <a:srgbClr val="FF0000"/>
                  </a:solidFill>
                </a:rPr>
                <a:t>by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nl-NL" dirty="0" err="1">
                  <a:solidFill>
                    <a:srgbClr val="FF0000"/>
                  </a:solidFill>
                </a:rPr>
                <a:t>too</a:t>
              </a:r>
              <a:r>
                <a:rPr lang="nl-NL" dirty="0">
                  <a:solidFill>
                    <a:srgbClr val="FF0000"/>
                  </a:solidFill>
                </a:rPr>
                <a:t> small </a:t>
              </a:r>
              <a:r>
                <a:rPr lang="nl-NL" dirty="0" err="1">
                  <a:solidFill>
                    <a:srgbClr val="FF0000"/>
                  </a:solidFill>
                </a:rPr>
                <a:t>groups</a:t>
              </a:r>
              <a:r>
                <a:rPr lang="nl-NL" dirty="0">
                  <a:solidFill>
                    <a:srgbClr val="FF0000"/>
                  </a:solidFill>
                </a:rPr>
                <a:t> or '</a:t>
              </a:r>
              <a:r>
                <a:rPr lang="nl-NL" dirty="0" err="1">
                  <a:solidFill>
                    <a:srgbClr val="FF0000"/>
                  </a:solidFill>
                </a:rPr>
                <a:t>influencers</a:t>
              </a:r>
              <a:r>
                <a:rPr lang="nl-NL" dirty="0">
                  <a:solidFill>
                    <a:srgbClr val="FF0000"/>
                  </a:solidFill>
                </a:rPr>
                <a:t>’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nl-NL" dirty="0" err="1">
                  <a:solidFill>
                    <a:srgbClr val="FF0000"/>
                  </a:solidFill>
                </a:rPr>
                <a:t>too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  <a:r>
                <a:rPr lang="nl-NL" dirty="0" err="1">
                  <a:solidFill>
                    <a:srgbClr val="FF0000"/>
                  </a:solidFill>
                </a:rPr>
                <a:t>many</a:t>
              </a:r>
              <a:r>
                <a:rPr lang="nl-NL" dirty="0">
                  <a:solidFill>
                    <a:srgbClr val="FF0000"/>
                  </a:solidFill>
                </a:rPr>
                <a:t> </a:t>
              </a:r>
              <a:r>
                <a:rPr lang="nl-NL" dirty="0" err="1">
                  <a:solidFill>
                    <a:srgbClr val="FF0000"/>
                  </a:solidFill>
                </a:rPr>
                <a:t>covariables</a:t>
              </a:r>
              <a:r>
                <a:rPr lang="nl-NL" dirty="0">
                  <a:solidFill>
                    <a:srgbClr val="FF0000"/>
                  </a:solidFill>
                </a:rPr>
                <a:t> in f.spade3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2FAC52-51CA-9388-AB58-939A219E4AF3}"/>
              </a:ext>
            </a:extLst>
          </p:cNvPr>
          <p:cNvCxnSpPr>
            <a:cxnSpLocks/>
          </p:cNvCxnSpPr>
          <p:nvPr/>
        </p:nvCxnSpPr>
        <p:spPr>
          <a:xfrm flipV="1">
            <a:off x="10171134" y="3570879"/>
            <a:ext cx="162839" cy="156333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191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E81D79-8A39-4FFE-9E19-6AE3FF699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289485"/>
            <a:ext cx="5298661" cy="3931928"/>
          </a:xfrm>
        </p:spPr>
        <p:txBody>
          <a:bodyPr numCol="1"/>
          <a:lstStyle/>
          <a:p>
            <a:r>
              <a:rPr lang="en-US" dirty="0"/>
              <a:t>output for the original model, since this is run again</a:t>
            </a:r>
          </a:p>
          <a:p>
            <a:r>
              <a:rPr lang="en-US" dirty="0"/>
              <a:t>Logs of finished bootstraps</a:t>
            </a:r>
          </a:p>
          <a:p>
            <a:r>
              <a:rPr lang="en-US" dirty="0"/>
              <a:t>the final tables for</a:t>
            </a:r>
          </a:p>
          <a:p>
            <a:pPr lvl="1"/>
            <a:r>
              <a:rPr lang="en-US" dirty="0"/>
              <a:t>HI = habitual intakes orig.mod</a:t>
            </a:r>
            <a:endParaRPr lang="nl-NL" dirty="0"/>
          </a:p>
          <a:p>
            <a:pPr lvl="1"/>
            <a:r>
              <a:rPr lang="nl-NL" dirty="0"/>
              <a:t>LB = </a:t>
            </a:r>
            <a:r>
              <a:rPr lang="nl-NL" dirty="0" err="1"/>
              <a:t>lower</a:t>
            </a:r>
            <a:r>
              <a:rPr lang="nl-NL" dirty="0"/>
              <a:t> </a:t>
            </a:r>
            <a:r>
              <a:rPr lang="nl-NL" dirty="0" err="1"/>
              <a:t>bound</a:t>
            </a:r>
            <a:r>
              <a:rPr lang="nl-NL" dirty="0"/>
              <a:t> CI</a:t>
            </a:r>
          </a:p>
          <a:p>
            <a:pPr lvl="1"/>
            <a:r>
              <a:rPr lang="nl-NL" dirty="0"/>
              <a:t>UB = </a:t>
            </a:r>
            <a:r>
              <a:rPr lang="nl-NL" dirty="0" err="1"/>
              <a:t>upper</a:t>
            </a:r>
            <a:r>
              <a:rPr lang="nl-NL" dirty="0"/>
              <a:t> </a:t>
            </a:r>
            <a:r>
              <a:rPr lang="nl-NL" dirty="0" err="1"/>
              <a:t>bound</a:t>
            </a:r>
            <a:r>
              <a:rPr lang="nl-NL" dirty="0"/>
              <a:t> CI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963781-B645-4214-9166-E728CD8C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57" y="638890"/>
            <a:ext cx="10923588" cy="948047"/>
          </a:xfrm>
        </p:spPr>
        <p:txBody>
          <a:bodyPr/>
          <a:lstStyle/>
          <a:p>
            <a:r>
              <a:rPr lang="en-US"/>
              <a:t>Output in the Console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50544-F36B-4F24-933D-5817CCBE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028D6-1E4E-4681-9A31-01C0A701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DACE3-C90C-450B-9E12-89194D4A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214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4B3B776-DB11-4AD8-B6FF-7E0FFAD4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Ouput console for </a:t>
            </a:r>
            <a:r>
              <a:rPr lang="en-US">
                <a:solidFill>
                  <a:srgbClr val="CC3300"/>
                </a:solidFill>
              </a:rPr>
              <a:t>f.spade.bootstrap</a:t>
            </a:r>
            <a:endParaRPr lang="nl-NL">
              <a:solidFill>
                <a:srgbClr val="CC3300"/>
              </a:solidFill>
            </a:endParaRP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F52F08E-AD0C-466C-A68F-8B8FF1FD7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D298596-2DF4-4FEC-8858-98739C27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1CEAAB-C170-4F91-91F9-DC8CE859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44B1783-B189-4FE6-8085-0A1CCD79F69A}"/>
              </a:ext>
            </a:extLst>
          </p:cNvPr>
          <p:cNvSpPr txBox="1"/>
          <p:nvPr/>
        </p:nvSpPr>
        <p:spPr>
          <a:xfrm>
            <a:off x="715618" y="2322635"/>
            <a:ext cx="109235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******************************</a:t>
            </a:r>
            <a:br>
              <a:rPr lang="en-GB"/>
            </a:br>
            <a:r>
              <a:rPr lang="en-GB"/>
              <a:t>  *** Start bootstrap cycles ***</a:t>
            </a:r>
            <a:br>
              <a:rPr lang="en-GB"/>
            </a:br>
            <a:r>
              <a:rPr lang="en-GB"/>
              <a:t>  ******************************</a:t>
            </a:r>
            <a:br>
              <a:rPr lang="en-GB"/>
            </a:br>
            <a:r>
              <a:rPr lang="en-GB"/>
              <a:t>  </a:t>
            </a:r>
            <a:br>
              <a:rPr lang="en-GB"/>
            </a:br>
            <a:r>
              <a:rPr lang="en-GB"/>
              <a:t>  Bootstrap step  1 with sample nr.  1</a:t>
            </a:r>
            <a:br>
              <a:rPr lang="en-GB"/>
            </a:br>
            <a:r>
              <a:rPr lang="en-GB"/>
              <a:t>  Bootstrap step  2 with sample nr.  2</a:t>
            </a:r>
            <a:br>
              <a:rPr lang="en-GB"/>
            </a:br>
            <a:r>
              <a:rPr lang="en-GB"/>
              <a:t>  Bootstrap step  3 with sample nr.  3</a:t>
            </a:r>
            <a:br>
              <a:rPr lang="en-GB"/>
            </a:br>
            <a:r>
              <a:rPr lang="en-GB"/>
              <a:t>  ...</a:t>
            </a:r>
            <a:br>
              <a:rPr lang="en-GB"/>
            </a:br>
            <a:r>
              <a:rPr lang="en-GB"/>
              <a:t>  Bootstrap step  198 with sample nr.  198</a:t>
            </a:r>
            <a:br>
              <a:rPr lang="en-GB"/>
            </a:br>
            <a:r>
              <a:rPr lang="en-GB"/>
              <a:t>  Bootstrap step  199 with sample nr.  199</a:t>
            </a:r>
            <a:br>
              <a:rPr lang="en-GB"/>
            </a:br>
            <a:r>
              <a:rPr lang="en-GB"/>
              <a:t>  Bootstrap step  200 with sample nr.  200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881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50C1F8-FC6B-449D-ADB6-94F35338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2" y="1215366"/>
            <a:ext cx="11232322" cy="5225191"/>
          </a:xfrm>
        </p:spPr>
        <p:txBody>
          <a:bodyPr numCol="1"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******************************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*** Total habitual intake ***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******************************</a:t>
            </a:r>
            <a:b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$</a:t>
            </a:r>
            <a:r>
              <a:rPr lang="nl-NL" sz="1600" b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HI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    AM  P5 P10 P25 P50  P75  P90  P95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(0,30] 787 414 478 600 759  944 1129 1253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(0,12] 710 373 432 542 685  849 1023 1130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(12,18] 783 424 487 604 758  932 1110 1229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(18,30] 856 470 538 666 831 1018 1205 1328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$</a:t>
            </a:r>
            <a:r>
              <a:rPr lang="nl-NL" sz="1600" b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LB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    AM  P5 P10 P25 P50 P75  P90  P95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(0,30] 765 394 459 583 739 915 1091 1204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(0,12] 694 354 414 526 669 830  991 1094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(12,18] 755 398 462 581 731 899 1067 1176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(18,30] 826 445 514 641 801 980 1158 1272</a:t>
            </a:r>
            <a:b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</a:br>
            <a:endParaRPr lang="nl-NL" sz="160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$</a:t>
            </a:r>
            <a:r>
              <a:rPr lang="nl-NL" sz="1600" b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UB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    AM  P5 P10 P25 P50  P75  P90  P95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(0,30] 802 431 494 616 775  963 1160 1290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(0,12] 724 390 448 557 699  869 1047 1165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(12,18] 802 444 506 624 777  957 1144 1268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(18,30] 878 495 561 688 851 1043 1242 1373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B2AEA-D261-47B9-A065-A106C6B3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67319"/>
            <a:ext cx="10923588" cy="948047"/>
          </a:xfrm>
        </p:spPr>
        <p:txBody>
          <a:bodyPr/>
          <a:lstStyle/>
          <a:p>
            <a:r>
              <a:rPr lang="en-US"/>
              <a:t>Ouput console for </a:t>
            </a:r>
            <a:r>
              <a:rPr lang="en-US">
                <a:solidFill>
                  <a:srgbClr val="CC3300"/>
                </a:solidFill>
              </a:rPr>
              <a:t>f.spade.bootstrap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E3352-678C-473E-9F02-8EC9E60C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25C69-DA15-4842-A0EC-4283237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B117-7635-495D-9748-D81CDED4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1056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C1C28-83A8-48FE-9856-B0A80B97C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322635"/>
            <a:ext cx="10923588" cy="3898778"/>
          </a:xfrm>
        </p:spPr>
        <p:txBody>
          <a:bodyPr numCol="1">
            <a:normAutofit fontScale="92500" lnSpcReduction="10000"/>
          </a:bodyPr>
          <a:lstStyle/>
          <a:p>
            <a:r>
              <a:rPr lang="en-US" dirty="0"/>
              <a:t>All filenames get prefix </a:t>
            </a:r>
            <a:r>
              <a:rPr lang="en-US" i="1" dirty="0"/>
              <a:t>boot_</a:t>
            </a:r>
            <a:endParaRPr lang="en-US" dirty="0"/>
          </a:p>
          <a:p>
            <a:r>
              <a:rPr lang="en-US" dirty="0"/>
              <a:t>In folder </a:t>
            </a:r>
            <a:r>
              <a:rPr lang="en-US" dirty="0" err="1">
                <a:solidFill>
                  <a:srgbClr val="CC3300"/>
                </a:solidFill>
              </a:rPr>
              <a:t>spade.output.path</a:t>
            </a:r>
            <a:r>
              <a:rPr lang="en-US" dirty="0">
                <a:solidFill>
                  <a:srgbClr val="CC3300"/>
                </a:solidFill>
              </a:rPr>
              <a:t>:</a:t>
            </a:r>
          </a:p>
          <a:p>
            <a:endParaRPr lang="en-US" dirty="0"/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 dirty="0"/>
              <a:t>1_plots	</a:t>
            </a:r>
            <a:r>
              <a:rPr lang="en-US" dirty="0">
                <a:solidFill>
                  <a:srgbClr val="CC3300"/>
                </a:solidFill>
                <a:highlight>
                  <a:srgbClr val="FFFF00"/>
                </a:highlight>
              </a:rPr>
              <a:t>boot_spade_DNFCSmanual_ca_f_1_79.pdf</a:t>
            </a:r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 dirty="0"/>
              <a:t>2_logbooks	3 files: </a:t>
            </a:r>
            <a:r>
              <a:rPr lang="en-US" dirty="0">
                <a:solidFill>
                  <a:srgbClr val="CC3300"/>
                </a:solidFill>
              </a:rPr>
              <a:t>…_logbook.txt, …_details.txt, …_logbook.xlsx</a:t>
            </a:r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 dirty="0"/>
              <a:t>3_excel_tables	</a:t>
            </a:r>
            <a:r>
              <a:rPr lang="en-US" dirty="0">
                <a:solidFill>
                  <a:srgbClr val="CC3300"/>
                </a:solidFill>
              </a:rPr>
              <a:t>boot_spade_DNFCSmanual_ca_f_1_79.xlsx +</a:t>
            </a:r>
            <a:br>
              <a:rPr lang="en-US" dirty="0">
                <a:solidFill>
                  <a:srgbClr val="CC3300"/>
                </a:solidFill>
                <a:highlight>
                  <a:srgbClr val="FFFF00"/>
                </a:highlight>
              </a:rPr>
            </a:br>
            <a:r>
              <a:rPr lang="en-US" dirty="0">
                <a:solidFill>
                  <a:srgbClr val="CC3300"/>
                </a:solidFill>
              </a:rPr>
              <a:t>	boot_spade_DNFCSmanual_ca_f_1_79_AI2.csv</a:t>
            </a:r>
            <a:endParaRPr lang="en-US" dirty="0"/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 dirty="0"/>
              <a:t>4_r_binaries	3 files: </a:t>
            </a:r>
            <a:r>
              <a:rPr lang="en-US" dirty="0">
                <a:solidFill>
                  <a:srgbClr val="CC3300"/>
                </a:solidFill>
              </a:rPr>
              <a:t>…_</a:t>
            </a:r>
            <a:r>
              <a:rPr lang="en-US" dirty="0" err="1">
                <a:solidFill>
                  <a:srgbClr val="CC3300"/>
                </a:solidFill>
              </a:rPr>
              <a:t>array.bin</a:t>
            </a:r>
            <a:r>
              <a:rPr lang="en-US" dirty="0"/>
              <a:t>, </a:t>
            </a:r>
            <a:r>
              <a:rPr lang="en-US" dirty="0">
                <a:solidFill>
                  <a:srgbClr val="CC3300"/>
                </a:solidFill>
              </a:rPr>
              <a:t>…_</a:t>
            </a:r>
            <a:r>
              <a:rPr lang="en-US" dirty="0" err="1">
                <a:solidFill>
                  <a:srgbClr val="CC3300"/>
                </a:solidFill>
              </a:rPr>
              <a:t>model.bin</a:t>
            </a:r>
            <a:r>
              <a:rPr lang="en-US" dirty="0">
                <a:solidFill>
                  <a:srgbClr val="CC3300"/>
                </a:solidFill>
              </a:rPr>
              <a:t>, _</a:t>
            </a:r>
            <a:r>
              <a:rPr lang="en-US" dirty="0" err="1">
                <a:solidFill>
                  <a:srgbClr val="CC3300"/>
                </a:solidFill>
              </a:rPr>
              <a:t>table.bin</a:t>
            </a:r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F65E7-E823-4E42-9807-564DA4E4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</a:t>
            </a:r>
            <a:r>
              <a:rPr lang="en-US" dirty="0" err="1">
                <a:solidFill>
                  <a:srgbClr val="CC3300"/>
                </a:solidFill>
              </a:rPr>
              <a:t>f.spade.bootstrap</a:t>
            </a:r>
            <a:r>
              <a:rPr lang="en-US" dirty="0">
                <a:solidFill>
                  <a:srgbClr val="CC3300"/>
                </a:solidFill>
              </a:rPr>
              <a:t> </a:t>
            </a:r>
            <a:r>
              <a:rPr lang="en-US" dirty="0"/>
              <a:t>outside R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1BD49-E581-495C-AC41-321D4E2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1A6D2-F085-4BF3-9DB2-54CE37C9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3D48E-26E6-4592-A9A1-91E5B947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6449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2A5794-34C7-48A7-B5D6-FA0C819E0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23" y="2228368"/>
            <a:ext cx="10923588" cy="3931928"/>
          </a:xfrm>
        </p:spPr>
        <p:txBody>
          <a:bodyPr numCol="1"/>
          <a:lstStyle/>
          <a:p>
            <a:r>
              <a:rPr lang="en-US" dirty="0">
                <a:solidFill>
                  <a:srgbClr val="CC3300"/>
                </a:solidFill>
                <a:highlight>
                  <a:srgbClr val="FFFF00"/>
                </a:highlight>
              </a:rPr>
              <a:t>boot_spade_DNFCSmanual_ca_f_1_79.pdf</a:t>
            </a:r>
          </a:p>
          <a:p>
            <a:r>
              <a:rPr lang="en-US" dirty="0"/>
              <a:t>simply contains (almost) all plots of the original data for the </a:t>
            </a:r>
            <a:r>
              <a:rPr lang="en-US" dirty="0" err="1"/>
              <a:t>f.spade</a:t>
            </a:r>
            <a:r>
              <a:rPr lang="en-US" dirty="0"/>
              <a:t>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A5C596-2204-4A3A-A657-1A922C5B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pdf file in 1_plots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086A4-769F-4FB4-A2CD-FA2890E1F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D06D-B7BD-473D-926F-D04A654B5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EC3A-E273-4D4B-AF2F-EC02FEC0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0272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C1C28-83A8-48FE-9856-B0A80B97C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322635"/>
            <a:ext cx="10923588" cy="3898778"/>
          </a:xfrm>
        </p:spPr>
        <p:txBody>
          <a:bodyPr numCol="1"/>
          <a:lstStyle/>
          <a:p>
            <a:r>
              <a:rPr lang="en-US"/>
              <a:t>The ouput of f.spade.bootstrap outside R is organized in 4 folders in main folder, defined</a:t>
            </a:r>
            <a:br>
              <a:rPr lang="en-US"/>
            </a:br>
            <a:r>
              <a:rPr lang="en-US"/>
              <a:t>by argument </a:t>
            </a:r>
            <a:r>
              <a:rPr lang="en-US">
                <a:solidFill>
                  <a:srgbClr val="CC3300"/>
                </a:solidFill>
              </a:rPr>
              <a:t>spade.output.path</a:t>
            </a:r>
            <a:endParaRPr lang="en-US"/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/>
              <a:t>1_plots	</a:t>
            </a:r>
            <a:r>
              <a:rPr lang="en-US">
                <a:solidFill>
                  <a:srgbClr val="CC3300"/>
                </a:solidFill>
              </a:rPr>
              <a:t>boot_spade_DNFCSmanual_ca_f_1_79.pdf</a:t>
            </a:r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/>
              <a:t>2_logbooks	3 files: </a:t>
            </a:r>
            <a:r>
              <a:rPr lang="en-US">
                <a:solidFill>
                  <a:srgbClr val="CC3300"/>
                </a:solidFill>
              </a:rPr>
              <a:t>…_logbook.txt, …_details.txt, …_logbook.xlsx</a:t>
            </a:r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/>
              <a:t>3_excel_tables	</a:t>
            </a:r>
            <a:r>
              <a:rPr lang="en-US">
                <a:solidFill>
                  <a:srgbClr val="CC3300"/>
                </a:solidFill>
                <a:highlight>
                  <a:srgbClr val="FFFF00"/>
                </a:highlight>
              </a:rPr>
              <a:t>boot_spade_DNFCSmanual_ca_f_1_79.xlsx</a:t>
            </a:r>
            <a:r>
              <a:rPr lang="en-US">
                <a:solidFill>
                  <a:srgbClr val="CC3300"/>
                </a:solidFill>
              </a:rPr>
              <a:t> +</a:t>
            </a:r>
            <a:br>
              <a:rPr lang="en-US">
                <a:solidFill>
                  <a:srgbClr val="CC3300"/>
                </a:solidFill>
                <a:highlight>
                  <a:srgbClr val="FFFF00"/>
                </a:highlight>
              </a:rPr>
            </a:br>
            <a:r>
              <a:rPr lang="en-US">
                <a:solidFill>
                  <a:srgbClr val="CC3300"/>
                </a:solidFill>
              </a:rPr>
              <a:t>	boot_spade_DNFCSmanual_ca_f_1_79_AI2.csv</a:t>
            </a:r>
          </a:p>
          <a:p>
            <a:pPr lvl="1">
              <a:lnSpc>
                <a:spcPct val="150000"/>
              </a:lnSpc>
              <a:tabLst>
                <a:tab pos="3051175" algn="l"/>
              </a:tabLst>
            </a:pPr>
            <a:r>
              <a:rPr lang="en-US"/>
              <a:t>4_r_binaries	3 files: </a:t>
            </a:r>
            <a:r>
              <a:rPr lang="en-US">
                <a:solidFill>
                  <a:srgbClr val="CC3300"/>
                </a:solidFill>
              </a:rPr>
              <a:t>…_array.bin</a:t>
            </a:r>
            <a:r>
              <a:rPr lang="en-US"/>
              <a:t>, </a:t>
            </a:r>
            <a:r>
              <a:rPr lang="en-US">
                <a:solidFill>
                  <a:srgbClr val="CC3300"/>
                </a:solidFill>
              </a:rPr>
              <a:t>…_model.bin, _table.bin</a:t>
            </a:r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F65E7-E823-4E42-9807-564DA4E4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of </a:t>
            </a:r>
            <a:r>
              <a:rPr lang="en-US">
                <a:solidFill>
                  <a:srgbClr val="CC3300"/>
                </a:solidFill>
              </a:rPr>
              <a:t>f.spade.bootstrap </a:t>
            </a:r>
            <a:r>
              <a:rPr lang="en-US"/>
              <a:t>outside R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1BD49-E581-495C-AC41-321D4E2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1A6D2-F085-4BF3-9DB2-54CE37C9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3D48E-26E6-4592-A9A1-91E5B947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0984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BE4B4C-EB5C-4844-B178-219530AC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36AB5-570E-4783-91A5-51F65022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33E8B-0BF9-4C8B-BF4B-DD511C3E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4B397-5526-4B7A-9CCD-DFD5B2A4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102CD-A040-4E03-A87B-C5E453500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4" y="0"/>
            <a:ext cx="119501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E6BE06-BD98-405B-9082-5BE5E5017AF1}"/>
              </a:ext>
            </a:extLst>
          </p:cNvPr>
          <p:cNvSpPr/>
          <p:nvPr/>
        </p:nvSpPr>
        <p:spPr>
          <a:xfrm flipV="1">
            <a:off x="8858338" y="3968840"/>
            <a:ext cx="1267796" cy="3069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6245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0577FC-5076-42F5-A862-612FD3E1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</a:t>
            </a:r>
            <a:r>
              <a:rPr lang="en-US" dirty="0" err="1">
                <a:solidFill>
                  <a:srgbClr val="CC3300"/>
                </a:solidFill>
              </a:rPr>
              <a:t>f.spade.bootstrap</a:t>
            </a:r>
            <a:r>
              <a:rPr lang="en-US" dirty="0">
                <a:solidFill>
                  <a:srgbClr val="CC3300"/>
                </a:solidFill>
              </a:rPr>
              <a:t>: </a:t>
            </a:r>
            <a:r>
              <a:rPr lang="en-US" dirty="0"/>
              <a:t>Excel file, sheet HI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89B5A-D95D-4EBC-B4D3-F5370CD7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D26B0-F587-4962-9012-40895512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1E58-9BAA-438D-8B68-AC596A17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20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0302B-BFE9-4C42-B249-C36D02F0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322635"/>
            <a:ext cx="10874775" cy="244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53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76E7F7-7731-4034-A6B6-DB89DE2B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2513"/>
            <a:ext cx="10885094" cy="948047"/>
          </a:xfrm>
        </p:spPr>
        <p:txBody>
          <a:bodyPr/>
          <a:lstStyle/>
          <a:p>
            <a:r>
              <a:rPr lang="nl-NL"/>
              <a:t>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FB909-45AE-47F6-A86C-5D38FB3D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15CEC-EB01-4037-A102-84C2431D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B3118-5677-4EF6-A226-D949108C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21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56F38-6512-4A21-84D3-B0CB96E4F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1478397"/>
            <a:ext cx="10886682" cy="2340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22A12F-FED7-44A1-ADF2-95739ECE6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3899657"/>
            <a:ext cx="10886682" cy="2359625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FA7CEA41-BDF9-4B5C-B73E-E01194450C15}"/>
              </a:ext>
            </a:extLst>
          </p:cNvPr>
          <p:cNvSpPr txBox="1">
            <a:spLocks/>
          </p:cNvSpPr>
          <p:nvPr/>
        </p:nvSpPr>
        <p:spPr>
          <a:xfrm>
            <a:off x="637088" y="503457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Output </a:t>
            </a:r>
            <a:r>
              <a:rPr lang="en-US">
                <a:solidFill>
                  <a:srgbClr val="CC3300"/>
                </a:solidFill>
              </a:rPr>
              <a:t>f.spade.bootstrap:</a:t>
            </a:r>
            <a:r>
              <a:rPr lang="en-US"/>
              <a:t>Excel file, sheet LB/UB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5366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7B5CB0-CA6F-4C9C-9FDF-D9A9513C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3856038" algn="l"/>
              </a:tabLst>
            </a:pPr>
            <a:r>
              <a:rPr lang="en-US">
                <a:solidFill>
                  <a:srgbClr val="CA0063"/>
                </a:solidFill>
              </a:rPr>
              <a:t>f.spade.bootstrap</a:t>
            </a:r>
            <a:r>
              <a:rPr lang="en-US"/>
              <a:t> for</a:t>
            </a:r>
          </a:p>
          <a:p>
            <a:pPr>
              <a:lnSpc>
                <a:spcPct val="150000"/>
              </a:lnSpc>
              <a:tabLst>
                <a:tab pos="1789113" algn="l"/>
                <a:tab pos="3856038" algn="l"/>
              </a:tabLst>
            </a:pPr>
            <a:r>
              <a:rPr lang="en-US"/>
              <a:t>f.spade	1-/2-part	</a:t>
            </a:r>
            <a:r>
              <a:rPr lang="en-US" err="1"/>
              <a:t>ch.</a:t>
            </a:r>
            <a:r>
              <a:rPr lang="en-US"/>
              <a:t> 3</a:t>
            </a:r>
          </a:p>
          <a:p>
            <a:pPr>
              <a:lnSpc>
                <a:spcPct val="150000"/>
              </a:lnSpc>
              <a:tabLst>
                <a:tab pos="1789113" algn="l"/>
                <a:tab pos="3856038" algn="l"/>
              </a:tabLst>
            </a:pPr>
            <a:r>
              <a:rPr lang="en-US"/>
              <a:t>f.spade3	3-part	</a:t>
            </a:r>
            <a:r>
              <a:rPr lang="en-US" err="1"/>
              <a:t>ch.</a:t>
            </a:r>
            <a:r>
              <a:rPr lang="en-US"/>
              <a:t> 6</a:t>
            </a:r>
          </a:p>
          <a:p>
            <a:pPr>
              <a:lnSpc>
                <a:spcPct val="150000"/>
              </a:lnSpc>
              <a:tabLst>
                <a:tab pos="1789113" algn="l"/>
                <a:tab pos="3856038" algn="l"/>
              </a:tabLst>
            </a:pPr>
            <a:r>
              <a:rPr lang="en-US"/>
              <a:t>f.spade4	multipart 	</a:t>
            </a:r>
            <a:r>
              <a:rPr lang="en-US" err="1"/>
              <a:t>ch.</a:t>
            </a:r>
            <a:r>
              <a:rPr lang="en-US"/>
              <a:t> 7</a:t>
            </a:r>
          </a:p>
          <a:p>
            <a:pPr lvl="1">
              <a:tabLst>
                <a:tab pos="1789113" algn="l"/>
                <a:tab pos="3856038" algn="l"/>
              </a:tabLst>
            </a:pPr>
            <a:r>
              <a:rPr lang="en-US" err="1"/>
              <a:t>f.spade.neverconsumers</a:t>
            </a:r>
            <a:r>
              <a:rPr lang="en-US"/>
              <a:t>	</a:t>
            </a:r>
            <a:r>
              <a:rPr lang="en-US" sz="2400" err="1"/>
              <a:t>ch</a:t>
            </a:r>
            <a:r>
              <a:rPr lang="en-US" sz="2400"/>
              <a:t>. 4</a:t>
            </a:r>
          </a:p>
          <a:p>
            <a:pPr lvl="1">
              <a:tabLst>
                <a:tab pos="3856038" algn="l"/>
              </a:tabLst>
            </a:pPr>
            <a:r>
              <a:rPr lang="en-US"/>
              <a:t>f</a:t>
            </a:r>
            <a:r>
              <a:rPr lang="en-US" err="1"/>
              <a:t>.spade.supplement</a:t>
            </a:r>
            <a:r>
              <a:rPr lang="en-US"/>
              <a:t>        </a:t>
            </a:r>
            <a:r>
              <a:rPr lang="en-US" sz="2400" err="1"/>
              <a:t>ch</a:t>
            </a:r>
            <a:r>
              <a:rPr lang="en-US" sz="2400"/>
              <a:t>. 5</a:t>
            </a:r>
          </a:p>
          <a:p>
            <a:pPr marL="313200" lvl="1" indent="0">
              <a:buNone/>
              <a:tabLst>
                <a:tab pos="3856038" algn="l"/>
              </a:tabLst>
            </a:pPr>
            <a:endParaRPr lang="en-US"/>
          </a:p>
          <a:p>
            <a:pPr marL="0" indent="0">
              <a:buNone/>
              <a:tabLst>
                <a:tab pos="3856038" algn="l"/>
              </a:tabLst>
            </a:pPr>
            <a:r>
              <a:rPr lang="en-US">
                <a:solidFill>
                  <a:srgbClr val="CA0063"/>
                </a:solidFill>
              </a:rPr>
              <a:t>f.spade.subgroups.bootstrap</a:t>
            </a:r>
            <a:r>
              <a:rPr lang="en-US"/>
              <a:t> for</a:t>
            </a:r>
          </a:p>
          <a:p>
            <a:pPr>
              <a:lnSpc>
                <a:spcPct val="150000"/>
              </a:lnSpc>
              <a:tabLst>
                <a:tab pos="1789113" algn="l"/>
                <a:tab pos="3856038" algn="l"/>
              </a:tabLst>
            </a:pPr>
            <a:r>
              <a:rPr lang="en-US"/>
              <a:t>f.spade	1-/2-part	</a:t>
            </a:r>
            <a:r>
              <a:rPr lang="en-US" err="1"/>
              <a:t>ch.</a:t>
            </a:r>
            <a:r>
              <a:rPr lang="en-US"/>
              <a:t> 8</a:t>
            </a:r>
          </a:p>
          <a:p>
            <a:pPr>
              <a:lnSpc>
                <a:spcPct val="150000"/>
              </a:lnSpc>
              <a:tabLst>
                <a:tab pos="1789113" algn="l"/>
                <a:tab pos="3856038" algn="l"/>
              </a:tabLst>
            </a:pPr>
            <a:r>
              <a:rPr lang="en-US"/>
              <a:t>f.spade3	3-part	</a:t>
            </a:r>
            <a:r>
              <a:rPr lang="en-US" err="1"/>
              <a:t>ch.</a:t>
            </a:r>
            <a:r>
              <a:rPr lang="en-US"/>
              <a:t> 8</a:t>
            </a:r>
          </a:p>
          <a:p>
            <a:pPr>
              <a:lnSpc>
                <a:spcPct val="150000"/>
              </a:lnSpc>
              <a:tabLst>
                <a:tab pos="1789113" algn="l"/>
                <a:tab pos="3856038" algn="l"/>
              </a:tabLst>
            </a:pPr>
            <a:r>
              <a:rPr lang="en-US"/>
              <a:t>f.spade4	multipart 	</a:t>
            </a:r>
            <a:r>
              <a:rPr lang="en-US" err="1"/>
              <a:t>ch.</a:t>
            </a:r>
            <a:r>
              <a:rPr lang="en-US"/>
              <a:t> 8</a:t>
            </a:r>
          </a:p>
          <a:p>
            <a:pPr lvl="1">
              <a:tabLst>
                <a:tab pos="1789113" algn="l"/>
                <a:tab pos="3856038" algn="l"/>
              </a:tabLst>
            </a:pPr>
            <a:r>
              <a:rPr lang="en-US" err="1"/>
              <a:t>f.spade.neverconsumers</a:t>
            </a:r>
            <a:r>
              <a:rPr lang="en-US"/>
              <a:t>	</a:t>
            </a:r>
            <a:r>
              <a:rPr lang="en-US" err="1"/>
              <a:t>ch.</a:t>
            </a:r>
            <a:r>
              <a:rPr lang="en-US"/>
              <a:t> 8</a:t>
            </a:r>
          </a:p>
          <a:p>
            <a:pPr lvl="1">
              <a:tabLst>
                <a:tab pos="3856038" algn="l"/>
              </a:tabLst>
            </a:pPr>
            <a:r>
              <a:rPr lang="en-US" err="1"/>
              <a:t>f.spade.supplement</a:t>
            </a:r>
            <a:r>
              <a:rPr lang="en-US"/>
              <a:t>        </a:t>
            </a:r>
            <a:r>
              <a:rPr lang="en-US" err="1"/>
              <a:t>ch.</a:t>
            </a:r>
            <a:r>
              <a:rPr lang="en-US"/>
              <a:t> 8</a:t>
            </a:r>
          </a:p>
          <a:p>
            <a:pPr>
              <a:tabLst>
                <a:tab pos="3856038" algn="l"/>
              </a:tabLst>
            </a:pPr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D3318C-E91E-4A92-96E3-6EB74829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Bootstrap in SPADE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D1A1F-99E5-4C15-8E2C-C473A35B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ADE8B-6EBA-4B24-BBDD-D581A4DE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DFCF3-0CF1-492A-AF8C-FC18AAEC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6280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B994-CC22-C208-7C1D-0E949495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71" y="-159512"/>
            <a:ext cx="10923588" cy="948047"/>
          </a:xfrm>
        </p:spPr>
        <p:txBody>
          <a:bodyPr>
            <a:normAutofit/>
          </a:bodyPr>
          <a:lstStyle/>
          <a:p>
            <a:r>
              <a:rPr lang="nl-NL" sz="2400" b="1" dirty="0"/>
              <a:t>Bootstrap </a:t>
            </a:r>
            <a:r>
              <a:rPr lang="nl-NL" sz="2400" b="1" dirty="0" err="1"/>
              <a:t>exercise</a:t>
            </a:r>
            <a:r>
              <a:rPr lang="nl-NL" sz="2400" b="1" dirty="0"/>
              <a:t>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1B680-7EF0-0C8D-B728-C4BF632D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E43EE-7345-51A1-60C7-9EB1AC87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Bootstrap to assess uncertainty in estimates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0F79D-D630-4ED3-86EA-B843D1E4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23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D3B84-A346-880D-D2C9-7E441A9BA846}"/>
              </a:ext>
            </a:extLst>
          </p:cNvPr>
          <p:cNvSpPr txBox="1"/>
          <p:nvPr/>
        </p:nvSpPr>
        <p:spPr>
          <a:xfrm>
            <a:off x="481841" y="1076257"/>
            <a:ext cx="5753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a) </a:t>
            </a:r>
            <a:r>
              <a:rPr lang="nl-NL" sz="1600" dirty="0" err="1"/>
              <a:t>Rerun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model of </a:t>
            </a:r>
            <a:r>
              <a:rPr lang="nl-NL" sz="1600" dirty="0" err="1"/>
              <a:t>synthetic</a:t>
            </a:r>
            <a:r>
              <a:rPr lang="nl-NL" sz="1600" dirty="0"/>
              <a:t> </a:t>
            </a:r>
            <a:r>
              <a:rPr lang="nl-NL" sz="1600" dirty="0" err="1"/>
              <a:t>folate</a:t>
            </a:r>
            <a:r>
              <a:rPr lang="nl-NL" sz="1600" dirty="0"/>
              <a:t> </a:t>
            </a:r>
            <a:r>
              <a:rPr lang="nl-NL" sz="1600" dirty="0" err="1"/>
              <a:t>for</a:t>
            </a:r>
            <a:r>
              <a:rPr lang="nl-NL" sz="1600" dirty="0"/>
              <a:t> men – </a:t>
            </a:r>
            <a:r>
              <a:rPr lang="nl-NL" sz="1600" dirty="0" err="1"/>
              <a:t>distinguishing</a:t>
            </a:r>
            <a:r>
              <a:rPr lang="nl-NL" sz="1600" dirty="0"/>
              <a:t> </a:t>
            </a:r>
            <a:r>
              <a:rPr lang="nl-NL" sz="1600" dirty="0" err="1"/>
              <a:t>youth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adults</a:t>
            </a:r>
            <a:r>
              <a:rPr lang="nl-NL" sz="1600" dirty="0"/>
              <a:t> (</a:t>
            </a:r>
            <a:r>
              <a:rPr lang="nl-NL" sz="1600" dirty="0" err="1"/>
              <a:t>see</a:t>
            </a:r>
            <a:r>
              <a:rPr lang="nl-NL" sz="1600" dirty="0"/>
              <a:t> </a:t>
            </a:r>
            <a:r>
              <a:rPr lang="nl-NL" sz="1600" dirty="0" err="1"/>
              <a:t>exercise</a:t>
            </a:r>
            <a:r>
              <a:rPr lang="nl-NL" sz="1600" dirty="0"/>
              <a:t> 2 of food + </a:t>
            </a:r>
            <a:r>
              <a:rPr lang="nl-NL" sz="1600" dirty="0" err="1"/>
              <a:t>supplements</a:t>
            </a:r>
            <a:r>
              <a:rPr lang="nl-NL" sz="16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43656-05C5-7C13-669A-0CF1928B5F39}"/>
              </a:ext>
            </a:extLst>
          </p:cNvPr>
          <p:cNvSpPr txBox="1"/>
          <p:nvPr/>
        </p:nvSpPr>
        <p:spPr>
          <a:xfrm>
            <a:off x="6366118" y="971545"/>
            <a:ext cx="537954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b) Construct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corresponding</a:t>
            </a:r>
            <a:r>
              <a:rPr lang="nl-NL" sz="1600" dirty="0"/>
              <a:t> bootstrap call </a:t>
            </a:r>
            <a:r>
              <a:rPr lang="nl-NL" sz="1600" dirty="0" err="1"/>
              <a:t>and</a:t>
            </a:r>
            <a:r>
              <a:rPr lang="nl-NL" sz="1600" dirty="0"/>
              <a:t> run it. Start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n.boot</a:t>
            </a:r>
            <a:r>
              <a:rPr lang="nl-NL" sz="1600" dirty="0"/>
              <a:t> = 3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see</a:t>
            </a:r>
            <a:r>
              <a:rPr lang="nl-NL" sz="1600" dirty="0"/>
              <a:t> </a:t>
            </a: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don’t</a:t>
            </a:r>
            <a:r>
              <a:rPr lang="nl-NL" sz="1600" dirty="0"/>
              <a:t> get </a:t>
            </a:r>
            <a:r>
              <a:rPr lang="nl-NL" sz="1600" dirty="0" err="1"/>
              <a:t>any</a:t>
            </a:r>
            <a:r>
              <a:rPr lang="nl-NL" sz="1600" dirty="0"/>
              <a:t> </a:t>
            </a:r>
            <a:r>
              <a:rPr lang="nl-NL" sz="1600" dirty="0" err="1"/>
              <a:t>errors</a:t>
            </a:r>
            <a:r>
              <a:rPr lang="nl-NL" sz="1600" dirty="0"/>
              <a:t>. </a:t>
            </a: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it</a:t>
            </a:r>
            <a:r>
              <a:rPr lang="nl-NL" sz="1600" dirty="0"/>
              <a:t> runs fine, </a:t>
            </a:r>
            <a:r>
              <a:rPr lang="nl-NL" sz="1600" dirty="0" err="1"/>
              <a:t>use</a:t>
            </a:r>
            <a:r>
              <a:rPr lang="nl-NL" sz="1600" dirty="0"/>
              <a:t> </a:t>
            </a:r>
            <a:r>
              <a:rPr lang="nl-NL" sz="1600" dirty="0" err="1"/>
              <a:t>n.boot</a:t>
            </a:r>
            <a:r>
              <a:rPr lang="nl-NL" sz="1600" dirty="0"/>
              <a:t> = 10. </a:t>
            </a:r>
            <a:r>
              <a:rPr lang="nl-NL" sz="1600" dirty="0" err="1"/>
              <a:t>Normally</a:t>
            </a:r>
            <a:r>
              <a:rPr lang="nl-NL" sz="1600" dirty="0"/>
              <a:t> we </a:t>
            </a:r>
            <a:r>
              <a:rPr lang="nl-NL" sz="1600" dirty="0" err="1"/>
              <a:t>recommend</a:t>
            </a:r>
            <a:r>
              <a:rPr lang="nl-NL" sz="1600" dirty="0"/>
              <a:t>  (at </a:t>
            </a:r>
            <a:r>
              <a:rPr lang="nl-NL" sz="1600" dirty="0" err="1"/>
              <a:t>least</a:t>
            </a:r>
            <a:r>
              <a:rPr lang="nl-NL" sz="1600" dirty="0"/>
              <a:t>) </a:t>
            </a:r>
            <a:r>
              <a:rPr lang="nl-NL" sz="1600" dirty="0" err="1"/>
              <a:t>n.boot</a:t>
            </a:r>
            <a:r>
              <a:rPr lang="nl-NL" sz="1600" dirty="0"/>
              <a:t> = 200, but we want </a:t>
            </a:r>
            <a:r>
              <a:rPr lang="nl-NL" sz="1600" dirty="0" err="1"/>
              <a:t>to</a:t>
            </a:r>
            <a:r>
              <a:rPr lang="nl-NL" sz="1600" dirty="0"/>
              <a:t> save </a:t>
            </a:r>
            <a:r>
              <a:rPr lang="nl-NL" sz="1600" dirty="0" err="1"/>
              <a:t>some</a:t>
            </a:r>
            <a:r>
              <a:rPr lang="nl-NL" sz="1600" dirty="0"/>
              <a:t> time.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/>
              <a:t>c) </a:t>
            </a:r>
            <a:r>
              <a:rPr lang="nl-NL" sz="1600" dirty="0" err="1"/>
              <a:t>Find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mean</a:t>
            </a:r>
            <a:r>
              <a:rPr lang="nl-NL" sz="1600" dirty="0"/>
              <a:t> (AM) </a:t>
            </a:r>
            <a:r>
              <a:rPr lang="nl-NL" sz="1600" dirty="0" err="1"/>
              <a:t>total</a:t>
            </a:r>
            <a:r>
              <a:rPr lang="nl-NL" sz="1600" dirty="0"/>
              <a:t> </a:t>
            </a:r>
            <a:r>
              <a:rPr lang="nl-NL" sz="1600" dirty="0" err="1"/>
              <a:t>syn_fol</a:t>
            </a:r>
            <a:r>
              <a:rPr lang="nl-NL" sz="1600" dirty="0"/>
              <a:t> </a:t>
            </a:r>
            <a:r>
              <a:rPr lang="nl-NL" sz="1600" dirty="0" err="1"/>
              <a:t>habitual</a:t>
            </a:r>
            <a:r>
              <a:rPr lang="nl-NL" sz="1600" dirty="0"/>
              <a:t> intake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both</a:t>
            </a:r>
            <a:r>
              <a:rPr lang="nl-NL" sz="1600" dirty="0"/>
              <a:t> </a:t>
            </a:r>
            <a:r>
              <a:rPr lang="nl-NL" sz="1600" dirty="0" err="1"/>
              <a:t>youth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adults</a:t>
            </a:r>
            <a:r>
              <a:rPr lang="nl-NL" sz="1600" dirty="0"/>
              <a:t>. </a:t>
            </a:r>
            <a:r>
              <a:rPr lang="nl-NL" sz="1600" dirty="0" err="1"/>
              <a:t>Also</a:t>
            </a:r>
            <a:r>
              <a:rPr lang="nl-NL" sz="1600" dirty="0"/>
              <a:t> </a:t>
            </a:r>
            <a:r>
              <a:rPr lang="nl-NL" sz="1600" dirty="0" err="1"/>
              <a:t>find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confidence</a:t>
            </a:r>
            <a:r>
              <a:rPr lang="nl-NL" sz="1600" dirty="0"/>
              <a:t> </a:t>
            </a:r>
            <a:r>
              <a:rPr lang="nl-NL" sz="1600" dirty="0" err="1"/>
              <a:t>intervals</a:t>
            </a:r>
            <a:r>
              <a:rPr lang="nl-NL" sz="1600" dirty="0"/>
              <a:t>. </a:t>
            </a:r>
            <a:r>
              <a:rPr lang="nl-NL" sz="1600" dirty="0" err="1"/>
              <a:t>Based</a:t>
            </a:r>
            <a:r>
              <a:rPr lang="nl-NL" sz="1600" dirty="0"/>
              <a:t> on these </a:t>
            </a:r>
            <a:r>
              <a:rPr lang="nl-NL" sz="1600" dirty="0" err="1"/>
              <a:t>results</a:t>
            </a:r>
            <a:r>
              <a:rPr lang="nl-NL" sz="1600" dirty="0"/>
              <a:t>, do 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think</a:t>
            </a:r>
            <a:r>
              <a:rPr lang="nl-NL" sz="1600" dirty="0"/>
              <a:t> </a:t>
            </a:r>
            <a:r>
              <a:rPr lang="nl-NL" sz="1600" dirty="0" err="1"/>
              <a:t>mean</a:t>
            </a:r>
            <a:r>
              <a:rPr lang="nl-NL" sz="1600" dirty="0"/>
              <a:t> HI is </a:t>
            </a:r>
            <a:r>
              <a:rPr lang="nl-NL" sz="1600" dirty="0" err="1"/>
              <a:t>significantly</a:t>
            </a:r>
            <a:r>
              <a:rPr lang="nl-NL" sz="1600" dirty="0"/>
              <a:t> different </a:t>
            </a:r>
            <a:r>
              <a:rPr lang="nl-NL" sz="1600" dirty="0" err="1"/>
              <a:t>between</a:t>
            </a:r>
            <a:r>
              <a:rPr lang="nl-NL" sz="1600" dirty="0"/>
              <a:t> </a:t>
            </a:r>
            <a:r>
              <a:rPr lang="nl-NL" sz="1600" dirty="0" err="1"/>
              <a:t>youth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adults</a:t>
            </a:r>
            <a:r>
              <a:rPr lang="nl-NL" sz="1600" dirty="0"/>
              <a:t>?</a:t>
            </a:r>
          </a:p>
          <a:p>
            <a:endParaRPr lang="nl-NL" sz="1600" dirty="0"/>
          </a:p>
          <a:p>
            <a:r>
              <a:rPr lang="nl-NL" sz="1600" dirty="0"/>
              <a:t>d) </a:t>
            </a:r>
            <a:r>
              <a:rPr lang="nl-NL" sz="1600" dirty="0" err="1"/>
              <a:t>Find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mean</a:t>
            </a:r>
            <a:r>
              <a:rPr lang="nl-NL" sz="1600" dirty="0"/>
              <a:t> (AM) </a:t>
            </a:r>
            <a:r>
              <a:rPr lang="nl-NL" sz="1600" dirty="0" err="1"/>
              <a:t>syn_fol</a:t>
            </a:r>
            <a:r>
              <a:rPr lang="nl-NL" sz="1600" dirty="0"/>
              <a:t> </a:t>
            </a:r>
            <a:r>
              <a:rPr lang="nl-NL" sz="1600" dirty="0" err="1"/>
              <a:t>habitual</a:t>
            </a:r>
            <a:r>
              <a:rPr lang="nl-NL" sz="1600" dirty="0"/>
              <a:t> intake </a:t>
            </a:r>
            <a:r>
              <a:rPr lang="nl-NL" sz="1600" u="sng" dirty="0" err="1"/>
              <a:t>from</a:t>
            </a:r>
            <a:r>
              <a:rPr lang="nl-NL" sz="1600" u="sng" dirty="0"/>
              <a:t> </a:t>
            </a:r>
            <a:r>
              <a:rPr lang="nl-NL" sz="1600" u="sng" dirty="0" err="1"/>
              <a:t>foods</a:t>
            </a:r>
            <a:r>
              <a:rPr lang="nl-NL" sz="1600" u="sng" dirty="0"/>
              <a:t> </a:t>
            </a:r>
            <a:r>
              <a:rPr lang="nl-NL" sz="1600" u="sng" dirty="0" err="1"/>
              <a:t>only</a:t>
            </a:r>
            <a:r>
              <a:rPr lang="nl-NL" sz="1600" u="sng" dirty="0"/>
              <a:t>, </a:t>
            </a:r>
            <a:r>
              <a:rPr lang="nl-NL" sz="1600" u="sng" dirty="0" err="1"/>
              <a:t>separately</a:t>
            </a:r>
            <a:r>
              <a:rPr lang="nl-NL" sz="1600" u="sng" dirty="0"/>
              <a:t> </a:t>
            </a:r>
            <a:r>
              <a:rPr lang="nl-NL" sz="1600" u="sng" dirty="0" err="1"/>
              <a:t>for</a:t>
            </a:r>
            <a:r>
              <a:rPr lang="nl-NL" sz="1600" u="sng" dirty="0"/>
              <a:t> supplement-users </a:t>
            </a:r>
            <a:r>
              <a:rPr lang="nl-NL" sz="1600" u="sng" dirty="0" err="1"/>
              <a:t>and</a:t>
            </a:r>
            <a:r>
              <a:rPr lang="nl-NL" sz="1600" u="sng" dirty="0"/>
              <a:t> non-</a:t>
            </a:r>
            <a:r>
              <a:rPr lang="nl-NL" sz="1600" u="sng" dirty="0" err="1"/>
              <a:t>supplements</a:t>
            </a:r>
            <a:r>
              <a:rPr lang="nl-NL" sz="1600" u="sng" dirty="0"/>
              <a:t> users.</a:t>
            </a:r>
            <a:r>
              <a:rPr lang="nl-NL" sz="1600" dirty="0"/>
              <a:t> Do </a:t>
            </a:r>
            <a:r>
              <a:rPr lang="nl-NL" sz="1600" dirty="0" err="1"/>
              <a:t>this</a:t>
            </a:r>
            <a:r>
              <a:rPr lang="nl-NL" sz="1600" dirty="0"/>
              <a:t>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both</a:t>
            </a:r>
            <a:r>
              <a:rPr lang="nl-NL" sz="1600" dirty="0"/>
              <a:t> </a:t>
            </a:r>
            <a:r>
              <a:rPr lang="nl-NL" sz="1600" dirty="0" err="1"/>
              <a:t>youth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adults</a:t>
            </a:r>
            <a:r>
              <a:rPr lang="nl-NL" sz="1600" dirty="0"/>
              <a:t> </a:t>
            </a:r>
            <a:r>
              <a:rPr lang="nl-NL" sz="1600" dirty="0" err="1"/>
              <a:t>separately</a:t>
            </a:r>
            <a:r>
              <a:rPr lang="nl-NL" sz="1600" dirty="0"/>
              <a:t>. </a:t>
            </a:r>
            <a:r>
              <a:rPr lang="nl-NL" sz="1600" dirty="0" err="1"/>
              <a:t>Also</a:t>
            </a:r>
            <a:r>
              <a:rPr lang="nl-NL" sz="1600" dirty="0"/>
              <a:t> </a:t>
            </a:r>
            <a:r>
              <a:rPr lang="nl-NL" sz="1600" dirty="0" err="1"/>
              <a:t>find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confidence</a:t>
            </a:r>
            <a:r>
              <a:rPr lang="nl-NL" sz="1600" dirty="0"/>
              <a:t> </a:t>
            </a:r>
            <a:r>
              <a:rPr lang="nl-NL" sz="1600" dirty="0" err="1"/>
              <a:t>intervals</a:t>
            </a:r>
            <a:r>
              <a:rPr lang="nl-NL" sz="1600" dirty="0"/>
              <a:t>.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 err="1"/>
              <a:t>Based</a:t>
            </a:r>
            <a:r>
              <a:rPr lang="nl-NL" sz="1600" dirty="0"/>
              <a:t> on these </a:t>
            </a:r>
            <a:r>
              <a:rPr lang="nl-NL" sz="1600" dirty="0" err="1"/>
              <a:t>results</a:t>
            </a:r>
            <a:r>
              <a:rPr lang="nl-NL" sz="1600" dirty="0"/>
              <a:t>, do 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expect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mean</a:t>
            </a:r>
            <a:r>
              <a:rPr lang="nl-NL" sz="1600" dirty="0"/>
              <a:t> </a:t>
            </a:r>
            <a:r>
              <a:rPr lang="nl-NL" sz="1600" dirty="0" err="1"/>
              <a:t>habitual</a:t>
            </a:r>
            <a:r>
              <a:rPr lang="nl-NL" sz="1600" dirty="0"/>
              <a:t> food intake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be</a:t>
            </a:r>
            <a:r>
              <a:rPr lang="nl-NL" sz="1600" dirty="0"/>
              <a:t> different </a:t>
            </a:r>
            <a:r>
              <a:rPr lang="nl-NL" sz="1600" dirty="0" err="1"/>
              <a:t>between</a:t>
            </a:r>
            <a:r>
              <a:rPr lang="nl-NL" sz="1600" dirty="0"/>
              <a:t> supplement-users </a:t>
            </a:r>
            <a:r>
              <a:rPr lang="nl-NL" sz="1600" dirty="0" err="1"/>
              <a:t>and</a:t>
            </a:r>
            <a:r>
              <a:rPr lang="nl-NL" sz="1600" dirty="0"/>
              <a:t> non-supplement users? </a:t>
            </a:r>
            <a:r>
              <a:rPr lang="nl-NL" sz="1600" dirty="0" err="1"/>
              <a:t>Answer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question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youth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adults</a:t>
            </a:r>
            <a:r>
              <a:rPr lang="nl-NL" sz="1600" dirty="0"/>
              <a:t> </a:t>
            </a:r>
            <a:r>
              <a:rPr lang="nl-NL" sz="1600" dirty="0" err="1"/>
              <a:t>separately</a:t>
            </a:r>
            <a:r>
              <a:rPr lang="nl-NL" sz="16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2EBC6B-95B2-73EB-3130-B278BD047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41" y="2077137"/>
            <a:ext cx="5706271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4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B994-CC22-C208-7C1D-0E949495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71" y="-159512"/>
            <a:ext cx="10923588" cy="948047"/>
          </a:xfrm>
        </p:spPr>
        <p:txBody>
          <a:bodyPr>
            <a:normAutofit/>
          </a:bodyPr>
          <a:lstStyle/>
          <a:p>
            <a:r>
              <a:rPr lang="nl-NL" sz="2400" b="1"/>
              <a:t>Solution 1b</a:t>
            </a:r>
            <a:r>
              <a:rPr lang="nl-NL" sz="2400" b="1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1B680-7EF0-0C8D-B728-C4BF632D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E43EE-7345-51A1-60C7-9EB1AC87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0F79D-D630-4ED3-86EA-B843D1E4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24</a:t>
            </a:fld>
            <a:endParaRPr lang="nl-NL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95D77AA-A845-E0DE-AEB1-27981FC25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070" y="1318904"/>
            <a:ext cx="4329646" cy="53157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50373B-80C6-F92B-BFE4-92AAB0EEF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18" y="1604471"/>
            <a:ext cx="5706271" cy="380100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CDEE67D-F6CF-6571-5774-3B8F8B79B9D4}"/>
              </a:ext>
            </a:extLst>
          </p:cNvPr>
          <p:cNvSpPr txBox="1"/>
          <p:nvPr/>
        </p:nvSpPr>
        <p:spPr>
          <a:xfrm>
            <a:off x="462844" y="949572"/>
            <a:ext cx="5633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Original f.spade3 call: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5BD132-440C-71CF-10F1-4D565F4A0397}"/>
              </a:ext>
            </a:extLst>
          </p:cNvPr>
          <p:cNvSpPr txBox="1"/>
          <p:nvPr/>
        </p:nvSpPr>
        <p:spPr>
          <a:xfrm>
            <a:off x="6891070" y="827171"/>
            <a:ext cx="5633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Bootstrap call: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55CADA9C-8E69-C479-2D45-1477E95A2951}"/>
              </a:ext>
            </a:extLst>
          </p:cNvPr>
          <p:cNvSpPr/>
          <p:nvPr/>
        </p:nvSpPr>
        <p:spPr>
          <a:xfrm>
            <a:off x="6433870" y="6232171"/>
            <a:ext cx="462844" cy="201097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8694667B-56FC-5229-1F5E-C376D1652D5B}"/>
              </a:ext>
            </a:extLst>
          </p:cNvPr>
          <p:cNvSpPr/>
          <p:nvPr/>
        </p:nvSpPr>
        <p:spPr>
          <a:xfrm>
            <a:off x="6423644" y="1318904"/>
            <a:ext cx="462844" cy="201097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8A698CE-0DBC-1361-B819-B8678E2A092B}"/>
              </a:ext>
            </a:extLst>
          </p:cNvPr>
          <p:cNvSpPr/>
          <p:nvPr/>
        </p:nvSpPr>
        <p:spPr>
          <a:xfrm>
            <a:off x="6423644" y="1583387"/>
            <a:ext cx="462844" cy="201097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5820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B994-CC22-C208-7C1D-0E949495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71" y="-159512"/>
            <a:ext cx="10923588" cy="948047"/>
          </a:xfrm>
        </p:spPr>
        <p:txBody>
          <a:bodyPr>
            <a:normAutofit/>
          </a:bodyPr>
          <a:lstStyle/>
          <a:p>
            <a:r>
              <a:rPr lang="nl-NL" sz="2400" b="1" dirty="0"/>
              <a:t>Solution 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1B680-7EF0-0C8D-B728-C4BF632D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E43EE-7345-51A1-60C7-9EB1AC87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0F79D-D630-4ED3-86EA-B843D1E4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25</a:t>
            </a:fld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43656-05C5-7C13-669A-0CF1928B5F39}"/>
              </a:ext>
            </a:extLst>
          </p:cNvPr>
          <p:cNvSpPr txBox="1"/>
          <p:nvPr/>
        </p:nvSpPr>
        <p:spPr>
          <a:xfrm>
            <a:off x="366816" y="949572"/>
            <a:ext cx="5379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console </a:t>
            </a:r>
            <a:r>
              <a:rPr lang="nl-NL" sz="1600" dirty="0" err="1"/>
              <a:t>aka</a:t>
            </a:r>
            <a:r>
              <a:rPr lang="nl-NL" sz="1600" dirty="0"/>
              <a:t> </a:t>
            </a:r>
            <a:r>
              <a:rPr lang="nl-NL" sz="1600" dirty="0" err="1"/>
              <a:t>logbook</a:t>
            </a:r>
            <a:r>
              <a:rPr lang="nl-NL" sz="1600" dirty="0"/>
              <a:t>:</a:t>
            </a:r>
            <a:br>
              <a:rPr lang="nl-NL" sz="1600" dirty="0"/>
            </a:br>
            <a:r>
              <a:rPr lang="nl-NL" sz="1600" dirty="0"/>
              <a:t>(info </a:t>
            </a:r>
            <a:r>
              <a:rPr lang="nl-NL" sz="1600" dirty="0" err="1"/>
              <a:t>can</a:t>
            </a:r>
            <a:r>
              <a:rPr lang="nl-NL" sz="1600" dirty="0"/>
              <a:t> </a:t>
            </a:r>
            <a:r>
              <a:rPr lang="nl-NL" sz="1600" dirty="0" err="1"/>
              <a:t>also</a:t>
            </a:r>
            <a:r>
              <a:rPr lang="nl-NL" sz="1600" dirty="0"/>
              <a:t> </a:t>
            </a:r>
            <a:r>
              <a:rPr lang="nl-NL" sz="1600" dirty="0" err="1"/>
              <a:t>be</a:t>
            </a:r>
            <a:r>
              <a:rPr lang="nl-NL" sz="1600" dirty="0"/>
              <a:t> found in </a:t>
            </a:r>
            <a:r>
              <a:rPr lang="nl-NL" sz="1600" dirty="0" err="1"/>
              <a:t>excel</a:t>
            </a:r>
            <a:r>
              <a:rPr lang="nl-NL" sz="1600" dirty="0"/>
              <a:t>-file)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2F83F3-3BD9-33EA-3052-8A56124C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44" y="1874525"/>
            <a:ext cx="2553056" cy="2896004"/>
          </a:xfrm>
          <a:prstGeom prst="rect">
            <a:avLst/>
          </a:prstGeom>
        </p:spPr>
      </p:pic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FC926FF5-0FF9-FAB0-5EDA-862526D448A4}"/>
              </a:ext>
            </a:extLst>
          </p:cNvPr>
          <p:cNvSpPr/>
          <p:nvPr/>
        </p:nvSpPr>
        <p:spPr>
          <a:xfrm>
            <a:off x="5920477" y="2559723"/>
            <a:ext cx="626263" cy="387354"/>
          </a:xfrm>
          <a:prstGeom prst="left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E782E6-AAD3-02EA-2614-5C9F008DF18B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5920477" y="2102012"/>
            <a:ext cx="6459" cy="934352"/>
          </a:xfrm>
          <a:prstGeom prst="line">
            <a:avLst/>
          </a:prstGeom>
          <a:ln w="381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BA16C8-EA2A-2DDE-F938-519D1AB8DBC2}"/>
              </a:ext>
            </a:extLst>
          </p:cNvPr>
          <p:cNvCxnSpPr/>
          <p:nvPr/>
        </p:nvCxnSpPr>
        <p:spPr>
          <a:xfrm>
            <a:off x="6235670" y="2420471"/>
            <a:ext cx="0" cy="565928"/>
          </a:xfrm>
          <a:prstGeom prst="line">
            <a:avLst/>
          </a:prstGeom>
          <a:ln w="381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306AAC-5BA7-8886-5128-B8E538B32D4B}"/>
              </a:ext>
            </a:extLst>
          </p:cNvPr>
          <p:cNvSpPr txBox="1"/>
          <p:nvPr/>
        </p:nvSpPr>
        <p:spPr>
          <a:xfrm>
            <a:off x="5696375" y="1794234"/>
            <a:ext cx="461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LB</a:t>
            </a:r>
            <a:endParaRPr lang="nl-NL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7EE18E-757A-E47D-8C41-B6206AD31F62}"/>
              </a:ext>
            </a:extLst>
          </p:cNvPr>
          <p:cNvSpPr txBox="1"/>
          <p:nvPr/>
        </p:nvSpPr>
        <p:spPr>
          <a:xfrm>
            <a:off x="6381599" y="1792810"/>
            <a:ext cx="46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UB</a:t>
            </a:r>
            <a:endParaRPr lang="nl-N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6FE5F-E3F1-AA69-442B-022B63F59976}"/>
              </a:ext>
            </a:extLst>
          </p:cNvPr>
          <p:cNvSpPr txBox="1"/>
          <p:nvPr/>
        </p:nvSpPr>
        <p:spPr>
          <a:xfrm>
            <a:off x="6005110" y="2026746"/>
            <a:ext cx="461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HI</a:t>
            </a:r>
            <a:endParaRPr lang="nl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5D9EE-0006-9417-CD64-401CC573CCFF}"/>
              </a:ext>
            </a:extLst>
          </p:cNvPr>
          <p:cNvSpPr txBox="1"/>
          <p:nvPr/>
        </p:nvSpPr>
        <p:spPr>
          <a:xfrm>
            <a:off x="5563485" y="3014750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5E6C2-18E7-DD17-2E8B-C15856796F86}"/>
              </a:ext>
            </a:extLst>
          </p:cNvPr>
          <p:cNvSpPr txBox="1"/>
          <p:nvPr/>
        </p:nvSpPr>
        <p:spPr>
          <a:xfrm>
            <a:off x="6215710" y="3004611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29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E452EA-4A48-863A-9154-54E784EEE1E2}"/>
              </a:ext>
            </a:extLst>
          </p:cNvPr>
          <p:cNvSpPr txBox="1"/>
          <p:nvPr/>
        </p:nvSpPr>
        <p:spPr>
          <a:xfrm>
            <a:off x="5881907" y="3004611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91801-2C0D-42D3-A524-22BC37C9EA97}"/>
              </a:ext>
            </a:extLst>
          </p:cNvPr>
          <p:cNvSpPr txBox="1"/>
          <p:nvPr/>
        </p:nvSpPr>
        <p:spPr>
          <a:xfrm>
            <a:off x="3972936" y="2523481"/>
            <a:ext cx="1157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youth</a:t>
            </a:r>
            <a:r>
              <a:rPr lang="nl-NL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99783-A87E-A31F-0E08-85FE2CB7D201}"/>
              </a:ext>
            </a:extLst>
          </p:cNvPr>
          <p:cNvSpPr txBox="1"/>
          <p:nvPr/>
        </p:nvSpPr>
        <p:spPr>
          <a:xfrm>
            <a:off x="3972936" y="3932469"/>
            <a:ext cx="145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adults</a:t>
            </a:r>
            <a:r>
              <a:rPr lang="nl-NL" dirty="0"/>
              <a:t>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9E1A76-0D15-8230-8BFE-10A86B487E8D}"/>
              </a:ext>
            </a:extLst>
          </p:cNvPr>
          <p:cNvCxnSpPr>
            <a:cxnSpLocks/>
          </p:cNvCxnSpPr>
          <p:nvPr/>
        </p:nvCxnSpPr>
        <p:spPr>
          <a:xfrm flipH="1">
            <a:off x="6577756" y="2123527"/>
            <a:ext cx="6459" cy="934352"/>
          </a:xfrm>
          <a:prstGeom prst="line">
            <a:avLst/>
          </a:prstGeom>
          <a:ln w="381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8F9EFF52-B9D4-561B-D3CA-35BCEAF37718}"/>
              </a:ext>
            </a:extLst>
          </p:cNvPr>
          <p:cNvSpPr/>
          <p:nvPr/>
        </p:nvSpPr>
        <p:spPr>
          <a:xfrm>
            <a:off x="8138345" y="3753229"/>
            <a:ext cx="3788185" cy="387354"/>
          </a:xfrm>
          <a:prstGeom prst="left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DD6AB0-1685-E467-ABAD-5B1E4CAEC78B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8138345" y="3295518"/>
            <a:ext cx="6459" cy="934352"/>
          </a:xfrm>
          <a:prstGeom prst="line">
            <a:avLst/>
          </a:prstGeom>
          <a:ln w="381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80A030-C55C-5C7B-E193-D68A2CAD2D0C}"/>
              </a:ext>
            </a:extLst>
          </p:cNvPr>
          <p:cNvCxnSpPr/>
          <p:nvPr/>
        </p:nvCxnSpPr>
        <p:spPr>
          <a:xfrm>
            <a:off x="9173690" y="3663942"/>
            <a:ext cx="0" cy="565928"/>
          </a:xfrm>
          <a:prstGeom prst="line">
            <a:avLst/>
          </a:prstGeom>
          <a:ln w="381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006C34-1E1B-BC7F-CE8D-669265E31956}"/>
              </a:ext>
            </a:extLst>
          </p:cNvPr>
          <p:cNvSpPr txBox="1"/>
          <p:nvPr/>
        </p:nvSpPr>
        <p:spPr>
          <a:xfrm>
            <a:off x="7914243" y="2987740"/>
            <a:ext cx="461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LB</a:t>
            </a:r>
            <a:endParaRPr lang="nl-NL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C9CD06-F0BF-6CC2-1110-368961E3515E}"/>
              </a:ext>
            </a:extLst>
          </p:cNvPr>
          <p:cNvSpPr txBox="1"/>
          <p:nvPr/>
        </p:nvSpPr>
        <p:spPr>
          <a:xfrm>
            <a:off x="11736832" y="2981671"/>
            <a:ext cx="46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UB</a:t>
            </a:r>
            <a:endParaRPr lang="nl-N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733C13-4DA9-B99D-3AB8-D071E07EC0F3}"/>
              </a:ext>
            </a:extLst>
          </p:cNvPr>
          <p:cNvSpPr txBox="1"/>
          <p:nvPr/>
        </p:nvSpPr>
        <p:spPr>
          <a:xfrm>
            <a:off x="8943130" y="3270217"/>
            <a:ext cx="461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HI</a:t>
            </a:r>
            <a:endParaRPr lang="nl-N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4F4DAA-1D80-3471-5AD8-907E117088E0}"/>
              </a:ext>
            </a:extLst>
          </p:cNvPr>
          <p:cNvSpPr txBox="1"/>
          <p:nvPr/>
        </p:nvSpPr>
        <p:spPr>
          <a:xfrm>
            <a:off x="7781353" y="4208256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B15134-C98F-A3AB-7C4D-E3736F00A9B2}"/>
              </a:ext>
            </a:extLst>
          </p:cNvPr>
          <p:cNvSpPr txBox="1"/>
          <p:nvPr/>
        </p:nvSpPr>
        <p:spPr>
          <a:xfrm>
            <a:off x="11570943" y="4193472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80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8BC1ED-5C02-1167-3313-DD442AA30893}"/>
              </a:ext>
            </a:extLst>
          </p:cNvPr>
          <p:cNvSpPr txBox="1"/>
          <p:nvPr/>
        </p:nvSpPr>
        <p:spPr>
          <a:xfrm>
            <a:off x="8816698" y="4219014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58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C10480-9D96-7E56-91B6-F70F75E58637}"/>
              </a:ext>
            </a:extLst>
          </p:cNvPr>
          <p:cNvCxnSpPr>
            <a:cxnSpLocks/>
          </p:cNvCxnSpPr>
          <p:nvPr/>
        </p:nvCxnSpPr>
        <p:spPr>
          <a:xfrm flipH="1">
            <a:off x="11932989" y="3312388"/>
            <a:ext cx="6459" cy="934352"/>
          </a:xfrm>
          <a:prstGeom prst="line">
            <a:avLst/>
          </a:prstGeom>
          <a:ln w="381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D6E17F7-9E49-4F93-BD21-7A066533EAB8}"/>
              </a:ext>
            </a:extLst>
          </p:cNvPr>
          <p:cNvSpPr txBox="1"/>
          <p:nvPr/>
        </p:nvSpPr>
        <p:spPr>
          <a:xfrm>
            <a:off x="4055633" y="4851699"/>
            <a:ext cx="675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Seems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a significant </a:t>
            </a:r>
            <a:r>
              <a:rPr lang="nl-NL" dirty="0" err="1"/>
              <a:t>difference</a:t>
            </a:r>
            <a:r>
              <a:rPr lang="nl-NL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C14EA3-FC74-4348-A587-C512E091173B}"/>
              </a:ext>
            </a:extLst>
          </p:cNvPr>
          <p:cNvSpPr txBox="1"/>
          <p:nvPr/>
        </p:nvSpPr>
        <p:spPr>
          <a:xfrm>
            <a:off x="5580476" y="1159206"/>
            <a:ext cx="599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Total </a:t>
            </a:r>
            <a:r>
              <a:rPr lang="nl-NL" b="1" dirty="0" err="1"/>
              <a:t>syn_fol</a:t>
            </a:r>
            <a:r>
              <a:rPr lang="nl-NL" b="1" dirty="0"/>
              <a:t> intake</a:t>
            </a:r>
          </a:p>
        </p:txBody>
      </p:sp>
    </p:spTree>
    <p:extLst>
      <p:ext uri="{BB962C8B-B14F-4D97-AF65-F5344CB8AC3E}">
        <p14:creationId xmlns:p14="http://schemas.microsoft.com/office/powerpoint/2010/main" val="102796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691801-2C0D-42D3-A524-22BC37C9EA97}"/>
              </a:ext>
            </a:extLst>
          </p:cNvPr>
          <p:cNvSpPr txBox="1"/>
          <p:nvPr/>
        </p:nvSpPr>
        <p:spPr>
          <a:xfrm>
            <a:off x="392904" y="1596130"/>
            <a:ext cx="3364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Youth</a:t>
            </a:r>
            <a:br>
              <a:rPr lang="nl-NL" dirty="0"/>
            </a:br>
            <a:br>
              <a:rPr lang="nl-NL" dirty="0"/>
            </a:br>
            <a:r>
              <a:rPr lang="nl-NL" dirty="0"/>
              <a:t>  - </a:t>
            </a:r>
            <a:r>
              <a:rPr lang="nl-NL" dirty="0" err="1"/>
              <a:t>suppl</a:t>
            </a:r>
            <a:r>
              <a:rPr lang="nl-NL" dirty="0"/>
              <a:t>. users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/>
              <a:t>  - non-</a:t>
            </a:r>
            <a:r>
              <a:rPr lang="nl-NL" dirty="0" err="1"/>
              <a:t>suppl</a:t>
            </a:r>
            <a:r>
              <a:rPr lang="nl-NL" dirty="0"/>
              <a:t>. users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BB994-CC22-C208-7C1D-0E949495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71" y="-159512"/>
            <a:ext cx="10923588" cy="948047"/>
          </a:xfrm>
        </p:spPr>
        <p:txBody>
          <a:bodyPr>
            <a:normAutofit/>
          </a:bodyPr>
          <a:lstStyle/>
          <a:p>
            <a:r>
              <a:rPr lang="nl-NL" sz="2400" b="1" dirty="0"/>
              <a:t>Solution 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1B680-7EF0-0C8D-B728-C4BF632D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E43EE-7345-51A1-60C7-9EB1AC87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Bootstrap to assess uncertainty in estimates</a:t>
            </a:r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0F79D-D630-4ED3-86EA-B843D1E4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43656-05C5-7C13-669A-0CF1928B5F39}"/>
              </a:ext>
            </a:extLst>
          </p:cNvPr>
          <p:cNvSpPr txBox="1"/>
          <p:nvPr/>
        </p:nvSpPr>
        <p:spPr>
          <a:xfrm>
            <a:off x="2795909" y="348211"/>
            <a:ext cx="448488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600" dirty="0"/>
              <a:t>Info </a:t>
            </a:r>
            <a:r>
              <a:rPr lang="nl-NL" sz="1600" dirty="0" err="1"/>
              <a:t>can</a:t>
            </a:r>
            <a:r>
              <a:rPr lang="nl-NL" sz="1600" dirty="0"/>
              <a:t> </a:t>
            </a:r>
            <a:r>
              <a:rPr lang="nl-NL" sz="1600" dirty="0" err="1"/>
              <a:t>be</a:t>
            </a:r>
            <a:r>
              <a:rPr lang="nl-NL" sz="1600" dirty="0"/>
              <a:t> </a:t>
            </a:r>
            <a:r>
              <a:rPr lang="nl-NL" sz="1600" dirty="0" err="1"/>
              <a:t>obtained</a:t>
            </a:r>
            <a:r>
              <a:rPr lang="nl-NL" sz="1600" dirty="0"/>
              <a:t> </a:t>
            </a:r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excel</a:t>
            </a:r>
            <a:r>
              <a:rPr lang="nl-NL" sz="1600" dirty="0"/>
              <a:t>-file (</a:t>
            </a:r>
            <a:r>
              <a:rPr lang="nl-NL" sz="1600" dirty="0" err="1"/>
              <a:t>several</a:t>
            </a:r>
            <a:r>
              <a:rPr lang="nl-NL" sz="1600" dirty="0"/>
              <a:t> tabs)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8AB940-E1AF-5771-03FE-91E877D2EBF4}"/>
              </a:ext>
            </a:extLst>
          </p:cNvPr>
          <p:cNvGrpSpPr/>
          <p:nvPr/>
        </p:nvGrpSpPr>
        <p:grpSpPr>
          <a:xfrm>
            <a:off x="4251542" y="2398006"/>
            <a:ext cx="2858293" cy="1527518"/>
            <a:chOff x="3265578" y="2638959"/>
            <a:chExt cx="2858293" cy="1527518"/>
          </a:xfrm>
        </p:grpSpPr>
        <p:sp>
          <p:nvSpPr>
            <p:cNvPr id="23" name="Arrow: Left-Right 22">
              <a:extLst>
                <a:ext uri="{FF2B5EF4-FFF2-40B4-BE49-F238E27FC236}">
                  <a16:creationId xmlns:a16="http://schemas.microsoft.com/office/drawing/2014/main" id="{FC926FF5-0FF9-FAB0-5EDA-862526D448A4}"/>
                </a:ext>
              </a:extLst>
            </p:cNvPr>
            <p:cNvSpPr/>
            <p:nvPr/>
          </p:nvSpPr>
          <p:spPr>
            <a:xfrm>
              <a:off x="3637951" y="3365875"/>
              <a:ext cx="2140441" cy="387354"/>
            </a:xfrm>
            <a:prstGeom prst="left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AE782E6-AAD3-02EA-2614-5C9F008DF1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7951" y="2908164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BA16C8-EA2A-2DDE-F938-519D1AB8DBC2}"/>
                </a:ext>
              </a:extLst>
            </p:cNvPr>
            <p:cNvCxnSpPr/>
            <p:nvPr/>
          </p:nvCxnSpPr>
          <p:spPr>
            <a:xfrm>
              <a:off x="4733557" y="3294240"/>
              <a:ext cx="0" cy="565928"/>
            </a:xfrm>
            <a:prstGeom prst="line">
              <a:avLst/>
            </a:prstGeom>
            <a:ln w="3810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306AAC-5BA7-8886-5128-B8E538B32D4B}"/>
                </a:ext>
              </a:extLst>
            </p:cNvPr>
            <p:cNvSpPr txBox="1"/>
            <p:nvPr/>
          </p:nvSpPr>
          <p:spPr>
            <a:xfrm>
              <a:off x="3397580" y="2644246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LB</a:t>
              </a:r>
              <a:endParaRPr lang="nl-NL" sz="14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7EE18E-757A-E47D-8C41-B6206AD31F62}"/>
                </a:ext>
              </a:extLst>
            </p:cNvPr>
            <p:cNvSpPr txBox="1"/>
            <p:nvPr/>
          </p:nvSpPr>
          <p:spPr>
            <a:xfrm>
              <a:off x="5559507" y="2638959"/>
              <a:ext cx="461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UB</a:t>
              </a:r>
              <a:endParaRPr lang="nl-NL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E6FE5F-E3F1-AA69-442B-022B63F59976}"/>
                </a:ext>
              </a:extLst>
            </p:cNvPr>
            <p:cNvSpPr txBox="1"/>
            <p:nvPr/>
          </p:nvSpPr>
          <p:spPr>
            <a:xfrm>
              <a:off x="4502997" y="2900515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</a:t>
              </a:r>
              <a:endParaRPr lang="nl-NL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D5D9EE-0006-9417-CD64-401CC573CCFF}"/>
                </a:ext>
              </a:extLst>
            </p:cNvPr>
            <p:cNvSpPr txBox="1"/>
            <p:nvPr/>
          </p:nvSpPr>
          <p:spPr>
            <a:xfrm>
              <a:off x="3265578" y="3809276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8.7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C5E6C2-18E7-DD17-2E8B-C15856796F86}"/>
                </a:ext>
              </a:extLst>
            </p:cNvPr>
            <p:cNvSpPr txBox="1"/>
            <p:nvPr/>
          </p:nvSpPr>
          <p:spPr>
            <a:xfrm>
              <a:off x="5409887" y="3806900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11.6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E452EA-4A48-863A-9154-54E784EEE1E2}"/>
                </a:ext>
              </a:extLst>
            </p:cNvPr>
            <p:cNvSpPr txBox="1"/>
            <p:nvPr/>
          </p:nvSpPr>
          <p:spPr>
            <a:xfrm>
              <a:off x="4334057" y="3858700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10.4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9E1A76-0D15-8230-8BFE-10A86B487E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1933" y="2925816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5B15134-C98F-A3AB-7C4D-E3736F00A9B2}"/>
              </a:ext>
            </a:extLst>
          </p:cNvPr>
          <p:cNvSpPr txBox="1"/>
          <p:nvPr/>
        </p:nvSpPr>
        <p:spPr>
          <a:xfrm>
            <a:off x="11570943" y="4193472"/>
            <a:ext cx="71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B80F68-E1FD-99F2-D02B-0211991F1448}"/>
              </a:ext>
            </a:extLst>
          </p:cNvPr>
          <p:cNvSpPr txBox="1"/>
          <p:nvPr/>
        </p:nvSpPr>
        <p:spPr>
          <a:xfrm>
            <a:off x="4421527" y="806925"/>
            <a:ext cx="599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/>
              <a:t>Syn_fol</a:t>
            </a:r>
            <a:r>
              <a:rPr lang="nl-NL" b="1" dirty="0"/>
              <a:t> intake </a:t>
            </a:r>
            <a:r>
              <a:rPr lang="nl-NL" b="1" dirty="0" err="1"/>
              <a:t>from</a:t>
            </a:r>
            <a:r>
              <a:rPr lang="nl-NL" b="1" dirty="0"/>
              <a:t> food </a:t>
            </a:r>
            <a:r>
              <a:rPr lang="nl-NL" b="1" dirty="0" err="1"/>
              <a:t>only</a:t>
            </a:r>
            <a:endParaRPr lang="nl-NL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DE243-79EE-07CE-ED36-9C4AA4D99144}"/>
              </a:ext>
            </a:extLst>
          </p:cNvPr>
          <p:cNvSpPr txBox="1"/>
          <p:nvPr/>
        </p:nvSpPr>
        <p:spPr>
          <a:xfrm>
            <a:off x="434631" y="4306050"/>
            <a:ext cx="3364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Adults</a:t>
            </a:r>
            <a:br>
              <a:rPr lang="nl-NL" dirty="0"/>
            </a:br>
            <a:br>
              <a:rPr lang="nl-NL" dirty="0"/>
            </a:br>
            <a:r>
              <a:rPr lang="nl-NL" dirty="0"/>
              <a:t>  - </a:t>
            </a:r>
            <a:r>
              <a:rPr lang="nl-NL" dirty="0" err="1"/>
              <a:t>suppl</a:t>
            </a:r>
            <a:r>
              <a:rPr lang="nl-NL" dirty="0"/>
              <a:t>. users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/>
              <a:t>  - non-</a:t>
            </a:r>
            <a:r>
              <a:rPr lang="nl-NL" dirty="0" err="1"/>
              <a:t>suppl</a:t>
            </a:r>
            <a:r>
              <a:rPr lang="nl-NL" dirty="0"/>
              <a:t>. users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CE28DC-E731-BDC4-900B-5390EED1AFB9}"/>
              </a:ext>
            </a:extLst>
          </p:cNvPr>
          <p:cNvGrpSpPr/>
          <p:nvPr/>
        </p:nvGrpSpPr>
        <p:grpSpPr>
          <a:xfrm>
            <a:off x="4443135" y="1065611"/>
            <a:ext cx="3331800" cy="1528986"/>
            <a:chOff x="3265578" y="2637491"/>
            <a:chExt cx="3331800" cy="1528986"/>
          </a:xfrm>
        </p:grpSpPr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AED687AB-4B69-4272-46ED-2338BC97ADCC}"/>
                </a:ext>
              </a:extLst>
            </p:cNvPr>
            <p:cNvSpPr/>
            <p:nvPr/>
          </p:nvSpPr>
          <p:spPr>
            <a:xfrm>
              <a:off x="3637951" y="3365875"/>
              <a:ext cx="2556342" cy="387354"/>
            </a:xfrm>
            <a:prstGeom prst="left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8BAF836-2343-8F94-DBA3-07E5D2EE3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7951" y="2908164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7E7C8A2-06B7-561C-880B-F27B4A42DC9D}"/>
                </a:ext>
              </a:extLst>
            </p:cNvPr>
            <p:cNvCxnSpPr/>
            <p:nvPr/>
          </p:nvCxnSpPr>
          <p:spPr>
            <a:xfrm>
              <a:off x="4419606" y="3294240"/>
              <a:ext cx="0" cy="565928"/>
            </a:xfrm>
            <a:prstGeom prst="line">
              <a:avLst/>
            </a:prstGeom>
            <a:ln w="3810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0C1E5-84DC-5AB3-4C78-235782826EED}"/>
                </a:ext>
              </a:extLst>
            </p:cNvPr>
            <p:cNvSpPr txBox="1"/>
            <p:nvPr/>
          </p:nvSpPr>
          <p:spPr>
            <a:xfrm>
              <a:off x="3397580" y="2644246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LB</a:t>
              </a:r>
              <a:endParaRPr lang="nl-NL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2ED1F8-6AA8-1298-F446-CC76829388D3}"/>
                </a:ext>
              </a:extLst>
            </p:cNvPr>
            <p:cNvSpPr txBox="1"/>
            <p:nvPr/>
          </p:nvSpPr>
          <p:spPr>
            <a:xfrm>
              <a:off x="6033014" y="2637491"/>
              <a:ext cx="461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UB</a:t>
              </a:r>
              <a:endParaRPr lang="nl-NL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EAF35B6-2E22-812B-5FC7-EBF97D1D016A}"/>
                </a:ext>
              </a:extLst>
            </p:cNvPr>
            <p:cNvSpPr txBox="1"/>
            <p:nvPr/>
          </p:nvSpPr>
          <p:spPr>
            <a:xfrm>
              <a:off x="4189046" y="2900515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</a:t>
              </a:r>
              <a:endParaRPr lang="nl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0CA1A43-1B8B-65D6-FDF0-707E1F3D1702}"/>
                </a:ext>
              </a:extLst>
            </p:cNvPr>
            <p:cNvSpPr txBox="1"/>
            <p:nvPr/>
          </p:nvSpPr>
          <p:spPr>
            <a:xfrm>
              <a:off x="3265578" y="3809276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9.3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54FD018-3430-8B59-20D9-BBB7545909ED}"/>
                </a:ext>
              </a:extLst>
            </p:cNvPr>
            <p:cNvSpPr txBox="1"/>
            <p:nvPr/>
          </p:nvSpPr>
          <p:spPr>
            <a:xfrm>
              <a:off x="5883394" y="3805432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12.9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03F1E7-2C9A-54C4-1787-70867EC623D6}"/>
                </a:ext>
              </a:extLst>
            </p:cNvPr>
            <p:cNvSpPr txBox="1"/>
            <p:nvPr/>
          </p:nvSpPr>
          <p:spPr>
            <a:xfrm>
              <a:off x="4020106" y="3858700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10.3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1B380B8-1123-A546-E82C-352C5BB7D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5440" y="2924348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D6E17F7-9E49-4F93-BD21-7A066533EAB8}"/>
              </a:ext>
            </a:extLst>
          </p:cNvPr>
          <p:cNvSpPr txBox="1"/>
          <p:nvPr/>
        </p:nvSpPr>
        <p:spPr>
          <a:xfrm>
            <a:off x="8552603" y="2310339"/>
            <a:ext cx="3054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Doesn’t</a:t>
            </a:r>
            <a:r>
              <a:rPr lang="nl-NL" dirty="0"/>
              <a:t> </a:t>
            </a:r>
            <a:r>
              <a:rPr lang="nl-NL" dirty="0" err="1"/>
              <a:t>seem</a:t>
            </a:r>
            <a:r>
              <a:rPr lang="nl-NL" dirty="0"/>
              <a:t> like </a:t>
            </a:r>
            <a:br>
              <a:rPr lang="nl-NL" dirty="0"/>
            </a:br>
            <a:r>
              <a:rPr lang="nl-NL" dirty="0"/>
              <a:t>a significant </a:t>
            </a:r>
            <a:r>
              <a:rPr lang="nl-NL" dirty="0" err="1"/>
              <a:t>difference</a:t>
            </a:r>
            <a:r>
              <a:rPr lang="nl-NL" dirty="0"/>
              <a:t>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B7312F1-8E70-E8F9-3A39-ECF9D3C87A15}"/>
              </a:ext>
            </a:extLst>
          </p:cNvPr>
          <p:cNvGrpSpPr/>
          <p:nvPr/>
        </p:nvGrpSpPr>
        <p:grpSpPr>
          <a:xfrm>
            <a:off x="4258001" y="3815279"/>
            <a:ext cx="5658156" cy="1544161"/>
            <a:chOff x="1135079" y="2654475"/>
            <a:chExt cx="5658156" cy="1544161"/>
          </a:xfrm>
        </p:grpSpPr>
        <p:sp>
          <p:nvSpPr>
            <p:cNvPr id="47" name="Arrow: Left-Right 46">
              <a:extLst>
                <a:ext uri="{FF2B5EF4-FFF2-40B4-BE49-F238E27FC236}">
                  <a16:creationId xmlns:a16="http://schemas.microsoft.com/office/drawing/2014/main" id="{170FAF6D-54AD-0BA3-49E3-53FC157AA846}"/>
                </a:ext>
              </a:extLst>
            </p:cNvPr>
            <p:cNvSpPr/>
            <p:nvPr/>
          </p:nvSpPr>
          <p:spPr>
            <a:xfrm>
              <a:off x="1539469" y="3365875"/>
              <a:ext cx="4901828" cy="387354"/>
            </a:xfrm>
            <a:prstGeom prst="left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D385D61-71CA-32D5-55A6-5DE8725F46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7452" y="2989747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8967135-D665-69AC-7C83-B314A179C9B5}"/>
                </a:ext>
              </a:extLst>
            </p:cNvPr>
            <p:cNvCxnSpPr/>
            <p:nvPr/>
          </p:nvCxnSpPr>
          <p:spPr>
            <a:xfrm>
              <a:off x="4419606" y="3294240"/>
              <a:ext cx="0" cy="565928"/>
            </a:xfrm>
            <a:prstGeom prst="line">
              <a:avLst/>
            </a:prstGeom>
            <a:ln w="3810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069002-544F-5518-C55D-3053C2D4AFD0}"/>
                </a:ext>
              </a:extLst>
            </p:cNvPr>
            <p:cNvSpPr txBox="1"/>
            <p:nvPr/>
          </p:nvSpPr>
          <p:spPr>
            <a:xfrm>
              <a:off x="1267081" y="2725829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LB</a:t>
              </a:r>
              <a:endParaRPr lang="nl-NL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5A1513C-0C52-2718-D14E-7013F0F7CAC2}"/>
                </a:ext>
              </a:extLst>
            </p:cNvPr>
            <p:cNvSpPr txBox="1"/>
            <p:nvPr/>
          </p:nvSpPr>
          <p:spPr>
            <a:xfrm>
              <a:off x="6228871" y="2654475"/>
              <a:ext cx="461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UB</a:t>
              </a:r>
              <a:endParaRPr lang="nl-NL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D200452-4248-A119-19F3-5A0504ECA946}"/>
                </a:ext>
              </a:extLst>
            </p:cNvPr>
            <p:cNvSpPr txBox="1"/>
            <p:nvPr/>
          </p:nvSpPr>
          <p:spPr>
            <a:xfrm>
              <a:off x="4189046" y="2900515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</a:t>
              </a:r>
              <a:endParaRPr lang="nl-NL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8564F72-CF77-9283-86E8-FC8A2A97A822}"/>
                </a:ext>
              </a:extLst>
            </p:cNvPr>
            <p:cNvSpPr txBox="1"/>
            <p:nvPr/>
          </p:nvSpPr>
          <p:spPr>
            <a:xfrm>
              <a:off x="1135079" y="3890859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9.3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3F419D-6E28-A290-4885-024909C1A927}"/>
                </a:ext>
              </a:extLst>
            </p:cNvPr>
            <p:cNvSpPr txBox="1"/>
            <p:nvPr/>
          </p:nvSpPr>
          <p:spPr>
            <a:xfrm>
              <a:off x="6079251" y="3822416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15.4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728EC47-6B35-94E9-96A4-A093CBCC8B01}"/>
                </a:ext>
              </a:extLst>
            </p:cNvPr>
            <p:cNvSpPr txBox="1"/>
            <p:nvPr/>
          </p:nvSpPr>
          <p:spPr>
            <a:xfrm>
              <a:off x="4020106" y="3858700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12.9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9A69CBE-A378-0C95-5659-E36D5FA30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1297" y="2941332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1EBBF0-7D5E-5A22-BD08-E51F42573B40}"/>
              </a:ext>
            </a:extLst>
          </p:cNvPr>
          <p:cNvGrpSpPr/>
          <p:nvPr/>
        </p:nvGrpSpPr>
        <p:grpSpPr>
          <a:xfrm>
            <a:off x="2513889" y="5058128"/>
            <a:ext cx="2507084" cy="1472807"/>
            <a:chOff x="2899817" y="2780976"/>
            <a:chExt cx="2507084" cy="1472807"/>
          </a:xfrm>
        </p:grpSpPr>
        <p:sp>
          <p:nvSpPr>
            <p:cNvPr id="58" name="Arrow: Left-Right 57">
              <a:extLst>
                <a:ext uri="{FF2B5EF4-FFF2-40B4-BE49-F238E27FC236}">
                  <a16:creationId xmlns:a16="http://schemas.microsoft.com/office/drawing/2014/main" id="{E99954B1-EC02-97B4-B92E-864459D94732}"/>
                </a:ext>
              </a:extLst>
            </p:cNvPr>
            <p:cNvSpPr/>
            <p:nvPr/>
          </p:nvSpPr>
          <p:spPr>
            <a:xfrm>
              <a:off x="3296951" y="3365875"/>
              <a:ext cx="1664113" cy="387354"/>
            </a:xfrm>
            <a:prstGeom prst="left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AEE832E-7AB7-42C9-F969-33CAF7080E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2190" y="3044894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08EE4FC-9ADB-02A3-4A2D-0286B3E37237}"/>
                </a:ext>
              </a:extLst>
            </p:cNvPr>
            <p:cNvCxnSpPr/>
            <p:nvPr/>
          </p:nvCxnSpPr>
          <p:spPr>
            <a:xfrm>
              <a:off x="4419606" y="3294240"/>
              <a:ext cx="0" cy="565928"/>
            </a:xfrm>
            <a:prstGeom prst="line">
              <a:avLst/>
            </a:prstGeom>
            <a:ln w="3810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B7DBCFD-76A7-9C26-9F3E-7A6605514934}"/>
                </a:ext>
              </a:extLst>
            </p:cNvPr>
            <p:cNvSpPr txBox="1"/>
            <p:nvPr/>
          </p:nvSpPr>
          <p:spPr>
            <a:xfrm>
              <a:off x="3031819" y="2780976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LB</a:t>
              </a:r>
              <a:endParaRPr lang="nl-NL" sz="14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DE6818-B8A2-565E-6388-6764C797B263}"/>
                </a:ext>
              </a:extLst>
            </p:cNvPr>
            <p:cNvSpPr txBox="1"/>
            <p:nvPr/>
          </p:nvSpPr>
          <p:spPr>
            <a:xfrm>
              <a:off x="4945780" y="3052024"/>
              <a:ext cx="461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UB</a:t>
              </a:r>
              <a:endParaRPr lang="nl-NL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D6FCDE2-B178-4B6E-DE2D-1534302F14AD}"/>
                </a:ext>
              </a:extLst>
            </p:cNvPr>
            <p:cNvSpPr txBox="1"/>
            <p:nvPr/>
          </p:nvSpPr>
          <p:spPr>
            <a:xfrm>
              <a:off x="4189046" y="2900515"/>
              <a:ext cx="4611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</a:t>
              </a:r>
              <a:endParaRPr lang="nl-NL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E1E4044-7CAF-1E68-7234-F6ADFF7A9FB0}"/>
                </a:ext>
              </a:extLst>
            </p:cNvPr>
            <p:cNvSpPr txBox="1"/>
            <p:nvPr/>
          </p:nvSpPr>
          <p:spPr>
            <a:xfrm>
              <a:off x="2899817" y="3946006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5.6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B1F13F3-74B3-03B8-D334-1D807CF63D60}"/>
                </a:ext>
              </a:extLst>
            </p:cNvPr>
            <p:cNvSpPr txBox="1"/>
            <p:nvPr/>
          </p:nvSpPr>
          <p:spPr>
            <a:xfrm>
              <a:off x="4627273" y="3908535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9.2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8EC8CDE-D492-91C2-DA13-F6AE64D5FD3D}"/>
                </a:ext>
              </a:extLst>
            </p:cNvPr>
            <p:cNvSpPr txBox="1"/>
            <p:nvPr/>
          </p:nvSpPr>
          <p:spPr>
            <a:xfrm>
              <a:off x="4020106" y="3858700"/>
              <a:ext cx="713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7.6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6461498-5FB4-DFA2-F613-76F20B0CD6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9319" y="3027451"/>
              <a:ext cx="6459" cy="934352"/>
            </a:xfrm>
            <a:prstGeom prst="line">
              <a:avLst/>
            </a:prstGeom>
            <a:ln w="3810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83EAF1E-F436-9CDA-57DE-56BB212CBCCB}"/>
              </a:ext>
            </a:extLst>
          </p:cNvPr>
          <p:cNvSpPr txBox="1"/>
          <p:nvPr/>
        </p:nvSpPr>
        <p:spPr>
          <a:xfrm>
            <a:off x="7500020" y="5501097"/>
            <a:ext cx="3054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Seems</a:t>
            </a:r>
            <a:r>
              <a:rPr lang="nl-NL" dirty="0"/>
              <a:t> like</a:t>
            </a:r>
            <a:br>
              <a:rPr lang="nl-NL" dirty="0"/>
            </a:br>
            <a:r>
              <a:rPr lang="nl-NL" dirty="0"/>
              <a:t>a significant </a:t>
            </a:r>
            <a:r>
              <a:rPr lang="nl-NL" dirty="0" err="1"/>
              <a:t>difference</a:t>
            </a:r>
            <a:r>
              <a:rPr lang="nl-NL" dirty="0"/>
              <a:t>.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EDA63C2-85E8-EAFF-8DF0-2A63F54FC43D}"/>
              </a:ext>
            </a:extLst>
          </p:cNvPr>
          <p:cNvCxnSpPr/>
          <p:nvPr/>
        </p:nvCxnSpPr>
        <p:spPr>
          <a:xfrm flipV="1">
            <a:off x="0" y="3859443"/>
            <a:ext cx="12382052" cy="35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306036"/>
      </p:ext>
    </p:extLst>
  </p:cSld>
  <p:clrMapOvr>
    <a:masterClrMapping/>
  </p:clrMapOvr>
</p:sld>
</file>

<file path=ppt/theme/theme1.xml><?xml version="1.0" encoding="utf-8"?>
<a:theme xmlns:a="http://schemas.openxmlformats.org/drawingml/2006/main" name="Rijkshuisstijl Robijnrood">
  <a:themeElements>
    <a:clrScheme name="Aangepast 56">
      <a:dk1>
        <a:srgbClr val="000000"/>
      </a:dk1>
      <a:lt1>
        <a:srgbClr val="FFFFFF"/>
      </a:lt1>
      <a:dk2>
        <a:srgbClr val="CA005D"/>
      </a:dk2>
      <a:lt2>
        <a:srgbClr val="F6D8E6"/>
      </a:lt2>
      <a:accent1>
        <a:srgbClr val="F9E11E"/>
      </a:accent1>
      <a:accent2>
        <a:srgbClr val="FFB612"/>
      </a:accent2>
      <a:accent3>
        <a:srgbClr val="777C00"/>
      </a:accent3>
      <a:accent4>
        <a:srgbClr val="75D1B5"/>
      </a:accent4>
      <a:accent5>
        <a:srgbClr val="8EC9E7"/>
      </a:accent5>
      <a:accent6>
        <a:srgbClr val="017BC6"/>
      </a:accent6>
      <a:hlink>
        <a:srgbClr val="CA205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E3AF7736-6FA2-456B-8671-7F86E75B7F3E}"/>
    </a:ext>
  </a:extLst>
</a:theme>
</file>

<file path=ppt/theme/theme2.xml><?xml version="1.0" encoding="utf-8"?>
<a:theme xmlns:a="http://schemas.openxmlformats.org/drawingml/2006/main" name="Rijkshuisstijl Rood">
  <a:themeElements>
    <a:clrScheme name="Rijks Rood">
      <a:dk1>
        <a:srgbClr val="000000"/>
      </a:dk1>
      <a:lt1>
        <a:srgbClr val="FFFFFF"/>
      </a:lt1>
      <a:dk2>
        <a:srgbClr val="D52A1C"/>
      </a:dk2>
      <a:lt2>
        <a:srgbClr val="F8DFDC"/>
      </a:lt2>
      <a:accent1>
        <a:srgbClr val="38870D"/>
      </a:accent1>
      <a:accent2>
        <a:srgbClr val="42145F"/>
      </a:accent2>
      <a:accent3>
        <a:srgbClr val="E17000"/>
      </a:accent3>
      <a:accent4>
        <a:srgbClr val="777C00"/>
      </a:accent4>
      <a:accent5>
        <a:srgbClr val="75D1B5"/>
      </a:accent5>
      <a:accent6>
        <a:srgbClr val="F9E11E"/>
      </a:accent6>
      <a:hlink>
        <a:srgbClr val="D52A1C"/>
      </a:hlink>
      <a:folHlink>
        <a:srgbClr val="F2BEBA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5FFD4F9C-A2B3-410A-AFA1-F347CAC98963}"/>
    </a:ext>
  </a:extLst>
</a:theme>
</file>

<file path=ppt/theme/theme3.xml><?xml version="1.0" encoding="utf-8"?>
<a:theme xmlns:a="http://schemas.openxmlformats.org/drawingml/2006/main" name="Rijkshuisstijl Roze">
  <a:themeElements>
    <a:clrScheme name="Aangepast 57">
      <a:dk1>
        <a:srgbClr val="000000"/>
      </a:dk1>
      <a:lt1>
        <a:srgbClr val="FFFFFF"/>
      </a:lt1>
      <a:dk2>
        <a:srgbClr val="F092CD"/>
      </a:dk2>
      <a:lt2>
        <a:srgbClr val="FCEEF7"/>
      </a:lt2>
      <a:accent1>
        <a:srgbClr val="CA005D"/>
      </a:accent1>
      <a:accent2>
        <a:srgbClr val="42145F"/>
      </a:accent2>
      <a:accent3>
        <a:srgbClr val="00689A"/>
      </a:accent3>
      <a:accent4>
        <a:srgbClr val="663227"/>
      </a:accent4>
      <a:accent5>
        <a:srgbClr val="275837"/>
      </a:accent5>
      <a:accent6>
        <a:srgbClr val="75D1B5"/>
      </a:accent6>
      <a:hlink>
        <a:srgbClr val="F092C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25203823-7882-4036-9969-89E559391B3E}"/>
    </a:ext>
  </a:extLst>
</a:theme>
</file>

<file path=ppt/theme/theme4.xml><?xml version="1.0" encoding="utf-8"?>
<a:theme xmlns:a="http://schemas.openxmlformats.org/drawingml/2006/main" name="Rijkshuisstijl Donkergeel">
  <a:themeElements>
    <a:clrScheme name="Rijks Donkergeel">
      <a:dk1>
        <a:srgbClr val="000000"/>
      </a:dk1>
      <a:lt1>
        <a:srgbClr val="FFFFFF"/>
      </a:lt1>
      <a:dk2>
        <a:srgbClr val="FFB612"/>
      </a:dk2>
      <a:lt2>
        <a:srgbClr val="FEE8B7"/>
      </a:lt2>
      <a:accent1>
        <a:srgbClr val="E17000"/>
      </a:accent1>
      <a:accent2>
        <a:srgbClr val="42145F"/>
      </a:accent2>
      <a:accent3>
        <a:srgbClr val="00689A"/>
      </a:accent3>
      <a:accent4>
        <a:srgbClr val="A90061"/>
      </a:accent4>
      <a:accent5>
        <a:srgbClr val="663227"/>
      </a:accent5>
      <a:accent6>
        <a:srgbClr val="275837"/>
      </a:accent6>
      <a:hlink>
        <a:srgbClr val="FFB612"/>
      </a:hlink>
      <a:folHlink>
        <a:srgbClr val="F6D4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5FC640F1-1280-492F-9366-1568D2EBFEA4}"/>
    </a:ext>
  </a:extLst>
</a:theme>
</file>

<file path=ppt/theme/theme5.xml><?xml version="1.0" encoding="utf-8"?>
<a:theme xmlns:a="http://schemas.openxmlformats.org/drawingml/2006/main" name="Rijkshuisstijl Donkergroen">
  <a:themeElements>
    <a:clrScheme name="Rijks Donkergroen">
      <a:dk1>
        <a:srgbClr val="000000"/>
      </a:dk1>
      <a:lt1>
        <a:srgbClr val="FFFFFF"/>
      </a:lt1>
      <a:dk2>
        <a:srgbClr val="275837"/>
      </a:dk2>
      <a:lt2>
        <a:srgbClr val="DEE5E1"/>
      </a:lt2>
      <a:accent1>
        <a:srgbClr val="F092CD"/>
      </a:accent1>
      <a:accent2>
        <a:srgbClr val="FFB612"/>
      </a:accent2>
      <a:accent3>
        <a:srgbClr val="8EC9E7"/>
      </a:accent3>
      <a:accent4>
        <a:srgbClr val="75D1B5"/>
      </a:accent4>
      <a:accent5>
        <a:srgbClr val="94700A"/>
      </a:accent5>
      <a:accent6>
        <a:srgbClr val="A90061"/>
      </a:accent6>
      <a:hlink>
        <a:srgbClr val="275837"/>
      </a:hlink>
      <a:folHlink>
        <a:srgbClr val="BDCDC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CA79EFF4-A687-4D26-9147-38B212EA5152}"/>
    </a:ext>
  </a:extLst>
</a:theme>
</file>

<file path=ppt/theme/theme6.xml><?xml version="1.0" encoding="utf-8"?>
<a:theme xmlns:a="http://schemas.openxmlformats.org/drawingml/2006/main" name="Rijkshuisstijl Geel">
  <a:themeElements>
    <a:clrScheme name="Rijks Geel">
      <a:dk1>
        <a:srgbClr val="000000"/>
      </a:dk1>
      <a:lt1>
        <a:srgbClr val="FFFFFF"/>
      </a:lt1>
      <a:dk2>
        <a:srgbClr val="F9E11E"/>
      </a:dk2>
      <a:lt2>
        <a:srgbClr val="FEFBDC"/>
      </a:lt2>
      <a:accent1>
        <a:srgbClr val="94700A"/>
      </a:accent1>
      <a:accent2>
        <a:srgbClr val="00689A"/>
      </a:accent2>
      <a:accent3>
        <a:srgbClr val="42145F"/>
      </a:accent3>
      <a:accent4>
        <a:srgbClr val="38870D"/>
      </a:accent4>
      <a:accent5>
        <a:srgbClr val="777C00"/>
      </a:accent5>
      <a:accent6>
        <a:srgbClr val="A90061"/>
      </a:accent6>
      <a:hlink>
        <a:srgbClr val="94700A"/>
      </a:hlink>
      <a:folHlink>
        <a:srgbClr val="DFD4B4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061F48A2-F6AC-4CB1-8FFE-29522CCADC65}"/>
    </a:ext>
  </a:extLst>
</a:theme>
</file>

<file path=ppt/theme/theme7.xml><?xml version="1.0" encoding="utf-8"?>
<a:theme xmlns:a="http://schemas.openxmlformats.org/drawingml/2006/main" name="Rijkshuisstijl Groen">
  <a:themeElements>
    <a:clrScheme name="Rijks Groen">
      <a:dk1>
        <a:srgbClr val="000000"/>
      </a:dk1>
      <a:lt1>
        <a:srgbClr val="FFFFFF"/>
      </a:lt1>
      <a:dk2>
        <a:srgbClr val="38870D"/>
      </a:dk2>
      <a:lt2>
        <a:srgbClr val="E0EDDB"/>
      </a:lt2>
      <a:accent1>
        <a:srgbClr val="F9E11E"/>
      </a:accent1>
      <a:accent2>
        <a:srgbClr val="663227"/>
      </a:accent2>
      <a:accent3>
        <a:srgbClr val="FFB612"/>
      </a:accent3>
      <a:accent4>
        <a:srgbClr val="275837"/>
      </a:accent4>
      <a:accent5>
        <a:srgbClr val="00689A"/>
      </a:accent5>
      <a:accent6>
        <a:srgbClr val="42145F"/>
      </a:accent6>
      <a:hlink>
        <a:srgbClr val="38870D"/>
      </a:hlink>
      <a:folHlink>
        <a:srgbClr val="E0EDDB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B861245E-46A3-4B64-9C51-B458BC45AEDB}"/>
    </a:ext>
  </a:extLst>
</a:theme>
</file>

<file path=ppt/theme/theme8.xml><?xml version="1.0" encoding="utf-8"?>
<a:theme xmlns:a="http://schemas.openxmlformats.org/drawingml/2006/main" name="Rijkshuisstijl Hemelblauw">
  <a:themeElements>
    <a:clrScheme name="Aangepast 3">
      <a:dk1>
        <a:srgbClr val="000000"/>
      </a:dk1>
      <a:lt1>
        <a:srgbClr val="FFFFFF"/>
      </a:lt1>
      <a:dk2>
        <a:srgbClr val="007BC7"/>
      </a:dk2>
      <a:lt2>
        <a:srgbClr val="D9EBF6"/>
      </a:lt2>
      <a:accent1>
        <a:srgbClr val="42145F"/>
      </a:accent1>
      <a:accent2>
        <a:srgbClr val="38870D"/>
      </a:accent2>
      <a:accent3>
        <a:srgbClr val="00689A"/>
      </a:accent3>
      <a:accent4>
        <a:srgbClr val="F9E11E"/>
      </a:accent4>
      <a:accent5>
        <a:srgbClr val="275837"/>
      </a:accent5>
      <a:accent6>
        <a:srgbClr val="94700A"/>
      </a:accent6>
      <a:hlink>
        <a:srgbClr val="017BC6"/>
      </a:hlink>
      <a:folHlink>
        <a:srgbClr val="B2D6E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1DDE7887-A7C6-426C-AB32-FB632C4EB0BE}"/>
    </a:ext>
  </a:extLst>
</a:theme>
</file>

<file path=ppt/theme/theme9.xml><?xml version="1.0" encoding="utf-8"?>
<a:theme xmlns:a="http://schemas.openxmlformats.org/drawingml/2006/main" name="Rijkshuisstijl Lichtblauw">
  <a:themeElements>
    <a:clrScheme name="Rijks Licht Blauw">
      <a:dk1>
        <a:srgbClr val="000000"/>
      </a:dk1>
      <a:lt1>
        <a:srgbClr val="FFFFFF"/>
      </a:lt1>
      <a:dk2>
        <a:srgbClr val="8EC9E7"/>
      </a:dk2>
      <a:lt2>
        <a:srgbClr val="EDF7FB"/>
      </a:lt2>
      <a:accent1>
        <a:srgbClr val="017BC6"/>
      </a:accent1>
      <a:accent2>
        <a:srgbClr val="FFB612"/>
      </a:accent2>
      <a:accent3>
        <a:srgbClr val="42145F"/>
      </a:accent3>
      <a:accent4>
        <a:srgbClr val="00689A"/>
      </a:accent4>
      <a:accent5>
        <a:srgbClr val="663227"/>
      </a:accent5>
      <a:accent6>
        <a:srgbClr val="38870D"/>
      </a:accent6>
      <a:hlink>
        <a:srgbClr val="017BC6"/>
      </a:hlink>
      <a:folHlink>
        <a:srgbClr val="B2D6E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63551383-6F14-450A-B06B-B2BF11F28FB6}"/>
    </a:ext>
  </a:extLst>
</a:theme>
</file>

<file path=ppt/theme/theme10.xml><?xml version="1.0" encoding="utf-8"?>
<a:theme xmlns:a="http://schemas.openxmlformats.org/drawingml/2006/main" name="Rijkshuisstijl Mintgroen">
  <a:themeElements>
    <a:clrScheme name="Rijks Mintgroen">
      <a:dk1>
        <a:srgbClr val="000000"/>
      </a:dk1>
      <a:lt1>
        <a:srgbClr val="FFFFFF"/>
      </a:lt1>
      <a:dk2>
        <a:srgbClr val="75D1B5"/>
      </a:dk2>
      <a:lt2>
        <a:srgbClr val="D6F1E8"/>
      </a:lt2>
      <a:accent1>
        <a:srgbClr val="38870D"/>
      </a:accent1>
      <a:accent2>
        <a:srgbClr val="F9E11E"/>
      </a:accent2>
      <a:accent3>
        <a:srgbClr val="42145F"/>
      </a:accent3>
      <a:accent4>
        <a:srgbClr val="00689A"/>
      </a:accent4>
      <a:accent5>
        <a:srgbClr val="663227"/>
      </a:accent5>
      <a:accent6>
        <a:srgbClr val="A90061"/>
      </a:accent6>
      <a:hlink>
        <a:srgbClr val="38870D"/>
      </a:hlink>
      <a:folHlink>
        <a:srgbClr val="E0EDDB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E6FD8DCB-333A-4ED8-BE45-55E8A62D072E}"/>
    </a:ext>
  </a:extLst>
</a:theme>
</file>

<file path=ppt/theme/theme11.xml><?xml version="1.0" encoding="utf-8"?>
<a:theme xmlns:a="http://schemas.openxmlformats.org/drawingml/2006/main" name="Rijkshuisstijl Mosgroen">
  <a:themeElements>
    <a:clrScheme name="Rijks Mosgroen">
      <a:dk1>
        <a:srgbClr val="000000"/>
      </a:dk1>
      <a:lt1>
        <a:srgbClr val="FFFFFF"/>
      </a:lt1>
      <a:dk2>
        <a:srgbClr val="777C00"/>
      </a:dk2>
      <a:lt2>
        <a:srgbClr val="EAEBD8"/>
      </a:lt2>
      <a:accent1>
        <a:srgbClr val="F9E11E"/>
      </a:accent1>
      <a:accent2>
        <a:srgbClr val="42145F"/>
      </a:accent2>
      <a:accent3>
        <a:srgbClr val="38870D"/>
      </a:accent3>
      <a:accent4>
        <a:srgbClr val="017BC6"/>
      </a:accent4>
      <a:accent5>
        <a:srgbClr val="75D1B5"/>
      </a:accent5>
      <a:accent6>
        <a:srgbClr val="8EC9E7"/>
      </a:accent6>
      <a:hlink>
        <a:srgbClr val="777C00"/>
      </a:hlink>
      <a:folHlink>
        <a:srgbClr val="D6D6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0AD67599-C3E2-4799-8F15-C30619C727B8}"/>
    </a:ext>
  </a:extLst>
</a:theme>
</file>

<file path=ppt/theme/theme12.xml><?xml version="1.0" encoding="utf-8"?>
<a:theme xmlns:a="http://schemas.openxmlformats.org/drawingml/2006/main" name="Rijkshuisstijl Violet">
  <a:themeElements>
    <a:clrScheme name="Rijks Oranje">
      <a:dk1>
        <a:srgbClr val="000000"/>
      </a:dk1>
      <a:lt1>
        <a:srgbClr val="FFFFFF"/>
      </a:lt1>
      <a:dk2>
        <a:srgbClr val="E17000"/>
      </a:dk2>
      <a:lt2>
        <a:srgbClr val="FBE9D8"/>
      </a:lt2>
      <a:accent1>
        <a:srgbClr val="777C00"/>
      </a:accent1>
      <a:accent2>
        <a:srgbClr val="42145F"/>
      </a:accent2>
      <a:accent3>
        <a:srgbClr val="00689A"/>
      </a:accent3>
      <a:accent4>
        <a:srgbClr val="663227"/>
      </a:accent4>
      <a:accent5>
        <a:srgbClr val="38870D"/>
      </a:accent5>
      <a:accent6>
        <a:srgbClr val="FFB612"/>
      </a:accent6>
      <a:hlink>
        <a:srgbClr val="E17000"/>
      </a:hlink>
      <a:folHlink>
        <a:srgbClr val="F6D4B2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D31876C5-C5A3-4404-A8AF-61C4FBF0D143}"/>
    </a:ext>
  </a:extLst>
</a:theme>
</file>

<file path=ppt/theme/theme13.xml><?xml version="1.0" encoding="utf-8"?>
<a:theme xmlns:a="http://schemas.openxmlformats.org/drawingml/2006/main" name="Rijkshuisstijl Paars">
  <a:themeElements>
    <a:clrScheme name="Rijks Paars">
      <a:dk1>
        <a:srgbClr val="000000"/>
      </a:dk1>
      <a:lt1>
        <a:srgbClr val="FFFFFF"/>
      </a:lt1>
      <a:dk2>
        <a:srgbClr val="42145F"/>
      </a:dk2>
      <a:lt2>
        <a:srgbClr val="E2DBE6"/>
      </a:lt2>
      <a:accent1>
        <a:srgbClr val="E17000"/>
      </a:accent1>
      <a:accent2>
        <a:srgbClr val="777C00"/>
      </a:accent2>
      <a:accent3>
        <a:srgbClr val="FFB612"/>
      </a:accent3>
      <a:accent4>
        <a:srgbClr val="94700A"/>
      </a:accent4>
      <a:accent5>
        <a:srgbClr val="F9E11E"/>
      </a:accent5>
      <a:accent6>
        <a:srgbClr val="38870D"/>
      </a:accent6>
      <a:hlink>
        <a:srgbClr val="42145F"/>
      </a:hlink>
      <a:folHlink>
        <a:srgbClr val="C6B7CE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8D236998-B3BD-4A1D-B48B-2EF8FCD7FE7B}"/>
    </a:ext>
  </a:extLst>
</a:theme>
</file>

<file path=ppt/theme/theme14.xml><?xml version="1.0" encoding="utf-8"?>
<a:theme xmlns:a="http://schemas.openxmlformats.org/drawingml/2006/main" name="Rijkshuisstijl Bruin">
  <a:themeElements>
    <a:clrScheme name="Rijks Bruin 1">
      <a:dk1>
        <a:srgbClr val="000000"/>
      </a:dk1>
      <a:lt1>
        <a:srgbClr val="FFFFFF"/>
      </a:lt1>
      <a:dk2>
        <a:srgbClr val="94700A"/>
      </a:dk2>
      <a:lt2>
        <a:srgbClr val="EFEADA"/>
      </a:lt2>
      <a:accent1>
        <a:srgbClr val="42145F"/>
      </a:accent1>
      <a:accent2>
        <a:srgbClr val="F9E11E"/>
      </a:accent2>
      <a:accent3>
        <a:srgbClr val="38870D"/>
      </a:accent3>
      <a:accent4>
        <a:srgbClr val="D52A1C"/>
      </a:accent4>
      <a:accent5>
        <a:srgbClr val="017BC6"/>
      </a:accent5>
      <a:accent6>
        <a:srgbClr val="E17000"/>
      </a:accent6>
      <a:hlink>
        <a:srgbClr val="94700A"/>
      </a:hlink>
      <a:folHlink>
        <a:srgbClr val="DFD4B4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06F8EBC2-3F7A-4110-8C70-FA1D4685469F}"/>
    </a:ext>
  </a:extLst>
</a:theme>
</file>

<file path=ppt/theme/theme15.xml><?xml version="1.0" encoding="utf-8"?>
<a:theme xmlns:a="http://schemas.openxmlformats.org/drawingml/2006/main" name="Rijkshuisstijl Donkerblauw">
  <a:themeElements>
    <a:clrScheme name="Rijks Donkerblauw">
      <a:dk1>
        <a:srgbClr val="000000"/>
      </a:dk1>
      <a:lt1>
        <a:srgbClr val="FFFFFF"/>
      </a:lt1>
      <a:dk2>
        <a:srgbClr val="00689A"/>
      </a:dk2>
      <a:lt2>
        <a:srgbClr val="E4EFF9"/>
      </a:lt2>
      <a:accent1>
        <a:srgbClr val="F092CD"/>
      </a:accent1>
      <a:accent2>
        <a:srgbClr val="F9E11E"/>
      </a:accent2>
      <a:accent3>
        <a:srgbClr val="FFB612"/>
      </a:accent3>
      <a:accent4>
        <a:srgbClr val="017BC6"/>
      </a:accent4>
      <a:accent5>
        <a:srgbClr val="75D1B5"/>
      </a:accent5>
      <a:accent6>
        <a:srgbClr val="E17000"/>
      </a:accent6>
      <a:hlink>
        <a:srgbClr val="00689A"/>
      </a:hlink>
      <a:folHlink>
        <a:srgbClr val="CCDFF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8984BF61-5F65-4A2C-BBD8-3597B13887E6}"/>
    </a:ext>
  </a:extLst>
</a:theme>
</file>

<file path=ppt/theme/theme16.xml><?xml version="1.0" encoding="utf-8"?>
<a:theme xmlns:a="http://schemas.openxmlformats.org/drawingml/2006/main" name="Rijkshuisstijl Donkerbruin">
  <a:themeElements>
    <a:clrScheme name="Rijks Donker Bruin">
      <a:dk1>
        <a:srgbClr val="000000"/>
      </a:dk1>
      <a:lt1>
        <a:srgbClr val="FFFFFF"/>
      </a:lt1>
      <a:dk2>
        <a:srgbClr val="663227"/>
      </a:dk2>
      <a:lt2>
        <a:srgbClr val="E7E1DE"/>
      </a:lt2>
      <a:accent1>
        <a:srgbClr val="A90061"/>
      </a:accent1>
      <a:accent2>
        <a:srgbClr val="D52A1C"/>
      </a:accent2>
      <a:accent3>
        <a:srgbClr val="FFB612"/>
      </a:accent3>
      <a:accent4>
        <a:srgbClr val="017BC6"/>
      </a:accent4>
      <a:accent5>
        <a:srgbClr val="38870D"/>
      </a:accent5>
      <a:accent6>
        <a:srgbClr val="F9E11E"/>
      </a:accent6>
      <a:hlink>
        <a:srgbClr val="663227"/>
      </a:hlink>
      <a:folHlink>
        <a:srgbClr val="D1C1BD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1F56C865-EE39-421D-BA6C-8E108ADC5BCB}"/>
    </a:ext>
  </a:extLst>
</a:theme>
</file>

<file path=ppt/theme/theme17.xml><?xml version="1.0" encoding="utf-8"?>
<a:theme xmlns:a="http://schemas.openxmlformats.org/drawingml/2006/main" name="1_Rijkshuisstijl Violet">
  <a:themeElements>
    <a:clrScheme name="Rijks Violet">
      <a:dk1>
        <a:srgbClr val="000000"/>
      </a:dk1>
      <a:lt1>
        <a:srgbClr val="FFFFFF"/>
      </a:lt1>
      <a:dk2>
        <a:srgbClr val="A90061"/>
      </a:dk2>
      <a:lt2>
        <a:srgbClr val="F6E5EF"/>
      </a:lt2>
      <a:accent1>
        <a:srgbClr val="42145F"/>
      </a:accent1>
      <a:accent2>
        <a:srgbClr val="F092CD"/>
      </a:accent2>
      <a:accent3>
        <a:srgbClr val="FFB612"/>
      </a:accent3>
      <a:accent4>
        <a:srgbClr val="8FCAE7"/>
      </a:accent4>
      <a:accent5>
        <a:srgbClr val="F9E11E"/>
      </a:accent5>
      <a:accent6>
        <a:srgbClr val="76D2B6"/>
      </a:accent6>
      <a:hlink>
        <a:srgbClr val="A90061"/>
      </a:hlink>
      <a:folHlink>
        <a:srgbClr val="E5B2CF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3F41A26C-0782-482E-9972-359FB2BA0F1D}"/>
    </a:ext>
  </a:extLst>
</a:theme>
</file>

<file path=ppt/theme/theme18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51666F-CE4B-4632-89E3-2027242490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211A53D-87D9-4077-9122-DF008AB8B1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2276C8-74A6-4C54-8466-1976C6FF19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577e6a0-5f74-4659-a81a-c7bdc984432d"/>
    <ds:schemaRef ds:uri="f5c8fe0e-f8db-4fac-9fd3-e69469f9c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sjabloon Engels</Template>
  <TotalTime>15052</TotalTime>
  <Words>3025</Words>
  <Application>Microsoft Office PowerPoint</Application>
  <PresentationFormat>Widescreen</PresentationFormat>
  <Paragraphs>377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26</vt:i4>
      </vt:variant>
    </vt:vector>
  </HeadingPairs>
  <TitlesOfParts>
    <vt:vector size="48" baseType="lpstr">
      <vt:lpstr>Arial</vt:lpstr>
      <vt:lpstr>Calibri</vt:lpstr>
      <vt:lpstr>Lucida Console</vt:lpstr>
      <vt:lpstr>Verdana</vt:lpstr>
      <vt:lpstr>Wingdings</vt:lpstr>
      <vt:lpstr>Rijkshuisstijl Robijnrood</vt:lpstr>
      <vt:lpstr>Rijkshuisstijl Rood</vt:lpstr>
      <vt:lpstr>Rijkshuisstijl Roze</vt:lpstr>
      <vt:lpstr>Rijkshuisstijl Donkergeel</vt:lpstr>
      <vt:lpstr>Rijkshuisstijl Donkergroen</vt:lpstr>
      <vt:lpstr>Rijkshuisstijl Geel</vt:lpstr>
      <vt:lpstr>Rijkshuisstijl Groen</vt:lpstr>
      <vt:lpstr>Rijkshuisstijl Hemelblauw</vt:lpstr>
      <vt:lpstr>Rijkshuisstijl Lichtblauw</vt:lpstr>
      <vt:lpstr>Rijkshuisstijl Mintgroen</vt:lpstr>
      <vt:lpstr>Rijkshuisstijl Mosgroen</vt:lpstr>
      <vt:lpstr>Rijkshuisstijl Violet</vt:lpstr>
      <vt:lpstr>Rijkshuisstijl Paars</vt:lpstr>
      <vt:lpstr>Rijkshuisstijl Bruin</vt:lpstr>
      <vt:lpstr>Rijkshuisstijl Donkerblauw</vt:lpstr>
      <vt:lpstr>Rijkshuisstijl Donkerbruin</vt:lpstr>
      <vt:lpstr>1_Rijkshuisstijl Violet</vt:lpstr>
      <vt:lpstr>Assess Uncertainty in Estimates by Bootstrap</vt:lpstr>
      <vt:lpstr>PowerPoint Presentation</vt:lpstr>
      <vt:lpstr>PowerPoint Presentation</vt:lpstr>
      <vt:lpstr>Theoretical way of finding uncertainty</vt:lpstr>
      <vt:lpstr>Dutch National Food Consumption Survey </vt:lpstr>
      <vt:lpstr>We cannot repeat the survey itself, but…</vt:lpstr>
      <vt:lpstr>PowerPoint Presentation</vt:lpstr>
      <vt:lpstr>Technical details</vt:lpstr>
      <vt:lpstr>Illustration: finding confidence intervals for mean calcium intake</vt:lpstr>
      <vt:lpstr>Bootstrap for f.spade - script</vt:lpstr>
      <vt:lpstr>Using f.spade.subgroups.bootstrap</vt:lpstr>
      <vt:lpstr>Strategy for running a new f.spade.bootstrap script</vt:lpstr>
      <vt:lpstr>Output in the Console</vt:lpstr>
      <vt:lpstr>Ouput console for f.spade.bootstrap</vt:lpstr>
      <vt:lpstr>Ouput console for f.spade.bootstrap</vt:lpstr>
      <vt:lpstr>Output of f.spade.bootstrap outside R</vt:lpstr>
      <vt:lpstr>Output pdf file in 1_plots</vt:lpstr>
      <vt:lpstr>Output of f.spade.bootstrap outside R</vt:lpstr>
      <vt:lpstr>PowerPoint Presentation</vt:lpstr>
      <vt:lpstr>Output f.spade.bootstrap: Excel file, sheet HI</vt:lpstr>
      <vt:lpstr>m</vt:lpstr>
      <vt:lpstr>Bootstrap in SPADE</vt:lpstr>
      <vt:lpstr>Bootstrap exercise 1</vt:lpstr>
      <vt:lpstr>Solution 1b)</vt:lpstr>
      <vt:lpstr>Solution c)</vt:lpstr>
      <vt:lpstr>Solution 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Arnold Dekkers</dc:creator>
  <cp:lastModifiedBy>Jeroen Rodenburg</cp:lastModifiedBy>
  <cp:revision>223</cp:revision>
  <dcterms:created xsi:type="dcterms:W3CDTF">2021-09-15T07:40:36Z</dcterms:created>
  <dcterms:modified xsi:type="dcterms:W3CDTF">2025-07-11T12:07:12Z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