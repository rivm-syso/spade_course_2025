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4203" r:id="rId5"/>
  </p:sldMasterIdLst>
  <p:notesMasterIdLst>
    <p:notesMasterId r:id="rId36"/>
  </p:notesMasterIdLst>
  <p:handoutMasterIdLst>
    <p:handoutMasterId r:id="rId37"/>
  </p:handoutMasterIdLst>
  <p:sldIdLst>
    <p:sldId id="256" r:id="rId6"/>
    <p:sldId id="398" r:id="rId7"/>
    <p:sldId id="399" r:id="rId8"/>
    <p:sldId id="400" r:id="rId9"/>
    <p:sldId id="401" r:id="rId10"/>
    <p:sldId id="322" r:id="rId11"/>
    <p:sldId id="402" r:id="rId12"/>
    <p:sldId id="270" r:id="rId13"/>
    <p:sldId id="312" r:id="rId14"/>
    <p:sldId id="397" r:id="rId15"/>
    <p:sldId id="403" r:id="rId16"/>
    <p:sldId id="404" r:id="rId17"/>
    <p:sldId id="311" r:id="rId18"/>
    <p:sldId id="315" r:id="rId19"/>
    <p:sldId id="386" r:id="rId20"/>
    <p:sldId id="331" r:id="rId21"/>
    <p:sldId id="389" r:id="rId22"/>
    <p:sldId id="391" r:id="rId23"/>
    <p:sldId id="392" r:id="rId24"/>
    <p:sldId id="278" r:id="rId25"/>
    <p:sldId id="279" r:id="rId26"/>
    <p:sldId id="332" r:id="rId27"/>
    <p:sldId id="304" r:id="rId28"/>
    <p:sldId id="333" r:id="rId29"/>
    <p:sldId id="405" r:id="rId30"/>
    <p:sldId id="281" r:id="rId31"/>
    <p:sldId id="406" r:id="rId32"/>
    <p:sldId id="373" r:id="rId33"/>
    <p:sldId id="415" r:id="rId34"/>
    <p:sldId id="410" r:id="rId35"/>
  </p:sldIdLst>
  <p:sldSz cx="9144000" cy="6858000" type="screen4x3"/>
  <p:notesSz cx="6858000" cy="9144000"/>
  <p:custDataLst>
    <p:tags r:id="rId38"/>
  </p:custDataLst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nold Dekkers" initials="AD" lastIdx="24" clrIdx="0">
    <p:extLst>
      <p:ext uri="{19B8F6BF-5375-455C-9EA6-DF929625EA0E}">
        <p15:presenceInfo xmlns:p15="http://schemas.microsoft.com/office/powerpoint/2012/main" userId="S::arnold.dekkers@rivm.nl::5a65280b-731d-465a-951a-ed960a7b3ffd" providerId="AD"/>
      </p:ext>
    </p:extLst>
  </p:cmAuthor>
  <p:cmAuthor id="2" name="Marga Ocke" initials="MO" lastIdx="12" clrIdx="1">
    <p:extLst>
      <p:ext uri="{19B8F6BF-5375-455C-9EA6-DF929625EA0E}">
        <p15:presenceInfo xmlns:p15="http://schemas.microsoft.com/office/powerpoint/2012/main" userId="S::marga.ocke@rivm.nl::f2de8de4-5cf6-4300-8143-dac5cae365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000"/>
    <a:srgbClr val="CA005D"/>
    <a:srgbClr val="0099FF"/>
    <a:srgbClr val="E36C0A"/>
    <a:srgbClr val="FF99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1245D-73A7-43D4-A5F6-87C697C66D3E}" v="1" dt="2025-07-09T13:41:14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79592" autoAdjust="0"/>
  </p:normalViewPr>
  <p:slideViewPr>
    <p:cSldViewPr>
      <p:cViewPr varScale="1">
        <p:scale>
          <a:sx n="63" d="100"/>
          <a:sy n="63" d="100"/>
        </p:scale>
        <p:origin x="11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42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en Rodenburg" userId="36afe4a3-a6a4-4251-8e46-e83f049ed970" providerId="ADAL" clId="{59D8A4AE-E2CD-46DC-97AF-88865AD35CBE}"/>
    <pc:docChg chg="undo custSel addSld delSld modSld sldOrd delMainMaster modMainMaster">
      <pc:chgData name="Jeroen Rodenburg" userId="36afe4a3-a6a4-4251-8e46-e83f049ed970" providerId="ADAL" clId="{59D8A4AE-E2CD-46DC-97AF-88865AD35CBE}" dt="2025-07-07T16:43:39.758" v="3974" actId="20577"/>
      <pc:docMkLst>
        <pc:docMk/>
      </pc:docMkLst>
      <pc:sldChg chg="modSp mod">
        <pc:chgData name="Jeroen Rodenburg" userId="36afe4a3-a6a4-4251-8e46-e83f049ed970" providerId="ADAL" clId="{59D8A4AE-E2CD-46DC-97AF-88865AD35CBE}" dt="2025-07-07T13:18:34.659" v="50" actId="20577"/>
        <pc:sldMkLst>
          <pc:docMk/>
          <pc:sldMk cId="953533648" sldId="256"/>
        </pc:sldMkLst>
        <pc:spChg chg="mod">
          <ac:chgData name="Jeroen Rodenburg" userId="36afe4a3-a6a4-4251-8e46-e83f049ed970" providerId="ADAL" clId="{59D8A4AE-E2CD-46DC-97AF-88865AD35CBE}" dt="2025-07-07T13:18:34.659" v="50" actId="20577"/>
          <ac:spMkLst>
            <pc:docMk/>
            <pc:sldMk cId="953533648" sldId="256"/>
            <ac:spMk id="2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3:32:55.895" v="321" actId="47"/>
        <pc:sldMkLst>
          <pc:docMk/>
          <pc:sldMk cId="3038192788" sldId="269"/>
        </pc:sldMkLst>
      </pc:sldChg>
      <pc:sldChg chg="addSp modSp mod">
        <pc:chgData name="Jeroen Rodenburg" userId="36afe4a3-a6a4-4251-8e46-e83f049ed970" providerId="ADAL" clId="{59D8A4AE-E2CD-46DC-97AF-88865AD35CBE}" dt="2025-07-07T14:21:06.925" v="2336" actId="14100"/>
        <pc:sldMkLst>
          <pc:docMk/>
          <pc:sldMk cId="609459662" sldId="270"/>
        </pc:sldMkLst>
        <pc:spChg chg="mod">
          <ac:chgData name="Jeroen Rodenburg" userId="36afe4a3-a6a4-4251-8e46-e83f049ed970" providerId="ADAL" clId="{59D8A4AE-E2CD-46DC-97AF-88865AD35CBE}" dt="2025-07-07T14:19:46.747" v="2259" actId="20577"/>
          <ac:spMkLst>
            <pc:docMk/>
            <pc:sldMk cId="609459662" sldId="270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19:59.874" v="2262" actId="1076"/>
          <ac:spMkLst>
            <pc:docMk/>
            <pc:sldMk cId="609459662" sldId="270"/>
            <ac:spMk id="3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4:21:04.077" v="2335" actId="14100"/>
          <ac:spMkLst>
            <pc:docMk/>
            <pc:sldMk cId="609459662" sldId="270"/>
            <ac:spMk id="9" creationId="{16860387-FCBF-863F-AB43-23B18CE54BA2}"/>
          </ac:spMkLst>
        </pc:spChg>
        <pc:spChg chg="mod">
          <ac:chgData name="Jeroen Rodenburg" userId="36afe4a3-a6a4-4251-8e46-e83f049ed970" providerId="ADAL" clId="{59D8A4AE-E2CD-46DC-97AF-88865AD35CBE}" dt="2025-07-07T14:21:06.925" v="2336" actId="14100"/>
          <ac:spMkLst>
            <pc:docMk/>
            <pc:sldMk cId="609459662" sldId="270"/>
            <ac:spMk id="11" creationId="{1524C6FE-7D2F-48BA-B2B3-69032F5CBC6C}"/>
          </ac:spMkLst>
        </pc:spChg>
        <pc:cxnChg chg="mod">
          <ac:chgData name="Jeroen Rodenburg" userId="36afe4a3-a6a4-4251-8e46-e83f049ed970" providerId="ADAL" clId="{59D8A4AE-E2CD-46DC-97AF-88865AD35CBE}" dt="2025-07-07T14:20:07.711" v="2264" actId="14100"/>
          <ac:cxnSpMkLst>
            <pc:docMk/>
            <pc:sldMk cId="609459662" sldId="270"/>
            <ac:cxnSpMk id="8" creationId="{361913EF-9BD4-427D-9D51-586F0B8A4D3A}"/>
          </ac:cxnSpMkLst>
        </pc:cxnChg>
        <pc:cxnChg chg="add mod">
          <ac:chgData name="Jeroen Rodenburg" userId="36afe4a3-a6a4-4251-8e46-e83f049ed970" providerId="ADAL" clId="{59D8A4AE-E2CD-46DC-97AF-88865AD35CBE}" dt="2025-07-07T14:20:53.614" v="2332" actId="1076"/>
          <ac:cxnSpMkLst>
            <pc:docMk/>
            <pc:sldMk cId="609459662" sldId="270"/>
            <ac:cxnSpMk id="10" creationId="{8EBACF23-8842-D310-FBF2-D6A2DCAE2540}"/>
          </ac:cxnSpMkLst>
        </pc:cxnChg>
      </pc:sldChg>
      <pc:sldChg chg="addSp modSp mod">
        <pc:chgData name="Jeroen Rodenburg" userId="36afe4a3-a6a4-4251-8e46-e83f049ed970" providerId="ADAL" clId="{59D8A4AE-E2CD-46DC-97AF-88865AD35CBE}" dt="2025-07-07T15:36:06.800" v="3426" actId="1076"/>
        <pc:sldMkLst>
          <pc:docMk/>
          <pc:sldMk cId="1550654179" sldId="278"/>
        </pc:sldMkLst>
        <pc:spChg chg="mod">
          <ac:chgData name="Jeroen Rodenburg" userId="36afe4a3-a6a4-4251-8e46-e83f049ed970" providerId="ADAL" clId="{59D8A4AE-E2CD-46DC-97AF-88865AD35CBE}" dt="2025-07-07T15:34:28.007" v="3250" actId="1076"/>
          <ac:spMkLst>
            <pc:docMk/>
            <pc:sldMk cId="1550654179" sldId="278"/>
            <ac:spMk id="2" creationId="{E097977E-4B77-4704-BA12-32A6283DAFDC}"/>
          </ac:spMkLst>
        </pc:spChg>
        <pc:spChg chg="mod">
          <ac:chgData name="Jeroen Rodenburg" userId="36afe4a3-a6a4-4251-8e46-e83f049ed970" providerId="ADAL" clId="{59D8A4AE-E2CD-46DC-97AF-88865AD35CBE}" dt="2025-07-07T15:35:31.483" v="3419" actId="20577"/>
          <ac:spMkLst>
            <pc:docMk/>
            <pc:sldMk cId="1550654179" sldId="278"/>
            <ac:spMk id="3" creationId="{00000000-0000-0000-0000-000000000000}"/>
          </ac:spMkLst>
        </pc:spChg>
        <pc:picChg chg="add mod">
          <ac:chgData name="Jeroen Rodenburg" userId="36afe4a3-a6a4-4251-8e46-e83f049ed970" providerId="ADAL" clId="{59D8A4AE-E2CD-46DC-97AF-88865AD35CBE}" dt="2025-07-07T15:34:16.822" v="3247" actId="1076"/>
          <ac:picMkLst>
            <pc:docMk/>
            <pc:sldMk cId="1550654179" sldId="278"/>
            <ac:picMk id="5" creationId="{10885E5B-F0ED-0E07-5DBA-F5B0121D09B0}"/>
          </ac:picMkLst>
        </pc:picChg>
        <pc:picChg chg="mod">
          <ac:chgData name="Jeroen Rodenburg" userId="36afe4a3-a6a4-4251-8e46-e83f049ed970" providerId="ADAL" clId="{59D8A4AE-E2CD-46DC-97AF-88865AD35CBE}" dt="2025-07-07T15:36:05.184" v="3425" actId="1076"/>
          <ac:picMkLst>
            <pc:docMk/>
            <pc:sldMk cId="1550654179" sldId="278"/>
            <ac:picMk id="3074" creationId="{00000000-0000-0000-0000-000000000000}"/>
          </ac:picMkLst>
        </pc:picChg>
        <pc:picChg chg="mod">
          <ac:chgData name="Jeroen Rodenburg" userId="36afe4a3-a6a4-4251-8e46-e83f049ed970" providerId="ADAL" clId="{59D8A4AE-E2CD-46DC-97AF-88865AD35CBE}" dt="2025-07-07T15:36:02.824" v="3424" actId="1076"/>
          <ac:picMkLst>
            <pc:docMk/>
            <pc:sldMk cId="1550654179" sldId="278"/>
            <ac:picMk id="3076" creationId="{00000000-0000-0000-0000-000000000000}"/>
          </ac:picMkLst>
        </pc:picChg>
        <pc:picChg chg="mod">
          <ac:chgData name="Jeroen Rodenburg" userId="36afe4a3-a6a4-4251-8e46-e83f049ed970" providerId="ADAL" clId="{59D8A4AE-E2CD-46DC-97AF-88865AD35CBE}" dt="2025-07-07T15:36:06.800" v="3426" actId="1076"/>
          <ac:picMkLst>
            <pc:docMk/>
            <pc:sldMk cId="1550654179" sldId="278"/>
            <ac:picMk id="3078" creationId="{00000000-0000-0000-0000-000000000000}"/>
          </ac:picMkLst>
        </pc:picChg>
      </pc:sldChg>
      <pc:sldChg chg="modSp mod">
        <pc:chgData name="Jeroen Rodenburg" userId="36afe4a3-a6a4-4251-8e46-e83f049ed970" providerId="ADAL" clId="{59D8A4AE-E2CD-46DC-97AF-88865AD35CBE}" dt="2025-07-07T15:37:49.141" v="3542" actId="5793"/>
        <pc:sldMkLst>
          <pc:docMk/>
          <pc:sldMk cId="1943353727" sldId="279"/>
        </pc:sldMkLst>
        <pc:spChg chg="mod">
          <ac:chgData name="Jeroen Rodenburg" userId="36afe4a3-a6a4-4251-8e46-e83f049ed970" providerId="ADAL" clId="{59D8A4AE-E2CD-46DC-97AF-88865AD35CBE}" dt="2025-07-07T15:37:02.164" v="3439" actId="20577"/>
          <ac:spMkLst>
            <pc:docMk/>
            <pc:sldMk cId="1943353727" sldId="279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37:49.141" v="3542" actId="5793"/>
          <ac:spMkLst>
            <pc:docMk/>
            <pc:sldMk cId="1943353727" sldId="279"/>
            <ac:spMk id="3" creationId="{00000000-0000-0000-0000-000000000000}"/>
          </ac:spMkLst>
        </pc:spChg>
      </pc:sldChg>
      <pc:sldChg chg="del">
        <pc:chgData name="Jeroen Rodenburg" userId="36afe4a3-a6a4-4251-8e46-e83f049ed970" providerId="ADAL" clId="{59D8A4AE-E2CD-46DC-97AF-88865AD35CBE}" dt="2025-07-07T15:36:56.570" v="3427" actId="47"/>
        <pc:sldMkLst>
          <pc:docMk/>
          <pc:sldMk cId="3181802496" sldId="280"/>
        </pc:sldMkLst>
      </pc:sldChg>
      <pc:sldChg chg="modSp mod">
        <pc:chgData name="Jeroen Rodenburg" userId="36afe4a3-a6a4-4251-8e46-e83f049ed970" providerId="ADAL" clId="{59D8A4AE-E2CD-46DC-97AF-88865AD35CBE}" dt="2025-07-07T15:43:03.236" v="3718" actId="20577"/>
        <pc:sldMkLst>
          <pc:docMk/>
          <pc:sldMk cId="3885982450" sldId="281"/>
        </pc:sldMkLst>
        <pc:spChg chg="mod">
          <ac:chgData name="Jeroen Rodenburg" userId="36afe4a3-a6a4-4251-8e46-e83f049ed970" providerId="ADAL" clId="{59D8A4AE-E2CD-46DC-97AF-88865AD35CBE}" dt="2025-07-07T15:41:05.213" v="3590" actId="27636"/>
          <ac:spMkLst>
            <pc:docMk/>
            <pc:sldMk cId="3885982450" sldId="281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43:03.236" v="3718" actId="20577"/>
          <ac:spMkLst>
            <pc:docMk/>
            <pc:sldMk cId="3885982450" sldId="281"/>
            <ac:spMk id="3" creationId="{4AF64E4E-D09E-4D0E-877C-33FBB1ACB39E}"/>
          </ac:spMkLst>
        </pc:spChg>
      </pc:sldChg>
      <pc:sldChg chg="del ord">
        <pc:chgData name="Jeroen Rodenburg" userId="36afe4a3-a6a4-4251-8e46-e83f049ed970" providerId="ADAL" clId="{59D8A4AE-E2CD-46DC-97AF-88865AD35CBE}" dt="2025-07-07T16:42:07.037" v="3971" actId="47"/>
        <pc:sldMkLst>
          <pc:docMk/>
          <pc:sldMk cId="1923482067" sldId="283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727320411" sldId="287"/>
        </pc:sldMkLst>
      </pc:sldChg>
      <pc:sldChg chg="addSp delSp modSp del mod addAnim delAnim">
        <pc:chgData name="Jeroen Rodenburg" userId="36afe4a3-a6a4-4251-8e46-e83f049ed970" providerId="ADAL" clId="{59D8A4AE-E2CD-46DC-97AF-88865AD35CBE}" dt="2025-07-07T13:48:35.428" v="941" actId="47"/>
        <pc:sldMkLst>
          <pc:docMk/>
          <pc:sldMk cId="657804694" sldId="289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2277854728" sldId="298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46958396" sldId="299"/>
        </pc:sldMkLst>
      </pc:sldChg>
      <pc:sldChg chg="del">
        <pc:chgData name="Jeroen Rodenburg" userId="36afe4a3-a6a4-4251-8e46-e83f049ed970" providerId="ADAL" clId="{59D8A4AE-E2CD-46DC-97AF-88865AD35CBE}" dt="2025-07-07T13:35:08.996" v="363" actId="47"/>
        <pc:sldMkLst>
          <pc:docMk/>
          <pc:sldMk cId="3088185381" sldId="300"/>
        </pc:sldMkLst>
      </pc:sldChg>
      <pc:sldChg chg="delSp modSp del mod">
        <pc:chgData name="Jeroen Rodenburg" userId="36afe4a3-a6a4-4251-8e46-e83f049ed970" providerId="ADAL" clId="{59D8A4AE-E2CD-46DC-97AF-88865AD35CBE}" dt="2025-07-07T13:48:39.247" v="943" actId="47"/>
        <pc:sldMkLst>
          <pc:docMk/>
          <pc:sldMk cId="94443875" sldId="301"/>
        </pc:sldMkLst>
      </pc:sldChg>
      <pc:sldChg chg="modSp del mod">
        <pc:chgData name="Jeroen Rodenburg" userId="36afe4a3-a6a4-4251-8e46-e83f049ed970" providerId="ADAL" clId="{59D8A4AE-E2CD-46DC-97AF-88865AD35CBE}" dt="2025-07-07T13:48:59.752" v="944" actId="47"/>
        <pc:sldMkLst>
          <pc:docMk/>
          <pc:sldMk cId="2997599460" sldId="302"/>
        </pc:sldMkLst>
      </pc:sldChg>
      <pc:sldChg chg="del">
        <pc:chgData name="Jeroen Rodenburg" userId="36afe4a3-a6a4-4251-8e46-e83f049ed970" providerId="ADAL" clId="{59D8A4AE-E2CD-46DC-97AF-88865AD35CBE}" dt="2025-07-07T13:49:00.753" v="945" actId="47"/>
        <pc:sldMkLst>
          <pc:docMk/>
          <pc:sldMk cId="2324245335" sldId="303"/>
        </pc:sldMkLst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608178457" sldId="306"/>
        </pc:sldMkLst>
      </pc:sldChg>
      <pc:sldChg chg="del">
        <pc:chgData name="Jeroen Rodenburg" userId="36afe4a3-a6a4-4251-8e46-e83f049ed970" providerId="ADAL" clId="{59D8A4AE-E2CD-46DC-97AF-88865AD35CBE}" dt="2025-07-07T15:10:28.544" v="2431" actId="47"/>
        <pc:sldMkLst>
          <pc:docMk/>
          <pc:sldMk cId="2710823315" sldId="307"/>
        </pc:sldMkLst>
      </pc:sldChg>
      <pc:sldChg chg="del">
        <pc:chgData name="Jeroen Rodenburg" userId="36afe4a3-a6a4-4251-8e46-e83f049ed970" providerId="ADAL" clId="{59D8A4AE-E2CD-46DC-97AF-88865AD35CBE}" dt="2025-07-07T15:17:21.542" v="2596" actId="47"/>
        <pc:sldMkLst>
          <pc:docMk/>
          <pc:sldMk cId="2749057588" sldId="308"/>
        </pc:sldMkLst>
      </pc:sldChg>
      <pc:sldChg chg="modSp add del mod">
        <pc:chgData name="Jeroen Rodenburg" userId="36afe4a3-a6a4-4251-8e46-e83f049ed970" providerId="ADAL" clId="{59D8A4AE-E2CD-46DC-97AF-88865AD35CBE}" dt="2025-07-07T15:17:16.917" v="2595" actId="47"/>
        <pc:sldMkLst>
          <pc:docMk/>
          <pc:sldMk cId="2328517484" sldId="309"/>
        </pc:sldMkLst>
      </pc:sldChg>
      <pc:sldChg chg="del">
        <pc:chgData name="Jeroen Rodenburg" userId="36afe4a3-a6a4-4251-8e46-e83f049ed970" providerId="ADAL" clId="{59D8A4AE-E2CD-46DC-97AF-88865AD35CBE}" dt="2025-07-07T15:16:43.652" v="2591" actId="2696"/>
        <pc:sldMkLst>
          <pc:docMk/>
          <pc:sldMk cId="2754685861" sldId="309"/>
        </pc:sldMkLst>
      </pc:sldChg>
      <pc:sldChg chg="modSp mod">
        <pc:chgData name="Jeroen Rodenburg" userId="36afe4a3-a6a4-4251-8e46-e83f049ed970" providerId="ADAL" clId="{59D8A4AE-E2CD-46DC-97AF-88865AD35CBE}" dt="2025-07-07T14:41:04.145" v="2380" actId="20577"/>
        <pc:sldMkLst>
          <pc:docMk/>
          <pc:sldMk cId="3481401216" sldId="311"/>
        </pc:sldMkLst>
        <pc:spChg chg="mod">
          <ac:chgData name="Jeroen Rodenburg" userId="36afe4a3-a6a4-4251-8e46-e83f049ed970" providerId="ADAL" clId="{59D8A4AE-E2CD-46DC-97AF-88865AD35CBE}" dt="2025-07-07T14:41:04.145" v="2380" actId="20577"/>
          <ac:spMkLst>
            <pc:docMk/>
            <pc:sldMk cId="3481401216" sldId="311"/>
            <ac:spMk id="2" creationId="{00000000-0000-0000-0000-000000000000}"/>
          </ac:spMkLst>
        </pc:spChg>
      </pc:sldChg>
      <pc:sldChg chg="modSp mod">
        <pc:chgData name="Jeroen Rodenburg" userId="36afe4a3-a6a4-4251-8e46-e83f049ed970" providerId="ADAL" clId="{59D8A4AE-E2CD-46DC-97AF-88865AD35CBE}" dt="2025-07-07T15:14:15.202" v="2460" actId="1076"/>
        <pc:sldMkLst>
          <pc:docMk/>
          <pc:sldMk cId="3841326534" sldId="312"/>
        </pc:sldMkLst>
        <pc:spChg chg="mod">
          <ac:chgData name="Jeroen Rodenburg" userId="36afe4a3-a6a4-4251-8e46-e83f049ed970" providerId="ADAL" clId="{59D8A4AE-E2CD-46DC-97AF-88865AD35CBE}" dt="2025-07-07T15:14:15.202" v="2460" actId="1076"/>
          <ac:spMkLst>
            <pc:docMk/>
            <pc:sldMk cId="3841326534" sldId="312"/>
            <ac:spMk id="2" creationId="{00000000-0000-0000-0000-000000000000}"/>
          </ac:spMkLst>
        </pc:spChg>
      </pc:sldChg>
      <pc:sldChg chg="addSp delSp modSp mod delAnim modAnim">
        <pc:chgData name="Jeroen Rodenburg" userId="36afe4a3-a6a4-4251-8e46-e83f049ed970" providerId="ADAL" clId="{59D8A4AE-E2CD-46DC-97AF-88865AD35CBE}" dt="2025-07-07T15:10:15.054" v="2430" actId="14100"/>
        <pc:sldMkLst>
          <pc:docMk/>
          <pc:sldMk cId="1315693949" sldId="315"/>
        </pc:sldMkLst>
        <pc:spChg chg="mod">
          <ac:chgData name="Jeroen Rodenburg" userId="36afe4a3-a6a4-4251-8e46-e83f049ed970" providerId="ADAL" clId="{59D8A4AE-E2CD-46DC-97AF-88865AD35CBE}" dt="2025-07-07T15:10:12.054" v="2429" actId="1076"/>
          <ac:spMkLst>
            <pc:docMk/>
            <pc:sldMk cId="1315693949" sldId="315"/>
            <ac:spMk id="2" creationId="{00000000-0000-0000-0000-000000000000}"/>
          </ac:spMkLst>
        </pc:spChg>
        <pc:picChg chg="mod">
          <ac:chgData name="Jeroen Rodenburg" userId="36afe4a3-a6a4-4251-8e46-e83f049ed970" providerId="ADAL" clId="{59D8A4AE-E2CD-46DC-97AF-88865AD35CBE}" dt="2025-07-07T15:10:15.054" v="2430" actId="14100"/>
          <ac:picMkLst>
            <pc:docMk/>
            <pc:sldMk cId="1315693949" sldId="315"/>
            <ac:picMk id="20482" creationId="{00000000-0000-0000-0000-000000000000}"/>
          </ac:picMkLst>
        </pc:picChg>
      </pc:sldChg>
      <pc:sldChg chg="delSp modSp del mod">
        <pc:chgData name="Jeroen Rodenburg" userId="36afe4a3-a6a4-4251-8e46-e83f049ed970" providerId="ADAL" clId="{59D8A4AE-E2CD-46DC-97AF-88865AD35CBE}" dt="2025-07-07T13:53:45.542" v="976" actId="47"/>
        <pc:sldMkLst>
          <pc:docMk/>
          <pc:sldMk cId="1742008402" sldId="320"/>
        </pc:sldMkLst>
      </pc:sldChg>
      <pc:sldChg chg="delSp modSp del mod delAnim">
        <pc:chgData name="Jeroen Rodenburg" userId="36afe4a3-a6a4-4251-8e46-e83f049ed970" providerId="ADAL" clId="{59D8A4AE-E2CD-46DC-97AF-88865AD35CBE}" dt="2025-07-07T13:50:09.972" v="949" actId="47"/>
        <pc:sldMkLst>
          <pc:docMk/>
          <pc:sldMk cId="3972078974" sldId="321"/>
        </pc:sldMkLst>
      </pc:sldChg>
      <pc:sldChg chg="addSp delSp modSp mod delAnim modAnim">
        <pc:chgData name="Jeroen Rodenburg" userId="36afe4a3-a6a4-4251-8e46-e83f049ed970" providerId="ADAL" clId="{59D8A4AE-E2CD-46DC-97AF-88865AD35CBE}" dt="2025-07-07T14:18:49.754" v="2205"/>
        <pc:sldMkLst>
          <pc:docMk/>
          <pc:sldMk cId="3060752151" sldId="322"/>
        </pc:sldMkLst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6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00:14.815" v="1585" actId="20577"/>
          <ac:spMkLst>
            <pc:docMk/>
            <pc:sldMk cId="3060752151" sldId="322"/>
            <ac:spMk id="7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4:00:17.148" v="1586" actId="20577"/>
          <ac:spMkLst>
            <pc:docMk/>
            <pc:sldMk cId="3060752151" sldId="322"/>
            <ac:spMk id="8" creationId="{3EF52049-1AF0-45BF-9ADB-72AB4ACE6CE1}"/>
          </ac:spMkLst>
        </pc:spChg>
        <pc:spChg chg="add mod">
          <ac:chgData name="Jeroen Rodenburg" userId="36afe4a3-a6a4-4251-8e46-e83f049ed970" providerId="ADAL" clId="{59D8A4AE-E2CD-46DC-97AF-88865AD35CBE}" dt="2025-07-07T14:05:16.339" v="1680" actId="1076"/>
          <ac:spMkLst>
            <pc:docMk/>
            <pc:sldMk cId="3060752151" sldId="322"/>
            <ac:spMk id="11" creationId="{113F0333-9440-EF60-D707-E2439B75F1BD}"/>
          </ac:spMkLst>
        </pc:spChg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12" creationId="{00000000-0000-0000-0000-000000000000}"/>
          </ac:spMkLst>
        </pc:spChg>
        <pc:spChg chg="mod topLvl">
          <ac:chgData name="Jeroen Rodenburg" userId="36afe4a3-a6a4-4251-8e46-e83f049ed970" providerId="ADAL" clId="{59D8A4AE-E2CD-46DC-97AF-88865AD35CBE}" dt="2025-07-07T14:06:02.412" v="1687" actId="165"/>
          <ac:spMkLst>
            <pc:docMk/>
            <pc:sldMk cId="3060752151" sldId="322"/>
            <ac:spMk id="13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58:51.703" v="1389" actId="688"/>
          <ac:spMkLst>
            <pc:docMk/>
            <pc:sldMk cId="3060752151" sldId="322"/>
            <ac:spMk id="14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3:58:16.320" v="1386" actId="688"/>
          <ac:spMkLst>
            <pc:docMk/>
            <pc:sldMk cId="3060752151" sldId="322"/>
            <ac:spMk id="16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4:18:38.891" v="2203" actId="164"/>
          <ac:spMkLst>
            <pc:docMk/>
            <pc:sldMk cId="3060752151" sldId="322"/>
            <ac:spMk id="19" creationId="{A141B699-DA8A-2246-4502-A7F8E42C165C}"/>
          </ac:spMkLst>
        </pc:spChg>
        <pc:spChg chg="add mod">
          <ac:chgData name="Jeroen Rodenburg" userId="36afe4a3-a6a4-4251-8e46-e83f049ed970" providerId="ADAL" clId="{59D8A4AE-E2CD-46DC-97AF-88865AD35CBE}" dt="2025-07-07T14:18:38.891" v="2203" actId="164"/>
          <ac:spMkLst>
            <pc:docMk/>
            <pc:sldMk cId="3060752151" sldId="322"/>
            <ac:spMk id="20" creationId="{44B61829-A66B-DF32-BED0-72CD78379FA1}"/>
          </ac:spMkLst>
        </pc:spChg>
        <pc:grpChg chg="add mod">
          <ac:chgData name="Jeroen Rodenburg" userId="36afe4a3-a6a4-4251-8e46-e83f049ed970" providerId="ADAL" clId="{59D8A4AE-E2CD-46DC-97AF-88865AD35CBE}" dt="2025-07-07T14:18:38.891" v="2203" actId="164"/>
          <ac:grpSpMkLst>
            <pc:docMk/>
            <pc:sldMk cId="3060752151" sldId="322"/>
            <ac:grpSpMk id="21" creationId="{BDBA727A-D5ED-592E-84C6-14C907274BA8}"/>
          </ac:grpSpMkLst>
        </pc:grpChg>
      </pc:sldChg>
      <pc:sldChg chg="del">
        <pc:chgData name="Jeroen Rodenburg" userId="36afe4a3-a6a4-4251-8e46-e83f049ed970" providerId="ADAL" clId="{59D8A4AE-E2CD-46DC-97AF-88865AD35CBE}" dt="2025-07-07T13:49:05.741" v="946" actId="47"/>
        <pc:sldMkLst>
          <pc:docMk/>
          <pc:sldMk cId="1295966747" sldId="328"/>
        </pc:sldMkLst>
      </pc:sldChg>
      <pc:sldChg chg="addSp delSp modSp mod modAnim">
        <pc:chgData name="Jeroen Rodenburg" userId="36afe4a3-a6a4-4251-8e46-e83f049ed970" providerId="ADAL" clId="{59D8A4AE-E2CD-46DC-97AF-88865AD35CBE}" dt="2025-07-07T15:26:22.407" v="2947" actId="403"/>
        <pc:sldMkLst>
          <pc:docMk/>
          <pc:sldMk cId="728556551" sldId="331"/>
        </pc:sldMkLst>
        <pc:spChg chg="mod">
          <ac:chgData name="Jeroen Rodenburg" userId="36afe4a3-a6a4-4251-8e46-e83f049ed970" providerId="ADAL" clId="{59D8A4AE-E2CD-46DC-97AF-88865AD35CBE}" dt="2025-07-07T15:19:24.104" v="2681" actId="404"/>
          <ac:spMkLst>
            <pc:docMk/>
            <pc:sldMk cId="728556551" sldId="331"/>
            <ac:spMk id="2" creationId="{B27FA363-5269-499A-8728-46898BD359B7}"/>
          </ac:spMkLst>
        </pc:spChg>
        <pc:spChg chg="mod">
          <ac:chgData name="Jeroen Rodenburg" userId="36afe4a3-a6a4-4251-8e46-e83f049ed970" providerId="ADAL" clId="{59D8A4AE-E2CD-46DC-97AF-88865AD35CBE}" dt="2025-07-07T15:21:20.402" v="2791" actId="1076"/>
          <ac:spMkLst>
            <pc:docMk/>
            <pc:sldMk cId="728556551" sldId="331"/>
            <ac:spMk id="4" creationId="{B2068B62-2487-D44A-0E64-29214619B69A}"/>
          </ac:spMkLst>
        </pc:spChg>
        <pc:spChg chg="add mod">
          <ac:chgData name="Jeroen Rodenburg" userId="36afe4a3-a6a4-4251-8e46-e83f049ed970" providerId="ADAL" clId="{59D8A4AE-E2CD-46DC-97AF-88865AD35CBE}" dt="2025-07-07T15:21:11.620" v="2789" actId="404"/>
          <ac:spMkLst>
            <pc:docMk/>
            <pc:sldMk cId="728556551" sldId="331"/>
            <ac:spMk id="7" creationId="{36EA3B8E-B439-FA12-CAD1-2634CCE8F09A}"/>
          </ac:spMkLst>
        </pc:spChg>
        <pc:spChg chg="add mod">
          <ac:chgData name="Jeroen Rodenburg" userId="36afe4a3-a6a4-4251-8e46-e83f049ed970" providerId="ADAL" clId="{59D8A4AE-E2CD-46DC-97AF-88865AD35CBE}" dt="2025-07-07T15:24:25.349" v="2924" actId="1076"/>
          <ac:spMkLst>
            <pc:docMk/>
            <pc:sldMk cId="728556551" sldId="331"/>
            <ac:spMk id="8" creationId="{E7CFE3B2-6C01-0417-F6A9-E0A07CF05FF1}"/>
          </ac:spMkLst>
        </pc:spChg>
        <pc:spChg chg="add mod">
          <ac:chgData name="Jeroen Rodenburg" userId="36afe4a3-a6a4-4251-8e46-e83f049ed970" providerId="ADAL" clId="{59D8A4AE-E2CD-46DC-97AF-88865AD35CBE}" dt="2025-07-07T15:24:28.924" v="2925" actId="1076"/>
          <ac:spMkLst>
            <pc:docMk/>
            <pc:sldMk cId="728556551" sldId="331"/>
            <ac:spMk id="10" creationId="{37425569-EE8E-2126-CEDD-89FF83B54893}"/>
          </ac:spMkLst>
        </pc:spChg>
        <pc:spChg chg="add mod">
          <ac:chgData name="Jeroen Rodenburg" userId="36afe4a3-a6a4-4251-8e46-e83f049ed970" providerId="ADAL" clId="{59D8A4AE-E2CD-46DC-97AF-88865AD35CBE}" dt="2025-07-07T15:24:20.572" v="2923" actId="1076"/>
          <ac:spMkLst>
            <pc:docMk/>
            <pc:sldMk cId="728556551" sldId="331"/>
            <ac:spMk id="15" creationId="{71269A56-0F85-D55E-E3CC-C56DAF76E0C1}"/>
          </ac:spMkLst>
        </pc:spChg>
        <pc:spChg chg="add mod">
          <ac:chgData name="Jeroen Rodenburg" userId="36afe4a3-a6a4-4251-8e46-e83f049ed970" providerId="ADAL" clId="{59D8A4AE-E2CD-46DC-97AF-88865AD35CBE}" dt="2025-07-07T15:24:38.477" v="2929" actId="1076"/>
          <ac:spMkLst>
            <pc:docMk/>
            <pc:sldMk cId="728556551" sldId="331"/>
            <ac:spMk id="16" creationId="{A485ED1D-E708-C3FE-2B3C-4AECA966835C}"/>
          </ac:spMkLst>
        </pc:spChg>
        <pc:spChg chg="add mod">
          <ac:chgData name="Jeroen Rodenburg" userId="36afe4a3-a6a4-4251-8e46-e83f049ed970" providerId="ADAL" clId="{59D8A4AE-E2CD-46DC-97AF-88865AD35CBE}" dt="2025-07-07T15:26:22.407" v="2947" actId="403"/>
          <ac:spMkLst>
            <pc:docMk/>
            <pc:sldMk cId="728556551" sldId="331"/>
            <ac:spMk id="17" creationId="{3F32752C-2124-417A-2097-5ED858BCA747}"/>
          </ac:spMkLst>
        </pc:spChg>
      </pc:sldChg>
      <pc:sldChg chg="del">
        <pc:chgData name="Jeroen Rodenburg" userId="36afe4a3-a6a4-4251-8e46-e83f049ed970" providerId="ADAL" clId="{59D8A4AE-E2CD-46DC-97AF-88865AD35CBE}" dt="2025-07-07T16:30:01.056" v="3965" actId="47"/>
        <pc:sldMkLst>
          <pc:docMk/>
          <pc:sldMk cId="116943824" sldId="334"/>
        </pc:sldMkLst>
      </pc:sldChg>
      <pc:sldChg chg="addSp delSp modSp add mod">
        <pc:chgData name="Jeroen Rodenburg" userId="36afe4a3-a6a4-4251-8e46-e83f049ed970" providerId="ADAL" clId="{59D8A4AE-E2CD-46DC-97AF-88865AD35CBE}" dt="2025-07-07T16:27:24.680" v="3902" actId="20577"/>
        <pc:sldMkLst>
          <pc:docMk/>
          <pc:sldMk cId="2240092704" sldId="373"/>
        </pc:sldMkLst>
        <pc:spChg chg="mod">
          <ac:chgData name="Jeroen Rodenburg" userId="36afe4a3-a6a4-4251-8e46-e83f049ed970" providerId="ADAL" clId="{59D8A4AE-E2CD-46DC-97AF-88865AD35CBE}" dt="2025-07-07T16:27:24.680" v="3902" actId="20577"/>
          <ac:spMkLst>
            <pc:docMk/>
            <pc:sldMk cId="2240092704" sldId="373"/>
            <ac:spMk id="8" creationId="{71EFA9BF-049C-30F8-23E9-6F59EE9A19FD}"/>
          </ac:spMkLst>
        </pc:spChg>
        <pc:spChg chg="add mod">
          <ac:chgData name="Jeroen Rodenburg" userId="36afe4a3-a6a4-4251-8e46-e83f049ed970" providerId="ADAL" clId="{59D8A4AE-E2CD-46DC-97AF-88865AD35CBE}" dt="2025-07-07T16:26:41.250" v="3886"/>
          <ac:spMkLst>
            <pc:docMk/>
            <pc:sldMk cId="2240092704" sldId="373"/>
            <ac:spMk id="11" creationId="{5B4BD6D1-FB43-533B-51E7-62A200BADEAC}"/>
          </ac:spMkLst>
        </pc:spChg>
      </pc:sldChg>
      <pc:sldChg chg="del">
        <pc:chgData name="Jeroen Rodenburg" userId="36afe4a3-a6a4-4251-8e46-e83f049ed970" providerId="ADAL" clId="{59D8A4AE-E2CD-46DC-97AF-88865AD35CBE}" dt="2025-07-07T15:26:31.340" v="2948" actId="47"/>
        <pc:sldMkLst>
          <pc:docMk/>
          <pc:sldMk cId="2400850887" sldId="387"/>
        </pc:sldMkLst>
      </pc:sldChg>
      <pc:sldChg chg="del">
        <pc:chgData name="Jeroen Rodenburg" userId="36afe4a3-a6a4-4251-8e46-e83f049ed970" providerId="ADAL" clId="{59D8A4AE-E2CD-46DC-97AF-88865AD35CBE}" dt="2025-07-07T15:18:52.914" v="2597" actId="47"/>
        <pc:sldMkLst>
          <pc:docMk/>
          <pc:sldMk cId="403666480" sldId="388"/>
        </pc:sldMkLst>
      </pc:sldChg>
      <pc:sldChg chg="modSp mod">
        <pc:chgData name="Jeroen Rodenburg" userId="36afe4a3-a6a4-4251-8e46-e83f049ed970" providerId="ADAL" clId="{59D8A4AE-E2CD-46DC-97AF-88865AD35CBE}" dt="2025-07-07T15:28:45.419" v="3017" actId="20577"/>
        <pc:sldMkLst>
          <pc:docMk/>
          <pc:sldMk cId="1400965795" sldId="389"/>
        </pc:sldMkLst>
        <pc:spChg chg="mod">
          <ac:chgData name="Jeroen Rodenburg" userId="36afe4a3-a6a4-4251-8e46-e83f049ed970" providerId="ADAL" clId="{59D8A4AE-E2CD-46DC-97AF-88865AD35CBE}" dt="2025-07-07T15:28:45.419" v="3017" actId="20577"/>
          <ac:spMkLst>
            <pc:docMk/>
            <pc:sldMk cId="1400965795" sldId="389"/>
            <ac:spMk id="3" creationId="{0407E4AE-A730-488D-9680-911AB0EDBF1D}"/>
          </ac:spMkLst>
        </pc:spChg>
      </pc:sldChg>
      <pc:sldChg chg="del">
        <pc:chgData name="Jeroen Rodenburg" userId="36afe4a3-a6a4-4251-8e46-e83f049ed970" providerId="ADAL" clId="{59D8A4AE-E2CD-46DC-97AF-88865AD35CBE}" dt="2025-07-07T16:41:27.099" v="3966" actId="47"/>
        <pc:sldMkLst>
          <pc:docMk/>
          <pc:sldMk cId="983679894" sldId="390"/>
        </pc:sldMkLst>
      </pc:sldChg>
      <pc:sldChg chg="addSp modSp mod">
        <pc:chgData name="Jeroen Rodenburg" userId="36afe4a3-a6a4-4251-8e46-e83f049ed970" providerId="ADAL" clId="{59D8A4AE-E2CD-46DC-97AF-88865AD35CBE}" dt="2025-07-07T15:30:35.427" v="3024" actId="1076"/>
        <pc:sldMkLst>
          <pc:docMk/>
          <pc:sldMk cId="3152169206" sldId="391"/>
        </pc:sldMkLst>
        <pc:spChg chg="mod">
          <ac:chgData name="Jeroen Rodenburg" userId="36afe4a3-a6a4-4251-8e46-e83f049ed970" providerId="ADAL" clId="{59D8A4AE-E2CD-46DC-97AF-88865AD35CBE}" dt="2025-07-07T15:30:15.579" v="3020" actId="14100"/>
          <ac:spMkLst>
            <pc:docMk/>
            <pc:sldMk cId="3152169206" sldId="391"/>
            <ac:spMk id="3" creationId="{A82ACFDA-8514-4270-982D-A288701CF59E}"/>
          </ac:spMkLst>
        </pc:spChg>
        <pc:picChg chg="add mod">
          <ac:chgData name="Jeroen Rodenburg" userId="36afe4a3-a6a4-4251-8e46-e83f049ed970" providerId="ADAL" clId="{59D8A4AE-E2CD-46DC-97AF-88865AD35CBE}" dt="2025-07-07T15:30:19.524" v="3022" actId="1076"/>
          <ac:picMkLst>
            <pc:docMk/>
            <pc:sldMk cId="3152169206" sldId="391"/>
            <ac:picMk id="8" creationId="{FBF6B082-8922-3CE3-FEB5-F68651E20668}"/>
          </ac:picMkLst>
        </pc:picChg>
        <pc:picChg chg="add mod">
          <ac:chgData name="Jeroen Rodenburg" userId="36afe4a3-a6a4-4251-8e46-e83f049ed970" providerId="ADAL" clId="{59D8A4AE-E2CD-46DC-97AF-88865AD35CBE}" dt="2025-07-07T15:30:35.427" v="3024" actId="1076"/>
          <ac:picMkLst>
            <pc:docMk/>
            <pc:sldMk cId="3152169206" sldId="391"/>
            <ac:picMk id="10" creationId="{DA111DD0-F830-C398-93EA-90C8C7470B94}"/>
          </ac:picMkLst>
        </pc:picChg>
      </pc:sldChg>
      <pc:sldChg chg="modSp mod">
        <pc:chgData name="Jeroen Rodenburg" userId="36afe4a3-a6a4-4251-8e46-e83f049ed970" providerId="ADAL" clId="{59D8A4AE-E2CD-46DC-97AF-88865AD35CBE}" dt="2025-07-07T15:31:46.262" v="3027" actId="20577"/>
        <pc:sldMkLst>
          <pc:docMk/>
          <pc:sldMk cId="2509078276" sldId="392"/>
        </pc:sldMkLst>
        <pc:spChg chg="mod">
          <ac:chgData name="Jeroen Rodenburg" userId="36afe4a3-a6a4-4251-8e46-e83f049ed970" providerId="ADAL" clId="{59D8A4AE-E2CD-46DC-97AF-88865AD35CBE}" dt="2025-07-07T15:31:46.262" v="3027" actId="20577"/>
          <ac:spMkLst>
            <pc:docMk/>
            <pc:sldMk cId="2509078276" sldId="392"/>
            <ac:spMk id="3" creationId="{AEA45F42-D4BF-4368-A734-D3C1DAAAA7C4}"/>
          </ac:spMkLst>
        </pc:spChg>
      </pc:sldChg>
      <pc:sldChg chg="del">
        <pc:chgData name="Jeroen Rodenburg" userId="36afe4a3-a6a4-4251-8e46-e83f049ed970" providerId="ADAL" clId="{59D8A4AE-E2CD-46DC-97AF-88865AD35CBE}" dt="2025-07-07T16:41:29.682" v="3968" actId="47"/>
        <pc:sldMkLst>
          <pc:docMk/>
          <pc:sldMk cId="551661718" sldId="393"/>
        </pc:sldMkLst>
      </pc:sldChg>
      <pc:sldChg chg="del">
        <pc:chgData name="Jeroen Rodenburg" userId="36afe4a3-a6a4-4251-8e46-e83f049ed970" providerId="ADAL" clId="{59D8A4AE-E2CD-46DC-97AF-88865AD35CBE}" dt="2025-07-07T16:41:30.745" v="3969" actId="47"/>
        <pc:sldMkLst>
          <pc:docMk/>
          <pc:sldMk cId="1959327546" sldId="394"/>
        </pc:sldMkLst>
      </pc:sldChg>
      <pc:sldChg chg="del">
        <pc:chgData name="Jeroen Rodenburg" userId="36afe4a3-a6a4-4251-8e46-e83f049ed970" providerId="ADAL" clId="{59D8A4AE-E2CD-46DC-97AF-88865AD35CBE}" dt="2025-07-07T16:41:31.980" v="3970" actId="47"/>
        <pc:sldMkLst>
          <pc:docMk/>
          <pc:sldMk cId="2218031016" sldId="395"/>
        </pc:sldMkLst>
      </pc:sldChg>
      <pc:sldChg chg="del">
        <pc:chgData name="Jeroen Rodenburg" userId="36afe4a3-a6a4-4251-8e46-e83f049ed970" providerId="ADAL" clId="{59D8A4AE-E2CD-46DC-97AF-88865AD35CBE}" dt="2025-07-07T16:41:28.665" v="3967" actId="47"/>
        <pc:sldMkLst>
          <pc:docMk/>
          <pc:sldMk cId="3973402412" sldId="396"/>
        </pc:sldMkLst>
      </pc:sldChg>
      <pc:sldChg chg="modSp mod">
        <pc:chgData name="Jeroen Rodenburg" userId="36afe4a3-a6a4-4251-8e46-e83f049ed970" providerId="ADAL" clId="{59D8A4AE-E2CD-46DC-97AF-88865AD35CBE}" dt="2025-07-07T15:14:28.059" v="2503" actId="20577"/>
        <pc:sldMkLst>
          <pc:docMk/>
          <pc:sldMk cId="3149238233" sldId="397"/>
        </pc:sldMkLst>
        <pc:spChg chg="mod">
          <ac:chgData name="Jeroen Rodenburg" userId="36afe4a3-a6a4-4251-8e46-e83f049ed970" providerId="ADAL" clId="{59D8A4AE-E2CD-46DC-97AF-88865AD35CBE}" dt="2025-07-07T15:14:28.059" v="2503" actId="20577"/>
          <ac:spMkLst>
            <pc:docMk/>
            <pc:sldMk cId="3149238233" sldId="397"/>
            <ac:spMk id="2" creationId="{F77277C5-7C3C-5F47-F75F-ABA8946D73E1}"/>
          </ac:spMkLst>
        </pc:spChg>
      </pc:sldChg>
      <pc:sldChg chg="addSp delSp modSp add mod delAnim modAnim">
        <pc:chgData name="Jeroen Rodenburg" userId="36afe4a3-a6a4-4251-8e46-e83f049ed970" providerId="ADAL" clId="{59D8A4AE-E2CD-46DC-97AF-88865AD35CBE}" dt="2025-07-07T13:48:25.597" v="940"/>
        <pc:sldMkLst>
          <pc:docMk/>
          <pc:sldMk cId="2520490621" sldId="398"/>
        </pc:sldMkLst>
        <pc:spChg chg="mod ord">
          <ac:chgData name="Jeroen Rodenburg" userId="36afe4a3-a6a4-4251-8e46-e83f049ed970" providerId="ADAL" clId="{59D8A4AE-E2CD-46DC-97AF-88865AD35CBE}" dt="2025-07-07T13:35:03.215" v="362" actId="1076"/>
          <ac:spMkLst>
            <pc:docMk/>
            <pc:sldMk cId="2520490621" sldId="398"/>
            <ac:spMk id="6" creationId="{00000000-0000-0000-0000-000000000000}"/>
          </ac:spMkLst>
        </pc:spChg>
        <pc:spChg chg="add mod">
          <ac:chgData name="Jeroen Rodenburg" userId="36afe4a3-a6a4-4251-8e46-e83f049ed970" providerId="ADAL" clId="{59D8A4AE-E2CD-46DC-97AF-88865AD35CBE}" dt="2025-07-07T13:48:14.022" v="939" actId="403"/>
          <ac:spMkLst>
            <pc:docMk/>
            <pc:sldMk cId="2520490621" sldId="398"/>
            <ac:spMk id="16" creationId="{4C4DAA5D-4DF6-77A7-8DDB-A54F7FC8C65D}"/>
          </ac:spMkLst>
        </pc:spChg>
        <pc:picChg chg="add mod">
          <ac:chgData name="Jeroen Rodenburg" userId="36afe4a3-a6a4-4251-8e46-e83f049ed970" providerId="ADAL" clId="{59D8A4AE-E2CD-46DC-97AF-88865AD35CBE}" dt="2025-07-07T13:34:57.018" v="361" actId="1076"/>
          <ac:picMkLst>
            <pc:docMk/>
            <pc:sldMk cId="2520490621" sldId="398"/>
            <ac:picMk id="14" creationId="{F140D599-AEDA-C65C-714A-136E8229C84F}"/>
          </ac:picMkLst>
        </pc:picChg>
      </pc:sldChg>
      <pc:sldChg chg="addSp delSp modSp add del mod">
        <pc:chgData name="Jeroen Rodenburg" userId="36afe4a3-a6a4-4251-8e46-e83f049ed970" providerId="ADAL" clId="{59D8A4AE-E2CD-46DC-97AF-88865AD35CBE}" dt="2025-07-07T13:48:37.907" v="942" actId="47"/>
        <pc:sldMkLst>
          <pc:docMk/>
          <pc:sldMk cId="2128947272" sldId="399"/>
        </pc:sldMkLst>
      </pc:sldChg>
      <pc:sldChg chg="addSp delSp modSp new mod">
        <pc:chgData name="Jeroen Rodenburg" userId="36afe4a3-a6a4-4251-8e46-e83f049ed970" providerId="ADAL" clId="{59D8A4AE-E2CD-46DC-97AF-88865AD35CBE}" dt="2025-07-07T13:52:00.869" v="961" actId="1076"/>
        <pc:sldMkLst>
          <pc:docMk/>
          <pc:sldMk cId="3208951507" sldId="399"/>
        </pc:sldMkLst>
        <pc:picChg chg="add mod modCrop">
          <ac:chgData name="Jeroen Rodenburg" userId="36afe4a3-a6a4-4251-8e46-e83f049ed970" providerId="ADAL" clId="{59D8A4AE-E2CD-46DC-97AF-88865AD35CBE}" dt="2025-07-07T13:52:00.869" v="961" actId="1076"/>
          <ac:picMkLst>
            <pc:docMk/>
            <pc:sldMk cId="3208951507" sldId="399"/>
            <ac:picMk id="7" creationId="{3E403CCA-7471-3F97-A991-5E79E00D9F05}"/>
          </ac:picMkLst>
        </pc:picChg>
      </pc:sldChg>
      <pc:sldChg chg="addSp modSp add mod modTransition modAnim">
        <pc:chgData name="Jeroen Rodenburg" userId="36afe4a3-a6a4-4251-8e46-e83f049ed970" providerId="ADAL" clId="{59D8A4AE-E2CD-46DC-97AF-88865AD35CBE}" dt="2025-07-07T13:52:38.627" v="971"/>
        <pc:sldMkLst>
          <pc:docMk/>
          <pc:sldMk cId="1854386537" sldId="400"/>
        </pc:sldMkLst>
        <pc:spChg chg="add mod">
          <ac:chgData name="Jeroen Rodenburg" userId="36afe4a3-a6a4-4251-8e46-e83f049ed970" providerId="ADAL" clId="{59D8A4AE-E2CD-46DC-97AF-88865AD35CBE}" dt="2025-07-07T13:52:34.454" v="969" actId="1076"/>
          <ac:spMkLst>
            <pc:docMk/>
            <pc:sldMk cId="1854386537" sldId="400"/>
            <ac:spMk id="2" creationId="{B1BF55CA-FE38-BEDE-A517-D09F06653936}"/>
          </ac:spMkLst>
        </pc:spChg>
        <pc:picChg chg="mod">
          <ac:chgData name="Jeroen Rodenburg" userId="36afe4a3-a6a4-4251-8e46-e83f049ed970" providerId="ADAL" clId="{59D8A4AE-E2CD-46DC-97AF-88865AD35CBE}" dt="2025-07-07T13:52:14.427" v="967" actId="1076"/>
          <ac:picMkLst>
            <pc:docMk/>
            <pc:sldMk cId="1854386537" sldId="400"/>
            <ac:picMk id="7" creationId="{3E403CCA-7471-3F97-A991-5E79E00D9F05}"/>
          </ac:picMkLst>
        </pc:picChg>
      </pc:sldChg>
      <pc:sldChg chg="addSp modSp new mod">
        <pc:chgData name="Jeroen Rodenburg" userId="36afe4a3-a6a4-4251-8e46-e83f049ed970" providerId="ADAL" clId="{59D8A4AE-E2CD-46DC-97AF-88865AD35CBE}" dt="2025-07-07T13:54:01.582" v="1009" actId="20577"/>
        <pc:sldMkLst>
          <pc:docMk/>
          <pc:sldMk cId="2452274916" sldId="401"/>
        </pc:sldMkLst>
        <pc:spChg chg="add mod">
          <ac:chgData name="Jeroen Rodenburg" userId="36afe4a3-a6a4-4251-8e46-e83f049ed970" providerId="ADAL" clId="{59D8A4AE-E2CD-46DC-97AF-88865AD35CBE}" dt="2025-07-07T13:54:01.582" v="1009" actId="20577"/>
          <ac:spMkLst>
            <pc:docMk/>
            <pc:sldMk cId="2452274916" sldId="401"/>
            <ac:spMk id="5" creationId="{C3BF4F87-3CA9-4C4B-B828-690B40D1B9B5}"/>
          </ac:spMkLst>
        </pc:spChg>
      </pc:sldChg>
      <pc:sldChg chg="addSp modSp new mod">
        <pc:chgData name="Jeroen Rodenburg" userId="36afe4a3-a6a4-4251-8e46-e83f049ed970" providerId="ADAL" clId="{59D8A4AE-E2CD-46DC-97AF-88865AD35CBE}" dt="2025-07-07T14:16:43.857" v="2150" actId="115"/>
        <pc:sldMkLst>
          <pc:docMk/>
          <pc:sldMk cId="1940678000" sldId="402"/>
        </pc:sldMkLst>
        <pc:spChg chg="mod">
          <ac:chgData name="Jeroen Rodenburg" userId="36afe4a3-a6a4-4251-8e46-e83f049ed970" providerId="ADAL" clId="{59D8A4AE-E2CD-46DC-97AF-88865AD35CBE}" dt="2025-07-07T14:16:43.857" v="2150" actId="115"/>
          <ac:spMkLst>
            <pc:docMk/>
            <pc:sldMk cId="1940678000" sldId="402"/>
            <ac:spMk id="2" creationId="{2F19C41A-872C-197F-1CED-3CDE49A752D1}"/>
          </ac:spMkLst>
        </pc:spChg>
        <pc:spChg chg="mod">
          <ac:chgData name="Jeroen Rodenburg" userId="36afe4a3-a6a4-4251-8e46-e83f049ed970" providerId="ADAL" clId="{59D8A4AE-E2CD-46DC-97AF-88865AD35CBE}" dt="2025-07-07T14:12:27.904" v="1732" actId="1076"/>
          <ac:spMkLst>
            <pc:docMk/>
            <pc:sldMk cId="1940678000" sldId="402"/>
            <ac:spMk id="3" creationId="{88911BB4-317F-B799-F2B7-999757A8649D}"/>
          </ac:spMkLst>
        </pc:spChg>
        <pc:picChg chg="add mod">
          <ac:chgData name="Jeroen Rodenburg" userId="36afe4a3-a6a4-4251-8e46-e83f049ed970" providerId="ADAL" clId="{59D8A4AE-E2CD-46DC-97AF-88865AD35CBE}" dt="2025-07-07T14:16:33.041" v="2148" actId="1076"/>
          <ac:picMkLst>
            <pc:docMk/>
            <pc:sldMk cId="1940678000" sldId="402"/>
            <ac:picMk id="1026" creationId="{0DE7177D-23BB-DDC9-6BE3-B6CDBFDB6EFC}"/>
          </ac:picMkLst>
        </pc:picChg>
      </pc:sldChg>
      <pc:sldChg chg="modSp add mod">
        <pc:chgData name="Jeroen Rodenburg" userId="36afe4a3-a6a4-4251-8e46-e83f049ed970" providerId="ADAL" clId="{59D8A4AE-E2CD-46DC-97AF-88865AD35CBE}" dt="2025-07-07T15:16:21.501" v="2589" actId="20577"/>
        <pc:sldMkLst>
          <pc:docMk/>
          <pc:sldMk cId="1003738263" sldId="403"/>
        </pc:sldMkLst>
        <pc:spChg chg="mod">
          <ac:chgData name="Jeroen Rodenburg" userId="36afe4a3-a6a4-4251-8e46-e83f049ed970" providerId="ADAL" clId="{59D8A4AE-E2CD-46DC-97AF-88865AD35CBE}" dt="2025-07-07T15:16:21.501" v="2589" actId="20577"/>
          <ac:spMkLst>
            <pc:docMk/>
            <pc:sldMk cId="1003738263" sldId="403"/>
            <ac:spMk id="2" creationId="{00000000-0000-0000-0000-000000000000}"/>
          </ac:spMkLst>
        </pc:spChg>
        <pc:spChg chg="mod">
          <ac:chgData name="Jeroen Rodenburg" userId="36afe4a3-a6a4-4251-8e46-e83f049ed970" providerId="ADAL" clId="{59D8A4AE-E2CD-46DC-97AF-88865AD35CBE}" dt="2025-07-07T15:16:04.707" v="2525" actId="1076"/>
          <ac:spMkLst>
            <pc:docMk/>
            <pc:sldMk cId="1003738263" sldId="403"/>
            <ac:spMk id="8" creationId="{00000000-0000-0000-0000-000000000000}"/>
          </ac:spMkLst>
        </pc:spChg>
        <pc:picChg chg="mod">
          <ac:chgData name="Jeroen Rodenburg" userId="36afe4a3-a6a4-4251-8e46-e83f049ed970" providerId="ADAL" clId="{59D8A4AE-E2CD-46DC-97AF-88865AD35CBE}" dt="2025-07-07T15:15:50.066" v="2510" actId="1076"/>
          <ac:picMkLst>
            <pc:docMk/>
            <pc:sldMk cId="1003738263" sldId="403"/>
            <ac:picMk id="7" creationId="{00000000-0000-0000-0000-000000000000}"/>
          </ac:picMkLst>
        </pc:picChg>
      </pc:sldChg>
      <pc:sldChg chg="delSp add del mod">
        <pc:chgData name="Jeroen Rodenburg" userId="36afe4a3-a6a4-4251-8e46-e83f049ed970" providerId="ADAL" clId="{59D8A4AE-E2CD-46DC-97AF-88865AD35CBE}" dt="2025-07-07T15:15:41.466" v="2508" actId="2696"/>
        <pc:sldMkLst>
          <pc:docMk/>
          <pc:sldMk cId="3801608837" sldId="403"/>
        </pc:sldMkLst>
      </pc:sldChg>
      <pc:sldChg chg="add del">
        <pc:chgData name="Jeroen Rodenburg" userId="36afe4a3-a6a4-4251-8e46-e83f049ed970" providerId="ADAL" clId="{59D8A4AE-E2CD-46DC-97AF-88865AD35CBE}" dt="2025-07-07T15:15:41.466" v="2508" actId="2696"/>
        <pc:sldMkLst>
          <pc:docMk/>
          <pc:sldMk cId="821022064" sldId="404"/>
        </pc:sldMkLst>
      </pc:sldChg>
      <pc:sldChg chg="modSp add mod">
        <pc:chgData name="Jeroen Rodenburg" userId="36afe4a3-a6a4-4251-8e46-e83f049ed970" providerId="ADAL" clId="{59D8A4AE-E2CD-46DC-97AF-88865AD35CBE}" dt="2025-07-07T15:16:28.738" v="2590"/>
        <pc:sldMkLst>
          <pc:docMk/>
          <pc:sldMk cId="881644298" sldId="404"/>
        </pc:sldMkLst>
        <pc:spChg chg="mod">
          <ac:chgData name="Jeroen Rodenburg" userId="36afe4a3-a6a4-4251-8e46-e83f049ed970" providerId="ADAL" clId="{59D8A4AE-E2CD-46DC-97AF-88865AD35CBE}" dt="2025-07-07T15:16:28.738" v="2590"/>
          <ac:spMkLst>
            <pc:docMk/>
            <pc:sldMk cId="881644298" sldId="404"/>
            <ac:spMk id="2" creationId="{00000000-0000-0000-0000-000000000000}"/>
          </ac:spMkLst>
        </pc:spChg>
      </pc:sldChg>
      <pc:sldChg chg="modSp new mod">
        <pc:chgData name="Jeroen Rodenburg" userId="36afe4a3-a6a4-4251-8e46-e83f049ed970" providerId="ADAL" clId="{59D8A4AE-E2CD-46DC-97AF-88865AD35CBE}" dt="2025-07-07T15:44:35.148" v="3820" actId="1076"/>
        <pc:sldMkLst>
          <pc:docMk/>
          <pc:sldMk cId="4225704648" sldId="405"/>
        </pc:sldMkLst>
        <pc:spChg chg="mod">
          <ac:chgData name="Jeroen Rodenburg" userId="36afe4a3-a6a4-4251-8e46-e83f049ed970" providerId="ADAL" clId="{59D8A4AE-E2CD-46DC-97AF-88865AD35CBE}" dt="2025-07-07T15:44:35.148" v="3820" actId="1076"/>
          <ac:spMkLst>
            <pc:docMk/>
            <pc:sldMk cId="4225704648" sldId="405"/>
            <ac:spMk id="2" creationId="{6198CDF5-F698-C6E2-7C8A-F621EE4B5C38}"/>
          </ac:spMkLst>
        </pc:spChg>
      </pc:sldChg>
      <pc:sldChg chg="addSp modSp new mod">
        <pc:chgData name="Jeroen Rodenburg" userId="36afe4a3-a6a4-4251-8e46-e83f049ed970" providerId="ADAL" clId="{59D8A4AE-E2CD-46DC-97AF-88865AD35CBE}" dt="2025-07-07T16:26:35.993" v="3884" actId="1076"/>
        <pc:sldMkLst>
          <pc:docMk/>
          <pc:sldMk cId="2141129503" sldId="406"/>
        </pc:sldMkLst>
        <pc:spChg chg="mod">
          <ac:chgData name="Jeroen Rodenburg" userId="36afe4a3-a6a4-4251-8e46-e83f049ed970" providerId="ADAL" clId="{59D8A4AE-E2CD-46DC-97AF-88865AD35CBE}" dt="2025-07-07T16:26:35.993" v="3884" actId="1076"/>
          <ac:spMkLst>
            <pc:docMk/>
            <pc:sldMk cId="2141129503" sldId="406"/>
            <ac:spMk id="2" creationId="{CA0AC1FF-92EF-3B4D-4B88-47816D534838}"/>
          </ac:spMkLst>
        </pc:spChg>
        <pc:picChg chg="add mod modCrop">
          <ac:chgData name="Jeroen Rodenburg" userId="36afe4a3-a6a4-4251-8e46-e83f049ed970" providerId="ADAL" clId="{59D8A4AE-E2CD-46DC-97AF-88865AD35CBE}" dt="2025-07-07T15:46:36.885" v="3881" actId="1076"/>
          <ac:picMkLst>
            <pc:docMk/>
            <pc:sldMk cId="2141129503" sldId="406"/>
            <ac:picMk id="6" creationId="{2F359380-F712-1E28-5CC9-0BF4DABF3F0B}"/>
          </ac:picMkLst>
        </pc:picChg>
      </pc:sldChg>
      <pc:sldChg chg="addSp delSp modSp add mod">
        <pc:chgData name="Jeroen Rodenburg" userId="36afe4a3-a6a4-4251-8e46-e83f049ed970" providerId="ADAL" clId="{59D8A4AE-E2CD-46DC-97AF-88865AD35CBE}" dt="2025-07-07T16:29:10.838" v="3964" actId="20577"/>
        <pc:sldMkLst>
          <pc:docMk/>
          <pc:sldMk cId="868179750" sldId="410"/>
        </pc:sldMkLst>
        <pc:spChg chg="mod">
          <ac:chgData name="Jeroen Rodenburg" userId="36afe4a3-a6a4-4251-8e46-e83f049ed970" providerId="ADAL" clId="{59D8A4AE-E2CD-46DC-97AF-88865AD35CBE}" dt="2025-07-07T16:28:07.453" v="3952" actId="20577"/>
          <ac:spMkLst>
            <pc:docMk/>
            <pc:sldMk cId="868179750" sldId="410"/>
            <ac:spMk id="8" creationId="{308C9900-2106-5517-437B-3112D063CB4F}"/>
          </ac:spMkLst>
        </pc:spChg>
        <pc:spChg chg="mod">
          <ac:chgData name="Jeroen Rodenburg" userId="36afe4a3-a6a4-4251-8e46-e83f049ed970" providerId="ADAL" clId="{59D8A4AE-E2CD-46DC-97AF-88865AD35CBE}" dt="2025-07-07T16:29:10.838" v="3964" actId="20577"/>
          <ac:spMkLst>
            <pc:docMk/>
            <pc:sldMk cId="868179750" sldId="410"/>
            <ac:spMk id="11" creationId="{FFF3CCF4-477E-BB40-C526-5FA3198EFB7F}"/>
          </ac:spMkLst>
        </pc:spChg>
        <pc:spChg chg="mod">
          <ac:chgData name="Jeroen Rodenburg" userId="36afe4a3-a6a4-4251-8e46-e83f049ed970" providerId="ADAL" clId="{59D8A4AE-E2CD-46DC-97AF-88865AD35CBE}" dt="2025-07-07T16:29:05.407" v="3957" actId="20577"/>
          <ac:spMkLst>
            <pc:docMk/>
            <pc:sldMk cId="868179750" sldId="410"/>
            <ac:spMk id="12" creationId="{6B41D2C1-DF13-029C-F99A-B905EA28274D}"/>
          </ac:spMkLst>
        </pc:spChg>
        <pc:spChg chg="add mod">
          <ac:chgData name="Jeroen Rodenburg" userId="36afe4a3-a6a4-4251-8e46-e83f049ed970" providerId="ADAL" clId="{59D8A4AE-E2CD-46DC-97AF-88865AD35CBE}" dt="2025-07-07T16:28:56.087" v="3954"/>
          <ac:spMkLst>
            <pc:docMk/>
            <pc:sldMk cId="868179750" sldId="410"/>
            <ac:spMk id="17" creationId="{0046E864-D43E-4ACA-96B1-50B97C625958}"/>
          </ac:spMkLst>
        </pc:spChg>
      </pc:sldChg>
      <pc:sldChg chg="add del">
        <pc:chgData name="Jeroen Rodenburg" userId="36afe4a3-a6a4-4251-8e46-e83f049ed970" providerId="ADAL" clId="{59D8A4AE-E2CD-46DC-97AF-88865AD35CBE}" dt="2025-07-07T16:26:21.184" v="3883" actId="47"/>
        <pc:sldMkLst>
          <pc:docMk/>
          <pc:sldMk cId="3544156062" sldId="414"/>
        </pc:sldMkLst>
      </pc:sldChg>
      <pc:sldChg chg="addSp delSp modSp add mod">
        <pc:chgData name="Jeroen Rodenburg" userId="36afe4a3-a6a4-4251-8e46-e83f049ed970" providerId="ADAL" clId="{59D8A4AE-E2CD-46DC-97AF-88865AD35CBE}" dt="2025-07-07T16:27:54.076" v="3932" actId="20577"/>
        <pc:sldMkLst>
          <pc:docMk/>
          <pc:sldMk cId="446258750" sldId="415"/>
        </pc:sldMkLst>
        <pc:spChg chg="mod">
          <ac:chgData name="Jeroen Rodenburg" userId="36afe4a3-a6a4-4251-8e46-e83f049ed970" providerId="ADAL" clId="{59D8A4AE-E2CD-46DC-97AF-88865AD35CBE}" dt="2025-07-07T16:27:32.850" v="3909" actId="20577"/>
          <ac:spMkLst>
            <pc:docMk/>
            <pc:sldMk cId="446258750" sldId="415"/>
            <ac:spMk id="8" creationId="{308C9900-2106-5517-437B-3112D063CB4F}"/>
          </ac:spMkLst>
        </pc:spChg>
        <pc:spChg chg="mod">
          <ac:chgData name="Jeroen Rodenburg" userId="36afe4a3-a6a4-4251-8e46-e83f049ed970" providerId="ADAL" clId="{59D8A4AE-E2CD-46DC-97AF-88865AD35CBE}" dt="2025-07-07T16:27:50.708" v="3926" actId="20577"/>
          <ac:spMkLst>
            <pc:docMk/>
            <pc:sldMk cId="446258750" sldId="415"/>
            <ac:spMk id="9" creationId="{11C0EE50-4ED0-7821-508D-F786979F11E8}"/>
          </ac:spMkLst>
        </pc:spChg>
        <pc:spChg chg="mod">
          <ac:chgData name="Jeroen Rodenburg" userId="36afe4a3-a6a4-4251-8e46-e83f049ed970" providerId="ADAL" clId="{59D8A4AE-E2CD-46DC-97AF-88865AD35CBE}" dt="2025-07-07T16:27:54.076" v="3932" actId="20577"/>
          <ac:spMkLst>
            <pc:docMk/>
            <pc:sldMk cId="446258750" sldId="415"/>
            <ac:spMk id="11" creationId="{FFF3CCF4-477E-BB40-C526-5FA3198EFB7F}"/>
          </ac:spMkLst>
        </pc:spChg>
        <pc:spChg chg="add mod">
          <ac:chgData name="Jeroen Rodenburg" userId="36afe4a3-a6a4-4251-8e46-e83f049ed970" providerId="ADAL" clId="{59D8A4AE-E2CD-46DC-97AF-88865AD35CBE}" dt="2025-07-07T16:26:58.658" v="3895" actId="1076"/>
          <ac:spMkLst>
            <pc:docMk/>
            <pc:sldMk cId="446258750" sldId="415"/>
            <ac:spMk id="14" creationId="{49D8B486-B060-E5A9-ACB9-E66F9C7AFA2E}"/>
          </ac:spMkLst>
        </pc:spChg>
      </pc:sldChg>
      <pc:sldMasterChg chg="del delSldLayout">
        <pc:chgData name="Jeroen Rodenburg" userId="36afe4a3-a6a4-4251-8e46-e83f049ed970" providerId="ADAL" clId="{59D8A4AE-E2CD-46DC-97AF-88865AD35CBE}" dt="2025-07-07T13:50:09.972" v="949" actId="47"/>
        <pc:sldMasterMkLst>
          <pc:docMk/>
          <pc:sldMasterMk cId="1432661905" sldId="2147483660"/>
        </pc:sldMasterMkLst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1193044199" sldId="2147483661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4233308073" sldId="2147483662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540535553" sldId="2147483663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593707513" sldId="2147483664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1194117083" sldId="2147483665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3568675758" sldId="2147483666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757055352" sldId="2147483667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2412161395" sldId="2147483668"/>
          </pc:sldLayoutMkLst>
        </pc:sldLayoutChg>
        <pc:sldLayoutChg chg="del">
          <pc:chgData name="Jeroen Rodenburg" userId="36afe4a3-a6a4-4251-8e46-e83f049ed970" providerId="ADAL" clId="{59D8A4AE-E2CD-46DC-97AF-88865AD35CBE}" dt="2025-07-07T13:50:09.972" v="949" actId="47"/>
          <pc:sldLayoutMkLst>
            <pc:docMk/>
            <pc:sldMasterMk cId="1432661905" sldId="2147483660"/>
            <pc:sldLayoutMk cId="3574691174" sldId="2147483669"/>
          </pc:sldLayoutMkLst>
        </pc:sldLayoutChg>
      </pc:sldMasterChg>
      <pc:sldMasterChg chg="modSldLayout">
        <pc:chgData name="Jeroen Rodenburg" userId="36afe4a3-a6a4-4251-8e46-e83f049ed970" providerId="ADAL" clId="{59D8A4AE-E2CD-46DC-97AF-88865AD35CBE}" dt="2025-07-07T16:43:39.758" v="3974" actId="20577"/>
        <pc:sldMasterMkLst>
          <pc:docMk/>
          <pc:sldMasterMk cId="3308124868" sldId="2147484203"/>
        </pc:sldMasterMkLst>
        <pc:sldLayoutChg chg="modSp mod">
          <pc:chgData name="Jeroen Rodenburg" userId="36afe4a3-a6a4-4251-8e46-e83f049ed970" providerId="ADAL" clId="{59D8A4AE-E2CD-46DC-97AF-88865AD35CBE}" dt="2025-07-07T16:43:39.758" v="3974" actId="20577"/>
          <pc:sldLayoutMkLst>
            <pc:docMk/>
            <pc:sldMasterMk cId="3308124868" sldId="2147484203"/>
            <pc:sldLayoutMk cId="2925071510" sldId="2147484205"/>
          </pc:sldLayoutMkLst>
          <pc:spChg chg="mod">
            <ac:chgData name="Jeroen Rodenburg" userId="36afe4a3-a6a4-4251-8e46-e83f049ed970" providerId="ADAL" clId="{59D8A4AE-E2CD-46DC-97AF-88865AD35CBE}" dt="2025-07-07T16:43:39.758" v="3974" actId="20577"/>
            <ac:spMkLst>
              <pc:docMk/>
              <pc:sldMasterMk cId="3308124868" sldId="2147484203"/>
              <pc:sldLayoutMk cId="2925071510" sldId="2147484205"/>
              <ac:spMk id="14" creationId="{00000000-0000-0000-0000-000000000000}"/>
            </ac:spMkLst>
          </pc:spChg>
        </pc:sldLayoutChg>
      </pc:sldMasterChg>
    </pc:docChg>
  </pc:docChgLst>
  <pc:docChgLst>
    <pc:chgData name="Lisa Tostrams" userId="1844f577-b33c-4472-85a2-51b1143ab864" providerId="ADAL" clId="{330EF421-00FB-4E3B-A53F-C8DEF4C94960}"/>
    <pc:docChg chg="undo custSel modSld">
      <pc:chgData name="Lisa Tostrams" userId="1844f577-b33c-4472-85a2-51b1143ab864" providerId="ADAL" clId="{330EF421-00FB-4E3B-A53F-C8DEF4C94960}" dt="2025-07-04T15:58:18.601" v="112" actId="14100"/>
      <pc:docMkLst>
        <pc:docMk/>
      </pc:docMkLst>
      <pc:sldChg chg="modSp mod">
        <pc:chgData name="Lisa Tostrams" userId="1844f577-b33c-4472-85a2-51b1143ab864" providerId="ADAL" clId="{330EF421-00FB-4E3B-A53F-C8DEF4C94960}" dt="2025-07-04T15:39:53.195" v="75" actId="20577"/>
        <pc:sldMkLst>
          <pc:docMk/>
          <pc:sldMk cId="3038192788" sldId="269"/>
        </pc:sldMkLst>
      </pc:sldChg>
      <pc:sldChg chg="modSp mod">
        <pc:chgData name="Lisa Tostrams" userId="1844f577-b33c-4472-85a2-51b1143ab864" providerId="ADAL" clId="{330EF421-00FB-4E3B-A53F-C8DEF4C94960}" dt="2025-07-04T15:40:12.910" v="85" actId="20577"/>
        <pc:sldMkLst>
          <pc:docMk/>
          <pc:sldMk cId="609459662" sldId="270"/>
        </pc:sldMkLst>
        <pc:spChg chg="mod">
          <ac:chgData name="Lisa Tostrams" userId="1844f577-b33c-4472-85a2-51b1143ab864" providerId="ADAL" clId="{330EF421-00FB-4E3B-A53F-C8DEF4C94960}" dt="2025-07-04T15:40:12.910" v="85" actId="20577"/>
          <ac:spMkLst>
            <pc:docMk/>
            <pc:sldMk cId="609459662" sldId="270"/>
            <ac:spMk id="3" creationId="{00000000-0000-0000-0000-000000000000}"/>
          </ac:spMkLst>
        </pc:spChg>
      </pc:sldChg>
      <pc:sldChg chg="addSp delSp modSp mod addAnim delAnim modNotesTx">
        <pc:chgData name="Lisa Tostrams" userId="1844f577-b33c-4472-85a2-51b1143ab864" providerId="ADAL" clId="{330EF421-00FB-4E3B-A53F-C8DEF4C94960}" dt="2025-07-04T15:37:14.942" v="67" actId="20577"/>
        <pc:sldMkLst>
          <pc:docMk/>
          <pc:sldMk cId="657804694" sldId="289"/>
        </pc:sldMkLst>
      </pc:sldChg>
      <pc:sldChg chg="addSp delSp modSp mod">
        <pc:chgData name="Lisa Tostrams" userId="1844f577-b33c-4472-85a2-51b1143ab864" providerId="ADAL" clId="{330EF421-00FB-4E3B-A53F-C8DEF4C94960}" dt="2025-07-04T15:43:01.119" v="93" actId="14100"/>
        <pc:sldMkLst>
          <pc:docMk/>
          <pc:sldMk cId="3841326534" sldId="312"/>
        </pc:sldMkLst>
        <pc:picChg chg="add mod">
          <ac:chgData name="Lisa Tostrams" userId="1844f577-b33c-4472-85a2-51b1143ab864" providerId="ADAL" clId="{330EF421-00FB-4E3B-A53F-C8DEF4C94960}" dt="2025-07-04T15:43:01.119" v="93" actId="14100"/>
          <ac:picMkLst>
            <pc:docMk/>
            <pc:sldMk cId="3841326534" sldId="312"/>
            <ac:picMk id="4" creationId="{2335DFD0-0F42-9F7E-4388-BCABF1234E46}"/>
          </ac:picMkLst>
        </pc:picChg>
      </pc:sldChg>
      <pc:sldChg chg="modSp mod">
        <pc:chgData name="Lisa Tostrams" userId="1844f577-b33c-4472-85a2-51b1143ab864" providerId="ADAL" clId="{330EF421-00FB-4E3B-A53F-C8DEF4C94960}" dt="2025-07-04T15:58:18.601" v="112" actId="14100"/>
        <pc:sldMkLst>
          <pc:docMk/>
          <pc:sldMk cId="2509078276" sldId="392"/>
        </pc:sldMkLst>
        <pc:spChg chg="mod">
          <ac:chgData name="Lisa Tostrams" userId="1844f577-b33c-4472-85a2-51b1143ab864" providerId="ADAL" clId="{330EF421-00FB-4E3B-A53F-C8DEF4C94960}" dt="2025-07-04T15:58:18.601" v="112" actId="14100"/>
          <ac:spMkLst>
            <pc:docMk/>
            <pc:sldMk cId="2509078276" sldId="392"/>
            <ac:spMk id="3" creationId="{AEA45F42-D4BF-4368-A734-D3C1DAAAA7C4}"/>
          </ac:spMkLst>
        </pc:spChg>
      </pc:sldChg>
      <pc:sldChg chg="modSp mod">
        <pc:chgData name="Lisa Tostrams" userId="1844f577-b33c-4472-85a2-51b1143ab864" providerId="ADAL" clId="{330EF421-00FB-4E3B-A53F-C8DEF4C94960}" dt="2025-07-04T15:44:30.305" v="94"/>
        <pc:sldMkLst>
          <pc:docMk/>
          <pc:sldMk cId="3149238233" sldId="397"/>
        </pc:sldMkLst>
        <pc:spChg chg="mod">
          <ac:chgData name="Lisa Tostrams" userId="1844f577-b33c-4472-85a2-51b1143ab864" providerId="ADAL" clId="{330EF421-00FB-4E3B-A53F-C8DEF4C94960}" dt="2025-07-04T15:44:30.305" v="94"/>
          <ac:spMkLst>
            <pc:docMk/>
            <pc:sldMk cId="3149238233" sldId="397"/>
            <ac:spMk id="3" creationId="{350E4CA9-7D2A-3847-275D-A4815115B07A}"/>
          </ac:spMkLst>
        </pc:spChg>
      </pc:sldChg>
    </pc:docChg>
  </pc:docChgLst>
  <pc:docChgLst>
    <pc:chgData name="Jeroen Rodenburg" userId="36afe4a3-a6a4-4251-8e46-e83f049ed970" providerId="ADAL" clId="{3181245D-73A7-43D4-A5F6-87C697C66D3E}"/>
    <pc:docChg chg="custSel modSld delMainMaster">
      <pc:chgData name="Jeroen Rodenburg" userId="36afe4a3-a6a4-4251-8e46-e83f049ed970" providerId="ADAL" clId="{3181245D-73A7-43D4-A5F6-87C697C66D3E}" dt="2025-07-09T13:41:19.982" v="86" actId="1076"/>
      <pc:docMkLst>
        <pc:docMk/>
      </pc:docMkLst>
      <pc:sldChg chg="modSp mod">
        <pc:chgData name="Jeroen Rodenburg" userId="36afe4a3-a6a4-4251-8e46-e83f049ed970" providerId="ADAL" clId="{3181245D-73A7-43D4-A5F6-87C697C66D3E}" dt="2025-07-09T06:26:06.311" v="82" actId="20577"/>
        <pc:sldMkLst>
          <pc:docMk/>
          <pc:sldMk cId="3060752151" sldId="322"/>
        </pc:sldMkLst>
        <pc:spChg chg="mod">
          <ac:chgData name="Jeroen Rodenburg" userId="36afe4a3-a6a4-4251-8e46-e83f049ed970" providerId="ADAL" clId="{3181245D-73A7-43D4-A5F6-87C697C66D3E}" dt="2025-07-09T06:26:06.311" v="82" actId="20577"/>
          <ac:spMkLst>
            <pc:docMk/>
            <pc:sldMk cId="3060752151" sldId="322"/>
            <ac:spMk id="7" creationId="{00000000-0000-0000-0000-000000000000}"/>
          </ac:spMkLst>
        </pc:spChg>
      </pc:sldChg>
      <pc:sldChg chg="addSp modSp mod">
        <pc:chgData name="Jeroen Rodenburg" userId="36afe4a3-a6a4-4251-8e46-e83f049ed970" providerId="ADAL" clId="{3181245D-73A7-43D4-A5F6-87C697C66D3E}" dt="2025-07-09T13:41:19.982" v="86" actId="1076"/>
        <pc:sldMkLst>
          <pc:docMk/>
          <pc:sldMk cId="1400965795" sldId="389"/>
        </pc:sldMkLst>
        <pc:picChg chg="add mod">
          <ac:chgData name="Jeroen Rodenburg" userId="36afe4a3-a6a4-4251-8e46-e83f049ed970" providerId="ADAL" clId="{3181245D-73A7-43D4-A5F6-87C697C66D3E}" dt="2025-07-09T13:41:19.982" v="86" actId="1076"/>
          <ac:picMkLst>
            <pc:docMk/>
            <pc:sldMk cId="1400965795" sldId="389"/>
            <ac:picMk id="7" creationId="{8A333D76-CA6C-1F3F-52EF-1A3D2DD3DFCB}"/>
          </ac:picMkLst>
        </pc:picChg>
      </pc:sld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4241431550" sldId="2147483709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512625919" sldId="21474837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427691336" sldId="21474837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256192978" sldId="214748371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706173966" sldId="214748371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843859587" sldId="21474837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527740370" sldId="21474837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816991836" sldId="214748371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206187006" sldId="214748371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51822435" sldId="214748371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282890228" sldId="214748371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51701811" sldId="214748372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4037777020" sldId="214748372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432636161" sldId="214748372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267788535" sldId="214748372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630651215" sldId="214748372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402628550" sldId="214748372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356881687" sldId="214748372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365539315" sldId="214748372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891477532" sldId="214748372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40222265" sldId="214748372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272266835" sldId="214748373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75093446" sldId="214748373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351870117" sldId="214748373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538986481" sldId="214748373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787511325" sldId="214748373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054962775" sldId="214748373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480427969" sldId="214748373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592874434" sldId="214748373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332669532" sldId="214748373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557005997" sldId="214748373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607939012" sldId="214748374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3168339800" sldId="214748374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845996989" sldId="21474837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971886895" sldId="21474837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1804389063" sldId="21474837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2722296851" sldId="21474837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241431550" sldId="2147483709"/>
            <pc:sldLayoutMk cId="866859445" sldId="2147483746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200658446" sldId="2147483747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552126541" sldId="21474837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271637174" sldId="21474837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751370830" sldId="214748375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073979028" sldId="214748375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928978515" sldId="21474837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4275052549" sldId="21474837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201031324" sldId="21474837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840292697" sldId="21474837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398746627" sldId="21474837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040011008" sldId="21474837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576732747" sldId="21474837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554759552" sldId="21474837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832473283" sldId="214748376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485488021" sldId="214748376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423793331" sldId="21474837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026905231" sldId="21474837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041635763" sldId="214748376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4220934610" sldId="214748376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236790050" sldId="21474837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165640706" sldId="21474837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008741530" sldId="21474837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471517290" sldId="21474837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8660019" sldId="21474837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179424240" sldId="21474837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3234359890" sldId="21474837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704349165" sldId="21474837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718548901" sldId="214748377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189796028" sldId="214748377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708869714" sldId="21474837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116553512" sldId="21474837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77574178" sldId="214748377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141108802" sldId="214748377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246399046" sldId="21474837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761657005" sldId="21474837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2701208247" sldId="21474837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1851689290" sldId="21474837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00658446" sldId="2147483747"/>
            <pc:sldLayoutMk cId="967206878" sldId="2147483784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369858751" sldId="2147483785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174689429" sldId="21474837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705825911" sldId="21474837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082744769" sldId="214748378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780644698" sldId="214748378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269045573" sldId="21474837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4204833662" sldId="21474837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881923509" sldId="21474837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131342359" sldId="21474837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512758424" sldId="21474837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797049778" sldId="21474837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51038956" sldId="21474837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581438900" sldId="21474837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372247307" sldId="214748379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407711565" sldId="214748379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197016715" sldId="21474838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906430512" sldId="21474838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059448229" sldId="214748380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846332051" sldId="214748380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552114393" sldId="214748380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134131535" sldId="214748380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467919795" sldId="214748380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016364492" sldId="214748380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968494867" sldId="214748380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247589000" sldId="214748380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885404886" sldId="21474838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746814555" sldId="21474838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619397545" sldId="214748381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3381362118" sldId="214748381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777071217" sldId="21474838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687461021" sldId="21474838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532450710" sldId="214748381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227636901" sldId="214748381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985732517" sldId="214748381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243416494" sldId="214748381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1107142176" sldId="214748382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561308744" sldId="214748382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69858751" sldId="2147483785"/>
            <pc:sldLayoutMk cId="2509476719" sldId="2147483822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809863222" sldId="2147483823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858613712" sldId="214748382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3966369614" sldId="214748382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393805967" sldId="214748382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449040487" sldId="214748382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506155273" sldId="214748382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4245815073" sldId="214748382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4177914369" sldId="214748383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763138840" sldId="214748383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792514932" sldId="214748383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548538036" sldId="214748383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194419415" sldId="214748383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621466700" sldId="214748383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093843717" sldId="214748383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371588526" sldId="214748383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554858866" sldId="214748383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3419896945" sldId="214748383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244550584" sldId="214748384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559274089" sldId="214748384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523641388" sldId="21474838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33289411" sldId="21474838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289905327" sldId="21474838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486355201" sldId="21474838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074906021" sldId="214748384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753158427" sldId="214748384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503455052" sldId="21474838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207689431" sldId="21474838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3185268154" sldId="214748385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174907414" sldId="214748385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841295649" sldId="21474838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069528130" sldId="21474838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478909431" sldId="21474838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4100036620" sldId="21474838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358561640" sldId="21474838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1301246374" sldId="21474838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3812402353" sldId="21474838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643856635" sldId="21474838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809863222" sldId="2147483823"/>
            <pc:sldLayoutMk cId="405351306" sldId="2147483860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315621682" sldId="2147483861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883516577" sldId="21474838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39736653" sldId="21474838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421910642" sldId="214748386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062062685" sldId="214748386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924329854" sldId="21474838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533241239" sldId="21474838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934376148" sldId="21474838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467779137" sldId="21474838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041230585" sldId="21474838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335565130" sldId="21474838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976925878" sldId="21474838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102344426" sldId="21474838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081574883" sldId="214748387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818640026" sldId="214748387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00896496" sldId="21474838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786847090" sldId="21474838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611918698" sldId="214748387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894197541" sldId="214748387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323370273" sldId="21474838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672072809" sldId="21474838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309273138" sldId="21474838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185279850" sldId="21474838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529406927" sldId="214748388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050689182" sldId="214748388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113576299" sldId="21474838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135020915" sldId="21474838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101237127" sldId="214748388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664266808" sldId="214748388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527319370" sldId="21474838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560363141" sldId="21474838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999547144" sldId="21474838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2241137701" sldId="21474838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4283305081" sldId="21474838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1678425484" sldId="21474838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679714470" sldId="21474838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941308971" sldId="21474838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15621682" sldId="2147483861"/>
            <pc:sldLayoutMk cId="3455376342" sldId="2147483898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4108964695" sldId="2147483899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409856482" sldId="21474839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179721613" sldId="21474839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089135879" sldId="214748390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802147376" sldId="214748390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944328728" sldId="214748390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45644743" sldId="214748390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4083354168" sldId="214748390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865385560" sldId="214748390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060752848" sldId="214748390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217382398" sldId="214748390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75234695" sldId="21474839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412464528" sldId="21474839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52900649" sldId="214748391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054186400" sldId="214748391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4040409023" sldId="21474839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33155752" sldId="21474839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115121239" sldId="214748391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085283470" sldId="214748391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623815599" sldId="214748391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4261246936" sldId="214748391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4168189220" sldId="214748392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870211677" sldId="214748392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421010911" sldId="214748392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0491322" sldId="214748392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359483623" sldId="214748392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013858447" sldId="214748392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045510834" sldId="214748392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850288411" sldId="214748392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863954009" sldId="214748392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839831774" sldId="214748392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911750299" sldId="214748393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976297637" sldId="214748393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354943708" sldId="214748393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361904909" sldId="214748393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2635051377" sldId="214748393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1954177900" sldId="214748393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4108964695" sldId="2147483899"/>
            <pc:sldLayoutMk cId="4137350345" sldId="2147483936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1164932360" sldId="2147483937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352864629" sldId="214748393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035324054" sldId="214748393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702764419" sldId="214748394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552817581" sldId="214748394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590045504" sldId="21474839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532661021" sldId="21474839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084383657" sldId="21474839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376858781" sldId="21474839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131879046" sldId="214748394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984326434" sldId="214748394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604231648" sldId="21474839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108722010" sldId="21474839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4016103528" sldId="214748395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601255443" sldId="214748395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51379201" sldId="21474839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92979193" sldId="21474839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020243980" sldId="21474839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610821037" sldId="21474839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4013186842" sldId="21474839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630154904" sldId="21474839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277986316" sldId="21474839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908751331" sldId="21474839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012174826" sldId="214748396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170100827" sldId="214748396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309166024" sldId="21474839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404086537" sldId="21474839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930056981" sldId="214748396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421122778" sldId="214748396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698043470" sldId="21474839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4211769858" sldId="21474839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900427750" sldId="21474839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286239568" sldId="21474839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3889598390" sldId="21474839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93001986" sldId="21474839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1656979003" sldId="21474839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834345601" sldId="21474839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164932360" sldId="2147483937"/>
            <pc:sldLayoutMk cId="2795968991" sldId="2147483974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721299964" sldId="2147483975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349484718" sldId="21474839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192482817" sldId="21474839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89785689" sldId="214748397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169427803" sldId="214748397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4042384298" sldId="21474839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183690353" sldId="21474839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334327081" sldId="21474839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1295695459" sldId="21474839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737148656" sldId="214748398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251003685" sldId="214748398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1340942214" sldId="21474839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6127154" sldId="21474839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177042599" sldId="214748398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7351382" sldId="214748398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958738463" sldId="21474839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559676049" sldId="21474839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900235768" sldId="21474839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495626123" sldId="21474839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707102512" sldId="21474839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015614294" sldId="21474839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570468485" sldId="21474839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547521581" sldId="21474839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787190993" sldId="214748399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1688247284" sldId="214748399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409665683" sldId="21474840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598473731" sldId="21474840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681410373" sldId="214748400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1689706876" sldId="214748400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203608473" sldId="214748400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994274220" sldId="214748400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964544904" sldId="214748400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91690899" sldId="214748400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568425827" sldId="214748400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2381029155" sldId="214748400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465324433" sldId="21474840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3513380705" sldId="21474840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721299964" sldId="2147483975"/>
            <pc:sldLayoutMk cId="1896910334" sldId="2147484012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457280081" sldId="2147484013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4176246196" sldId="21474840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3059525" sldId="21474840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183880494" sldId="214748401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433275993" sldId="214748401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136927799" sldId="214748401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659749868" sldId="214748401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479928194" sldId="214748402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360275658" sldId="214748402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586212702" sldId="214748402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267470275" sldId="214748402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877627521" sldId="214748402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763577980" sldId="214748402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536447644" sldId="214748402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3741993897" sldId="214748402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400037882" sldId="214748402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032991857" sldId="214748402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677357675" sldId="214748403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768788484" sldId="214748403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4245938288" sldId="214748403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450515938" sldId="214748403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660706397" sldId="214748403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571500128" sldId="214748403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866582159" sldId="214748403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794290200" sldId="214748403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567071710" sldId="214748403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706434222" sldId="214748403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728303021" sldId="214748404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216091732" sldId="214748404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4039030176" sldId="21474840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556427029" sldId="21474840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4189264575" sldId="21474840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131591586" sldId="21474840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537500923" sldId="214748404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2999735021" sldId="214748404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82025733" sldId="21474840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948253519" sldId="21474840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457280081" sldId="2147484013"/>
            <pc:sldLayoutMk cId="1217538327" sldId="2147484050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374389385" sldId="2147484051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723626950" sldId="21474840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81507551" sldId="21474840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616575973" sldId="21474840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935154637" sldId="21474840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590510225" sldId="21474840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7029948" sldId="21474840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882314496" sldId="21474840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4150052555" sldId="21474840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730488996" sldId="214748406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705225096" sldId="214748406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4186648277" sldId="21474840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717050070" sldId="21474840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547990489" sldId="214748406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566286327" sldId="214748406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441085360" sldId="21474840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075222497" sldId="21474840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695956336" sldId="21474840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142966655" sldId="21474840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895852604" sldId="21474840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536546682" sldId="21474840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519576726" sldId="21474840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44861484" sldId="21474840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947464002" sldId="214748407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357712446" sldId="214748407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488715578" sldId="21474840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604089686" sldId="21474840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798349173" sldId="214748407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339955872" sldId="214748407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866182037" sldId="21474840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126066703" sldId="21474840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892711853" sldId="21474840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123930283" sldId="21474840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93872089" sldId="214748408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2556498918" sldId="214748408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1818158375" sldId="21474840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797578010" sldId="21474840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374389385" sldId="2147484051"/>
            <pc:sldLayoutMk cId="490681935" sldId="2147484088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566028089" sldId="2147484089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807615750" sldId="21474840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564078682" sldId="21474840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587225655" sldId="21474840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588146204" sldId="21474840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980402141" sldId="21474840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836164114" sldId="21474840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756161915" sldId="21474840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785241941" sldId="21474840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039814907" sldId="214748409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664808410" sldId="214748409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977626490" sldId="21474841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927111925" sldId="21474841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140405675" sldId="214748410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446729598" sldId="214748410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877485826" sldId="214748410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523829786" sldId="214748410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443241725" sldId="214748410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40440325" sldId="214748410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853443278" sldId="214748410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418486798" sldId="214748410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517962716" sldId="21474841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4246496024" sldId="21474841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84513595" sldId="214748411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116176817" sldId="214748411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98621098" sldId="21474841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332535322" sldId="21474841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4259708668" sldId="214748411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754370468" sldId="214748411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4282881098" sldId="214748411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1023279787" sldId="214748411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3615776136" sldId="214748412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876860302" sldId="214748412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329966566" sldId="214748412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477728104" sldId="214748412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116712559" sldId="214748412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737481781" sldId="214748412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566028089" sldId="2147484089"/>
            <pc:sldLayoutMk cId="2566304322" sldId="2147484126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1596592191" sldId="2147484127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4027134923" sldId="214748412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386681839" sldId="214748412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948604561" sldId="214748413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2034820564" sldId="214748413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091790291" sldId="214748413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194986287" sldId="214748413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4291004511" sldId="214748413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641929333" sldId="214748413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170714266" sldId="214748413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797488341" sldId="214748413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46460967" sldId="214748413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049901924" sldId="214748413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755032922" sldId="214748414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4102410114" sldId="214748414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550748231" sldId="21474841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643471207" sldId="21474841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74678167" sldId="21474841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74364188" sldId="21474841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345043480" sldId="214748414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121703243" sldId="214748414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514168819" sldId="21474841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24062604" sldId="21474841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911682025" sldId="214748415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754743984" sldId="214748415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692153542" sldId="21474841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2248437085" sldId="21474841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797625918" sldId="21474841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434461582" sldId="21474841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646461287" sldId="21474841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2058323899" sldId="21474841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377667573" sldId="21474841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200027941" sldId="21474841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148747726" sldId="214748416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967140098" sldId="214748416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1795579789" sldId="21474841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2193837214" sldId="21474841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596592191" sldId="2147484127"/>
            <pc:sldLayoutMk cId="3170216405" sldId="2147484164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1622951255" sldId="2147484165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587557174" sldId="21474841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493580635" sldId="21474841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57660846" sldId="21474841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895861671" sldId="21474841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615057968" sldId="21474841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633747343" sldId="21474841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55121982" sldId="21474841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919708514" sldId="21474841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687698374" sldId="214748417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721581889" sldId="214748417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362901401" sldId="21474841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619315879" sldId="21474841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825198704" sldId="214748417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84490530" sldId="214748417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294864597" sldId="21474841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522129487" sldId="21474841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963452918" sldId="21474841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90986287" sldId="21474841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21571297" sldId="214748418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363801934" sldId="214748418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897578528" sldId="21474841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205479049" sldId="21474841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991585589" sldId="214748418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97287430" sldId="214748418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303106726" sldId="21474841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021295455" sldId="21474841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104247704" sldId="21474841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393195331" sldId="21474841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013445373" sldId="21474841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3988951944" sldId="21474841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469548000" sldId="21474841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0665116" sldId="21474841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260277594" sldId="214748419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3354069" sldId="214748419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4228568808" sldId="21474842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65759336" sldId="21474842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1622951255" sldId="2147484165"/>
            <pc:sldLayoutMk cId="1359926358" sldId="2147484202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3119228035" sldId="2147484241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657608630" sldId="214748424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4267671601" sldId="214748424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799766953" sldId="214748424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945258529" sldId="214748424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458646116" sldId="214748424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410130585" sldId="214748424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594751688" sldId="214748424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923924264" sldId="214748424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978481670" sldId="214748425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95281442" sldId="214748425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797144658" sldId="214748425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423705089" sldId="214748425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344250237" sldId="214748425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611629278" sldId="214748425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483481855" sldId="214748425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273968543" sldId="214748425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620120592" sldId="214748425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280509107" sldId="214748425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674949941" sldId="214748426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875211610" sldId="214748426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968053377" sldId="214748426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791960394" sldId="214748426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837157952" sldId="214748426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697981748" sldId="214748426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859720750" sldId="214748426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532496000" sldId="214748426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832266747" sldId="214748426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947704125" sldId="214748426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2169785767" sldId="214748427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010350896" sldId="214748427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627423956" sldId="214748427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1083369" sldId="214748427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470843570" sldId="214748427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43868766" sldId="214748427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299101856" sldId="214748427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1473842157" sldId="214748427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3119228035" sldId="2147484241"/>
            <pc:sldLayoutMk cId="3129974735" sldId="2147484278"/>
          </pc:sldLayoutMkLst>
        </pc:sldLayoutChg>
      </pc:sldMasterChg>
      <pc:sldMasterChg chg="del delSldLayout">
        <pc:chgData name="Jeroen Rodenburg" userId="36afe4a3-a6a4-4251-8e46-e83f049ed970" providerId="ADAL" clId="{3181245D-73A7-43D4-A5F6-87C697C66D3E}" dt="2025-07-09T06:25:50.187" v="40"/>
        <pc:sldMasterMkLst>
          <pc:docMk/>
          <pc:sldMasterMk cId="2396348310" sldId="2147484279"/>
        </pc:sldMasterMkLst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762497783" sldId="214748428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150535834" sldId="214748428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444335933" sldId="214748428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640084756" sldId="214748428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332396791" sldId="214748428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779279325" sldId="214748428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338705886" sldId="214748428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4261847752" sldId="214748428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941734913" sldId="214748428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475162332" sldId="214748428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542063487" sldId="214748429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715630391" sldId="214748429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704621089" sldId="214748429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798615773" sldId="214748429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290580343" sldId="214748429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179193476" sldId="214748429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017122979" sldId="214748429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036944789" sldId="214748429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4015658394" sldId="214748429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999885496" sldId="214748429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568110733" sldId="214748430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899367103" sldId="214748430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781034223" sldId="214748430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855235955" sldId="214748430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437224250" sldId="214748430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686055072" sldId="214748430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051605704" sldId="2147484306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003199755" sldId="2147484307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542355983" sldId="2147484308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810956242" sldId="2147484309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962769878" sldId="2147484310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074167863" sldId="2147484311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545564638" sldId="2147484312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846334696" sldId="2147484313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186727861" sldId="2147484314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3547797974" sldId="2147484315"/>
          </pc:sldLayoutMkLst>
        </pc:sldLayoutChg>
        <pc:sldLayoutChg chg="del">
          <pc:chgData name="Jeroen Rodenburg" userId="36afe4a3-a6a4-4251-8e46-e83f049ed970" providerId="ADAL" clId="{3181245D-73A7-43D4-A5F6-87C697C66D3E}" dt="2025-07-09T06:25:50.187" v="40"/>
          <pc:sldLayoutMkLst>
            <pc:docMk/>
            <pc:sldMasterMk cId="2396348310" sldId="2147484279"/>
            <pc:sldLayoutMk cId="2454379699" sldId="214748431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CFAE84-7DA1-4AD3-8048-CA82355A8A3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959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DE5616D-1653-4A72-A4BA-E11F684B3036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772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6375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output of a much earlier version of SPADE.RIVM, where it was possible to run a 1-part model to fit  episodical intakes.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02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667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5555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650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5864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8877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4336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921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0385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446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4855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2015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4688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5906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1500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3899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652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2720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6671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E23BE38-388B-B84F-B596-4361C8FFEE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15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8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A8D1DE4-A09D-ED49-8B1B-03D708897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3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54096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C01ABBA-4376-CE44-A51E-00DFACFA8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5EC85681-AB2A-C448-B63F-6E7DA8D87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97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7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3244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262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22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0495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5218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4400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437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 dirty="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96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2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8341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6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040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8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5610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465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9284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256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234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2348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33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29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7291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2605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430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7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32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63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63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32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698AD6E-795F-3C41-A601-70EF331F6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8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0715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3886928-8BE6-4442-8D6B-CF481A6628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231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899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EC71564-EF07-AA49-BBEB-AB800F8CA2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6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0AC13E-1529-F445-A302-F5C8E60480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31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03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43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1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1279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411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22182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31191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05733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1913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134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93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87318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4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8217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983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5157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3583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86421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240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44077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645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225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4191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52927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25781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146925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3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60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91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1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140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4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1" r:id="rId31"/>
    <p:sldLayoutId id="2147483702" r:id="rId32"/>
    <p:sldLayoutId id="2147483703" r:id="rId33"/>
    <p:sldLayoutId id="2147483704" r:id="rId34"/>
    <p:sldLayoutId id="2147483705" r:id="rId35"/>
    <p:sldLayoutId id="2147483706" r:id="rId36"/>
    <p:sldLayoutId id="2147483707" r:id="rId37"/>
    <p:sldLayoutId id="2147483708" r:id="rId3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2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  <p:sldLayoutId id="2147484215" r:id="rId12"/>
    <p:sldLayoutId id="2147484216" r:id="rId13"/>
    <p:sldLayoutId id="2147484217" r:id="rId14"/>
    <p:sldLayoutId id="2147484218" r:id="rId15"/>
    <p:sldLayoutId id="2147484219" r:id="rId16"/>
    <p:sldLayoutId id="2147484220" r:id="rId17"/>
    <p:sldLayoutId id="2147484221" r:id="rId18"/>
    <p:sldLayoutId id="2147484222" r:id="rId19"/>
    <p:sldLayoutId id="2147484223" r:id="rId20"/>
    <p:sldLayoutId id="2147484224" r:id="rId21"/>
    <p:sldLayoutId id="2147484225" r:id="rId22"/>
    <p:sldLayoutId id="2147484226" r:id="rId23"/>
    <p:sldLayoutId id="2147484227" r:id="rId24"/>
    <p:sldLayoutId id="2147484228" r:id="rId25"/>
    <p:sldLayoutId id="2147484229" r:id="rId26"/>
    <p:sldLayoutId id="2147484230" r:id="rId27"/>
    <p:sldLayoutId id="2147484231" r:id="rId28"/>
    <p:sldLayoutId id="2147484232" r:id="rId29"/>
    <p:sldLayoutId id="2147484233" r:id="rId30"/>
    <p:sldLayoutId id="2147484234" r:id="rId31"/>
    <p:sldLayoutId id="2147484235" r:id="rId32"/>
    <p:sldLayoutId id="2147484236" r:id="rId33"/>
    <p:sldLayoutId id="2147484237" r:id="rId34"/>
    <p:sldLayoutId id="2147484238" r:id="rId35"/>
    <p:sldLayoutId id="2147484239" r:id="rId36"/>
    <p:sldLayoutId id="2147484240" r:id="rId37"/>
    <p:sldLayoutId id="2147484317" r:id="rId3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6.png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SPADE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episodical</a:t>
            </a:r>
            <a:r>
              <a:rPr lang="nl-NL" dirty="0"/>
              <a:t>  food intakes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Estimating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distribution</a:t>
            </a:r>
            <a:r>
              <a:rPr lang="nl-NL" dirty="0"/>
              <a:t> of </a:t>
            </a:r>
            <a:r>
              <a:rPr lang="nl-NL" dirty="0" err="1"/>
              <a:t>episodically</a:t>
            </a:r>
            <a:r>
              <a:rPr lang="nl-NL" dirty="0"/>
              <a:t> </a:t>
            </a:r>
            <a:r>
              <a:rPr lang="nl-NL" dirty="0" err="1"/>
              <a:t>consumed</a:t>
            </a:r>
            <a:r>
              <a:rPr lang="nl-NL" dirty="0"/>
              <a:t> food(</a:t>
            </a:r>
            <a:r>
              <a:rPr lang="nl-NL" dirty="0" err="1"/>
              <a:t>components</a:t>
            </a:r>
            <a:r>
              <a:rPr lang="nl-NL" dirty="0"/>
              <a:t>)</a:t>
            </a:r>
          </a:p>
        </p:txBody>
      </p:sp>
      <p:pic>
        <p:nvPicPr>
          <p:cNvPr id="8" name="Picture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032DBFB-C574-42B9-9AD5-ADC1637B60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1" y="1527589"/>
            <a:ext cx="3990869" cy="34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61" y="1028311"/>
            <a:ext cx="8550721" cy="444500"/>
          </a:xfrm>
        </p:spPr>
        <p:txBody>
          <a:bodyPr>
            <a:normAutofit fontScale="90000"/>
          </a:bodyPr>
          <a:lstStyle/>
          <a:p>
            <a:pPr marL="0" indent="0"/>
            <a:r>
              <a:rPr lang="nl-NL" sz="2000" b="1" dirty="0" err="1"/>
              <a:t>Let’s</a:t>
            </a:r>
            <a:r>
              <a:rPr lang="nl-NL" sz="2000" b="1" dirty="0"/>
              <a:t> focus on a </a:t>
            </a:r>
            <a:r>
              <a:rPr lang="nl-NL" sz="2000" b="1" dirty="0" err="1"/>
              <a:t>variable</a:t>
            </a:r>
            <a:r>
              <a:rPr lang="nl-NL" sz="2000" b="1" dirty="0"/>
              <a:t> </a:t>
            </a:r>
            <a:r>
              <a:rPr lang="nl-NL" sz="2000" b="1" dirty="0" err="1"/>
              <a:t>with</a:t>
            </a:r>
            <a:r>
              <a:rPr lang="nl-NL" sz="2000" b="1" dirty="0"/>
              <a:t> </a:t>
            </a:r>
            <a:r>
              <a:rPr lang="nl-NL" sz="2000" b="1" dirty="0" err="1"/>
              <a:t>many</a:t>
            </a:r>
            <a:r>
              <a:rPr lang="nl-NL" sz="2000" b="1" dirty="0"/>
              <a:t> zero intakes:</a:t>
            </a:r>
            <a:br>
              <a:rPr lang="nl-NL" sz="2000" b="1" dirty="0"/>
            </a:br>
            <a:r>
              <a:rPr lang="nl-NL" sz="2000" b="1" dirty="0" err="1"/>
              <a:t>syn_fol</a:t>
            </a:r>
            <a:r>
              <a:rPr lang="nl-NL" sz="2000" b="1" dirty="0"/>
              <a:t> (intake </a:t>
            </a:r>
            <a:r>
              <a:rPr lang="nl-NL" sz="2000" b="1" dirty="0" err="1"/>
              <a:t>from</a:t>
            </a:r>
            <a:r>
              <a:rPr lang="nl-NL" sz="2000" b="1" dirty="0"/>
              <a:t> food </a:t>
            </a:r>
            <a:r>
              <a:rPr lang="nl-NL" sz="2000" b="1" dirty="0" err="1"/>
              <a:t>only</a:t>
            </a:r>
            <a:r>
              <a:rPr lang="nl-NL" sz="2000" b="1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844B1CD-3D85-471D-814F-D90696D9492D}"/>
              </a:ext>
            </a:extLst>
          </p:cNvPr>
          <p:cNvSpPr txBox="1">
            <a:spLocks/>
          </p:cNvSpPr>
          <p:nvPr/>
        </p:nvSpPr>
        <p:spPr bwMode="auto">
          <a:xfrm>
            <a:off x="4837435" y="6484937"/>
            <a:ext cx="4087812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nl-N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 algn="r"/>
            <a:r>
              <a:rPr lang="en-US" dirty="0"/>
              <a:t>Introduction to SPADE part 2| VLAG, October 2021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F952-946C-3B43-93F3-4A989D34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CE4B587-202B-8183-8478-D9CC2EC9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pic>
        <p:nvPicPr>
          <p:cNvPr id="14" name="Picture 2" descr="R:\Projecten\V050414 Spade\2013 SPADE COURSE\Janneke\four\spade.syn_fol.f.7.69_131028_153348.839.jpg">
            <a:extLst>
              <a:ext uri="{FF2B5EF4-FFF2-40B4-BE49-F238E27FC236}">
                <a16:creationId xmlns:a16="http://schemas.microsoft.com/office/drawing/2014/main" id="{F140D599-AEDA-C65C-714A-136E8229C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86197"/>
            <a:ext cx="5105054" cy="510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318742" y="2633271"/>
            <a:ext cx="835292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individuals with resp 0, 1, or 2 positive intakes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0    1    2 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endParaRPr lang="en-US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1294  355  259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endParaRPr lang="en-US" sz="12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DAA5D-4DF6-77A7-8DDB-A54F7FC8C65D}"/>
              </a:ext>
            </a:extLst>
          </p:cNvPr>
          <p:cNvSpPr txBox="1"/>
          <p:nvPr/>
        </p:nvSpPr>
        <p:spPr>
          <a:xfrm>
            <a:off x="2195736" y="3772044"/>
            <a:ext cx="6473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 err="1"/>
              <a:t>Applying</a:t>
            </a:r>
            <a:r>
              <a:rPr lang="nl-NL" sz="1200" b="1" dirty="0"/>
              <a:t> </a:t>
            </a:r>
            <a:r>
              <a:rPr lang="nl-NL" sz="1200" b="1" dirty="0" err="1"/>
              <a:t>the</a:t>
            </a:r>
            <a:r>
              <a:rPr lang="nl-NL" sz="1200" b="1" dirty="0"/>
              <a:t> </a:t>
            </a:r>
            <a:r>
              <a:rPr lang="nl-NL" sz="1200" b="1" dirty="0" err="1"/>
              <a:t>original</a:t>
            </a:r>
            <a:r>
              <a:rPr lang="nl-NL" sz="1200" b="1" dirty="0"/>
              <a:t> model </a:t>
            </a:r>
            <a:r>
              <a:rPr lang="nl-NL" sz="1200" b="1" dirty="0" err="1"/>
              <a:t>for</a:t>
            </a:r>
            <a:r>
              <a:rPr lang="nl-NL" sz="1200" b="1" dirty="0"/>
              <a:t> </a:t>
            </a:r>
            <a:r>
              <a:rPr lang="nl-NL" sz="1200" b="1" dirty="0" err="1"/>
              <a:t>daily</a:t>
            </a:r>
            <a:r>
              <a:rPr lang="nl-NL" sz="1200" b="1" dirty="0"/>
              <a:t> intakes </a:t>
            </a:r>
            <a:r>
              <a:rPr lang="nl-NL" sz="1200" b="1" dirty="0" err="1"/>
              <a:t>won’t</a:t>
            </a:r>
            <a:r>
              <a:rPr lang="nl-NL" sz="1200" b="1" dirty="0"/>
              <a:t> </a:t>
            </a:r>
            <a:r>
              <a:rPr lang="nl-NL" sz="1200" b="1" dirty="0" err="1"/>
              <a:t>work</a:t>
            </a:r>
            <a:r>
              <a:rPr lang="nl-NL" sz="1200" b="1" dirty="0"/>
              <a:t>: </a:t>
            </a:r>
            <a:r>
              <a:rPr lang="nl-NL" sz="1200" b="1" dirty="0" err="1"/>
              <a:t>the</a:t>
            </a:r>
            <a:r>
              <a:rPr lang="nl-NL" sz="1200" b="1" dirty="0"/>
              <a:t> large spike of zero intakes is </a:t>
            </a:r>
            <a:r>
              <a:rPr lang="nl-NL" sz="1200" b="1" dirty="0" err="1"/>
              <a:t>troublesome</a:t>
            </a:r>
            <a:r>
              <a:rPr lang="nl-NL" sz="1200" b="1" dirty="0"/>
              <a:t>.</a:t>
            </a:r>
          </a:p>
          <a:p>
            <a:br>
              <a:rPr lang="nl-NL" sz="1200" b="1" dirty="0"/>
            </a:br>
            <a:r>
              <a:rPr lang="nl-NL" sz="1200" b="1" dirty="0" err="1"/>
              <a:t>There</a:t>
            </a:r>
            <a:r>
              <a:rPr lang="nl-NL" sz="1200" b="1" dirty="0"/>
              <a:t> is no Box-Cox </a:t>
            </a:r>
            <a:r>
              <a:rPr lang="nl-NL" sz="1200" b="1" dirty="0" err="1"/>
              <a:t>transformation</a:t>
            </a:r>
            <a:r>
              <a:rPr lang="nl-NL" sz="1200" b="1" dirty="0"/>
              <a:t> </a:t>
            </a:r>
            <a:r>
              <a:rPr lang="nl-NL" sz="1200" b="1" dirty="0" err="1"/>
              <a:t>that</a:t>
            </a:r>
            <a:r>
              <a:rPr lang="nl-NL" sz="1200" b="1" dirty="0"/>
              <a:t> </a:t>
            </a:r>
            <a:r>
              <a:rPr lang="nl-NL" sz="1200" b="1" dirty="0" err="1"/>
              <a:t>makes</a:t>
            </a:r>
            <a:r>
              <a:rPr lang="nl-NL" sz="1200" b="1" dirty="0"/>
              <a:t> </a:t>
            </a:r>
            <a:r>
              <a:rPr lang="nl-NL" sz="1200" b="1" dirty="0" err="1"/>
              <a:t>this</a:t>
            </a:r>
            <a:r>
              <a:rPr lang="nl-NL" sz="1200" b="1" dirty="0"/>
              <a:t> </a:t>
            </a:r>
            <a:br>
              <a:rPr lang="nl-NL" sz="1200" b="1" dirty="0"/>
            </a:br>
            <a:r>
              <a:rPr lang="nl-NL" sz="1200" b="1" dirty="0"/>
              <a:t>(non-</a:t>
            </a:r>
            <a:r>
              <a:rPr lang="nl-NL" sz="1200" b="1" dirty="0" err="1"/>
              <a:t>smooth</a:t>
            </a:r>
            <a:r>
              <a:rPr lang="nl-NL" sz="1200" b="1" dirty="0"/>
              <a:t>) </a:t>
            </a:r>
            <a:r>
              <a:rPr lang="nl-NL" sz="1200" b="1" dirty="0" err="1"/>
              <a:t>distribution</a:t>
            </a:r>
            <a:r>
              <a:rPr lang="nl-NL" sz="1200" b="1" dirty="0"/>
              <a:t> </a:t>
            </a:r>
            <a:r>
              <a:rPr lang="nl-NL" sz="1200" b="1" dirty="0" err="1"/>
              <a:t>approximately</a:t>
            </a:r>
            <a:r>
              <a:rPr lang="nl-NL" sz="1200" b="1" dirty="0"/>
              <a:t> </a:t>
            </a:r>
            <a:r>
              <a:rPr lang="nl-NL" sz="1200" b="1" dirty="0" err="1"/>
              <a:t>normal</a:t>
            </a:r>
            <a:r>
              <a:rPr lang="nl-NL" sz="1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049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2E01-11EC-86FC-C1F3-19C86DF6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F49F-D4FB-C29F-1954-D2A7C8CE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64A2-3A63-422F-996A-8347BD22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03CCA-7471-3F97-A991-5E79E00D9F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0" y="50240"/>
            <a:ext cx="4740800" cy="66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5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2E01-11EC-86FC-C1F3-19C86DF6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F49F-D4FB-C29F-1954-D2A7C8CE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64A2-3A63-422F-996A-8347BD22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03CCA-7471-3F97-A991-5E79E00D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52736"/>
            <a:ext cx="9094582" cy="1281555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1BF55CA-FE38-BEDE-A517-D09F06653936}"/>
              </a:ext>
            </a:extLst>
          </p:cNvPr>
          <p:cNvSpPr/>
          <p:nvPr/>
        </p:nvSpPr>
        <p:spPr>
          <a:xfrm>
            <a:off x="2123728" y="3068960"/>
            <a:ext cx="4752528" cy="1440160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4386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F3FA8-8C4F-4C39-AB4F-0894A718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6838C-BBE8-6974-A27C-EE8D20DB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D2BFA-E75B-6535-6A7A-F9353251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F4F87-3CA9-4C4B-B828-690B40D1B9B5}"/>
              </a:ext>
            </a:extLst>
          </p:cNvPr>
          <p:cNvSpPr txBox="1"/>
          <p:nvPr/>
        </p:nvSpPr>
        <p:spPr>
          <a:xfrm>
            <a:off x="1331640" y="191683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Evt</a:t>
            </a:r>
            <a:r>
              <a:rPr lang="nl-NL" dirty="0"/>
              <a:t> model </a:t>
            </a:r>
            <a:r>
              <a:rPr lang="nl-NL" dirty="0" err="1"/>
              <a:t>selection</a:t>
            </a:r>
            <a:r>
              <a:rPr lang="nl-NL" dirty="0"/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245227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74" y="1150083"/>
            <a:ext cx="8172450" cy="444500"/>
          </a:xfrm>
        </p:spPr>
        <p:txBody>
          <a:bodyPr>
            <a:normAutofit fontScale="90000"/>
          </a:bodyPr>
          <a:lstStyle/>
          <a:p>
            <a:r>
              <a:rPr lang="en-GB" dirty="0"/>
              <a:t>Split the data in two parts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8177D1DF-7B81-48CE-B1DB-196FD100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5" name="Picture 2" descr="R:\Projecten\V050414 Spade\2013 SPADE COURSE\Janneke\four\spade.syn_fol.f.7.69_131028_153348.83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28817"/>
            <a:ext cx="4307791" cy="430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24006" y="5004465"/>
            <a:ext cx="4012490" cy="95410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(2) Positive intake amounts </a:t>
            </a:r>
            <a:br>
              <a:rPr lang="en-GB" sz="1400" b="1" dirty="0">
                <a:solidFill>
                  <a:schemeClr val="bg1"/>
                </a:solidFill>
              </a:rPr>
            </a:br>
            <a:r>
              <a:rPr lang="en-GB" sz="1400" b="1" dirty="0">
                <a:solidFill>
                  <a:schemeClr val="bg1"/>
                </a:solidFill>
                <a:sym typeface="Wingdings" panose="05000000000000000000" pitchFamily="2" charset="2"/>
              </a:rPr>
              <a:t> use this to model HI distribution </a:t>
            </a:r>
            <a:r>
              <a:rPr lang="en-GB" sz="1400" b="1" u="sng" dirty="0">
                <a:solidFill>
                  <a:schemeClr val="bg1"/>
                </a:solidFill>
                <a:sym typeface="Wingdings" panose="05000000000000000000" pitchFamily="2" charset="2"/>
              </a:rPr>
              <a:t>conditional on having a positive intake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04497" y="4797152"/>
            <a:ext cx="3600399" cy="1008112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Arrow 12"/>
          <p:cNvSpPr/>
          <p:nvPr/>
        </p:nvSpPr>
        <p:spPr>
          <a:xfrm>
            <a:off x="4579269" y="5244924"/>
            <a:ext cx="424779" cy="148515"/>
          </a:xfrm>
          <a:prstGeom prst="rightArrow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/>
          <p:cNvGrpSpPr/>
          <p:nvPr/>
        </p:nvGrpSpPr>
        <p:grpSpPr>
          <a:xfrm>
            <a:off x="1034423" y="2707891"/>
            <a:ext cx="8109577" cy="1434416"/>
            <a:chOff x="1034423" y="2707891"/>
            <a:chExt cx="8109577" cy="1434416"/>
          </a:xfrm>
        </p:grpSpPr>
        <p:sp>
          <p:nvSpPr>
            <p:cNvPr id="7" name="TextBox 6"/>
            <p:cNvSpPr txBox="1"/>
            <p:nvPr/>
          </p:nvSpPr>
          <p:spPr>
            <a:xfrm>
              <a:off x="4656362" y="2707891"/>
              <a:ext cx="4487638" cy="138499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(1) For every person:</a:t>
              </a:r>
              <a:endParaRPr lang="en-GB" sz="1400" b="1" dirty="0">
                <a:solidFill>
                  <a:srgbClr val="0070C0"/>
                </a:solidFill>
              </a:endParaRPr>
            </a:p>
            <a:p>
              <a:r>
                <a:rPr lang="en-GB" sz="1400" b="1" dirty="0">
                  <a:solidFill>
                    <a:schemeClr val="accent6"/>
                  </a:solidFill>
                </a:rPr>
                <a:t>No of Zeroes  (e.g. 2)</a:t>
              </a:r>
            </a:p>
            <a:p>
              <a:r>
                <a:rPr lang="en-GB" sz="1400" b="1" dirty="0">
                  <a:solidFill>
                    <a:srgbClr val="92D050"/>
                  </a:solidFill>
                </a:rPr>
                <a:t>No of positive intakes  (e.g. 1)</a:t>
              </a:r>
              <a:br>
                <a:rPr lang="en-GB" sz="1400" b="1" dirty="0">
                  <a:solidFill>
                    <a:srgbClr val="92D050"/>
                  </a:solidFill>
                </a:rPr>
              </a:br>
              <a:br>
                <a:rPr lang="en-GB" sz="1400" b="1" dirty="0">
                  <a:solidFill>
                    <a:srgbClr val="92D050"/>
                  </a:solidFill>
                </a:rPr>
              </a:br>
              <a:r>
                <a:rPr lang="en-GB" sz="14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 use this to estimate </a:t>
              </a:r>
              <a:r>
                <a:rPr lang="en-GB" sz="1400" b="1" u="sng" dirty="0">
                  <a:solidFill>
                    <a:schemeClr val="bg1"/>
                  </a:solidFill>
                  <a:sym typeface="Wingdings" panose="05000000000000000000" pitchFamily="2" charset="2"/>
                </a:rPr>
                <a:t>the intake frequency distribution*</a:t>
              </a:r>
              <a:endParaRPr lang="en-GB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ight Arrow 13"/>
            <p:cNvSpPr/>
            <p:nvPr/>
          </p:nvSpPr>
          <p:spPr>
            <a:xfrm rot="600448">
              <a:off x="1034423" y="2723494"/>
              <a:ext cx="3615669" cy="102907"/>
            </a:xfrm>
            <a:prstGeom prst="rightArrow">
              <a:avLst/>
            </a:prstGeom>
            <a:solidFill>
              <a:srgbClr val="E1700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ight Arrow 15"/>
            <p:cNvSpPr/>
            <p:nvPr/>
          </p:nvSpPr>
          <p:spPr>
            <a:xfrm rot="19022395">
              <a:off x="2772271" y="3959023"/>
              <a:ext cx="2121814" cy="183284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EF52049-1AF0-45BF-9ADB-72AB4ACE6CE1}"/>
              </a:ext>
            </a:extLst>
          </p:cNvPr>
          <p:cNvSpPr/>
          <p:nvPr/>
        </p:nvSpPr>
        <p:spPr>
          <a:xfrm>
            <a:off x="4579269" y="750727"/>
            <a:ext cx="4487638" cy="160043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400" b="1" dirty="0"/>
              <a:t>*</a:t>
            </a:r>
            <a:r>
              <a:rPr lang="nl-NL" sz="1400" b="1" dirty="0" err="1"/>
              <a:t>SPADE’s</a:t>
            </a:r>
            <a:r>
              <a:rPr lang="nl-NL" sz="1400" b="1" dirty="0"/>
              <a:t> </a:t>
            </a:r>
            <a:r>
              <a:rPr lang="nl-NL" sz="1400" b="1" dirty="0" err="1"/>
              <a:t>terminology</a:t>
            </a:r>
            <a:r>
              <a:rPr lang="nl-NL" sz="1400" b="1" dirty="0"/>
              <a:t>:</a:t>
            </a:r>
            <a:br>
              <a:rPr lang="nl-NL" sz="1400" b="1" dirty="0"/>
            </a:br>
            <a:r>
              <a:rPr lang="nl-NL" sz="1400" dirty="0"/>
              <a:t>intake </a:t>
            </a:r>
            <a:r>
              <a:rPr lang="nl-NL" sz="1400" dirty="0" err="1"/>
              <a:t>frequency</a:t>
            </a:r>
            <a:r>
              <a:rPr lang="nl-NL" sz="1400" dirty="0"/>
              <a:t> = </a:t>
            </a:r>
            <a:r>
              <a:rPr lang="nl-NL" sz="1400" dirty="0" err="1"/>
              <a:t>probability</a:t>
            </a:r>
            <a:r>
              <a:rPr lang="nl-NL" sz="1400" dirty="0"/>
              <a:t> of </a:t>
            </a:r>
            <a:r>
              <a:rPr lang="nl-NL" sz="1400" dirty="0" err="1"/>
              <a:t>positive</a:t>
            </a:r>
            <a:r>
              <a:rPr lang="nl-NL" sz="1400" dirty="0"/>
              <a:t> intake</a:t>
            </a:r>
            <a:br>
              <a:rPr lang="nl-NL" sz="1400" dirty="0"/>
            </a:b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0:    never </a:t>
            </a:r>
            <a:r>
              <a:rPr lang="nl-NL" sz="1400" dirty="0" err="1"/>
              <a:t>consumed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0.5: </a:t>
            </a:r>
            <a:r>
              <a:rPr lang="nl-NL" sz="1400" dirty="0" err="1"/>
              <a:t>consumed</a:t>
            </a:r>
            <a:r>
              <a:rPr lang="nl-NL" sz="1400" dirty="0"/>
              <a:t> on 50% of </a:t>
            </a:r>
            <a:r>
              <a:rPr lang="nl-NL" sz="1400" dirty="0" err="1"/>
              <a:t>day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1:    </a:t>
            </a:r>
            <a:r>
              <a:rPr lang="nl-NL" sz="1400" dirty="0" err="1"/>
              <a:t>consumed</a:t>
            </a:r>
            <a:r>
              <a:rPr lang="nl-NL" sz="1400" dirty="0"/>
              <a:t> </a:t>
            </a:r>
            <a:r>
              <a:rPr lang="nl-NL" sz="1400" dirty="0" err="1"/>
              <a:t>every</a:t>
            </a:r>
            <a:r>
              <a:rPr lang="nl-NL" sz="1400" dirty="0"/>
              <a:t> </a:t>
            </a:r>
            <a:r>
              <a:rPr lang="nl-NL" sz="1400" dirty="0" err="1"/>
              <a:t>day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&gt; 1:    </a:t>
            </a:r>
            <a:r>
              <a:rPr lang="nl-NL" sz="1400" dirty="0" err="1"/>
              <a:t>impossible</a:t>
            </a:r>
            <a:endParaRPr lang="en-US" sz="14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1B0D32-4E92-9A3B-02D1-1123E353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3F0333-9440-EF60-D707-E2439B75F1BD}"/>
                  </a:ext>
                </a:extLst>
              </p:cNvPr>
              <p:cNvSpPr txBox="1"/>
              <p:nvPr/>
            </p:nvSpPr>
            <p:spPr>
              <a:xfrm>
                <a:off x="287497" y="6137891"/>
                <a:ext cx="8640960" cy="923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nl-NL" dirty="0"/>
                  <a:t>In </a:t>
                </a:r>
                <a:r>
                  <a:rPr lang="nl-NL" dirty="0" err="1"/>
                  <a:t>the</a:t>
                </a:r>
                <a:r>
                  <a:rPr lang="nl-NL" dirty="0"/>
                  <a:t> end, we combine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results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2 </a:t>
                </a:r>
                <a:r>
                  <a:rPr lang="nl-NL" dirty="0" err="1"/>
                  <a:t>submodels</a:t>
                </a:r>
                <a:r>
                  <a:rPr lang="nl-NL" dirty="0"/>
                  <a:t> </a:t>
                </a:r>
                <a:r>
                  <a:rPr lang="nl-NL" dirty="0" err="1"/>
                  <a:t>using</a:t>
                </a:r>
                <a:r>
                  <a:rPr lang="nl-NL" dirty="0"/>
                  <a:t>:</a:t>
                </a:r>
                <a:br>
                  <a:rPr lang="nl-NL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𝐻𝐼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𝑖𝑛𝑡𝑎𝑘𝑒</m:t>
                          </m:r>
                        </m:e>
                      </m:d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nl-NL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nl-NL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𝐻𝐼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𝑖𝑛𝑡𝑎𝑘𝑒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3F0333-9440-EF60-D707-E2439B75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97" y="6137891"/>
                <a:ext cx="8640960" cy="923330"/>
              </a:xfrm>
              <a:prstGeom prst="rect">
                <a:avLst/>
              </a:prstGeom>
              <a:blipFill>
                <a:blip r:embed="rId4"/>
                <a:stretch>
                  <a:fillRect l="-564" t="-39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DBA727A-D5ED-592E-84C6-14C907274BA8}"/>
              </a:ext>
            </a:extLst>
          </p:cNvPr>
          <p:cNvGrpSpPr/>
          <p:nvPr/>
        </p:nvGrpSpPr>
        <p:grpSpPr>
          <a:xfrm>
            <a:off x="5579332" y="4329633"/>
            <a:ext cx="2953108" cy="611224"/>
            <a:chOff x="5579332" y="4329633"/>
            <a:chExt cx="2953108" cy="611224"/>
          </a:xfrm>
        </p:grpSpPr>
        <p:sp>
          <p:nvSpPr>
            <p:cNvPr id="19" name="Right Arrow 15">
              <a:extLst>
                <a:ext uri="{FF2B5EF4-FFF2-40B4-BE49-F238E27FC236}">
                  <a16:creationId xmlns:a16="http://schemas.microsoft.com/office/drawing/2014/main" id="{A141B699-DA8A-2246-4502-A7F8E42C165C}"/>
                </a:ext>
              </a:extLst>
            </p:cNvPr>
            <p:cNvSpPr/>
            <p:nvPr/>
          </p:nvSpPr>
          <p:spPr>
            <a:xfrm rot="19022395">
              <a:off x="5579332" y="4733818"/>
              <a:ext cx="531257" cy="207039"/>
            </a:xfrm>
            <a:prstGeom prst="rightArrow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B61829-A66B-DF32-BED0-72CD78379FA1}"/>
                </a:ext>
              </a:extLst>
            </p:cNvPr>
            <p:cNvSpPr txBox="1"/>
            <p:nvPr/>
          </p:nvSpPr>
          <p:spPr>
            <a:xfrm>
              <a:off x="5613682" y="4329633"/>
              <a:ext cx="2918758" cy="27699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1200" b="1" dirty="0" err="1"/>
                <a:t>same</a:t>
              </a:r>
              <a:r>
                <a:rPr lang="nl-NL" sz="1200" b="1" dirty="0"/>
                <a:t> model as </a:t>
              </a:r>
              <a:r>
                <a:rPr lang="nl-NL" sz="1200" b="1" dirty="0" err="1"/>
                <a:t>for</a:t>
              </a:r>
              <a:r>
                <a:rPr lang="nl-NL" sz="1200" b="1" dirty="0"/>
                <a:t> </a:t>
              </a:r>
              <a:r>
                <a:rPr lang="nl-NL" sz="1200" b="1" dirty="0" err="1"/>
                <a:t>daily</a:t>
              </a:r>
              <a:r>
                <a:rPr lang="nl-NL" sz="1200" b="1" dirty="0"/>
                <a:t> intakes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75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19C41A-872C-197F-1CED-3CDE49A75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991704"/>
            <a:ext cx="8192691" cy="3931928"/>
          </a:xfrm>
        </p:spPr>
        <p:txBody>
          <a:bodyPr numCol="1"/>
          <a:lstStyle/>
          <a:p>
            <a:r>
              <a:rPr lang="nl-NL" dirty="0"/>
              <a:t>Data </a:t>
            </a:r>
            <a:r>
              <a:rPr lang="nl-NL" dirty="0" err="1"/>
              <a:t>used</a:t>
            </a:r>
            <a:r>
              <a:rPr lang="nl-NL" dirty="0"/>
              <a:t>: </a:t>
            </a:r>
            <a:r>
              <a:rPr lang="nl-NL" dirty="0" err="1"/>
              <a:t>positive</a:t>
            </a:r>
            <a:r>
              <a:rPr lang="nl-NL" dirty="0"/>
              <a:t> intake (yes / no)</a:t>
            </a:r>
          </a:p>
          <a:p>
            <a:r>
              <a:rPr lang="nl-NL" dirty="0"/>
              <a:t>Different persons </a:t>
            </a:r>
            <a:r>
              <a:rPr lang="nl-NL" dirty="0" err="1"/>
              <a:t>can</a:t>
            </a:r>
            <a:r>
              <a:rPr lang="nl-NL" dirty="0"/>
              <a:t> have different intake </a:t>
            </a:r>
            <a:r>
              <a:rPr lang="nl-NL" dirty="0" err="1"/>
              <a:t>probabilities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>
                <a:sym typeface="Wingdings" panose="05000000000000000000" pitchFamily="2" charset="2"/>
              </a:rPr>
              <a:t>SPADE </a:t>
            </a:r>
            <a:r>
              <a:rPr lang="nl-NL" dirty="0" err="1">
                <a:sym typeface="Wingdings" panose="05000000000000000000" pitchFamily="2" charset="2"/>
              </a:rPr>
              <a:t>finds</a:t>
            </a:r>
            <a:r>
              <a:rPr lang="nl-NL" dirty="0">
                <a:sym typeface="Wingdings" panose="05000000000000000000" pitchFamily="2" charset="2"/>
              </a:rPr>
              <a:t> a </a:t>
            </a:r>
            <a:r>
              <a:rPr lang="nl-NL" u="sng" dirty="0" err="1">
                <a:sym typeface="Wingdings" panose="05000000000000000000" pitchFamily="2" charset="2"/>
              </a:rPr>
              <a:t>distribution</a:t>
            </a:r>
            <a:r>
              <a:rPr lang="nl-NL" dirty="0">
                <a:sym typeface="Wingdings" panose="05000000000000000000" pitchFamily="2" charset="2"/>
              </a:rPr>
              <a:t> of intake </a:t>
            </a:r>
            <a:r>
              <a:rPr lang="nl-NL" dirty="0" err="1">
                <a:sym typeface="Wingdings" panose="05000000000000000000" pitchFamily="2" charset="2"/>
              </a:rPr>
              <a:t>probabilities</a:t>
            </a:r>
            <a:endParaRPr lang="nl-NL" dirty="0">
              <a:sym typeface="Wingdings" panose="05000000000000000000" pitchFamily="2" charset="2"/>
            </a:endParaRPr>
          </a:p>
          <a:p>
            <a:endParaRPr lang="nl-NL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Distribution </a:t>
            </a:r>
            <a:r>
              <a:rPr lang="nl-NL" dirty="0" err="1">
                <a:sym typeface="Wingdings" panose="05000000000000000000" pitchFamily="2" charset="2"/>
              </a:rPr>
              <a:t>used</a:t>
            </a:r>
            <a:r>
              <a:rPr lang="nl-NL" dirty="0">
                <a:sym typeface="Wingdings" panose="05000000000000000000" pitchFamily="2" charset="2"/>
              </a:rPr>
              <a:t>: </a:t>
            </a:r>
            <a:r>
              <a:rPr lang="nl-NL" dirty="0" err="1">
                <a:sym typeface="Wingdings" panose="05000000000000000000" pitchFamily="2" charset="2"/>
              </a:rPr>
              <a:t>Beta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distribution</a:t>
            </a:r>
            <a:endParaRPr lang="nl-NL" dirty="0">
              <a:sym typeface="Wingdings" panose="05000000000000000000" pitchFamily="2" charset="2"/>
            </a:endParaRP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 err="1">
                <a:sym typeface="Wingdings" panose="05000000000000000000" pitchFamily="2" charset="2"/>
              </a:rPr>
              <a:t>Mean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this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distribution</a:t>
            </a:r>
            <a:r>
              <a:rPr lang="nl-NL" dirty="0">
                <a:sym typeface="Wingdings" panose="05000000000000000000" pitchFamily="2" charset="2"/>
              </a:rPr>
              <a:t> 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>
                <a:sym typeface="Wingdings" panose="05000000000000000000" pitchFamily="2" charset="2"/>
              </a:rPr>
              <a:t>is </a:t>
            </a:r>
            <a:r>
              <a:rPr lang="nl-NL" dirty="0" err="1">
                <a:sym typeface="Wingdings" panose="05000000000000000000" pitchFamily="2" charset="2"/>
              </a:rPr>
              <a:t>modelled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>
                <a:sym typeface="Wingdings" panose="05000000000000000000" pitchFamily="2" charset="2"/>
              </a:rPr>
              <a:t>as a </a:t>
            </a:r>
            <a:r>
              <a:rPr lang="nl-NL" dirty="0" err="1">
                <a:sym typeface="Wingdings" panose="05000000000000000000" pitchFamily="2" charset="2"/>
              </a:rPr>
              <a:t>smooth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function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age</a:t>
            </a:r>
            <a:endParaRPr lang="nl-NL" dirty="0">
              <a:sym typeface="Wingdings" panose="05000000000000000000" pitchFamily="2" charset="2"/>
            </a:endParaRPr>
          </a:p>
          <a:p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911BB4-317F-B799-F2B7-999757A8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14257"/>
            <a:ext cx="8192691" cy="948047"/>
          </a:xfrm>
        </p:spPr>
        <p:txBody>
          <a:bodyPr/>
          <a:lstStyle/>
          <a:p>
            <a:r>
              <a:rPr lang="nl-NL" dirty="0"/>
              <a:t>Distribution of intake </a:t>
            </a:r>
            <a:r>
              <a:rPr lang="nl-NL" dirty="0" err="1"/>
              <a:t>frequencies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0141-CAB4-FC8B-5622-1AB886F2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CEDE-F660-66A9-7E47-A4F3D830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7604-E9D9-5A93-173E-37FFB182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E7177D-23BB-DDC9-6BE3-B6CDBFDB6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720" y="3034349"/>
            <a:ext cx="4146401" cy="33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ABF5F-9628-11C9-602C-0DD525D87E21}"/>
              </a:ext>
            </a:extLst>
          </p:cNvPr>
          <p:cNvSpPr txBox="1"/>
          <p:nvPr/>
        </p:nvSpPr>
        <p:spPr>
          <a:xfrm>
            <a:off x="5148064" y="6243743"/>
            <a:ext cx="4680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/>
              <a:t>source: https://en.wikipedia.org/wiki/Beta_distribution</a:t>
            </a:r>
          </a:p>
        </p:txBody>
      </p:sp>
    </p:spTree>
    <p:extLst>
      <p:ext uri="{BB962C8B-B14F-4D97-AF65-F5344CB8AC3E}">
        <p14:creationId xmlns:p14="http://schemas.microsoft.com/office/powerpoint/2010/main" val="1940678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63" y="1142833"/>
            <a:ext cx="8172450" cy="444500"/>
          </a:xfrm>
        </p:spPr>
        <p:txBody>
          <a:bodyPr>
            <a:normAutofit/>
          </a:bodyPr>
          <a:lstStyle/>
          <a:p>
            <a:pPr marL="0" indent="0"/>
            <a:r>
              <a:rPr lang="nl-NL" sz="2000" dirty="0"/>
              <a:t>Code </a:t>
            </a:r>
            <a:r>
              <a:rPr lang="nl-NL" sz="2000" dirty="0" err="1"/>
              <a:t>to</a:t>
            </a:r>
            <a:r>
              <a:rPr lang="nl-NL" sz="2000" dirty="0"/>
              <a:t> run a model </a:t>
            </a:r>
            <a:r>
              <a:rPr lang="nl-NL" sz="2000" dirty="0" err="1"/>
              <a:t>for</a:t>
            </a:r>
            <a:r>
              <a:rPr lang="nl-NL" sz="2000" dirty="0"/>
              <a:t> </a:t>
            </a:r>
            <a:r>
              <a:rPr lang="nl-NL" sz="2000" dirty="0" err="1"/>
              <a:t>episodical</a:t>
            </a:r>
            <a:r>
              <a:rPr lang="nl-NL" sz="2000" dirty="0"/>
              <a:t> intakes 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27CCDA8-7999-45B3-B670-53EADEFF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476250" y="2604861"/>
            <a:ext cx="6624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f.spade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frml.ia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syn_fol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frml.if</a:t>
            </a:r>
            <a:r>
              <a:rPr lang="nl-NL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syn_fol</a:t>
            </a:r>
            <a:r>
              <a:rPr lang="nl-NL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</a:t>
            </a:r>
            <a:r>
              <a:rPr lang="nl-NL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data =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DNFCSmanual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min.age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= 7, 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max.age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= 69, 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sex.label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female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seed</a:t>
            </a:r>
            <a:r>
              <a:rPr lang="nl-NL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29062025)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1913EF-9BD4-427D-9D51-586F0B8A4D3A}"/>
              </a:ext>
            </a:extLst>
          </p:cNvPr>
          <p:cNvCxnSpPr>
            <a:cxnSpLocks/>
          </p:cNvCxnSpPr>
          <p:nvPr/>
        </p:nvCxnSpPr>
        <p:spPr>
          <a:xfrm flipV="1">
            <a:off x="4572000" y="2348880"/>
            <a:ext cx="504056" cy="25598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24C6FE-7D2F-48BA-B2B3-69032F5CBC6C}"/>
              </a:ext>
            </a:extLst>
          </p:cNvPr>
          <p:cNvSpPr txBox="1"/>
          <p:nvPr/>
        </p:nvSpPr>
        <p:spPr>
          <a:xfrm>
            <a:off x="5176390" y="2020086"/>
            <a:ext cx="2924002" cy="33855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fp</a:t>
            </a:r>
            <a:r>
              <a:rPr lang="en-US" sz="1600" dirty="0">
                <a:solidFill>
                  <a:schemeClr val="bg1"/>
                </a:solidFill>
              </a:rPr>
              <a:t> = fractional polynomial</a:t>
            </a:r>
            <a:endParaRPr lang="nl-NL" sz="160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6A933-7214-AF00-2061-AD42AD0B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60387-FCBF-863F-AB43-23B18CE54BA2}"/>
              </a:ext>
            </a:extLst>
          </p:cNvPr>
          <p:cNvSpPr txBox="1"/>
          <p:nvPr/>
        </p:nvSpPr>
        <p:spPr>
          <a:xfrm>
            <a:off x="5009977" y="3490686"/>
            <a:ext cx="3090415" cy="33855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cs = smoothed cubic spline</a:t>
            </a:r>
            <a:endParaRPr lang="nl-NL" sz="16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BACF23-8842-D310-FBF2-D6A2DCAE2540}"/>
              </a:ext>
            </a:extLst>
          </p:cNvPr>
          <p:cNvCxnSpPr>
            <a:cxnSpLocks/>
          </p:cNvCxnSpPr>
          <p:nvPr/>
        </p:nvCxnSpPr>
        <p:spPr>
          <a:xfrm>
            <a:off x="4580756" y="3265204"/>
            <a:ext cx="334144" cy="22548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45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738003"/>
            <a:ext cx="8192691" cy="948047"/>
          </a:xfrm>
        </p:spPr>
        <p:txBody>
          <a:bodyPr/>
          <a:lstStyle/>
          <a:p>
            <a:r>
              <a:rPr lang="nl-NL" dirty="0" err="1"/>
              <a:t>Diagnostics</a:t>
            </a:r>
            <a:r>
              <a:rPr lang="nl-NL" dirty="0"/>
              <a:t> - intake </a:t>
            </a:r>
            <a:r>
              <a:rPr lang="nl-NL" dirty="0" err="1"/>
              <a:t>frequency</a:t>
            </a:r>
            <a:r>
              <a:rPr lang="nl-NL" dirty="0"/>
              <a:t> model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5186662" y="2064182"/>
            <a:ext cx="34563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>
                <a:solidFill>
                  <a:schemeClr val="tx2"/>
                </a:solidFill>
              </a:rPr>
              <a:t>Plots </a:t>
            </a:r>
            <a:r>
              <a:rPr lang="nl-NL" sz="1400" dirty="0" err="1">
                <a:solidFill>
                  <a:schemeClr val="tx2"/>
                </a:solidFill>
              </a:rPr>
              <a:t>to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evaluate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residuals</a:t>
            </a:r>
            <a:r>
              <a:rPr lang="nl-NL" sz="1400" dirty="0">
                <a:solidFill>
                  <a:schemeClr val="tx2"/>
                </a:solidFill>
              </a:rPr>
              <a:t> of </a:t>
            </a:r>
            <a:r>
              <a:rPr lang="nl-NL" sz="1400" dirty="0" err="1">
                <a:solidFill>
                  <a:schemeClr val="tx2"/>
                </a:solidFill>
              </a:rPr>
              <a:t>beta-binomial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distribution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for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logistic</a:t>
            </a:r>
            <a:r>
              <a:rPr lang="nl-NL" sz="1400" dirty="0">
                <a:solidFill>
                  <a:schemeClr val="tx2"/>
                </a:solidFill>
              </a:rPr>
              <a:t> model </a:t>
            </a:r>
            <a:r>
              <a:rPr lang="nl-NL" sz="1400" dirty="0" err="1">
                <a:solidFill>
                  <a:schemeClr val="tx2"/>
                </a:solidFill>
              </a:rPr>
              <a:t>used</a:t>
            </a:r>
            <a:r>
              <a:rPr lang="nl-NL" sz="1400" dirty="0">
                <a:solidFill>
                  <a:schemeClr val="tx2"/>
                </a:solidFill>
              </a:rPr>
              <a:t> in </a:t>
            </a:r>
            <a:r>
              <a:rPr lang="nl-NL" sz="1400" dirty="0" err="1">
                <a:solidFill>
                  <a:schemeClr val="tx2"/>
                </a:solidFill>
              </a:rPr>
              <a:t>frequency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modelling</a:t>
            </a:r>
            <a:endParaRPr lang="nl-NL" sz="1400" dirty="0">
              <a:solidFill>
                <a:schemeClr val="tx2"/>
              </a:solidFill>
            </a:endParaRPr>
          </a:p>
          <a:p>
            <a:endParaRPr lang="nl-NL" sz="1400" dirty="0">
              <a:solidFill>
                <a:schemeClr val="tx2"/>
              </a:solidFill>
            </a:endParaRPr>
          </a:p>
          <a:p>
            <a:r>
              <a:rPr lang="en-GB" sz="1400" dirty="0">
                <a:solidFill>
                  <a:schemeClr val="tx2"/>
                </a:solidFill>
              </a:rPr>
              <a:t>In the left-hand upper plot the </a:t>
            </a:r>
            <a:r>
              <a:rPr lang="en-GB" sz="1400" dirty="0" err="1">
                <a:solidFill>
                  <a:schemeClr val="tx2"/>
                </a:solidFill>
              </a:rPr>
              <a:t>Quantile</a:t>
            </a:r>
            <a:r>
              <a:rPr lang="en-GB" sz="1400" dirty="0">
                <a:solidFill>
                  <a:schemeClr val="tx2"/>
                </a:solidFill>
              </a:rPr>
              <a:t> Residuals of the model are plotted against the fitted values, with the intention to check if there are some systematic abnormalities present </a:t>
            </a:r>
          </a:p>
          <a:p>
            <a:endParaRPr lang="en-GB" sz="1400" dirty="0">
              <a:solidFill>
                <a:schemeClr val="tx2"/>
              </a:solidFill>
            </a:endParaRPr>
          </a:p>
          <a:p>
            <a:r>
              <a:rPr lang="en-GB" sz="1400" dirty="0">
                <a:solidFill>
                  <a:schemeClr val="tx2"/>
                </a:solidFill>
              </a:rPr>
              <a:t>The right-hand upper plot shows again the </a:t>
            </a:r>
            <a:r>
              <a:rPr lang="en-GB" sz="1400" dirty="0" err="1">
                <a:solidFill>
                  <a:schemeClr val="tx2"/>
                </a:solidFill>
              </a:rPr>
              <a:t>Quantiles</a:t>
            </a:r>
            <a:r>
              <a:rPr lang="en-GB" sz="1400" dirty="0">
                <a:solidFill>
                  <a:schemeClr val="tx2"/>
                </a:solidFill>
              </a:rPr>
              <a:t> of the residuals plotted against age. There is no evidence for abnormalities</a:t>
            </a:r>
          </a:p>
          <a:p>
            <a:endParaRPr lang="en-GB" sz="1400" dirty="0">
              <a:solidFill>
                <a:schemeClr val="tx2"/>
              </a:solidFill>
            </a:endParaRPr>
          </a:p>
          <a:p>
            <a:r>
              <a:rPr lang="en-GB" sz="1400" dirty="0">
                <a:solidFill>
                  <a:schemeClr val="tx2"/>
                </a:solidFill>
              </a:rPr>
              <a:t>The left-hand lower plot shows the density of the </a:t>
            </a:r>
            <a:r>
              <a:rPr lang="en-GB" sz="1400" dirty="0" err="1">
                <a:solidFill>
                  <a:schemeClr val="tx2"/>
                </a:solidFill>
              </a:rPr>
              <a:t>Quantile</a:t>
            </a:r>
            <a:r>
              <a:rPr lang="en-GB" sz="1400" dirty="0">
                <a:solidFill>
                  <a:schemeClr val="tx2"/>
                </a:solidFill>
              </a:rPr>
              <a:t> Residuals and at the right-hand lower side the QQ-plots seems perfect</a:t>
            </a:r>
            <a:endParaRPr lang="nl-NL" sz="14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5DFD0-0F42-9F7E-4388-BCABF123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97" y="2000561"/>
            <a:ext cx="4867569" cy="485743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B25EE7-DC83-1603-D8BF-FFBD8711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27D53-38B7-CF35-C843-70A58D9D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132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77C5-7C3C-5F47-F75F-ABA8946D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Diagnostics</a:t>
            </a:r>
            <a:r>
              <a:rPr lang="nl-NL" dirty="0"/>
              <a:t> – intake </a:t>
            </a:r>
            <a:r>
              <a:rPr lang="nl-NL" dirty="0" err="1"/>
              <a:t>frequency</a:t>
            </a:r>
            <a:r>
              <a:rPr lang="nl-NL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E4CA9-7D2A-3847-275D-A4815115B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289486"/>
            <a:ext cx="8344222" cy="3931928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Numerical check of 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rediduals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compare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rResiduals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with the theoretical values under 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theory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screenlogbook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**************************************************************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 Summary of 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Randomised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Quantile Residuals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check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rResiduals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theory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                             mean  0.01331821      0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                        variance  0.96169501      1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                coef. of skewness -0.01652594      0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                coef. of kurtosis  2.79826723      3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Filliben_correlation_coefficient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0.99957032      1**************************************************************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9DF1-0C60-91DA-3F49-99349CE11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A308-87B3-C57D-2D2B-A5B81FD7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A080D-E775-92B1-1106-A06E7D0B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49238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Diagnostics</a:t>
            </a:r>
            <a:r>
              <a:rPr lang="nl-NL" dirty="0"/>
              <a:t> – intake </a:t>
            </a:r>
            <a:r>
              <a:rPr lang="nl-NL" dirty="0" err="1"/>
              <a:t>amount</a:t>
            </a:r>
            <a:r>
              <a:rPr lang="nl-NL" dirty="0"/>
              <a:t> model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CFAB04C-5684-4E9F-A4AC-CD7E9B5C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7435" y="6484937"/>
            <a:ext cx="4087812" cy="144462"/>
          </a:xfrm>
        </p:spPr>
        <p:txBody>
          <a:bodyPr/>
          <a:lstStyle/>
          <a:p>
            <a:pPr algn="r"/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11</a:t>
            </a:fld>
            <a:endParaRPr lang="nl-NL"/>
          </a:p>
        </p:txBody>
      </p:sp>
      <p:pic>
        <p:nvPicPr>
          <p:cNvPr id="7" name="Picture 2" descr="R:\Projecten\V050414 Spade\2013 SPADE COURSE\Janneke\five\spade.syn_fol.f.7.69_131028_154026.8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560" y="2057771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66712" y="2078986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 err="1">
                <a:solidFill>
                  <a:schemeClr val="tx2"/>
                </a:solidFill>
              </a:rPr>
              <a:t>Lambda</a:t>
            </a:r>
            <a:r>
              <a:rPr lang="nl-NL" sz="1200" dirty="0">
                <a:solidFill>
                  <a:schemeClr val="tx2"/>
                </a:solidFill>
              </a:rPr>
              <a:t> = 0.22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485B5-1ADD-CECE-26EA-40CFBDE2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373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Diagnostics</a:t>
            </a:r>
            <a:r>
              <a:rPr lang="nl-NL" dirty="0"/>
              <a:t> – intake </a:t>
            </a:r>
            <a:r>
              <a:rPr lang="nl-NL" dirty="0" err="1"/>
              <a:t>amount</a:t>
            </a:r>
            <a:r>
              <a:rPr lang="nl-NL" dirty="0"/>
              <a:t> model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5C483DD-E124-4009-8EBB-27462E58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14338" name="Picture 2" descr="R:\Projecten\V050414 Spade\2013 SPADE COURSE\Janneke\five\spade.syn_fol.f.7.69_131028_154027.19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72" y="1996198"/>
            <a:ext cx="4464496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52804" y="3418490"/>
            <a:ext cx="345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 err="1">
                <a:solidFill>
                  <a:schemeClr val="tx2"/>
                </a:solidFill>
              </a:rPr>
              <a:t>Comparison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between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original</a:t>
            </a:r>
            <a:r>
              <a:rPr lang="nl-NL" sz="1200" dirty="0">
                <a:solidFill>
                  <a:schemeClr val="tx2"/>
                </a:solidFill>
              </a:rPr>
              <a:t> data </a:t>
            </a:r>
            <a:r>
              <a:rPr lang="nl-NL" sz="1200" dirty="0" err="1">
                <a:solidFill>
                  <a:schemeClr val="tx2"/>
                </a:solidFill>
              </a:rPr>
              <a:t>and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transformed</a:t>
            </a:r>
            <a:r>
              <a:rPr lang="nl-NL" sz="1200" dirty="0">
                <a:solidFill>
                  <a:schemeClr val="tx2"/>
                </a:solidFill>
              </a:rPr>
              <a:t> data</a:t>
            </a:r>
          </a:p>
          <a:p>
            <a:endParaRPr lang="nl-NL" sz="1200" dirty="0">
              <a:solidFill>
                <a:schemeClr val="tx2"/>
              </a:solidFill>
            </a:endParaRPr>
          </a:p>
          <a:p>
            <a:r>
              <a:rPr lang="nl-NL" sz="1200" dirty="0">
                <a:solidFill>
                  <a:schemeClr val="tx2"/>
                </a:solidFill>
              </a:rPr>
              <a:t>QQ-plot </a:t>
            </a:r>
            <a:r>
              <a:rPr lang="nl-NL" sz="1200" dirty="0" err="1">
                <a:solidFill>
                  <a:schemeClr val="tx2"/>
                </a:solidFill>
              </a:rPr>
              <a:t>transformed</a:t>
            </a:r>
            <a:r>
              <a:rPr lang="nl-NL" sz="1200" dirty="0">
                <a:solidFill>
                  <a:schemeClr val="tx2"/>
                </a:solidFill>
              </a:rPr>
              <a:t> data more or </a:t>
            </a:r>
            <a:r>
              <a:rPr lang="nl-NL" sz="1200" dirty="0" err="1">
                <a:solidFill>
                  <a:schemeClr val="tx2"/>
                </a:solidFill>
              </a:rPr>
              <a:t>less</a:t>
            </a:r>
            <a:r>
              <a:rPr lang="nl-NL" sz="1200" dirty="0">
                <a:solidFill>
                  <a:schemeClr val="tx2"/>
                </a:solidFill>
              </a:rPr>
              <a:t> straight line</a:t>
            </a:r>
          </a:p>
          <a:p>
            <a:endParaRPr lang="nl-NL" sz="1200" dirty="0">
              <a:solidFill>
                <a:schemeClr val="tx2"/>
              </a:solidFill>
            </a:endParaRPr>
          </a:p>
          <a:p>
            <a:r>
              <a:rPr lang="nl-NL" sz="1200" dirty="0">
                <a:solidFill>
                  <a:schemeClr val="tx2"/>
                </a:solidFill>
              </a:rPr>
              <a:t>Histogram more or </a:t>
            </a:r>
            <a:r>
              <a:rPr lang="nl-NL" sz="1200" dirty="0" err="1">
                <a:solidFill>
                  <a:schemeClr val="tx2"/>
                </a:solidFill>
              </a:rPr>
              <a:t>less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symmetrical</a:t>
            </a:r>
            <a:endParaRPr lang="nl-NL" sz="12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D9F4A-14E1-E622-A501-426FDEA4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1644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4" y="1284288"/>
            <a:ext cx="8406705" cy="444500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Intermediate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: </a:t>
            </a:r>
            <a:r>
              <a:rPr lang="nl-NL" dirty="0" err="1"/>
              <a:t>freq</a:t>
            </a:r>
            <a:r>
              <a:rPr lang="nl-NL" dirty="0"/>
              <a:t> &amp; </a:t>
            </a:r>
            <a:r>
              <a:rPr lang="nl-NL" dirty="0" err="1"/>
              <a:t>amounts</a:t>
            </a:r>
            <a:endParaRPr lang="nl-NL" dirty="0"/>
          </a:p>
        </p:txBody>
      </p:sp>
      <p:pic>
        <p:nvPicPr>
          <p:cNvPr id="7" name="Picture 2" descr="R:\Projecten\V050414 Spade\2013 SPADE COURSE\Janneke\five\spade.syn_fol.f.7.69_131028_154042.438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846064"/>
            <a:ext cx="3993456" cy="399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F8A05FC-45D6-40CD-B6D7-3A86C9D9A8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17410" name="Picture 2" descr="R:\Projecten\V050414 Spade\2013 SPADE COURSE\Janneke\five\spade.syn_fol.f.7.69_131028_154040.91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77" y="1916832"/>
            <a:ext cx="3851920" cy="385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9552" y="5877272"/>
            <a:ext cx="7992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solidFill>
                  <a:schemeClr val="tx2"/>
                </a:solidFill>
              </a:rPr>
              <a:t>Intake </a:t>
            </a:r>
            <a:r>
              <a:rPr lang="nl-NL" sz="1200" dirty="0" err="1">
                <a:solidFill>
                  <a:schemeClr val="tx2"/>
                </a:solidFill>
              </a:rPr>
              <a:t>frequency</a:t>
            </a:r>
            <a:r>
              <a:rPr lang="nl-NL" sz="1200" dirty="0">
                <a:solidFill>
                  <a:schemeClr val="tx2"/>
                </a:solidFill>
              </a:rPr>
              <a:t> (</a:t>
            </a:r>
            <a:r>
              <a:rPr lang="nl-NL" sz="1200" dirty="0" err="1">
                <a:solidFill>
                  <a:schemeClr val="tx2"/>
                </a:solidFill>
              </a:rPr>
              <a:t>left</a:t>
            </a:r>
            <a:r>
              <a:rPr lang="nl-NL" sz="1200" dirty="0">
                <a:solidFill>
                  <a:schemeClr val="tx2"/>
                </a:solidFill>
              </a:rPr>
              <a:t>) </a:t>
            </a:r>
            <a:r>
              <a:rPr lang="nl-NL" sz="1200" dirty="0" err="1">
                <a:solidFill>
                  <a:schemeClr val="tx2"/>
                </a:solidFill>
              </a:rPr>
              <a:t>and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habitual</a:t>
            </a:r>
            <a:r>
              <a:rPr lang="nl-NL" sz="1200" dirty="0">
                <a:solidFill>
                  <a:schemeClr val="tx2"/>
                </a:solidFill>
              </a:rPr>
              <a:t> intake </a:t>
            </a:r>
            <a:r>
              <a:rPr lang="nl-NL" sz="1200" dirty="0" err="1">
                <a:solidFill>
                  <a:schemeClr val="tx2"/>
                </a:solidFill>
              </a:rPr>
              <a:t>amount</a:t>
            </a:r>
            <a:r>
              <a:rPr lang="nl-NL" sz="1200" dirty="0">
                <a:solidFill>
                  <a:schemeClr val="tx2"/>
                </a:solidFill>
              </a:rPr>
              <a:t> (</a:t>
            </a:r>
            <a:r>
              <a:rPr lang="nl-NL" sz="1200" dirty="0" err="1">
                <a:solidFill>
                  <a:schemeClr val="tx2"/>
                </a:solidFill>
              </a:rPr>
              <a:t>given</a:t>
            </a:r>
            <a:r>
              <a:rPr lang="nl-NL" sz="1200" dirty="0">
                <a:solidFill>
                  <a:schemeClr val="tx2"/>
                </a:solidFill>
              </a:rPr>
              <a:t> </a:t>
            </a:r>
            <a:r>
              <a:rPr lang="nl-NL" sz="1200" dirty="0" err="1">
                <a:solidFill>
                  <a:schemeClr val="tx2"/>
                </a:solidFill>
              </a:rPr>
              <a:t>consumption</a:t>
            </a:r>
            <a:r>
              <a:rPr lang="nl-NL" sz="1200" dirty="0">
                <a:solidFill>
                  <a:schemeClr val="tx2"/>
                </a:solidFill>
              </a:rPr>
              <a:t>; right)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A58B9-F5D7-5DD1-9E7A-DEBA67DA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1401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716" y="548680"/>
            <a:ext cx="8192691" cy="948047"/>
          </a:xfrm>
        </p:spPr>
        <p:txBody>
          <a:bodyPr/>
          <a:lstStyle/>
          <a:p>
            <a:r>
              <a:rPr lang="nl-NL" dirty="0" err="1"/>
              <a:t>Final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: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distribution</a:t>
            </a:r>
            <a:endParaRPr lang="nl-NL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05C9EF7-2B4F-48D1-A30E-44F68916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20482" name="Picture 2" descr="R:\Projecten\V050414 Spade\2013 SPADE COURSE\Janneke\five\spade.syn_fol.f.7.69_131028_154043.8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920" y="1486453"/>
            <a:ext cx="5016375" cy="501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998E5-3522-1AE2-B689-C3FA26CF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5693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212976"/>
            <a:ext cx="8172450" cy="4445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How does current version of SPADE help you?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21B9A6-5A66-4FC1-B683-EEC526DB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4E119-EF3A-AF96-6BEB-92A73673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7476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A363-5269-499A-8728-46898BD3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What if you use </a:t>
            </a:r>
            <a:r>
              <a:rPr lang="en-US" sz="2400" b="1" dirty="0" err="1"/>
              <a:t>frml</a:t>
            </a:r>
            <a:r>
              <a:rPr lang="en-US" sz="2400" b="1" dirty="0"/>
              <a:t> = “</a:t>
            </a:r>
            <a:r>
              <a:rPr lang="en-US" sz="2400" b="1" dirty="0" err="1"/>
              <a:t>no.if</a:t>
            </a:r>
            <a:r>
              <a:rPr lang="en-US" sz="2400" b="1" dirty="0"/>
              <a:t>” when you have zeroes in your data?</a:t>
            </a:r>
            <a:endParaRPr lang="nl-NL" sz="2400" b="1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FC4A387-09F3-454B-AB9A-24DC002D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250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DD588-1ABE-4CE5-A3CA-320EEC13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68B62-2487-D44A-0E64-29214619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198" y="6858001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A3B8E-B439-FA12-CAD1-2634CCE8F09A}"/>
              </a:ext>
            </a:extLst>
          </p:cNvPr>
          <p:cNvSpPr txBox="1"/>
          <p:nvPr/>
        </p:nvSpPr>
        <p:spPr>
          <a:xfrm>
            <a:off x="683568" y="2348880"/>
            <a:ext cx="7920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&lt; 5% of intakes is zero:</a:t>
            </a:r>
            <a:br>
              <a:rPr lang="en-US" sz="1600" b="1" dirty="0"/>
            </a:br>
            <a:r>
              <a:rPr lang="en-US" sz="1600" dirty="0"/>
              <a:t>   SPADE increases </a:t>
            </a:r>
            <a:r>
              <a:rPr lang="nl-NL" sz="1600" dirty="0" err="1"/>
              <a:t>all</a:t>
            </a:r>
            <a:r>
              <a:rPr lang="nl-NL" sz="1600" dirty="0"/>
              <a:t> zero’s a </a:t>
            </a:r>
            <a:r>
              <a:rPr lang="nl-NL" sz="1600" dirty="0" err="1">
                <a:sym typeface="Wingdings" panose="05000000000000000000" pitchFamily="2" charset="2"/>
              </a:rPr>
              <a:t>little</a:t>
            </a:r>
            <a:r>
              <a:rPr lang="nl-NL" sz="1600" dirty="0">
                <a:sym typeface="Wingdings" panose="05000000000000000000" pitchFamily="2" charset="2"/>
              </a:rPr>
              <a:t>, </a:t>
            </a:r>
            <a:r>
              <a:rPr lang="nl-NL" sz="1600" dirty="0" err="1">
                <a:sym typeface="Wingdings" panose="05000000000000000000" pitchFamily="2" charset="2"/>
              </a:rPr>
              <a:t>to</a:t>
            </a:r>
            <a:r>
              <a:rPr lang="nl-NL" sz="1600" dirty="0">
                <a:sym typeface="Wingdings" panose="05000000000000000000" pitchFamily="2" charset="2"/>
              </a:rPr>
              <a:t>:</a:t>
            </a:r>
            <a:br>
              <a:rPr lang="nl-NL" sz="1600" dirty="0">
                <a:sym typeface="Wingdings" panose="05000000000000000000" pitchFamily="2" charset="2"/>
              </a:rPr>
            </a:br>
            <a:r>
              <a:rPr lang="nl-NL" sz="1600" dirty="0">
                <a:sym typeface="Wingdings" panose="05000000000000000000" pitchFamily="2" charset="2"/>
              </a:rPr>
              <a:t>	0.5 * minimum </a:t>
            </a:r>
            <a:r>
              <a:rPr lang="nl-NL" sz="1600" dirty="0" err="1">
                <a:sym typeface="Wingdings" panose="05000000000000000000" pitchFamily="2" charset="2"/>
              </a:rPr>
              <a:t>positive</a:t>
            </a:r>
            <a:r>
              <a:rPr lang="nl-NL" sz="1600" dirty="0">
                <a:sym typeface="Wingdings" panose="05000000000000000000" pitchFamily="2" charset="2"/>
              </a:rPr>
              <a:t> intake in dataset</a:t>
            </a:r>
          </a:p>
          <a:p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FE3B2-6C01-0417-F6A9-E0A07CF05FF1}"/>
              </a:ext>
            </a:extLst>
          </p:cNvPr>
          <p:cNvSpPr txBox="1"/>
          <p:nvPr/>
        </p:nvSpPr>
        <p:spPr>
          <a:xfrm>
            <a:off x="612179" y="5343872"/>
            <a:ext cx="79208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&gt; 10% of intakes is zero:</a:t>
            </a:r>
            <a:br>
              <a:rPr lang="en-US" sz="1600" b="1" dirty="0"/>
            </a:br>
            <a:r>
              <a:rPr lang="en-US" sz="1600" dirty="0"/>
              <a:t>   </a:t>
            </a:r>
            <a:r>
              <a:rPr lang="nl-NL" sz="1600" dirty="0"/>
              <a:t>SPADE </a:t>
            </a:r>
            <a:r>
              <a:rPr lang="nl-NL" sz="1600" dirty="0" err="1"/>
              <a:t>gives</a:t>
            </a:r>
            <a:r>
              <a:rPr lang="nl-NL" sz="1600" dirty="0"/>
              <a:t> error</a:t>
            </a:r>
            <a:endParaRPr lang="nl-NL" sz="1600" dirty="0">
              <a:sym typeface="Wingdings" panose="05000000000000000000" pitchFamily="2" charset="2"/>
            </a:endParaRPr>
          </a:p>
          <a:p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25569-EE8E-2126-CEDD-89FF83B54893}"/>
              </a:ext>
            </a:extLst>
          </p:cNvPr>
          <p:cNvSpPr txBox="1"/>
          <p:nvPr/>
        </p:nvSpPr>
        <p:spPr>
          <a:xfrm>
            <a:off x="3131840" y="5675292"/>
            <a:ext cx="59556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 in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f.spade.data.prep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 = data,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min.age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min.age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max.age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max.age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: </a:t>
            </a:r>
          </a:p>
          <a:p>
            <a:pPr marL="0" indent="0">
              <a:buNone/>
            </a:pP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2-part model,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since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there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 3605 (83.5%)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nl-NL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nl-NL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269A56-0F85-D55E-E3CC-C56DAF76E0C1}"/>
              </a:ext>
            </a:extLst>
          </p:cNvPr>
          <p:cNvSpPr txBox="1"/>
          <p:nvPr/>
        </p:nvSpPr>
        <p:spPr>
          <a:xfrm>
            <a:off x="683568" y="3303075"/>
            <a:ext cx="79208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If &gt; 5% and &lt; 10% of intakes is zero:</a:t>
            </a:r>
            <a:br>
              <a:rPr lang="en-US" sz="1600" b="1" dirty="0"/>
            </a:br>
            <a:r>
              <a:rPr lang="en-US" sz="1600" dirty="0"/>
              <a:t> SPADE increases </a:t>
            </a:r>
            <a:r>
              <a:rPr lang="nl-NL" sz="1600" dirty="0" err="1"/>
              <a:t>all</a:t>
            </a:r>
            <a:r>
              <a:rPr lang="nl-NL" sz="1600" dirty="0"/>
              <a:t> zero’s a </a:t>
            </a:r>
            <a:r>
              <a:rPr lang="nl-NL" sz="1600" dirty="0" err="1">
                <a:sym typeface="Wingdings" panose="05000000000000000000" pitchFamily="2" charset="2"/>
              </a:rPr>
              <a:t>little</a:t>
            </a:r>
            <a:r>
              <a:rPr lang="nl-NL" sz="1600" dirty="0">
                <a:sym typeface="Wingdings" panose="05000000000000000000" pitchFamily="2" charset="2"/>
              </a:rPr>
              <a:t>, </a:t>
            </a:r>
            <a:r>
              <a:rPr lang="nl-NL" sz="1600" dirty="0" err="1">
                <a:sym typeface="Wingdings" panose="05000000000000000000" pitchFamily="2" charset="2"/>
              </a:rPr>
              <a:t>to</a:t>
            </a:r>
            <a:r>
              <a:rPr lang="nl-NL" sz="1600" dirty="0">
                <a:sym typeface="Wingdings" panose="05000000000000000000" pitchFamily="2" charset="2"/>
              </a:rPr>
              <a:t>:</a:t>
            </a:r>
            <a:br>
              <a:rPr lang="nl-NL" sz="1600" dirty="0">
                <a:sym typeface="Wingdings" panose="05000000000000000000" pitchFamily="2" charset="2"/>
              </a:rPr>
            </a:br>
            <a:r>
              <a:rPr lang="nl-NL" sz="1600" dirty="0">
                <a:sym typeface="Wingdings" panose="05000000000000000000" pitchFamily="2" charset="2"/>
              </a:rPr>
              <a:t>	0.5 * minimum </a:t>
            </a:r>
            <a:r>
              <a:rPr lang="nl-NL" sz="1600" dirty="0" err="1">
                <a:sym typeface="Wingdings" panose="05000000000000000000" pitchFamily="2" charset="2"/>
              </a:rPr>
              <a:t>positive</a:t>
            </a:r>
            <a:r>
              <a:rPr lang="nl-NL" sz="1600" dirty="0">
                <a:sym typeface="Wingdings" panose="05000000000000000000" pitchFamily="2" charset="2"/>
              </a:rPr>
              <a:t> intake in dataset</a:t>
            </a:r>
            <a:br>
              <a:rPr lang="nl-NL" sz="1600" dirty="0">
                <a:sym typeface="Wingdings" panose="05000000000000000000" pitchFamily="2" charset="2"/>
              </a:rPr>
            </a:br>
            <a:r>
              <a:rPr lang="nl-NL" sz="1600" dirty="0">
                <a:sym typeface="Wingdings" panose="05000000000000000000" pitchFamily="2" charset="2"/>
              </a:rPr>
              <a:t> </a:t>
            </a:r>
            <a:r>
              <a:rPr lang="nl-NL" sz="1600" dirty="0" err="1">
                <a:sym typeface="Wingdings" panose="05000000000000000000" pitchFamily="2" charset="2"/>
              </a:rPr>
              <a:t>Also</a:t>
            </a:r>
            <a:r>
              <a:rPr lang="nl-NL" sz="1600" dirty="0">
                <a:sym typeface="Wingdings" panose="05000000000000000000" pitchFamily="2" charset="2"/>
              </a:rPr>
              <a:t> </a:t>
            </a:r>
            <a:r>
              <a:rPr lang="nl-NL" sz="1600" dirty="0" err="1">
                <a:sym typeface="Wingdings" panose="05000000000000000000" pitchFamily="2" charset="2"/>
              </a:rPr>
              <a:t>gives</a:t>
            </a:r>
            <a:r>
              <a:rPr lang="nl-NL" sz="1600" dirty="0">
                <a:sym typeface="Wingdings" panose="05000000000000000000" pitchFamily="2" charset="2"/>
              </a:rPr>
              <a:t> a </a:t>
            </a:r>
            <a:r>
              <a:rPr lang="nl-NL" sz="1600" dirty="0" err="1">
                <a:sym typeface="Wingdings" panose="05000000000000000000" pitchFamily="2" charset="2"/>
              </a:rPr>
              <a:t>warning</a:t>
            </a:r>
            <a:r>
              <a:rPr lang="nl-NL" sz="1600" dirty="0">
                <a:sym typeface="Wingdings" panose="05000000000000000000" pitchFamily="2" charset="2"/>
              </a:rPr>
              <a:t>.</a:t>
            </a:r>
            <a:endParaRPr lang="nl-NL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85ED1D-E708-C3FE-2B3C-4AECA966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4426839"/>
            <a:ext cx="8192691" cy="1639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Warning messages:</a:t>
            </a:r>
            <a:endParaRPr lang="nl-NL" sz="1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1: In </a:t>
            </a:r>
            <a:r>
              <a:rPr lang="en-US" sz="1200" b="1" dirty="0" err="1">
                <a:solidFill>
                  <a:srgbClr val="FF0000"/>
                </a:solidFill>
              </a:rPr>
              <a:t>f.spade.data.prep</a:t>
            </a:r>
            <a:r>
              <a:rPr lang="en-US" sz="1200" b="1" dirty="0">
                <a:solidFill>
                  <a:srgbClr val="FF0000"/>
                </a:solidFill>
              </a:rPr>
              <a:t>(data, </a:t>
            </a:r>
            <a:r>
              <a:rPr lang="en-US" sz="1200" b="1" dirty="0" err="1">
                <a:solidFill>
                  <a:srgbClr val="FF0000"/>
                </a:solidFill>
              </a:rPr>
              <a:t>min.age</a:t>
            </a:r>
            <a:r>
              <a:rPr lang="en-US" sz="1200" b="1" dirty="0">
                <a:solidFill>
                  <a:srgbClr val="FF0000"/>
                </a:solidFill>
              </a:rPr>
              <a:t> = </a:t>
            </a:r>
            <a:r>
              <a:rPr lang="en-US" sz="1200" b="1" dirty="0" err="1">
                <a:solidFill>
                  <a:srgbClr val="FF0000"/>
                </a:solidFill>
              </a:rPr>
              <a:t>min.age</a:t>
            </a:r>
            <a:r>
              <a:rPr lang="en-US" sz="1200" b="1" dirty="0">
                <a:solidFill>
                  <a:srgbClr val="FF0000"/>
                </a:solidFill>
              </a:rPr>
              <a:t>, </a:t>
            </a:r>
            <a:r>
              <a:rPr lang="en-US" sz="1200" b="1" dirty="0" err="1">
                <a:solidFill>
                  <a:srgbClr val="FF0000"/>
                </a:solidFill>
              </a:rPr>
              <a:t>max.age</a:t>
            </a:r>
            <a:r>
              <a:rPr lang="en-US" sz="1200" b="1" dirty="0">
                <a:solidFill>
                  <a:srgbClr val="FF0000"/>
                </a:solidFill>
              </a:rPr>
              <a:t> = </a:t>
            </a:r>
            <a:r>
              <a:rPr lang="en-US" sz="1200" b="1" dirty="0" err="1">
                <a:solidFill>
                  <a:srgbClr val="FF0000"/>
                </a:solidFill>
              </a:rPr>
              <a:t>max.age</a:t>
            </a:r>
            <a:r>
              <a:rPr lang="en-US" sz="1200" b="1" dirty="0">
                <a:solidFill>
                  <a:srgbClr val="FF0000"/>
                </a:solidFill>
              </a:rPr>
              <a:t>,  :</a:t>
            </a:r>
            <a:endParaRPr lang="nl-NL" sz="1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Consider using a 2-part model, since there are 252 (3.3%) zeroes in your data.</a:t>
            </a:r>
            <a:endParaRPr lang="nl-NL" sz="1200" b="1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32752C-2124-417A-2097-5ED858BCA747}"/>
              </a:ext>
            </a:extLst>
          </p:cNvPr>
          <p:cNvSpPr/>
          <p:nvPr/>
        </p:nvSpPr>
        <p:spPr>
          <a:xfrm>
            <a:off x="6079913" y="3297540"/>
            <a:ext cx="2308511" cy="1076369"/>
          </a:xfrm>
          <a:prstGeom prst="ellipse">
            <a:avLst/>
          </a:prstGeom>
          <a:solidFill>
            <a:schemeClr val="tx2">
              <a:alpha val="78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Study what model is best to use</a:t>
            </a:r>
            <a:endParaRPr lang="nl-NL" sz="1400" b="1" dirty="0"/>
          </a:p>
        </p:txBody>
      </p:sp>
    </p:spTree>
    <p:extLst>
      <p:ext uri="{BB962C8B-B14F-4D97-AF65-F5344CB8AC3E}">
        <p14:creationId xmlns:p14="http://schemas.microsoft.com/office/powerpoint/2010/main" val="72855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5" grpId="0"/>
      <p:bldP spid="16" grpId="0" build="p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FB6F-A748-41C1-BC2B-4BECDB5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E4AE-A730-488D-9680-911AB0ED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lphaLcParenR"/>
            </a:pPr>
            <a:r>
              <a:rPr lang="en-GB" dirty="0"/>
              <a:t>Try to calculate the habitual intake distribution for </a:t>
            </a:r>
            <a:r>
              <a:rPr lang="en-GB" dirty="0" err="1"/>
              <a:t>syn_fol</a:t>
            </a:r>
            <a:r>
              <a:rPr lang="en-GB" dirty="0"/>
              <a:t> with a model that assumes daily intakes. Do you obtain a warning or an error?</a:t>
            </a:r>
          </a:p>
          <a:p>
            <a:pPr marL="342900" indent="-342900">
              <a:buFont typeface="+mj-lt"/>
              <a:buAutoNum type="alphaLcParenR"/>
            </a:pPr>
            <a:r>
              <a:rPr lang="en-GB" dirty="0"/>
              <a:t>Calculate the habitual potato intake for women 55 </a:t>
            </a:r>
            <a:r>
              <a:rPr lang="en-GB" dirty="0" err="1"/>
              <a:t>yr</a:t>
            </a:r>
            <a:r>
              <a:rPr lang="en-GB" dirty="0"/>
              <a:t> old (median, 25</a:t>
            </a:r>
            <a:r>
              <a:rPr lang="en-GB" baseline="30000" dirty="0"/>
              <a:t>th</a:t>
            </a:r>
            <a:r>
              <a:rPr lang="en-GB" dirty="0"/>
              <a:t> and 75</a:t>
            </a:r>
            <a:r>
              <a:rPr lang="en-GB" baseline="30000" dirty="0"/>
              <a:t>th</a:t>
            </a:r>
            <a:r>
              <a:rPr lang="en-GB" dirty="0"/>
              <a:t> percentile). </a:t>
            </a:r>
            <a:r>
              <a:rPr lang="en-GB" dirty="0">
                <a:solidFill>
                  <a:schemeClr val="tx2"/>
                </a:solidFill>
              </a:rPr>
              <a:t>use seed=10.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FD6D4-66CA-4C95-AD37-DE710C84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14D31-A728-4F45-817A-BF097883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919B1-456F-F3B4-56D6-590CCCF1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333D76-CA6C-1F3F-52EF-1A3D2DD3D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71" y="4005064"/>
            <a:ext cx="5808126" cy="21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65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CFDE-2D8A-4201-95A7-A5286E44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exercise</a:t>
            </a:r>
            <a:r>
              <a:rPr lang="nl-NL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ACFDA-8514-4270-982D-A288701C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289485"/>
            <a:ext cx="8192691" cy="77947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GB" dirty="0"/>
              <a:t>Try to calculate the habitual intake distribution for </a:t>
            </a:r>
            <a:r>
              <a:rPr lang="en-GB" dirty="0" err="1"/>
              <a:t>syn_fol</a:t>
            </a:r>
            <a:r>
              <a:rPr lang="en-GB" dirty="0"/>
              <a:t> with a model that assumes daily intakes.</a:t>
            </a:r>
            <a:endParaRPr lang="nl-NL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6F00F-3055-4FD1-BBCC-4E201505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0AA83-275F-4184-8FAE-301DF842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51AD1-4D0D-4048-D9FE-059507D6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6B082-8922-3CE3-FEB5-F68651E2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060576"/>
            <a:ext cx="3877216" cy="1448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111DD0-F830-C398-93EA-90C8C747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5153015"/>
            <a:ext cx="690658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6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1172-37CC-4B25-902D-D069B420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exercise</a:t>
            </a:r>
            <a:r>
              <a:rPr lang="nl-NL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45F42-D4BF-4368-A734-D3C1DAAAA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2000560"/>
            <a:ext cx="8192691" cy="43807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en-GB" sz="1400" dirty="0"/>
              <a:t>Calculate the habitual potato intake for women 55 </a:t>
            </a:r>
            <a:r>
              <a:rPr lang="en-GB" sz="1400" dirty="0" err="1"/>
              <a:t>yr</a:t>
            </a:r>
            <a:r>
              <a:rPr lang="en-GB" sz="1400" dirty="0"/>
              <a:t> old (median, 25</a:t>
            </a:r>
            <a:r>
              <a:rPr lang="en-GB" sz="1400" baseline="30000" dirty="0"/>
              <a:t>th</a:t>
            </a:r>
            <a:r>
              <a:rPr lang="en-GB" sz="1400" dirty="0"/>
              <a:t> and 75</a:t>
            </a:r>
            <a:r>
              <a:rPr lang="en-GB" sz="1400" baseline="30000" dirty="0"/>
              <a:t>th</a:t>
            </a:r>
            <a:r>
              <a:rPr lang="en-GB" sz="1400" dirty="0"/>
              <a:t> percentile, use seed=10) ?</a:t>
            </a:r>
          </a:p>
          <a:p>
            <a:pPr marL="0" indent="0">
              <a:buNone/>
            </a:pPr>
            <a:endParaRPr lang="en-GB" sz="1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GB" sz="1400" dirty="0" err="1">
                <a:latin typeface="Lucida Console" panose="020B0609040504020204" pitchFamily="49" charset="0"/>
              </a:rPr>
              <a:t>f.spade</a:t>
            </a:r>
            <a:r>
              <a:rPr lang="en-GB" sz="1400" dirty="0">
                <a:latin typeface="Lucida Console" panose="020B0609040504020204" pitchFamily="49" charset="0"/>
              </a:rPr>
              <a:t>(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frml.ia</a:t>
            </a:r>
            <a:r>
              <a:rPr lang="en-GB" sz="1400" dirty="0">
                <a:latin typeface="Lucida Console" panose="020B0609040504020204" pitchFamily="49" charset="0"/>
              </a:rPr>
              <a:t>   = potato ~ </a:t>
            </a:r>
            <a:r>
              <a:rPr lang="en-GB" sz="1400" dirty="0" err="1">
                <a:latin typeface="Lucida Console" panose="020B0609040504020204" pitchFamily="49" charset="0"/>
              </a:rPr>
              <a:t>fp</a:t>
            </a:r>
            <a:r>
              <a:rPr lang="en-GB" sz="1400" dirty="0">
                <a:latin typeface="Lucida Console" panose="020B0609040504020204" pitchFamily="49" charset="0"/>
              </a:rPr>
              <a:t>(age), # formula for intake amounts (</a:t>
            </a:r>
            <a:r>
              <a:rPr lang="en-GB" sz="1400" dirty="0" err="1">
                <a:latin typeface="Lucida Console" panose="020B0609040504020204" pitchFamily="49" charset="0"/>
              </a:rPr>
              <a:t>ia</a:t>
            </a:r>
            <a:r>
              <a:rPr lang="en-GB" sz="1400" dirty="0">
                <a:latin typeface="Lucida Console" panose="020B0609040504020204" pitchFamily="49" charset="0"/>
              </a:rPr>
              <a:t>) 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frml.if</a:t>
            </a:r>
            <a:r>
              <a:rPr lang="en-GB" sz="1400" dirty="0">
                <a:latin typeface="Lucida Console" panose="020B0609040504020204" pitchFamily="49" charset="0"/>
              </a:rPr>
              <a:t>   = potato ~ cs(age), # formula for intake frequencies (if)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data      = </a:t>
            </a:r>
            <a:r>
              <a:rPr lang="en-GB" sz="1400" dirty="0" err="1">
                <a:latin typeface="Lucida Console" panose="020B0609040504020204" pitchFamily="49" charset="0"/>
              </a:rPr>
              <a:t>DNFCSmanual</a:t>
            </a:r>
            <a:r>
              <a:rPr lang="en-GB" sz="1400" dirty="0">
                <a:latin typeface="Lucida Console" panose="020B0609040504020204" pitchFamily="49" charset="0"/>
              </a:rPr>
              <a:t>,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min.age</a:t>
            </a:r>
            <a:r>
              <a:rPr lang="en-GB" sz="1400" dirty="0">
                <a:latin typeface="Lucida Console" panose="020B0609040504020204" pitchFamily="49" charset="0"/>
              </a:rPr>
              <a:t>   =  1,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max.age</a:t>
            </a:r>
            <a:r>
              <a:rPr lang="en-GB" sz="1400" dirty="0">
                <a:latin typeface="Lucida Console" panose="020B0609040504020204" pitchFamily="49" charset="0"/>
              </a:rPr>
              <a:t>   = 79,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age.classes</a:t>
            </a:r>
            <a:r>
              <a:rPr lang="en-GB" sz="1400" dirty="0">
                <a:latin typeface="Lucida Console" panose="020B0609040504020204" pitchFamily="49" charset="0"/>
              </a:rPr>
              <a:t> = c(54,55),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sex.label</a:t>
            </a:r>
            <a:r>
              <a:rPr lang="en-GB" sz="1400" dirty="0">
                <a:latin typeface="Lucida Console" panose="020B0609040504020204" pitchFamily="49" charset="0"/>
              </a:rPr>
              <a:t> = "female",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seed      = 10, </a:t>
            </a:r>
            <a:br>
              <a:rPr lang="en-GB" sz="1400" dirty="0">
                <a:latin typeface="Lucida Console" panose="020B0609040504020204" pitchFamily="49" charset="0"/>
              </a:rPr>
            </a:br>
            <a:r>
              <a:rPr lang="en-GB" sz="1400" dirty="0">
                <a:latin typeface="Lucida Console" panose="020B0609040504020204" pitchFamily="49" charset="0"/>
              </a:rPr>
              <a:t>    </a:t>
            </a:r>
            <a:r>
              <a:rPr lang="en-GB" sz="1400" dirty="0" err="1">
                <a:latin typeface="Lucida Console" panose="020B0609040504020204" pitchFamily="49" charset="0"/>
              </a:rPr>
              <a:t>spade.output.path</a:t>
            </a:r>
            <a:r>
              <a:rPr lang="en-GB" sz="1400" dirty="0">
                <a:latin typeface="Lucida Console" panose="020B0609040504020204" pitchFamily="49" charset="0"/>
              </a:rPr>
              <a:t> = "0_SPADE_output“)</a:t>
            </a:r>
            <a:endParaRPr lang="nl-NL" sz="1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nl-NL" sz="1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Lucida Console" panose="020B0609040504020204" pitchFamily="49" charset="0"/>
              </a:rPr>
              <a:t>spade output table for  potato</a:t>
            </a:r>
            <a:br>
              <a:rPr lang="en-GB" dirty="0">
                <a:latin typeface="Lucida Console" panose="020B0609040504020204" pitchFamily="49" charset="0"/>
              </a:rPr>
            </a:br>
            <a:r>
              <a:rPr lang="en-GB" dirty="0">
                <a:latin typeface="Lucida Console" panose="020B0609040504020204" pitchFamily="49" charset="0"/>
              </a:rPr>
              <a:t>        AM P5 P10 P25 P50 P75 P90 P95</a:t>
            </a:r>
            <a:br>
              <a:rPr lang="en-GB" dirty="0">
                <a:latin typeface="Lucida Console" panose="020B0609040504020204" pitchFamily="49" charset="0"/>
              </a:rPr>
            </a:br>
            <a:r>
              <a:rPr lang="en-GB" dirty="0">
                <a:latin typeface="Lucida Console" panose="020B0609040504020204" pitchFamily="49" charset="0"/>
              </a:rPr>
              <a:t>...</a:t>
            </a:r>
            <a:br>
              <a:rPr lang="en-GB" dirty="0">
                <a:latin typeface="Lucida Console" panose="020B0609040504020204" pitchFamily="49" charset="0"/>
              </a:rPr>
            </a:br>
            <a:br>
              <a:rPr lang="en-GB" dirty="0">
                <a:latin typeface="Lucida Console" panose="020B0609040504020204" pitchFamily="49" charset="0"/>
              </a:rPr>
            </a:br>
            <a:r>
              <a:rPr lang="en-GB" dirty="0">
                <a:latin typeface="Lucida Console" panose="020B0609040504020204" pitchFamily="49" charset="0"/>
              </a:rPr>
              <a:t>(54,55] 64 22  29  42  59  81 106 120</a:t>
            </a:r>
            <a:endParaRPr lang="nl-NL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6676-5829-4288-AF82-4FAAB172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BB86-A786-4129-8719-55F74B5F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EF317-ED65-297E-A290-2B1C4C91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9078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654" y="2633771"/>
            <a:ext cx="8192691" cy="39319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dirty="0"/>
              <a:t>Remember, so far we assumed that the intake frequency follows a Beta distribution.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This is a smooth distribution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However, this assumption might not be correct: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in quite some cases, there will be a spike of never-consumers!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Vegetarians		: meat consumption</a:t>
            </a:r>
          </a:p>
          <a:p>
            <a:r>
              <a:rPr lang="en-US" dirty="0"/>
              <a:t>Teetotalers		: alcohol intake</a:t>
            </a:r>
          </a:p>
          <a:p>
            <a:r>
              <a:rPr lang="en-US" dirty="0"/>
              <a:t>Allergic patients	: peanut consumption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7977E-4B77-4704-BA12-32A6283D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517322"/>
            <a:ext cx="5031854" cy="948047"/>
          </a:xfrm>
        </p:spPr>
        <p:txBody>
          <a:bodyPr>
            <a:normAutofit/>
          </a:bodyPr>
          <a:lstStyle/>
          <a:p>
            <a:r>
              <a:rPr lang="nl-NL" sz="2400" dirty="0" err="1"/>
              <a:t>Everyone</a:t>
            </a:r>
            <a:r>
              <a:rPr lang="nl-NL" sz="2400" dirty="0"/>
              <a:t> </a:t>
            </a:r>
            <a:r>
              <a:rPr lang="nl-NL" sz="2400" dirty="0" err="1"/>
              <a:t>potential</a:t>
            </a:r>
            <a:r>
              <a:rPr lang="nl-NL" sz="2400" dirty="0"/>
              <a:t> </a:t>
            </a:r>
            <a:r>
              <a:rPr lang="nl-NL" sz="2400" dirty="0" err="1"/>
              <a:t>consumer</a:t>
            </a:r>
            <a:r>
              <a:rPr lang="nl-NL" sz="2400" dirty="0"/>
              <a:t>?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0AB9DD7-8485-4278-BFDC-DE383C13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20</a:t>
            </a:fld>
            <a:endParaRPr lang="nl-NL"/>
          </a:p>
        </p:txBody>
      </p:sp>
      <p:pic>
        <p:nvPicPr>
          <p:cNvPr id="3074" name="Picture 2" descr="C:\Users\ockem\AppData\Local\Microsoft\Windows\Temporary Internet Files\Content.IE5\XDZBRH93\MC90044185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204" y="4531789"/>
            <a:ext cx="1084921" cy="107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ockem\AppData\Local\Microsoft\Windows\Temporary Internet Files\Content.IE5\0LENRAZ8\MC90028026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521" y="4322915"/>
            <a:ext cx="1037534" cy="131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ockem\AppData\Local\Microsoft\Windows\Temporary Internet Files\Content.IE5\XDZBRH93\MC900215364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359" y="5505737"/>
            <a:ext cx="1656184" cy="119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256077" y="332656"/>
            <a:ext cx="378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Manual paragraph 5.3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7574C-2BCB-1055-C2EF-AFEFE84A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0885E5B-F0ED-0E07-5DBA-F5B0121D0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83135"/>
            <a:ext cx="2908895" cy="232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3E98C6-1626-B0BC-B291-ED0BD930E4FC}"/>
              </a:ext>
            </a:extLst>
          </p:cNvPr>
          <p:cNvSpPr txBox="1"/>
          <p:nvPr/>
        </p:nvSpPr>
        <p:spPr>
          <a:xfrm>
            <a:off x="6073695" y="2448738"/>
            <a:ext cx="32322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/>
              <a:t>source: https://en.wikipedia.org/wiki/Beta_distribution</a:t>
            </a:r>
          </a:p>
        </p:txBody>
      </p:sp>
    </p:spTree>
    <p:extLst>
      <p:ext uri="{BB962C8B-B14F-4D97-AF65-F5344CB8AC3E}">
        <p14:creationId xmlns:p14="http://schemas.microsoft.com/office/powerpoint/2010/main" val="1550654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account for never consumers?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44824"/>
            <a:ext cx="8172450" cy="4281488"/>
          </a:xfrm>
        </p:spPr>
        <p:txBody>
          <a:bodyPr/>
          <a:lstStyle/>
          <a:p>
            <a:pPr>
              <a:spcBef>
                <a:spcPts val="600"/>
              </a:spcBef>
              <a:buFontTx/>
              <a:buChar char="-"/>
            </a:pPr>
            <a:endParaRPr lang="en-GB" dirty="0"/>
          </a:p>
          <a:p>
            <a:pPr>
              <a:spcBef>
                <a:spcPts val="600"/>
              </a:spcBef>
              <a:buFontTx/>
              <a:buChar char="-"/>
            </a:pPr>
            <a:r>
              <a:rPr lang="en-GB" dirty="0"/>
              <a:t>Can not be calculated from repeated 24-hr recall</a:t>
            </a:r>
          </a:p>
          <a:p>
            <a:pPr marL="0" indent="0">
              <a:spcBef>
                <a:spcPts val="600"/>
              </a:spcBef>
              <a:buNone/>
            </a:pPr>
            <a:endParaRPr lang="en-GB" dirty="0"/>
          </a:p>
          <a:p>
            <a:pPr>
              <a:spcBef>
                <a:spcPts val="600"/>
              </a:spcBef>
              <a:buFontTx/>
              <a:buChar char="-"/>
            </a:pPr>
            <a:r>
              <a:rPr lang="en-GB" dirty="0"/>
              <a:t>Need additional information from subjects with 24-hr recall data</a:t>
            </a:r>
          </a:p>
          <a:p>
            <a:pPr lvl="1">
              <a:spcBef>
                <a:spcPts val="600"/>
              </a:spcBef>
              <a:buFontTx/>
              <a:buChar char="-"/>
            </a:pPr>
            <a:r>
              <a:rPr lang="en-GB" dirty="0"/>
              <a:t>e.g. additional (food frequency) questionnaire</a:t>
            </a:r>
          </a:p>
          <a:p>
            <a:pPr lvl="1">
              <a:spcBef>
                <a:spcPts val="600"/>
              </a:spcBef>
              <a:buFontTx/>
              <a:buChar char="-"/>
            </a:pPr>
            <a:endParaRPr lang="en-GB" b="1" dirty="0">
              <a:solidFill>
                <a:schemeClr val="tx2"/>
              </a:solidFill>
            </a:endParaRPr>
          </a:p>
          <a:p>
            <a:pPr marL="234900" lvl="1" indent="0">
              <a:spcBef>
                <a:spcPts val="600"/>
              </a:spcBef>
              <a:buNone/>
            </a:pPr>
            <a:r>
              <a:rPr lang="en-GB" b="1" dirty="0">
                <a:solidFill>
                  <a:schemeClr val="tx2"/>
                </a:solidFill>
              </a:rPr>
              <a:t>Our experience</a:t>
            </a:r>
            <a:r>
              <a:rPr lang="en-GB" sz="1600" dirty="0">
                <a:solidFill>
                  <a:schemeClr val="tx2"/>
                </a:solidFill>
              </a:rPr>
              <a:t>: </a:t>
            </a:r>
            <a:r>
              <a:rPr lang="en-GB" sz="1600" dirty="0"/>
              <a:t>always check whether the answers to the additional questionnaire are consistent with the 24-hr recall data…</a:t>
            </a:r>
          </a:p>
          <a:p>
            <a:pPr marL="266700" lvl="1" indent="0">
              <a:spcBef>
                <a:spcPts val="600"/>
              </a:spcBef>
              <a:buNone/>
            </a:pPr>
            <a:r>
              <a:rPr lang="en-GB" sz="1600" dirty="0"/>
              <a:t>Sometimes these data do not match e.g. vegetarian eating meat (wrong linking of data or a little fibber (NL: </a:t>
            </a:r>
            <a:r>
              <a:rPr lang="en-GB" sz="1600" dirty="0" err="1"/>
              <a:t>jokkebrok</a:t>
            </a:r>
            <a:r>
              <a:rPr lang="en-GB" sz="1600" dirty="0"/>
              <a:t>))</a:t>
            </a:r>
          </a:p>
          <a:p>
            <a:pPr marL="266700" lvl="1" indent="0">
              <a:spcBef>
                <a:spcPts val="600"/>
              </a:spcBef>
              <a:buNone/>
            </a:pPr>
            <a:endParaRPr lang="en-GB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4EDDE46-AB7C-42EC-BE59-BFBF99E1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188" y="6566360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21</a:t>
            </a:fld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0D5C8-6E75-5959-A3C7-99C47439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3353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6872"/>
            <a:ext cx="8172450" cy="2460724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GB" dirty="0"/>
              <a:t>Example from </a:t>
            </a:r>
            <a:br>
              <a:rPr lang="en-GB" dirty="0"/>
            </a:br>
            <a:r>
              <a:rPr lang="en-GB" dirty="0"/>
              <a:t>Dutch National Food Consumption Survey </a:t>
            </a:r>
            <a:br>
              <a:rPr lang="en-GB" dirty="0"/>
            </a:br>
            <a:r>
              <a:rPr lang="en-GB" dirty="0"/>
              <a:t>(2007-2010)</a:t>
            </a:r>
            <a:br>
              <a:rPr lang="en-GB" dirty="0"/>
            </a:br>
            <a:r>
              <a:rPr lang="en-GB" dirty="0"/>
              <a:t>alcohol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A4CEBD-30DF-481E-87F2-B31E001D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146" y="6524898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232D7-9B97-1110-C7F1-D7911169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1178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GB" sz="4000" b="1" i="1" dirty="0"/>
              <a:t>First CHECK YOUR DATA … always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EA48C3-A8EE-4989-87F2-963B84BED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4236A4E-063D-4CCF-80A4-74D3BF9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SPADE course, July 8-9,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8FC21E99-CB6E-4E1C-8709-25BF64FEA530}" type="slidenum">
              <a:rPr lang="nl-NL" smtClean="0"/>
              <a:pPr>
                <a:spcAft>
                  <a:spcPts val="600"/>
                </a:spcAft>
              </a:pPr>
              <a:t>23</a:t>
            </a:fld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2E4C4E-FF09-D915-4F88-665D4036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984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19204"/>
            <a:ext cx="9036496" cy="43815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chemeClr val="tx2"/>
                </a:solidFill>
              </a:rPr>
              <a:t>Check the alcohol intakes for never-consumers (FFQ) in 24-hr recall</a:t>
            </a:r>
          </a:p>
          <a:p>
            <a:pPr marL="0" indent="0">
              <a:buNone/>
            </a:pPr>
            <a:endParaRPr lang="en-GB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B584EC1-8C20-4343-BE77-530F28BF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298" y="6484937"/>
            <a:ext cx="4087812" cy="14446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24</a:t>
            </a:fld>
            <a:endParaRPr lang="nl-NL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85775" y="438572"/>
            <a:ext cx="81724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kern="0" dirty="0">
                <a:solidFill>
                  <a:schemeClr val="bg1"/>
                </a:solidFill>
              </a:rPr>
              <a:t>DNFCS 2007-2010 Alcohol</a:t>
            </a:r>
            <a:r>
              <a:rPr lang="en-GB" dirty="0">
                <a:solidFill>
                  <a:schemeClr val="bg1"/>
                </a:solidFill>
              </a:rPr>
              <a:t>    </a:t>
            </a:r>
            <a:r>
              <a:rPr lang="en-GB" sz="2000" dirty="0">
                <a:solidFill>
                  <a:schemeClr val="bg1"/>
                </a:solidFill>
              </a:rPr>
              <a:t>men 14-69</a:t>
            </a:r>
            <a:r>
              <a:rPr lang="en-GB" dirty="0">
                <a:solidFill>
                  <a:schemeClr val="bg1"/>
                </a:solidFill>
              </a:rPr>
              <a:t>  use FFQ info</a:t>
            </a:r>
            <a:endParaRPr lang="en-GB" kern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925" y="1405800"/>
            <a:ext cx="2447925" cy="5047536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     </a:t>
            </a:r>
            <a:r>
              <a:rPr lang="en-US" sz="1400" b="1" dirty="0">
                <a:latin typeface="Lucida Console" panose="020B0609040504020204" pitchFamily="49" charset="0"/>
              </a:rPr>
              <a:t>id age alcohol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1  1574  64    0.09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2  1574  64    0.09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3   690  55    0.11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4    99  32    0.13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5   697  16    0.16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6   180  68    0.16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7  1019  17    0.17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8  1027  18    0.17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9   467  39    0.19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10 1204  68    0.20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11 1365  23    0.20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12  431  44    0.20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13  239  16    0.23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14  776  15    0.23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15 1003  25    0.23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16  164  59    0.28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17  261  66    0.33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18  315  53    0.45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19 1663  15    0.64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20 1411  29    0.68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21  687  59    0.75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22  110  22    1.00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03848" y="1405800"/>
            <a:ext cx="2596877" cy="5047536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latin typeface="Lucida Console" panose="020B0609040504020204" pitchFamily="49" charset="0"/>
              </a:rPr>
              <a:t>     </a:t>
            </a:r>
            <a:r>
              <a:rPr lang="en-US" sz="1400" b="1">
                <a:latin typeface="Lucida Console" panose="020B0609040504020204" pitchFamily="49" charset="0"/>
              </a:rPr>
              <a:t>id age alcohol</a:t>
            </a:r>
            <a:r>
              <a:rPr lang="en-US" sz="1400">
                <a:latin typeface="Lucida Console" panose="020B0609040504020204" pitchFamily="49" charset="0"/>
              </a:rPr>
              <a:t> </a:t>
            </a:r>
          </a:p>
          <a:p>
            <a:r>
              <a:rPr lang="en-US" sz="1400">
                <a:latin typeface="Lucida Console" panose="020B0609040504020204" pitchFamily="49" charset="0"/>
              </a:rPr>
              <a:t>23  409  15    1.46</a:t>
            </a:r>
          </a:p>
          <a:p>
            <a:r>
              <a:rPr lang="en-US" sz="1400">
                <a:latin typeface="Lucida Console" panose="020B0609040504020204" pitchFamily="49" charset="0"/>
              </a:rPr>
              <a:t>24  409  15    1.46</a:t>
            </a:r>
          </a:p>
          <a:p>
            <a:r>
              <a:rPr lang="en-US" sz="1400">
                <a:latin typeface="Lucida Console" panose="020B0609040504020204" pitchFamily="49" charset="0"/>
              </a:rPr>
              <a:t>25 1059  15    1.46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26  630  25    5.54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27  195  60    8.25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28 1217  68    9.28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29 1839  22    9.28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30 1411  29    9.43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31  616  30    9.53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32  282  54   10.73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33   22  51   11.05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34  623  18   11.39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35   22  51   12.33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36  816  54   12.33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37  128  40   12.58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38  113  61   12.83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39  872  18   13.26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40 1310  44   13.26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41 1358  21   13.26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42 1489  45   13.26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43 1126  46   14.03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44  626  38   14.50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555" y="1405800"/>
            <a:ext cx="2596877" cy="5047536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>
                <a:latin typeface="Lucida Console" panose="020B0609040504020204" pitchFamily="49" charset="0"/>
              </a:rPr>
              <a:t>     </a:t>
            </a:r>
            <a:r>
              <a:rPr lang="en-US" sz="1400" b="1">
                <a:latin typeface="Lucida Console" panose="020B0609040504020204" pitchFamily="49" charset="0"/>
              </a:rPr>
              <a:t>id age alcohol</a:t>
            </a:r>
            <a:r>
              <a:rPr lang="en-US" sz="1400">
                <a:latin typeface="Lucida Console" panose="020B0609040504020204" pitchFamily="49" charset="0"/>
              </a:rPr>
              <a:t> 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45  266  34   14.58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46 1136  53   15.42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47  816  54   18.86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48  282  54   20.00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49  572  63   22.09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50  572  63   22.09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51  295  53   23.49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52  264  62   25.70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53  979  22   26.51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54 1385  52   26.51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55  675  59   35.19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56 1888  56   35.89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57   70  62   39.77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58 1133  57   40.00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59 1316  51   40.00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60  542  22   43.31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61 1014  49   44.19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62 1112  40   47.14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63  675  59   52.01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64 1133  57   61.66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65  542  22   74.24</a:t>
            </a:r>
          </a:p>
          <a:p>
            <a:r>
              <a:rPr lang="en-US" sz="1400" b="1">
                <a:solidFill>
                  <a:srgbClr val="FF0000"/>
                </a:solidFill>
                <a:latin typeface="Lucida Console" panose="020B0609040504020204" pitchFamily="49" charset="0"/>
              </a:rPr>
              <a:t>66  219  34  107.27</a:t>
            </a:r>
            <a:endParaRPr lang="en-GB" sz="1400" b="1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62B40F-14FF-4A6E-8371-3648D51B3632}"/>
              </a:ext>
            </a:extLst>
          </p:cNvPr>
          <p:cNvSpPr/>
          <p:nvPr/>
        </p:nvSpPr>
        <p:spPr>
          <a:xfrm rot="20820028">
            <a:off x="1177316" y="2474121"/>
            <a:ext cx="5832648" cy="2016224"/>
          </a:xfrm>
          <a:prstGeom prst="ellipse">
            <a:avLst/>
          </a:prstGeom>
          <a:solidFill>
            <a:schemeClr val="tx2">
              <a:alpha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Many had a (small) intake of alcohol according to 24-hr recalls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687B9-0E8F-D8E7-D099-827E67BF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298" y="6221414"/>
            <a:ext cx="3752850" cy="322075"/>
          </a:xfrm>
        </p:spPr>
        <p:txBody>
          <a:bodyPr/>
          <a:lstStyle/>
          <a:p>
            <a:r>
              <a:rPr lang="en-US"/>
              <a:t>SPADE for episodical intakes (manual chapter 4)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58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CDF5-F698-C6E2-7C8A-F621EE4B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80928"/>
            <a:ext cx="8192691" cy="948047"/>
          </a:xfrm>
        </p:spPr>
        <p:txBody>
          <a:bodyPr>
            <a:normAutofit/>
          </a:bodyPr>
          <a:lstStyle/>
          <a:p>
            <a:pPr algn="ctr"/>
            <a:r>
              <a:rPr lang="nl-NL" sz="2000" dirty="0"/>
              <a:t>SPADE </a:t>
            </a:r>
            <a:r>
              <a:rPr lang="nl-NL" sz="2000" dirty="0" err="1"/>
              <a:t>function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food intake </a:t>
            </a:r>
            <a:r>
              <a:rPr lang="nl-NL" sz="2000" dirty="0" err="1"/>
              <a:t>with</a:t>
            </a:r>
            <a:r>
              <a:rPr lang="nl-NL" sz="2000" dirty="0"/>
              <a:t> </a:t>
            </a:r>
            <a:r>
              <a:rPr lang="nl-NL" sz="2000" dirty="0" err="1"/>
              <a:t>neverconsumers</a:t>
            </a:r>
            <a:r>
              <a:rPr lang="nl-NL" sz="2000" dirty="0"/>
              <a:t>: </a:t>
            </a:r>
            <a:r>
              <a:rPr lang="nl-NL" sz="2000" b="1" dirty="0" err="1"/>
              <a:t>f.spade.neversconsumers</a:t>
            </a:r>
            <a:endParaRPr lang="nl-NL" sz="20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AFE3D-9A64-B8FB-30BB-0BA43CF3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949D3-09F6-D6BF-FF45-4F840D53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DA2F8-57D6-9287-A68E-7CE91C23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5704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64E4E-D09E-4D0E-877C-33FBB1AC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nl-NL" sz="1600" b="1" dirty="0">
                <a:solidFill>
                  <a:schemeClr val="tx2"/>
                </a:solidFill>
              </a:rPr>
              <a:t>neveruser.name</a:t>
            </a:r>
            <a:r>
              <a:rPr lang="nl-NL" sz="1600" dirty="0">
                <a:solidFill>
                  <a:schemeClr val="tx2"/>
                </a:solidFill>
              </a:rPr>
              <a:t> </a:t>
            </a:r>
            <a:r>
              <a:rPr lang="nl-NL" sz="1600" dirty="0"/>
              <a:t>= </a:t>
            </a:r>
          </a:p>
          <a:p>
            <a:pPr marL="0" indent="0">
              <a:buNone/>
            </a:pPr>
            <a:r>
              <a:rPr lang="nl-NL" sz="1600" dirty="0"/>
              <a:t>	column/</a:t>
            </a:r>
            <a:r>
              <a:rPr lang="nl-NL" sz="1600" dirty="0" err="1"/>
              <a:t>variable</a:t>
            </a:r>
            <a:r>
              <a:rPr lang="nl-NL" sz="1600" dirty="0"/>
              <a:t>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information on never-</a:t>
            </a:r>
            <a:r>
              <a:rPr lang="nl-NL" sz="1600" dirty="0" err="1"/>
              <a:t>consumers</a:t>
            </a:r>
            <a:endParaRPr lang="nl-NL" sz="1600" dirty="0"/>
          </a:p>
          <a:p>
            <a:r>
              <a:rPr lang="nl-NL" sz="1600" b="1" dirty="0" err="1">
                <a:solidFill>
                  <a:schemeClr val="tx2"/>
                </a:solidFill>
              </a:rPr>
              <a:t>neveruser.index</a:t>
            </a:r>
            <a:r>
              <a:rPr lang="nl-NL" sz="1600" dirty="0">
                <a:solidFill>
                  <a:schemeClr val="tx2"/>
                </a:solidFill>
              </a:rPr>
              <a:t> </a:t>
            </a:r>
            <a:r>
              <a:rPr lang="nl-NL" sz="1600" dirty="0"/>
              <a:t>= </a:t>
            </a:r>
          </a:p>
          <a:p>
            <a:pPr marL="0" indent="0">
              <a:buNone/>
            </a:pPr>
            <a:r>
              <a:rPr lang="nl-NL" sz="1600" dirty="0"/>
              <a:t>	</a:t>
            </a:r>
            <a:r>
              <a:rPr lang="nl-NL" sz="1600" dirty="0" err="1"/>
              <a:t>value</a:t>
            </a:r>
            <a:r>
              <a:rPr lang="nl-NL" sz="1600" dirty="0"/>
              <a:t> </a:t>
            </a:r>
            <a:r>
              <a:rPr lang="nl-NL" sz="1600" dirty="0" err="1"/>
              <a:t>indicating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never </a:t>
            </a:r>
            <a:r>
              <a:rPr lang="nl-NL" sz="1600" dirty="0" err="1"/>
              <a:t>consumers</a:t>
            </a:r>
            <a:r>
              <a:rPr lang="nl-NL" sz="1600" dirty="0"/>
              <a:t> in neveruser.name (e.g. 1)</a:t>
            </a:r>
          </a:p>
          <a:p>
            <a:r>
              <a:rPr lang="nl-NL" sz="1600" b="1" dirty="0" err="1">
                <a:solidFill>
                  <a:schemeClr val="tx2"/>
                </a:solidFill>
              </a:rPr>
              <a:t>correct.neverusers</a:t>
            </a:r>
            <a:r>
              <a:rPr lang="nl-NL" sz="1600" b="1" dirty="0">
                <a:solidFill>
                  <a:schemeClr val="tx2"/>
                </a:solidFill>
              </a:rPr>
              <a:t> </a:t>
            </a:r>
            <a:r>
              <a:rPr lang="nl-NL" sz="1600" dirty="0"/>
              <a:t>= </a:t>
            </a:r>
          </a:p>
          <a:p>
            <a:pPr marL="0" indent="0">
              <a:buNone/>
            </a:pPr>
            <a:r>
              <a:rPr lang="nl-NL" sz="1600" dirty="0"/>
              <a:t>	</a:t>
            </a:r>
            <a:r>
              <a:rPr lang="nl-NL" sz="1600" dirty="0" err="1"/>
              <a:t>What</a:t>
            </a:r>
            <a:r>
              <a:rPr lang="nl-NL" sz="1600" dirty="0"/>
              <a:t> SPADE </a:t>
            </a:r>
            <a:r>
              <a:rPr lang="nl-NL" sz="1600" dirty="0" err="1"/>
              <a:t>should</a:t>
            </a:r>
            <a:r>
              <a:rPr lang="nl-NL" sz="1600" dirty="0"/>
              <a:t> do </a:t>
            </a: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there</a:t>
            </a:r>
            <a:r>
              <a:rPr lang="nl-NL" sz="1600" dirty="0"/>
              <a:t> are never-users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positive</a:t>
            </a:r>
            <a:r>
              <a:rPr lang="nl-NL" sz="1600" dirty="0"/>
              <a:t> 	intakes</a:t>
            </a:r>
          </a:p>
          <a:p>
            <a:pPr marL="0" indent="0">
              <a:buNone/>
            </a:pPr>
            <a:r>
              <a:rPr lang="nl-NL" sz="1600" dirty="0"/>
              <a:t>	</a:t>
            </a:r>
            <a:r>
              <a:rPr lang="nl-NL" sz="1600" b="1" dirty="0">
                <a:solidFill>
                  <a:schemeClr val="tx2"/>
                </a:solidFill>
              </a:rPr>
              <a:t>0</a:t>
            </a:r>
            <a:r>
              <a:rPr lang="nl-NL" sz="1600" dirty="0"/>
              <a:t> = stop </a:t>
            </a: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there</a:t>
            </a:r>
            <a:r>
              <a:rPr lang="nl-NL" sz="1600" dirty="0"/>
              <a:t> are never-users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one</a:t>
            </a:r>
            <a:r>
              <a:rPr lang="nl-NL" sz="1600" dirty="0"/>
              <a:t> or more </a:t>
            </a:r>
            <a:r>
              <a:rPr lang="nl-NL" sz="1600" dirty="0" err="1"/>
              <a:t>positive</a:t>
            </a:r>
            <a:r>
              <a:rPr lang="nl-NL" sz="1600" dirty="0"/>
              <a:t> 	         		       intakes (DEFAULT)</a:t>
            </a:r>
          </a:p>
          <a:p>
            <a:pPr marL="0" indent="0">
              <a:buNone/>
            </a:pPr>
            <a:r>
              <a:rPr lang="nl-NL" sz="1600" dirty="0"/>
              <a:t>	</a:t>
            </a:r>
            <a:r>
              <a:rPr lang="nl-NL" sz="1600" b="1" dirty="0">
                <a:solidFill>
                  <a:schemeClr val="tx2"/>
                </a:solidFill>
              </a:rPr>
              <a:t>1</a:t>
            </a:r>
            <a:r>
              <a:rPr lang="nl-NL" sz="1600" dirty="0"/>
              <a:t> = </a:t>
            </a:r>
            <a:r>
              <a:rPr lang="en-GB" sz="1600" dirty="0"/>
              <a:t>correct the </a:t>
            </a:r>
            <a:r>
              <a:rPr lang="en-GB" sz="1600" dirty="0" err="1"/>
              <a:t>neveruser.index</a:t>
            </a:r>
            <a:r>
              <a:rPr lang="en-GB" sz="1600" dirty="0"/>
              <a:t> 	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2"/>
                </a:solidFill>
              </a:rPr>
              <a:t>          2</a:t>
            </a:r>
            <a:r>
              <a:rPr lang="en-GB" sz="1600" dirty="0"/>
              <a:t> = </a:t>
            </a:r>
            <a:r>
              <a:rPr lang="nl-NL" sz="1600" dirty="0"/>
              <a:t>correct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positive</a:t>
            </a:r>
            <a:r>
              <a:rPr lang="nl-NL" sz="1600" dirty="0"/>
              <a:t> </a:t>
            </a:r>
            <a:r>
              <a:rPr lang="nl-NL" sz="1600" dirty="0" err="1"/>
              <a:t>observations</a:t>
            </a:r>
            <a:endParaRPr lang="nl-NL" sz="1600" dirty="0"/>
          </a:p>
          <a:p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dirty="0"/>
            </a:br>
            <a:r>
              <a:rPr lang="en-US" sz="2800" dirty="0" err="1"/>
              <a:t>f.spade.neverconsumers</a:t>
            </a:r>
            <a:r>
              <a:rPr lang="en-US" sz="2800" dirty="0"/>
              <a:t> -- special arguments: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D6A557-05A8-41E5-85B9-6F341AF8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EE7C9-5AEE-D5B6-101F-AF48E979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5982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C1FF-92EF-3B4D-4B88-47816D53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55" y="593083"/>
            <a:ext cx="8192691" cy="948047"/>
          </a:xfrm>
        </p:spPr>
        <p:txBody>
          <a:bodyPr/>
          <a:lstStyle/>
          <a:p>
            <a:r>
              <a:rPr lang="nl-NL" dirty="0" err="1"/>
              <a:t>f.spade.neverconsumers</a:t>
            </a:r>
            <a:r>
              <a:rPr lang="nl-NL" dirty="0"/>
              <a:t> – </a:t>
            </a:r>
            <a:r>
              <a:rPr lang="nl-NL" dirty="0" err="1"/>
              <a:t>how</a:t>
            </a:r>
            <a:r>
              <a:rPr lang="nl-NL" dirty="0"/>
              <a:t> does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B7828-2EA1-4221-9CD2-F7A8B1E0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146A-9C21-F44A-8BCF-888D46BA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3088C-B205-0797-8F64-AFACBB26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27</a:t>
            </a:fld>
            <a:endParaRPr lang="nl-NL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359380-F712-1E28-5CC9-0BF4DABF3F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9" t="26399" r="54067" b="63724"/>
          <a:stretch/>
        </p:blipFill>
        <p:spPr>
          <a:xfrm>
            <a:off x="2411760" y="2636912"/>
            <a:ext cx="4127724" cy="20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29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39319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28</a:t>
            </a:fld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4C9D9-8AB9-FBE2-9765-26174F86A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2123728" y="2889662"/>
            <a:ext cx="3879726" cy="226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5261CC-8C82-5BB2-4032-99494572063E}"/>
              </a:ext>
            </a:extLst>
          </p:cNvPr>
          <p:cNvSpPr txBox="1"/>
          <p:nvPr/>
        </p:nvSpPr>
        <p:spPr>
          <a:xfrm>
            <a:off x="827584" y="342900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e.g. 25%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FA9BF-049C-30F8-23E9-6F59EE9A19FD}"/>
              </a:ext>
            </a:extLst>
          </p:cNvPr>
          <p:cNvSpPr txBox="1"/>
          <p:nvPr/>
        </p:nvSpPr>
        <p:spPr>
          <a:xfrm>
            <a:off x="2238201" y="2662753"/>
            <a:ext cx="3515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HI distr. never-users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B4BD6D1-FB43-533B-51E7-62A200BADEAC}"/>
              </a:ext>
            </a:extLst>
          </p:cNvPr>
          <p:cNvSpPr txBox="1">
            <a:spLocks/>
          </p:cNvSpPr>
          <p:nvPr/>
        </p:nvSpPr>
        <p:spPr>
          <a:xfrm>
            <a:off x="463255" y="593083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dirty="0" err="1"/>
              <a:t>f.spade.neverconsumers</a:t>
            </a:r>
            <a:r>
              <a:rPr lang="nl-NL" dirty="0"/>
              <a:t> – </a:t>
            </a:r>
            <a:r>
              <a:rPr lang="nl-NL" dirty="0" err="1"/>
              <a:t>how</a:t>
            </a:r>
            <a:r>
              <a:rPr lang="nl-NL" dirty="0"/>
              <a:t> does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009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E76265D9-DDCB-9B6B-1442-E850E4F9F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6210399" y="1529580"/>
            <a:ext cx="2933601" cy="170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29</a:t>
            </a:fld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D1D4C-9066-7B4B-136D-4FDB0AC4AB1A}"/>
              </a:ext>
            </a:extLst>
          </p:cNvPr>
          <p:cNvSpPr txBox="1"/>
          <p:nvPr/>
        </p:nvSpPr>
        <p:spPr>
          <a:xfrm>
            <a:off x="7164289" y="1608842"/>
            <a:ext cx="1847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50" b="1" dirty="0"/>
              <a:t>25% of </a:t>
            </a:r>
            <a:r>
              <a:rPr lang="nl-NL" sz="1050" b="1" dirty="0" err="1"/>
              <a:t>population</a:t>
            </a:r>
            <a:endParaRPr lang="nl-NL" sz="1050" b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ED26D83-2900-58D8-C2B4-BFE3EB557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1"/>
          <a:stretch/>
        </p:blipFill>
        <p:spPr bwMode="auto">
          <a:xfrm>
            <a:off x="1619672" y="3838331"/>
            <a:ext cx="4842040" cy="275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8C9900-2106-5517-437B-3112D063CB4F}"/>
              </a:ext>
            </a:extLst>
          </p:cNvPr>
          <p:cNvSpPr txBox="1"/>
          <p:nvPr/>
        </p:nvSpPr>
        <p:spPr>
          <a:xfrm>
            <a:off x="6461712" y="128335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never-users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0EE50-4ED0-7821-508D-F786979F11E8}"/>
              </a:ext>
            </a:extLst>
          </p:cNvPr>
          <p:cNvSpPr txBox="1"/>
          <p:nvPr/>
        </p:nvSpPr>
        <p:spPr>
          <a:xfrm>
            <a:off x="1907704" y="3566878"/>
            <a:ext cx="3515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HI distr. ever-users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0" y="2257795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92500" lnSpcReduction="2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dirty="0"/>
              <a:t>Obtain HI </a:t>
            </a:r>
            <a:r>
              <a:rPr lang="nl-NL" sz="1600" dirty="0" err="1"/>
              <a:t>distribution</a:t>
            </a:r>
            <a:r>
              <a:rPr lang="nl-NL" sz="1600" dirty="0"/>
              <a:t> of 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D8B486-B060-E5A9-ACB9-E66F9C7A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10126"/>
            <a:ext cx="8192691" cy="948047"/>
          </a:xfrm>
        </p:spPr>
        <p:txBody>
          <a:bodyPr>
            <a:normAutofit/>
          </a:bodyPr>
          <a:lstStyle/>
          <a:p>
            <a:r>
              <a:rPr lang="nl-NL" sz="1800" b="1" dirty="0" err="1"/>
              <a:t>f.spade.neverconsumers</a:t>
            </a:r>
            <a:r>
              <a:rPr lang="nl-NL" sz="1800" b="1" dirty="0"/>
              <a:t> – </a:t>
            </a:r>
            <a:r>
              <a:rPr lang="nl-NL" sz="1800" b="1" dirty="0" err="1"/>
              <a:t>how</a:t>
            </a:r>
            <a:r>
              <a:rPr lang="nl-NL" sz="1800" b="1" dirty="0"/>
              <a:t> does </a:t>
            </a:r>
            <a:r>
              <a:rPr lang="nl-NL" sz="1800" b="1" dirty="0" err="1"/>
              <a:t>it</a:t>
            </a:r>
            <a:r>
              <a:rPr lang="nl-NL" sz="1800" b="1" dirty="0"/>
              <a:t> </a:t>
            </a:r>
            <a:r>
              <a:rPr lang="nl-NL" sz="1800" b="1" dirty="0" err="1"/>
              <a:t>work</a:t>
            </a:r>
            <a:r>
              <a:rPr lang="nl-NL" sz="1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6258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episodical intakes (manual chapter 4)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30</a:t>
            </a:fld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4C9D9-8AB9-FBE2-9765-26174F86A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6372200" y="1481279"/>
            <a:ext cx="2639904" cy="153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9D1D4C-9066-7B4B-136D-4FDB0AC4AB1A}"/>
              </a:ext>
            </a:extLst>
          </p:cNvPr>
          <p:cNvSpPr txBox="1"/>
          <p:nvPr/>
        </p:nvSpPr>
        <p:spPr>
          <a:xfrm>
            <a:off x="7164289" y="1608842"/>
            <a:ext cx="1847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50" b="1" dirty="0"/>
              <a:t>25% of </a:t>
            </a:r>
            <a:r>
              <a:rPr lang="nl-NL" sz="1050" b="1" dirty="0" err="1"/>
              <a:t>population</a:t>
            </a:r>
            <a:endParaRPr lang="nl-NL" sz="10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C9900-2106-5517-437B-3112D063CB4F}"/>
              </a:ext>
            </a:extLst>
          </p:cNvPr>
          <p:cNvSpPr txBox="1"/>
          <p:nvPr/>
        </p:nvSpPr>
        <p:spPr>
          <a:xfrm>
            <a:off x="6461712" y="128335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never-users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92500" lnSpcReduction="2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dirty="0"/>
              <a:t>Obtain HI </a:t>
            </a:r>
            <a:r>
              <a:rPr lang="nl-NL" sz="1600" dirty="0" err="1"/>
              <a:t>distribution</a:t>
            </a:r>
            <a:r>
              <a:rPr lang="nl-NL" sz="1600" dirty="0"/>
              <a:t> of ever-users.</a:t>
            </a:r>
            <a:br>
              <a:rPr lang="nl-NL" sz="1600" dirty="0"/>
            </a:br>
            <a:endParaRPr lang="nl-NL" sz="16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02792DB-9617-E12A-24A1-07104E148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1"/>
          <a:stretch/>
        </p:blipFill>
        <p:spPr bwMode="auto">
          <a:xfrm>
            <a:off x="6327838" y="3340982"/>
            <a:ext cx="2639904" cy="150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41D2C1-DF13-029C-F99A-B905EA28274D}"/>
              </a:ext>
            </a:extLst>
          </p:cNvPr>
          <p:cNvSpPr txBox="1"/>
          <p:nvPr/>
        </p:nvSpPr>
        <p:spPr>
          <a:xfrm>
            <a:off x="6435364" y="3115831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ever-users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D4252-8305-7E3D-1BB5-52B2E5C50AF7}"/>
              </a:ext>
            </a:extLst>
          </p:cNvPr>
          <p:cNvSpPr txBox="1"/>
          <p:nvPr/>
        </p:nvSpPr>
        <p:spPr>
          <a:xfrm>
            <a:off x="6820811" y="4775486"/>
            <a:ext cx="1847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/>
              <a:t>75% of </a:t>
            </a:r>
            <a:r>
              <a:rPr lang="nl-NL" sz="1200" b="1" dirty="0" err="1"/>
              <a:t>population</a:t>
            </a:r>
            <a:endParaRPr lang="nl-NL" sz="1200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2778920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8E095B-D79E-9570-4455-FBB2BC7A7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/>
          <a:stretch/>
        </p:blipFill>
        <p:spPr bwMode="auto">
          <a:xfrm>
            <a:off x="899592" y="3636158"/>
            <a:ext cx="4680520" cy="267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249389-4021-C045-B7D1-EEEE33BEF3D7}"/>
              </a:ext>
            </a:extLst>
          </p:cNvPr>
          <p:cNvSpPr txBox="1"/>
          <p:nvPr/>
        </p:nvSpPr>
        <p:spPr>
          <a:xfrm>
            <a:off x="1207495" y="340044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</a:t>
            </a:r>
            <a:r>
              <a:rPr lang="nl-NL" sz="1000" b="1" dirty="0" err="1"/>
              <a:t>entire</a:t>
            </a:r>
            <a:r>
              <a:rPr lang="nl-NL" sz="1000" b="1" dirty="0"/>
              <a:t> </a:t>
            </a:r>
            <a:r>
              <a:rPr lang="nl-NL" sz="1000" b="1" dirty="0" err="1"/>
              <a:t>population</a:t>
            </a:r>
            <a:endParaRPr lang="nl-NL" sz="1000" b="1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046E864-D43E-4ACA-96B1-50B97C625958}"/>
              </a:ext>
            </a:extLst>
          </p:cNvPr>
          <p:cNvSpPr txBox="1">
            <a:spLocks/>
          </p:cNvSpPr>
          <p:nvPr/>
        </p:nvSpPr>
        <p:spPr>
          <a:xfrm>
            <a:off x="323528" y="210126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sz="1800" b="1"/>
              <a:t>f.spade.neverconsumers – how does it work?</a:t>
            </a:r>
            <a:endParaRPr lang="nl-NL" sz="1800" b="1" dirty="0"/>
          </a:p>
        </p:txBody>
      </p:sp>
    </p:spTree>
    <p:extLst>
      <p:ext uri="{BB962C8B-B14F-4D97-AF65-F5344CB8AC3E}">
        <p14:creationId xmlns:p14="http://schemas.microsoft.com/office/powerpoint/2010/main" val="86817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STEMID" val="99b1b425-b02f-4198-ba27-0579617e2cf9"/>
  <p:tag name="SYSTEMVERSION" val="1.0.8.28673"/>
  <p:tag name="SYSTEMCULTURE" val="nl-NL"/>
  <p:tag name="SYSTEMDATE" val="-8588473768854775808"/>
  <p:tag name="SYSTEMINCLUDETOC" val="Yes"/>
  <p:tag name="SYSTEMREPEATTITLE" val="Yes"/>
</p:tagLst>
</file>

<file path=ppt/theme/theme1.xml><?xml version="1.0" encoding="utf-8"?>
<a:theme xmlns:a="http://schemas.openxmlformats.org/drawingml/2006/main" name="PPT huisstijl thema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PPT huisstijl thema" id="{D194595A-DD6B-41B2-83F9-5AFCDF5EC5AB}" vid="{BE04D115-8017-4CBE-9E18-2A71FDD1BC33}"/>
    </a:ext>
  </a:extLst>
</a:theme>
</file>

<file path=ppt/theme/theme2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FE370F1-35D5-49F6-BFFE-A85E947D095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27862-3BD6-4AAC-A375-77303EA3D6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F8EF13-21D2-418D-9002-75EDED73647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4DA0474-CF15-4CF5-8078-E5B3099F32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77e6a0-5f74-4659-a81a-c7bdc984432d"/>
    <ds:schemaRef ds:uri="f5c8fe0e-f8db-4fac-9fd3-e69469f9c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2377</Words>
  <Application>Microsoft Office PowerPoint</Application>
  <PresentationFormat>On-screen Show (4:3)</PresentationFormat>
  <Paragraphs>328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Cambria Math</vt:lpstr>
      <vt:lpstr>Consolas</vt:lpstr>
      <vt:lpstr>Courier New</vt:lpstr>
      <vt:lpstr>Lucida Console</vt:lpstr>
      <vt:lpstr>Verdana</vt:lpstr>
      <vt:lpstr>Wingdings</vt:lpstr>
      <vt:lpstr>PPT huisstijl thema</vt:lpstr>
      <vt:lpstr>Rijkshuisstijl Donkerblauw</vt:lpstr>
      <vt:lpstr>SPADE for episodical  food intakes</vt:lpstr>
      <vt:lpstr>Let’s focus on a variable with many zero intakes: syn_fol (intake from food only)</vt:lpstr>
      <vt:lpstr>PowerPoint Presentation</vt:lpstr>
      <vt:lpstr>PowerPoint Presentation</vt:lpstr>
      <vt:lpstr>PowerPoint Presentation</vt:lpstr>
      <vt:lpstr>Split the data in two parts</vt:lpstr>
      <vt:lpstr>Distribution of intake frequencies</vt:lpstr>
      <vt:lpstr>Code to run a model for episodical intakes </vt:lpstr>
      <vt:lpstr>Diagnostics - intake frequency model</vt:lpstr>
      <vt:lpstr>Diagnostics – intake frequency model</vt:lpstr>
      <vt:lpstr>Diagnostics – intake amount model</vt:lpstr>
      <vt:lpstr>Diagnostics – intake amount model</vt:lpstr>
      <vt:lpstr>Intermediate results: freq &amp; amounts</vt:lpstr>
      <vt:lpstr>Final result: habitual intake distribution</vt:lpstr>
      <vt:lpstr>How does current version of SPADE help you?</vt:lpstr>
      <vt:lpstr>What if you use frml = “no.if” when you have zeroes in your data?</vt:lpstr>
      <vt:lpstr>Exercise 1</vt:lpstr>
      <vt:lpstr>Answer exercise 1</vt:lpstr>
      <vt:lpstr>Answer exercise 1</vt:lpstr>
      <vt:lpstr>Everyone potential consumer?</vt:lpstr>
      <vt:lpstr>How to account for never consumers?</vt:lpstr>
      <vt:lpstr>Example from  Dutch National Food Consumption Survey  (2007-2010) alcohol</vt:lpstr>
      <vt:lpstr>First CHECK YOUR DATA … always</vt:lpstr>
      <vt:lpstr>PowerPoint Presentation</vt:lpstr>
      <vt:lpstr>SPADE function for food intake with neverconsumers: f.spade.neversconsumers</vt:lpstr>
      <vt:lpstr> f.spade.neverconsumers -- special arguments:</vt:lpstr>
      <vt:lpstr>f.spade.neverconsumers – how does it work?</vt:lpstr>
      <vt:lpstr>PowerPoint Presentation</vt:lpstr>
      <vt:lpstr>f.spade.neverconsumers – how does it work?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 2-part model</dc:title>
  <dc:creator>Marjolein de Jong</dc:creator>
  <cp:lastModifiedBy>Jeroen Rodenburg</cp:lastModifiedBy>
  <cp:revision>53</cp:revision>
  <dcterms:created xsi:type="dcterms:W3CDTF">2021-09-22T10:27:40Z</dcterms:created>
  <dcterms:modified xsi:type="dcterms:W3CDTF">2025-07-14T09:26:32Z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