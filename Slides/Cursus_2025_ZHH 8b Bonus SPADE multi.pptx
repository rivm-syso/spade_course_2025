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2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3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theme/theme4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theme/theme5.xml" ContentType="application/vnd.openxmlformats-officedocument.theme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theme/theme6.xml" ContentType="application/vnd.openxmlformats-officedocument.theme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theme/theme7.xml" ContentType="application/vnd.openxmlformats-officedocument.theme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theme/theme8.xml" ContentType="application/vnd.openxmlformats-officedocument.theme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theme/theme9.xml" ContentType="application/vnd.openxmlformats-officedocument.theme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theme/theme10.xml" ContentType="application/vnd.openxmlformats-officedocument.theme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theme/theme11.xml" ContentType="application/vnd.openxmlformats-officedocument.theme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theme/theme12.xml" ContentType="application/vnd.openxmlformats-officedocument.theme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theme/theme13.xml" ContentType="application/vnd.openxmlformats-officedocument.theme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theme/theme14.xml" ContentType="application/vnd.openxmlformats-officedocument.theme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theme/theme15.xml" ContentType="application/vnd.openxmlformats-officedocument.theme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slideLayouts/slideLayout562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64.xml" ContentType="application/vnd.openxmlformats-officedocument.presentationml.slideLayout+xml"/>
  <Override PartName="/ppt/slideLayouts/slideLayout565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slideLayouts/slideLayout570.xml" ContentType="application/vnd.openxmlformats-officedocument.presentationml.slideLayout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slideLayouts/slideLayout573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slideLayouts/slideLayout583.xml" ContentType="application/vnd.openxmlformats-officedocument.presentationml.slideLayout+xml"/>
  <Override PartName="/ppt/slideLayouts/slideLayout584.xml" ContentType="application/vnd.openxmlformats-officedocument.presentationml.slideLayout+xml"/>
  <Override PartName="/ppt/slideLayouts/slideLayout585.xml" ContentType="application/vnd.openxmlformats-officedocument.presentationml.slideLayout+xml"/>
  <Override PartName="/ppt/slideLayouts/slideLayout586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slideLayouts/slideLayout589.xml" ContentType="application/vnd.openxmlformats-officedocument.presentationml.slideLayout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slideLayouts/slideLayout593.xml" ContentType="application/vnd.openxmlformats-officedocument.presentationml.slideLayout+xml"/>
  <Override PartName="/ppt/theme/theme16.xml" ContentType="application/vnd.openxmlformats-officedocument.theme+xml"/>
  <Override PartName="/ppt/slideLayouts/slideLayout594.xml" ContentType="application/vnd.openxmlformats-officedocument.presentationml.slideLayout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598.xml" ContentType="application/vnd.openxmlformats-officedocument.presentationml.slideLayout+xml"/>
  <Override PartName="/ppt/slideLayouts/slideLayout599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slideLayouts/slideLayout606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slideLayouts/slideLayout609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slideLayouts/slideLayout616.xml" ContentType="application/vnd.openxmlformats-officedocument.presentationml.slideLayout+xml"/>
  <Override PartName="/ppt/slideLayouts/slideLayout617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slideLayouts/slideLayout625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27.xml" ContentType="application/vnd.openxmlformats-officedocument.presentationml.slideLayout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slideLayouts/slideLayout630.xml" ContentType="application/vnd.openxmlformats-officedocument.presentationml.slideLayout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  <p:sldMasterId id="2147483709" r:id="rId5"/>
    <p:sldMasterId id="2147483747" r:id="rId6"/>
    <p:sldMasterId id="2147483785" r:id="rId7"/>
    <p:sldMasterId id="2147483823" r:id="rId8"/>
    <p:sldMasterId id="2147483861" r:id="rId9"/>
    <p:sldMasterId id="2147483899" r:id="rId10"/>
    <p:sldMasterId id="2147483937" r:id="rId11"/>
    <p:sldMasterId id="2147483975" r:id="rId12"/>
    <p:sldMasterId id="2147484013" r:id="rId13"/>
    <p:sldMasterId id="2147484051" r:id="rId14"/>
    <p:sldMasterId id="2147484089" r:id="rId15"/>
    <p:sldMasterId id="2147484127" r:id="rId16"/>
    <p:sldMasterId id="2147484165" r:id="rId17"/>
    <p:sldMasterId id="2147484203" r:id="rId18"/>
    <p:sldMasterId id="2147484241" r:id="rId19"/>
    <p:sldMasterId id="2147484279" r:id="rId20"/>
  </p:sldMasterIdLst>
  <p:notesMasterIdLst>
    <p:notesMasterId r:id="rId24"/>
  </p:notesMasterIdLst>
  <p:handoutMasterIdLst>
    <p:handoutMasterId r:id="rId25"/>
  </p:handoutMasterIdLst>
  <p:sldIdLst>
    <p:sldId id="256" r:id="rId21"/>
    <p:sldId id="399" r:id="rId22"/>
    <p:sldId id="400" r:id="rId23"/>
  </p:sldIdLst>
  <p:sldSz cx="9144000" cy="6858000" type="screen4x3"/>
  <p:notesSz cx="6858000" cy="9144000"/>
  <p:custDataLst>
    <p:tags r:id="rId26"/>
  </p:custDataLst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nold Dekkers" initials="AD" lastIdx="24" clrIdx="0">
    <p:extLst>
      <p:ext uri="{19B8F6BF-5375-455C-9EA6-DF929625EA0E}">
        <p15:presenceInfo xmlns:p15="http://schemas.microsoft.com/office/powerpoint/2012/main" userId="S::arnold.dekkers@rivm.nl::5a65280b-731d-465a-951a-ed960a7b3ffd" providerId="AD"/>
      </p:ext>
    </p:extLst>
  </p:cmAuthor>
  <p:cmAuthor id="2" name="Marga Ocke" initials="MO" lastIdx="12" clrIdx="1">
    <p:extLst>
      <p:ext uri="{19B8F6BF-5375-455C-9EA6-DF929625EA0E}">
        <p15:presenceInfo xmlns:p15="http://schemas.microsoft.com/office/powerpoint/2012/main" userId="S::marga.ocke@rivm.nl::f2de8de4-5cf6-4300-8143-dac5cae3655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7000"/>
    <a:srgbClr val="CA005D"/>
    <a:srgbClr val="0099FF"/>
    <a:srgbClr val="E36C0A"/>
    <a:srgbClr val="FF9966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6E59C6-09FD-455F-BE18-87DFD2236E4A}" v="5" dt="2025-07-08T21:23:22.7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37" autoAdjust="0"/>
    <p:restoredTop sz="79592" autoAdjust="0"/>
  </p:normalViewPr>
  <p:slideViewPr>
    <p:cSldViewPr>
      <p:cViewPr varScale="1">
        <p:scale>
          <a:sx n="63" d="100"/>
          <a:sy n="63" d="100"/>
        </p:scale>
        <p:origin x="118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-426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handoutMaster" Target="handoutMasters/handoutMaster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notesMaster" Target="notesMasters/notesMaster1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3.xml"/><Relationship Id="rId28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2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oen Rodenburg" userId="36afe4a3-a6a4-4251-8e46-e83f049ed970" providerId="ADAL" clId="{59D8A4AE-E2CD-46DC-97AF-88865AD35CBE}"/>
    <pc:docChg chg="undo custSel addSld delSld modSld sldOrd delMainMaster modMainMaster">
      <pc:chgData name="Jeroen Rodenburg" userId="36afe4a3-a6a4-4251-8e46-e83f049ed970" providerId="ADAL" clId="{59D8A4AE-E2CD-46DC-97AF-88865AD35CBE}" dt="2025-07-07T16:43:39.758" v="3974" actId="20577"/>
      <pc:docMkLst>
        <pc:docMk/>
      </pc:docMkLst>
      <pc:sldChg chg="modSp mod">
        <pc:chgData name="Jeroen Rodenburg" userId="36afe4a3-a6a4-4251-8e46-e83f049ed970" providerId="ADAL" clId="{59D8A4AE-E2CD-46DC-97AF-88865AD35CBE}" dt="2025-07-07T13:18:34.659" v="50" actId="20577"/>
        <pc:sldMkLst>
          <pc:docMk/>
          <pc:sldMk cId="953533648" sldId="256"/>
        </pc:sldMkLst>
        <pc:spChg chg="mod">
          <ac:chgData name="Jeroen Rodenburg" userId="36afe4a3-a6a4-4251-8e46-e83f049ed970" providerId="ADAL" clId="{59D8A4AE-E2CD-46DC-97AF-88865AD35CBE}" dt="2025-07-07T13:18:34.659" v="50" actId="20577"/>
          <ac:spMkLst>
            <pc:docMk/>
            <pc:sldMk cId="953533648" sldId="256"/>
            <ac:spMk id="2" creationId="{00000000-0000-0000-0000-000000000000}"/>
          </ac:spMkLst>
        </pc:spChg>
      </pc:sldChg>
      <pc:sldChg chg="del">
        <pc:chgData name="Jeroen Rodenburg" userId="36afe4a3-a6a4-4251-8e46-e83f049ed970" providerId="ADAL" clId="{59D8A4AE-E2CD-46DC-97AF-88865AD35CBE}" dt="2025-07-07T13:32:55.895" v="321" actId="47"/>
        <pc:sldMkLst>
          <pc:docMk/>
          <pc:sldMk cId="3038192788" sldId="269"/>
        </pc:sldMkLst>
      </pc:sldChg>
      <pc:sldChg chg="addSp modSp mod">
        <pc:chgData name="Jeroen Rodenburg" userId="36afe4a3-a6a4-4251-8e46-e83f049ed970" providerId="ADAL" clId="{59D8A4AE-E2CD-46DC-97AF-88865AD35CBE}" dt="2025-07-07T14:21:06.925" v="2336" actId="14100"/>
        <pc:sldMkLst>
          <pc:docMk/>
          <pc:sldMk cId="609459662" sldId="270"/>
        </pc:sldMkLst>
        <pc:spChg chg="mod">
          <ac:chgData name="Jeroen Rodenburg" userId="36afe4a3-a6a4-4251-8e46-e83f049ed970" providerId="ADAL" clId="{59D8A4AE-E2CD-46DC-97AF-88865AD35CBE}" dt="2025-07-07T14:19:46.747" v="2259" actId="20577"/>
          <ac:spMkLst>
            <pc:docMk/>
            <pc:sldMk cId="609459662" sldId="270"/>
            <ac:spMk id="2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4:19:59.874" v="2262" actId="1076"/>
          <ac:spMkLst>
            <pc:docMk/>
            <pc:sldMk cId="609459662" sldId="270"/>
            <ac:spMk id="3" creationId="{00000000-0000-0000-0000-000000000000}"/>
          </ac:spMkLst>
        </pc:spChg>
        <pc:spChg chg="add mod">
          <ac:chgData name="Jeroen Rodenburg" userId="36afe4a3-a6a4-4251-8e46-e83f049ed970" providerId="ADAL" clId="{59D8A4AE-E2CD-46DC-97AF-88865AD35CBE}" dt="2025-07-07T14:21:04.077" v="2335" actId="14100"/>
          <ac:spMkLst>
            <pc:docMk/>
            <pc:sldMk cId="609459662" sldId="270"/>
            <ac:spMk id="9" creationId="{16860387-FCBF-863F-AB43-23B18CE54BA2}"/>
          </ac:spMkLst>
        </pc:spChg>
        <pc:spChg chg="mod">
          <ac:chgData name="Jeroen Rodenburg" userId="36afe4a3-a6a4-4251-8e46-e83f049ed970" providerId="ADAL" clId="{59D8A4AE-E2CD-46DC-97AF-88865AD35CBE}" dt="2025-07-07T14:21:06.925" v="2336" actId="14100"/>
          <ac:spMkLst>
            <pc:docMk/>
            <pc:sldMk cId="609459662" sldId="270"/>
            <ac:spMk id="11" creationId="{1524C6FE-7D2F-48BA-B2B3-69032F5CBC6C}"/>
          </ac:spMkLst>
        </pc:spChg>
        <pc:cxnChg chg="mod">
          <ac:chgData name="Jeroen Rodenburg" userId="36afe4a3-a6a4-4251-8e46-e83f049ed970" providerId="ADAL" clId="{59D8A4AE-E2CD-46DC-97AF-88865AD35CBE}" dt="2025-07-07T14:20:07.711" v="2264" actId="14100"/>
          <ac:cxnSpMkLst>
            <pc:docMk/>
            <pc:sldMk cId="609459662" sldId="270"/>
            <ac:cxnSpMk id="8" creationId="{361913EF-9BD4-427D-9D51-586F0B8A4D3A}"/>
          </ac:cxnSpMkLst>
        </pc:cxnChg>
        <pc:cxnChg chg="add mod">
          <ac:chgData name="Jeroen Rodenburg" userId="36afe4a3-a6a4-4251-8e46-e83f049ed970" providerId="ADAL" clId="{59D8A4AE-E2CD-46DC-97AF-88865AD35CBE}" dt="2025-07-07T14:20:53.614" v="2332" actId="1076"/>
          <ac:cxnSpMkLst>
            <pc:docMk/>
            <pc:sldMk cId="609459662" sldId="270"/>
            <ac:cxnSpMk id="10" creationId="{8EBACF23-8842-D310-FBF2-D6A2DCAE2540}"/>
          </ac:cxnSpMkLst>
        </pc:cxnChg>
      </pc:sldChg>
      <pc:sldChg chg="addSp modSp mod">
        <pc:chgData name="Jeroen Rodenburg" userId="36afe4a3-a6a4-4251-8e46-e83f049ed970" providerId="ADAL" clId="{59D8A4AE-E2CD-46DC-97AF-88865AD35CBE}" dt="2025-07-07T15:36:06.800" v="3426" actId="1076"/>
        <pc:sldMkLst>
          <pc:docMk/>
          <pc:sldMk cId="1550654179" sldId="278"/>
        </pc:sldMkLst>
        <pc:spChg chg="mod">
          <ac:chgData name="Jeroen Rodenburg" userId="36afe4a3-a6a4-4251-8e46-e83f049ed970" providerId="ADAL" clId="{59D8A4AE-E2CD-46DC-97AF-88865AD35CBE}" dt="2025-07-07T15:34:28.007" v="3250" actId="1076"/>
          <ac:spMkLst>
            <pc:docMk/>
            <pc:sldMk cId="1550654179" sldId="278"/>
            <ac:spMk id="2" creationId="{E097977E-4B77-4704-BA12-32A6283DAFDC}"/>
          </ac:spMkLst>
        </pc:spChg>
        <pc:spChg chg="mod">
          <ac:chgData name="Jeroen Rodenburg" userId="36afe4a3-a6a4-4251-8e46-e83f049ed970" providerId="ADAL" clId="{59D8A4AE-E2CD-46DC-97AF-88865AD35CBE}" dt="2025-07-07T15:35:31.483" v="3419" actId="20577"/>
          <ac:spMkLst>
            <pc:docMk/>
            <pc:sldMk cId="1550654179" sldId="278"/>
            <ac:spMk id="3" creationId="{00000000-0000-0000-0000-000000000000}"/>
          </ac:spMkLst>
        </pc:spChg>
        <pc:picChg chg="add mod">
          <ac:chgData name="Jeroen Rodenburg" userId="36afe4a3-a6a4-4251-8e46-e83f049ed970" providerId="ADAL" clId="{59D8A4AE-E2CD-46DC-97AF-88865AD35CBE}" dt="2025-07-07T15:34:16.822" v="3247" actId="1076"/>
          <ac:picMkLst>
            <pc:docMk/>
            <pc:sldMk cId="1550654179" sldId="278"/>
            <ac:picMk id="5" creationId="{10885E5B-F0ED-0E07-5DBA-F5B0121D09B0}"/>
          </ac:picMkLst>
        </pc:picChg>
        <pc:picChg chg="mod">
          <ac:chgData name="Jeroen Rodenburg" userId="36afe4a3-a6a4-4251-8e46-e83f049ed970" providerId="ADAL" clId="{59D8A4AE-E2CD-46DC-97AF-88865AD35CBE}" dt="2025-07-07T15:36:05.184" v="3425" actId="1076"/>
          <ac:picMkLst>
            <pc:docMk/>
            <pc:sldMk cId="1550654179" sldId="278"/>
            <ac:picMk id="3074" creationId="{00000000-0000-0000-0000-000000000000}"/>
          </ac:picMkLst>
        </pc:picChg>
        <pc:picChg chg="mod">
          <ac:chgData name="Jeroen Rodenburg" userId="36afe4a3-a6a4-4251-8e46-e83f049ed970" providerId="ADAL" clId="{59D8A4AE-E2CD-46DC-97AF-88865AD35CBE}" dt="2025-07-07T15:36:02.824" v="3424" actId="1076"/>
          <ac:picMkLst>
            <pc:docMk/>
            <pc:sldMk cId="1550654179" sldId="278"/>
            <ac:picMk id="3076" creationId="{00000000-0000-0000-0000-000000000000}"/>
          </ac:picMkLst>
        </pc:picChg>
        <pc:picChg chg="mod">
          <ac:chgData name="Jeroen Rodenburg" userId="36afe4a3-a6a4-4251-8e46-e83f049ed970" providerId="ADAL" clId="{59D8A4AE-E2CD-46DC-97AF-88865AD35CBE}" dt="2025-07-07T15:36:06.800" v="3426" actId="1076"/>
          <ac:picMkLst>
            <pc:docMk/>
            <pc:sldMk cId="1550654179" sldId="278"/>
            <ac:picMk id="3078" creationId="{00000000-0000-0000-0000-000000000000}"/>
          </ac:picMkLst>
        </pc:picChg>
      </pc:sldChg>
      <pc:sldChg chg="modSp mod">
        <pc:chgData name="Jeroen Rodenburg" userId="36afe4a3-a6a4-4251-8e46-e83f049ed970" providerId="ADAL" clId="{59D8A4AE-E2CD-46DC-97AF-88865AD35CBE}" dt="2025-07-07T15:37:49.141" v="3542" actId="5793"/>
        <pc:sldMkLst>
          <pc:docMk/>
          <pc:sldMk cId="1943353727" sldId="279"/>
        </pc:sldMkLst>
        <pc:spChg chg="mod">
          <ac:chgData name="Jeroen Rodenburg" userId="36afe4a3-a6a4-4251-8e46-e83f049ed970" providerId="ADAL" clId="{59D8A4AE-E2CD-46DC-97AF-88865AD35CBE}" dt="2025-07-07T15:37:02.164" v="3439" actId="20577"/>
          <ac:spMkLst>
            <pc:docMk/>
            <pc:sldMk cId="1943353727" sldId="279"/>
            <ac:spMk id="2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5:37:49.141" v="3542" actId="5793"/>
          <ac:spMkLst>
            <pc:docMk/>
            <pc:sldMk cId="1943353727" sldId="279"/>
            <ac:spMk id="3" creationId="{00000000-0000-0000-0000-000000000000}"/>
          </ac:spMkLst>
        </pc:spChg>
      </pc:sldChg>
      <pc:sldChg chg="del">
        <pc:chgData name="Jeroen Rodenburg" userId="36afe4a3-a6a4-4251-8e46-e83f049ed970" providerId="ADAL" clId="{59D8A4AE-E2CD-46DC-97AF-88865AD35CBE}" dt="2025-07-07T15:36:56.570" v="3427" actId="47"/>
        <pc:sldMkLst>
          <pc:docMk/>
          <pc:sldMk cId="3181802496" sldId="280"/>
        </pc:sldMkLst>
      </pc:sldChg>
      <pc:sldChg chg="modSp mod">
        <pc:chgData name="Jeroen Rodenburg" userId="36afe4a3-a6a4-4251-8e46-e83f049ed970" providerId="ADAL" clId="{59D8A4AE-E2CD-46DC-97AF-88865AD35CBE}" dt="2025-07-07T15:43:03.236" v="3718" actId="20577"/>
        <pc:sldMkLst>
          <pc:docMk/>
          <pc:sldMk cId="3885982450" sldId="281"/>
        </pc:sldMkLst>
        <pc:spChg chg="mod">
          <ac:chgData name="Jeroen Rodenburg" userId="36afe4a3-a6a4-4251-8e46-e83f049ed970" providerId="ADAL" clId="{59D8A4AE-E2CD-46DC-97AF-88865AD35CBE}" dt="2025-07-07T15:41:05.213" v="3590" actId="27636"/>
          <ac:spMkLst>
            <pc:docMk/>
            <pc:sldMk cId="3885982450" sldId="281"/>
            <ac:spMk id="2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5:43:03.236" v="3718" actId="20577"/>
          <ac:spMkLst>
            <pc:docMk/>
            <pc:sldMk cId="3885982450" sldId="281"/>
            <ac:spMk id="3" creationId="{4AF64E4E-D09E-4D0E-877C-33FBB1ACB39E}"/>
          </ac:spMkLst>
        </pc:spChg>
      </pc:sldChg>
      <pc:sldChg chg="del ord">
        <pc:chgData name="Jeroen Rodenburg" userId="36afe4a3-a6a4-4251-8e46-e83f049ed970" providerId="ADAL" clId="{59D8A4AE-E2CD-46DC-97AF-88865AD35CBE}" dt="2025-07-07T16:42:07.037" v="3971" actId="47"/>
        <pc:sldMkLst>
          <pc:docMk/>
          <pc:sldMk cId="1923482067" sldId="283"/>
        </pc:sldMkLst>
      </pc:sldChg>
      <pc:sldChg chg="del">
        <pc:chgData name="Jeroen Rodenburg" userId="36afe4a3-a6a4-4251-8e46-e83f049ed970" providerId="ADAL" clId="{59D8A4AE-E2CD-46DC-97AF-88865AD35CBE}" dt="2025-07-07T16:30:01.056" v="3965" actId="47"/>
        <pc:sldMkLst>
          <pc:docMk/>
          <pc:sldMk cId="727320411" sldId="287"/>
        </pc:sldMkLst>
      </pc:sldChg>
      <pc:sldChg chg="addSp delSp modSp del mod addAnim delAnim">
        <pc:chgData name="Jeroen Rodenburg" userId="36afe4a3-a6a4-4251-8e46-e83f049ed970" providerId="ADAL" clId="{59D8A4AE-E2CD-46DC-97AF-88865AD35CBE}" dt="2025-07-07T13:48:35.428" v="941" actId="47"/>
        <pc:sldMkLst>
          <pc:docMk/>
          <pc:sldMk cId="657804694" sldId="289"/>
        </pc:sldMkLst>
        <pc:spChg chg="mod">
          <ac:chgData name="Jeroen Rodenburg" userId="36afe4a3-a6a4-4251-8e46-e83f049ed970" providerId="ADAL" clId="{59D8A4AE-E2CD-46DC-97AF-88865AD35CBE}" dt="2025-07-07T13:29:50.914" v="146" actId="20577"/>
          <ac:spMkLst>
            <pc:docMk/>
            <pc:sldMk cId="657804694" sldId="289"/>
            <ac:spMk id="2" creationId="{00000000-0000-0000-0000-000000000000}"/>
          </ac:spMkLst>
        </pc:spChg>
        <pc:spChg chg="add del mod">
          <ac:chgData name="Jeroen Rodenburg" userId="36afe4a3-a6a4-4251-8e46-e83f049ed970" providerId="ADAL" clId="{59D8A4AE-E2CD-46DC-97AF-88865AD35CBE}" dt="2025-07-07T13:30:43.299" v="156" actId="1076"/>
          <ac:spMkLst>
            <pc:docMk/>
            <pc:sldMk cId="657804694" sldId="289"/>
            <ac:spMk id="5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3:30:43.668" v="157" actId="20577"/>
          <ac:spMkLst>
            <pc:docMk/>
            <pc:sldMk cId="657804694" sldId="289"/>
            <ac:spMk id="6" creationId="{00000000-0000-0000-0000-000000000000}"/>
          </ac:spMkLst>
        </pc:spChg>
        <pc:spChg chg="add del">
          <ac:chgData name="Jeroen Rodenburg" userId="36afe4a3-a6a4-4251-8e46-e83f049ed970" providerId="ADAL" clId="{59D8A4AE-E2CD-46DC-97AF-88865AD35CBE}" dt="2025-07-07T13:30:42.503" v="154" actId="478"/>
          <ac:spMkLst>
            <pc:docMk/>
            <pc:sldMk cId="657804694" sldId="289"/>
            <ac:spMk id="8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3:30:05.463" v="148" actId="1076"/>
          <ac:spMkLst>
            <pc:docMk/>
            <pc:sldMk cId="657804694" sldId="289"/>
            <ac:spMk id="12" creationId="{9C839F44-EBF9-455D-8996-5CD752F2E6B6}"/>
          </ac:spMkLst>
        </pc:spChg>
      </pc:sldChg>
      <pc:sldChg chg="del">
        <pc:chgData name="Jeroen Rodenburg" userId="36afe4a3-a6a4-4251-8e46-e83f049ed970" providerId="ADAL" clId="{59D8A4AE-E2CD-46DC-97AF-88865AD35CBE}" dt="2025-07-07T16:30:01.056" v="3965" actId="47"/>
        <pc:sldMkLst>
          <pc:docMk/>
          <pc:sldMk cId="2277854728" sldId="298"/>
        </pc:sldMkLst>
      </pc:sldChg>
      <pc:sldChg chg="del">
        <pc:chgData name="Jeroen Rodenburg" userId="36afe4a3-a6a4-4251-8e46-e83f049ed970" providerId="ADAL" clId="{59D8A4AE-E2CD-46DC-97AF-88865AD35CBE}" dt="2025-07-07T16:30:01.056" v="3965" actId="47"/>
        <pc:sldMkLst>
          <pc:docMk/>
          <pc:sldMk cId="146958396" sldId="299"/>
        </pc:sldMkLst>
      </pc:sldChg>
      <pc:sldChg chg="del">
        <pc:chgData name="Jeroen Rodenburg" userId="36afe4a3-a6a4-4251-8e46-e83f049ed970" providerId="ADAL" clId="{59D8A4AE-E2CD-46DC-97AF-88865AD35CBE}" dt="2025-07-07T13:35:08.996" v="363" actId="47"/>
        <pc:sldMkLst>
          <pc:docMk/>
          <pc:sldMk cId="3088185381" sldId="300"/>
        </pc:sldMkLst>
      </pc:sldChg>
      <pc:sldChg chg="delSp modSp del mod">
        <pc:chgData name="Jeroen Rodenburg" userId="36afe4a3-a6a4-4251-8e46-e83f049ed970" providerId="ADAL" clId="{59D8A4AE-E2CD-46DC-97AF-88865AD35CBE}" dt="2025-07-07T13:48:39.247" v="943" actId="47"/>
        <pc:sldMkLst>
          <pc:docMk/>
          <pc:sldMk cId="94443875" sldId="301"/>
        </pc:sldMkLst>
        <pc:spChg chg="mod">
          <ac:chgData name="Jeroen Rodenburg" userId="36afe4a3-a6a4-4251-8e46-e83f049ed970" providerId="ADAL" clId="{59D8A4AE-E2CD-46DC-97AF-88865AD35CBE}" dt="2025-07-07T13:36:43.236" v="492" actId="20577"/>
          <ac:spMkLst>
            <pc:docMk/>
            <pc:sldMk cId="94443875" sldId="301"/>
            <ac:spMk id="2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3:42:50.747" v="545" actId="14100"/>
          <ac:spMkLst>
            <pc:docMk/>
            <pc:sldMk cId="94443875" sldId="301"/>
            <ac:spMk id="5" creationId="{00000000-0000-0000-0000-000000000000}"/>
          </ac:spMkLst>
        </pc:spChg>
        <pc:spChg chg="del">
          <ac:chgData name="Jeroen Rodenburg" userId="36afe4a3-a6a4-4251-8e46-e83f049ed970" providerId="ADAL" clId="{59D8A4AE-E2CD-46DC-97AF-88865AD35CBE}" dt="2025-07-07T13:35:49.882" v="446" actId="478"/>
          <ac:spMkLst>
            <pc:docMk/>
            <pc:sldMk cId="94443875" sldId="301"/>
            <ac:spMk id="8" creationId="{CD42908D-9B23-42B2-9DA5-F1B5158121C4}"/>
          </ac:spMkLst>
        </pc:spChg>
      </pc:sldChg>
      <pc:sldChg chg="modSp del mod">
        <pc:chgData name="Jeroen Rodenburg" userId="36afe4a3-a6a4-4251-8e46-e83f049ed970" providerId="ADAL" clId="{59D8A4AE-E2CD-46DC-97AF-88865AD35CBE}" dt="2025-07-07T13:48:59.752" v="944" actId="47"/>
        <pc:sldMkLst>
          <pc:docMk/>
          <pc:sldMk cId="2997599460" sldId="302"/>
        </pc:sldMkLst>
        <pc:spChg chg="mod">
          <ac:chgData name="Jeroen Rodenburg" userId="36afe4a3-a6a4-4251-8e46-e83f049ed970" providerId="ADAL" clId="{59D8A4AE-E2CD-46DC-97AF-88865AD35CBE}" dt="2025-07-07T13:43:05.274" v="567" actId="20577"/>
          <ac:spMkLst>
            <pc:docMk/>
            <pc:sldMk cId="2997599460" sldId="302"/>
            <ac:spMk id="2" creationId="{00000000-0000-0000-0000-000000000000}"/>
          </ac:spMkLst>
        </pc:spChg>
      </pc:sldChg>
      <pc:sldChg chg="del">
        <pc:chgData name="Jeroen Rodenburg" userId="36afe4a3-a6a4-4251-8e46-e83f049ed970" providerId="ADAL" clId="{59D8A4AE-E2CD-46DC-97AF-88865AD35CBE}" dt="2025-07-07T13:49:00.753" v="945" actId="47"/>
        <pc:sldMkLst>
          <pc:docMk/>
          <pc:sldMk cId="2324245335" sldId="303"/>
        </pc:sldMkLst>
      </pc:sldChg>
      <pc:sldChg chg="del">
        <pc:chgData name="Jeroen Rodenburg" userId="36afe4a3-a6a4-4251-8e46-e83f049ed970" providerId="ADAL" clId="{59D8A4AE-E2CD-46DC-97AF-88865AD35CBE}" dt="2025-07-07T16:30:01.056" v="3965" actId="47"/>
        <pc:sldMkLst>
          <pc:docMk/>
          <pc:sldMk cId="1608178457" sldId="306"/>
        </pc:sldMkLst>
      </pc:sldChg>
      <pc:sldChg chg="del">
        <pc:chgData name="Jeroen Rodenburg" userId="36afe4a3-a6a4-4251-8e46-e83f049ed970" providerId="ADAL" clId="{59D8A4AE-E2CD-46DC-97AF-88865AD35CBE}" dt="2025-07-07T15:10:28.544" v="2431" actId="47"/>
        <pc:sldMkLst>
          <pc:docMk/>
          <pc:sldMk cId="2710823315" sldId="307"/>
        </pc:sldMkLst>
      </pc:sldChg>
      <pc:sldChg chg="del">
        <pc:chgData name="Jeroen Rodenburg" userId="36afe4a3-a6a4-4251-8e46-e83f049ed970" providerId="ADAL" clId="{59D8A4AE-E2CD-46DC-97AF-88865AD35CBE}" dt="2025-07-07T15:17:21.542" v="2596" actId="47"/>
        <pc:sldMkLst>
          <pc:docMk/>
          <pc:sldMk cId="2749057588" sldId="308"/>
        </pc:sldMkLst>
      </pc:sldChg>
      <pc:sldChg chg="modSp add del mod">
        <pc:chgData name="Jeroen Rodenburg" userId="36afe4a3-a6a4-4251-8e46-e83f049ed970" providerId="ADAL" clId="{59D8A4AE-E2CD-46DC-97AF-88865AD35CBE}" dt="2025-07-07T15:17:16.917" v="2595" actId="47"/>
        <pc:sldMkLst>
          <pc:docMk/>
          <pc:sldMk cId="2328517484" sldId="309"/>
        </pc:sldMkLst>
        <pc:spChg chg="mod">
          <ac:chgData name="Jeroen Rodenburg" userId="36afe4a3-a6a4-4251-8e46-e83f049ed970" providerId="ADAL" clId="{59D8A4AE-E2CD-46DC-97AF-88865AD35CBE}" dt="2025-07-07T15:16:59.389" v="2594" actId="1076"/>
          <ac:spMkLst>
            <pc:docMk/>
            <pc:sldMk cId="2328517484" sldId="309"/>
            <ac:spMk id="2" creationId="{00000000-0000-0000-0000-000000000000}"/>
          </ac:spMkLst>
        </pc:spChg>
      </pc:sldChg>
      <pc:sldChg chg="del">
        <pc:chgData name="Jeroen Rodenburg" userId="36afe4a3-a6a4-4251-8e46-e83f049ed970" providerId="ADAL" clId="{59D8A4AE-E2CD-46DC-97AF-88865AD35CBE}" dt="2025-07-07T15:16:43.652" v="2591" actId="2696"/>
        <pc:sldMkLst>
          <pc:docMk/>
          <pc:sldMk cId="2754685861" sldId="309"/>
        </pc:sldMkLst>
      </pc:sldChg>
      <pc:sldChg chg="modSp mod">
        <pc:chgData name="Jeroen Rodenburg" userId="36afe4a3-a6a4-4251-8e46-e83f049ed970" providerId="ADAL" clId="{59D8A4AE-E2CD-46DC-97AF-88865AD35CBE}" dt="2025-07-07T14:41:04.145" v="2380" actId="20577"/>
        <pc:sldMkLst>
          <pc:docMk/>
          <pc:sldMk cId="3481401216" sldId="311"/>
        </pc:sldMkLst>
        <pc:spChg chg="mod">
          <ac:chgData name="Jeroen Rodenburg" userId="36afe4a3-a6a4-4251-8e46-e83f049ed970" providerId="ADAL" clId="{59D8A4AE-E2CD-46DC-97AF-88865AD35CBE}" dt="2025-07-07T14:41:04.145" v="2380" actId="20577"/>
          <ac:spMkLst>
            <pc:docMk/>
            <pc:sldMk cId="3481401216" sldId="311"/>
            <ac:spMk id="2" creationId="{00000000-0000-0000-0000-000000000000}"/>
          </ac:spMkLst>
        </pc:spChg>
      </pc:sldChg>
      <pc:sldChg chg="modSp mod">
        <pc:chgData name="Jeroen Rodenburg" userId="36afe4a3-a6a4-4251-8e46-e83f049ed970" providerId="ADAL" clId="{59D8A4AE-E2CD-46DC-97AF-88865AD35CBE}" dt="2025-07-07T15:14:15.202" v="2460" actId="1076"/>
        <pc:sldMkLst>
          <pc:docMk/>
          <pc:sldMk cId="3841326534" sldId="312"/>
        </pc:sldMkLst>
        <pc:spChg chg="mod">
          <ac:chgData name="Jeroen Rodenburg" userId="36afe4a3-a6a4-4251-8e46-e83f049ed970" providerId="ADAL" clId="{59D8A4AE-E2CD-46DC-97AF-88865AD35CBE}" dt="2025-07-07T15:14:15.202" v="2460" actId="1076"/>
          <ac:spMkLst>
            <pc:docMk/>
            <pc:sldMk cId="3841326534" sldId="312"/>
            <ac:spMk id="2" creationId="{00000000-0000-0000-0000-000000000000}"/>
          </ac:spMkLst>
        </pc:spChg>
      </pc:sldChg>
      <pc:sldChg chg="addSp delSp modSp mod delAnim modAnim">
        <pc:chgData name="Jeroen Rodenburg" userId="36afe4a3-a6a4-4251-8e46-e83f049ed970" providerId="ADAL" clId="{59D8A4AE-E2CD-46DC-97AF-88865AD35CBE}" dt="2025-07-07T15:10:15.054" v="2430" actId="14100"/>
        <pc:sldMkLst>
          <pc:docMk/>
          <pc:sldMk cId="1315693949" sldId="315"/>
        </pc:sldMkLst>
        <pc:spChg chg="mod">
          <ac:chgData name="Jeroen Rodenburg" userId="36afe4a3-a6a4-4251-8e46-e83f049ed970" providerId="ADAL" clId="{59D8A4AE-E2CD-46DC-97AF-88865AD35CBE}" dt="2025-07-07T15:10:12.054" v="2429" actId="1076"/>
          <ac:spMkLst>
            <pc:docMk/>
            <pc:sldMk cId="1315693949" sldId="315"/>
            <ac:spMk id="2" creationId="{00000000-0000-0000-0000-000000000000}"/>
          </ac:spMkLst>
        </pc:spChg>
        <pc:spChg chg="del">
          <ac:chgData name="Jeroen Rodenburg" userId="36afe4a3-a6a4-4251-8e46-e83f049ed970" providerId="ADAL" clId="{59D8A4AE-E2CD-46DC-97AF-88865AD35CBE}" dt="2025-07-07T14:40:34.156" v="2373" actId="478"/>
          <ac:spMkLst>
            <pc:docMk/>
            <pc:sldMk cId="1315693949" sldId="315"/>
            <ac:spMk id="5" creationId="{E435C762-A3E2-41DC-91FD-88F7C59DBAE1}"/>
          </ac:spMkLst>
        </pc:spChg>
        <pc:spChg chg="del">
          <ac:chgData name="Jeroen Rodenburg" userId="36afe4a3-a6a4-4251-8e46-e83f049ed970" providerId="ADAL" clId="{59D8A4AE-E2CD-46DC-97AF-88865AD35CBE}" dt="2025-07-07T14:40:39.982" v="2374" actId="478"/>
          <ac:spMkLst>
            <pc:docMk/>
            <pc:sldMk cId="1315693949" sldId="315"/>
            <ac:spMk id="6" creationId="{00000000-0000-0000-0000-000000000000}"/>
          </ac:spMkLst>
        </pc:spChg>
        <pc:spChg chg="add del mod">
          <ac:chgData name="Jeroen Rodenburg" userId="36afe4a3-a6a4-4251-8e46-e83f049ed970" providerId="ADAL" clId="{59D8A4AE-E2CD-46DC-97AF-88865AD35CBE}" dt="2025-07-07T14:40:43.370" v="2375" actId="478"/>
          <ac:spMkLst>
            <pc:docMk/>
            <pc:sldMk cId="1315693949" sldId="315"/>
            <ac:spMk id="9" creationId="{A15A2E30-6755-DEF2-7AF4-E078A69FF419}"/>
          </ac:spMkLst>
        </pc:spChg>
        <pc:picChg chg="del">
          <ac:chgData name="Jeroen Rodenburg" userId="36afe4a3-a6a4-4251-8e46-e83f049ed970" providerId="ADAL" clId="{59D8A4AE-E2CD-46DC-97AF-88865AD35CBE}" dt="2025-07-07T14:40:31.867" v="2372" actId="478"/>
          <ac:picMkLst>
            <pc:docMk/>
            <pc:sldMk cId="1315693949" sldId="315"/>
            <ac:picMk id="8" creationId="{14264B2B-EC21-4827-B426-28EBA983BE38}"/>
          </ac:picMkLst>
        </pc:picChg>
        <pc:picChg chg="mod">
          <ac:chgData name="Jeroen Rodenburg" userId="36afe4a3-a6a4-4251-8e46-e83f049ed970" providerId="ADAL" clId="{59D8A4AE-E2CD-46DC-97AF-88865AD35CBE}" dt="2025-07-07T15:10:15.054" v="2430" actId="14100"/>
          <ac:picMkLst>
            <pc:docMk/>
            <pc:sldMk cId="1315693949" sldId="315"/>
            <ac:picMk id="20482" creationId="{00000000-0000-0000-0000-000000000000}"/>
          </ac:picMkLst>
        </pc:picChg>
      </pc:sldChg>
      <pc:sldChg chg="delSp modSp del mod">
        <pc:chgData name="Jeroen Rodenburg" userId="36afe4a3-a6a4-4251-8e46-e83f049ed970" providerId="ADAL" clId="{59D8A4AE-E2CD-46DC-97AF-88865AD35CBE}" dt="2025-07-07T13:53:45.542" v="976" actId="47"/>
        <pc:sldMkLst>
          <pc:docMk/>
          <pc:sldMk cId="1742008402" sldId="320"/>
        </pc:sldMkLst>
        <pc:spChg chg="del">
          <ac:chgData name="Jeroen Rodenburg" userId="36afe4a3-a6a4-4251-8e46-e83f049ed970" providerId="ADAL" clId="{59D8A4AE-E2CD-46DC-97AF-88865AD35CBE}" dt="2025-07-07T13:53:06.756" v="972" actId="478"/>
          <ac:spMkLst>
            <pc:docMk/>
            <pc:sldMk cId="1742008402" sldId="320"/>
            <ac:spMk id="9" creationId="{B25A2EB6-F5BB-4893-8C5E-882FB9495ED7}"/>
          </ac:spMkLst>
        </pc:spChg>
        <pc:picChg chg="del">
          <ac:chgData name="Jeroen Rodenburg" userId="36afe4a3-a6a4-4251-8e46-e83f049ed970" providerId="ADAL" clId="{59D8A4AE-E2CD-46DC-97AF-88865AD35CBE}" dt="2025-07-07T13:53:08.509" v="973" actId="478"/>
          <ac:picMkLst>
            <pc:docMk/>
            <pc:sldMk cId="1742008402" sldId="320"/>
            <ac:picMk id="8" creationId="{F6418DB9-8344-4DA8-B58D-17650A31C22E}"/>
          </ac:picMkLst>
        </pc:picChg>
        <pc:picChg chg="mod">
          <ac:chgData name="Jeroen Rodenburg" userId="36afe4a3-a6a4-4251-8e46-e83f049ed970" providerId="ADAL" clId="{59D8A4AE-E2CD-46DC-97AF-88865AD35CBE}" dt="2025-07-07T13:53:38.865" v="975" actId="1076"/>
          <ac:picMkLst>
            <pc:docMk/>
            <pc:sldMk cId="1742008402" sldId="320"/>
            <ac:picMk id="15" creationId="{5E69D934-1E56-442E-9B26-89D6A1AECAED}"/>
          </ac:picMkLst>
        </pc:picChg>
      </pc:sldChg>
      <pc:sldChg chg="delSp modSp del mod delAnim">
        <pc:chgData name="Jeroen Rodenburg" userId="36afe4a3-a6a4-4251-8e46-e83f049ed970" providerId="ADAL" clId="{59D8A4AE-E2CD-46DC-97AF-88865AD35CBE}" dt="2025-07-07T13:50:09.972" v="949" actId="47"/>
        <pc:sldMkLst>
          <pc:docMk/>
          <pc:sldMk cId="3972078974" sldId="321"/>
        </pc:sldMkLst>
        <pc:spChg chg="del">
          <ac:chgData name="Jeroen Rodenburg" userId="36afe4a3-a6a4-4251-8e46-e83f049ed970" providerId="ADAL" clId="{59D8A4AE-E2CD-46DC-97AF-88865AD35CBE}" dt="2025-06-30T15:52:57.160" v="2" actId="478"/>
          <ac:spMkLst>
            <pc:docMk/>
            <pc:sldMk cId="3972078974" sldId="321"/>
            <ac:spMk id="6" creationId="{7B06125E-D79D-47F6-9D2B-C15D080DF6D4}"/>
          </ac:spMkLst>
        </pc:spChg>
        <pc:spChg chg="del mod">
          <ac:chgData name="Jeroen Rodenburg" userId="36afe4a3-a6a4-4251-8e46-e83f049ed970" providerId="ADAL" clId="{59D8A4AE-E2CD-46DC-97AF-88865AD35CBE}" dt="2025-06-30T15:52:48.374" v="1" actId="478"/>
          <ac:spMkLst>
            <pc:docMk/>
            <pc:sldMk cId="3972078974" sldId="321"/>
            <ac:spMk id="23" creationId="{00000000-0000-0000-0000-000000000000}"/>
          </ac:spMkLst>
        </pc:spChg>
      </pc:sldChg>
      <pc:sldChg chg="addSp delSp modSp mod delAnim modAnim">
        <pc:chgData name="Jeroen Rodenburg" userId="36afe4a3-a6a4-4251-8e46-e83f049ed970" providerId="ADAL" clId="{59D8A4AE-E2CD-46DC-97AF-88865AD35CBE}" dt="2025-07-07T14:18:49.754" v="2205"/>
        <pc:sldMkLst>
          <pc:docMk/>
          <pc:sldMk cId="3060752151" sldId="322"/>
        </pc:sldMkLst>
        <pc:spChg chg="del">
          <ac:chgData name="Jeroen Rodenburg" userId="36afe4a3-a6a4-4251-8e46-e83f049ed970" providerId="ADAL" clId="{59D8A4AE-E2CD-46DC-97AF-88865AD35CBE}" dt="2025-07-07T13:54:29.285" v="1015" actId="478"/>
          <ac:spMkLst>
            <pc:docMk/>
            <pc:sldMk cId="3060752151" sldId="322"/>
            <ac:spMk id="4" creationId="{A12D4E9D-2B2E-4CE3-877E-AD5F1FDD0174}"/>
          </ac:spMkLst>
        </pc:spChg>
        <pc:spChg chg="mod topLvl">
          <ac:chgData name="Jeroen Rodenburg" userId="36afe4a3-a6a4-4251-8e46-e83f049ed970" providerId="ADAL" clId="{59D8A4AE-E2CD-46DC-97AF-88865AD35CBE}" dt="2025-07-07T14:06:02.412" v="1687" actId="165"/>
          <ac:spMkLst>
            <pc:docMk/>
            <pc:sldMk cId="3060752151" sldId="322"/>
            <ac:spMk id="6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4:00:14.815" v="1585" actId="20577"/>
          <ac:spMkLst>
            <pc:docMk/>
            <pc:sldMk cId="3060752151" sldId="322"/>
            <ac:spMk id="7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4:00:17.148" v="1586" actId="20577"/>
          <ac:spMkLst>
            <pc:docMk/>
            <pc:sldMk cId="3060752151" sldId="322"/>
            <ac:spMk id="8" creationId="{3EF52049-1AF0-45BF-9ADB-72AB4ACE6CE1}"/>
          </ac:spMkLst>
        </pc:spChg>
        <pc:spChg chg="add mod">
          <ac:chgData name="Jeroen Rodenburg" userId="36afe4a3-a6a4-4251-8e46-e83f049ed970" providerId="ADAL" clId="{59D8A4AE-E2CD-46DC-97AF-88865AD35CBE}" dt="2025-07-07T14:05:16.339" v="1680" actId="1076"/>
          <ac:spMkLst>
            <pc:docMk/>
            <pc:sldMk cId="3060752151" sldId="322"/>
            <ac:spMk id="11" creationId="{113F0333-9440-EF60-D707-E2439B75F1BD}"/>
          </ac:spMkLst>
        </pc:spChg>
        <pc:spChg chg="mod topLvl">
          <ac:chgData name="Jeroen Rodenburg" userId="36afe4a3-a6a4-4251-8e46-e83f049ed970" providerId="ADAL" clId="{59D8A4AE-E2CD-46DC-97AF-88865AD35CBE}" dt="2025-07-07T14:06:02.412" v="1687" actId="165"/>
          <ac:spMkLst>
            <pc:docMk/>
            <pc:sldMk cId="3060752151" sldId="322"/>
            <ac:spMk id="12" creationId="{00000000-0000-0000-0000-000000000000}"/>
          </ac:spMkLst>
        </pc:spChg>
        <pc:spChg chg="mod topLvl">
          <ac:chgData name="Jeroen Rodenburg" userId="36afe4a3-a6a4-4251-8e46-e83f049ed970" providerId="ADAL" clId="{59D8A4AE-E2CD-46DC-97AF-88865AD35CBE}" dt="2025-07-07T14:06:02.412" v="1687" actId="165"/>
          <ac:spMkLst>
            <pc:docMk/>
            <pc:sldMk cId="3060752151" sldId="322"/>
            <ac:spMk id="13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3:58:51.703" v="1389" actId="688"/>
          <ac:spMkLst>
            <pc:docMk/>
            <pc:sldMk cId="3060752151" sldId="322"/>
            <ac:spMk id="14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3:58:16.320" v="1386" actId="688"/>
          <ac:spMkLst>
            <pc:docMk/>
            <pc:sldMk cId="3060752151" sldId="322"/>
            <ac:spMk id="16" creationId="{00000000-0000-0000-0000-000000000000}"/>
          </ac:spMkLst>
        </pc:spChg>
        <pc:spChg chg="add mod">
          <ac:chgData name="Jeroen Rodenburg" userId="36afe4a3-a6a4-4251-8e46-e83f049ed970" providerId="ADAL" clId="{59D8A4AE-E2CD-46DC-97AF-88865AD35CBE}" dt="2025-07-07T14:18:38.891" v="2203" actId="164"/>
          <ac:spMkLst>
            <pc:docMk/>
            <pc:sldMk cId="3060752151" sldId="322"/>
            <ac:spMk id="19" creationId="{A141B699-DA8A-2246-4502-A7F8E42C165C}"/>
          </ac:spMkLst>
        </pc:spChg>
        <pc:spChg chg="add mod">
          <ac:chgData name="Jeroen Rodenburg" userId="36afe4a3-a6a4-4251-8e46-e83f049ed970" providerId="ADAL" clId="{59D8A4AE-E2CD-46DC-97AF-88865AD35CBE}" dt="2025-07-07T14:18:38.891" v="2203" actId="164"/>
          <ac:spMkLst>
            <pc:docMk/>
            <pc:sldMk cId="3060752151" sldId="322"/>
            <ac:spMk id="20" creationId="{44B61829-A66B-DF32-BED0-72CD78379FA1}"/>
          </ac:spMkLst>
        </pc:spChg>
        <pc:grpChg chg="del">
          <ac:chgData name="Jeroen Rodenburg" userId="36afe4a3-a6a4-4251-8e46-e83f049ed970" providerId="ADAL" clId="{59D8A4AE-E2CD-46DC-97AF-88865AD35CBE}" dt="2025-07-07T14:06:02.412" v="1687" actId="165"/>
          <ac:grpSpMkLst>
            <pc:docMk/>
            <pc:sldMk cId="3060752151" sldId="322"/>
            <ac:grpSpMk id="15" creationId="{00000000-0000-0000-0000-000000000000}"/>
          </ac:grpSpMkLst>
        </pc:grpChg>
        <pc:grpChg chg="add mod">
          <ac:chgData name="Jeroen Rodenburg" userId="36afe4a3-a6a4-4251-8e46-e83f049ed970" providerId="ADAL" clId="{59D8A4AE-E2CD-46DC-97AF-88865AD35CBE}" dt="2025-07-07T14:18:38.891" v="2203" actId="164"/>
          <ac:grpSpMkLst>
            <pc:docMk/>
            <pc:sldMk cId="3060752151" sldId="322"/>
            <ac:grpSpMk id="21" creationId="{BDBA727A-D5ED-592E-84C6-14C907274BA8}"/>
          </ac:grpSpMkLst>
        </pc:grpChg>
        <pc:cxnChg chg="del">
          <ac:chgData name="Jeroen Rodenburg" userId="36afe4a3-a6a4-4251-8e46-e83f049ed970" providerId="ADAL" clId="{59D8A4AE-E2CD-46DC-97AF-88865AD35CBE}" dt="2025-07-07T14:05:25.821" v="1681" actId="478"/>
          <ac:cxnSpMkLst>
            <pc:docMk/>
            <pc:sldMk cId="3060752151" sldId="322"/>
            <ac:cxnSpMk id="10" creationId="{C6874F68-65DD-4F69-9588-35471255FD39}"/>
          </ac:cxnSpMkLst>
        </pc:cxnChg>
      </pc:sldChg>
      <pc:sldChg chg="del">
        <pc:chgData name="Jeroen Rodenburg" userId="36afe4a3-a6a4-4251-8e46-e83f049ed970" providerId="ADAL" clId="{59D8A4AE-E2CD-46DC-97AF-88865AD35CBE}" dt="2025-07-07T13:49:05.741" v="946" actId="47"/>
        <pc:sldMkLst>
          <pc:docMk/>
          <pc:sldMk cId="1295966747" sldId="328"/>
        </pc:sldMkLst>
      </pc:sldChg>
      <pc:sldChg chg="addSp delSp modSp mod modAnim">
        <pc:chgData name="Jeroen Rodenburg" userId="36afe4a3-a6a4-4251-8e46-e83f049ed970" providerId="ADAL" clId="{59D8A4AE-E2CD-46DC-97AF-88865AD35CBE}" dt="2025-07-07T15:26:22.407" v="2947" actId="403"/>
        <pc:sldMkLst>
          <pc:docMk/>
          <pc:sldMk cId="728556551" sldId="331"/>
        </pc:sldMkLst>
        <pc:spChg chg="mod">
          <ac:chgData name="Jeroen Rodenburg" userId="36afe4a3-a6a4-4251-8e46-e83f049ed970" providerId="ADAL" clId="{59D8A4AE-E2CD-46DC-97AF-88865AD35CBE}" dt="2025-07-07T15:19:24.104" v="2681" actId="404"/>
          <ac:spMkLst>
            <pc:docMk/>
            <pc:sldMk cId="728556551" sldId="331"/>
            <ac:spMk id="2" creationId="{B27FA363-5269-499A-8728-46898BD359B7}"/>
          </ac:spMkLst>
        </pc:spChg>
        <pc:spChg chg="del mod">
          <ac:chgData name="Jeroen Rodenburg" userId="36afe4a3-a6a4-4251-8e46-e83f049ed970" providerId="ADAL" clId="{59D8A4AE-E2CD-46DC-97AF-88865AD35CBE}" dt="2025-07-07T15:22:36.625" v="2862" actId="478"/>
          <ac:spMkLst>
            <pc:docMk/>
            <pc:sldMk cId="728556551" sldId="331"/>
            <ac:spMk id="3" creationId="{82A792D3-D9C4-47BF-83C3-1BB13BBACEF5}"/>
          </ac:spMkLst>
        </pc:spChg>
        <pc:spChg chg="mod">
          <ac:chgData name="Jeroen Rodenburg" userId="36afe4a3-a6a4-4251-8e46-e83f049ed970" providerId="ADAL" clId="{59D8A4AE-E2CD-46DC-97AF-88865AD35CBE}" dt="2025-07-07T15:21:20.402" v="2791" actId="1076"/>
          <ac:spMkLst>
            <pc:docMk/>
            <pc:sldMk cId="728556551" sldId="331"/>
            <ac:spMk id="4" creationId="{B2068B62-2487-D44A-0E64-29214619B69A}"/>
          </ac:spMkLst>
        </pc:spChg>
        <pc:spChg chg="add mod">
          <ac:chgData name="Jeroen Rodenburg" userId="36afe4a3-a6a4-4251-8e46-e83f049ed970" providerId="ADAL" clId="{59D8A4AE-E2CD-46DC-97AF-88865AD35CBE}" dt="2025-07-07T15:21:11.620" v="2789" actId="404"/>
          <ac:spMkLst>
            <pc:docMk/>
            <pc:sldMk cId="728556551" sldId="331"/>
            <ac:spMk id="7" creationId="{36EA3B8E-B439-FA12-CAD1-2634CCE8F09A}"/>
          </ac:spMkLst>
        </pc:spChg>
        <pc:spChg chg="add mod">
          <ac:chgData name="Jeroen Rodenburg" userId="36afe4a3-a6a4-4251-8e46-e83f049ed970" providerId="ADAL" clId="{59D8A4AE-E2CD-46DC-97AF-88865AD35CBE}" dt="2025-07-07T15:24:25.349" v="2924" actId="1076"/>
          <ac:spMkLst>
            <pc:docMk/>
            <pc:sldMk cId="728556551" sldId="331"/>
            <ac:spMk id="8" creationId="{E7CFE3B2-6C01-0417-F6A9-E0A07CF05FF1}"/>
          </ac:spMkLst>
        </pc:spChg>
        <pc:spChg chg="add mod">
          <ac:chgData name="Jeroen Rodenburg" userId="36afe4a3-a6a4-4251-8e46-e83f049ed970" providerId="ADAL" clId="{59D8A4AE-E2CD-46DC-97AF-88865AD35CBE}" dt="2025-07-07T15:24:28.924" v="2925" actId="1076"/>
          <ac:spMkLst>
            <pc:docMk/>
            <pc:sldMk cId="728556551" sldId="331"/>
            <ac:spMk id="10" creationId="{37425569-EE8E-2126-CEDD-89FF83B54893}"/>
          </ac:spMkLst>
        </pc:spChg>
        <pc:spChg chg="add del mod">
          <ac:chgData name="Jeroen Rodenburg" userId="36afe4a3-a6a4-4251-8e46-e83f049ed970" providerId="ADAL" clId="{59D8A4AE-E2CD-46DC-97AF-88865AD35CBE}" dt="2025-07-07T15:23:10.077" v="2873" actId="478"/>
          <ac:spMkLst>
            <pc:docMk/>
            <pc:sldMk cId="728556551" sldId="331"/>
            <ac:spMk id="12" creationId="{4BBF1D61-EA44-E237-9F35-BE55363E6920}"/>
          </ac:spMkLst>
        </pc:spChg>
        <pc:spChg chg="add del mod">
          <ac:chgData name="Jeroen Rodenburg" userId="36afe4a3-a6a4-4251-8e46-e83f049ed970" providerId="ADAL" clId="{59D8A4AE-E2CD-46DC-97AF-88865AD35CBE}" dt="2025-07-07T15:23:11.709" v="2874" actId="478"/>
          <ac:spMkLst>
            <pc:docMk/>
            <pc:sldMk cId="728556551" sldId="331"/>
            <ac:spMk id="14" creationId="{9FED5F9C-0D1B-611D-9D67-3EA35651F0A2}"/>
          </ac:spMkLst>
        </pc:spChg>
        <pc:spChg chg="add mod">
          <ac:chgData name="Jeroen Rodenburg" userId="36afe4a3-a6a4-4251-8e46-e83f049ed970" providerId="ADAL" clId="{59D8A4AE-E2CD-46DC-97AF-88865AD35CBE}" dt="2025-07-07T15:24:20.572" v="2923" actId="1076"/>
          <ac:spMkLst>
            <pc:docMk/>
            <pc:sldMk cId="728556551" sldId="331"/>
            <ac:spMk id="15" creationId="{71269A56-0F85-D55E-E3CC-C56DAF76E0C1}"/>
          </ac:spMkLst>
        </pc:spChg>
        <pc:spChg chg="add mod">
          <ac:chgData name="Jeroen Rodenburg" userId="36afe4a3-a6a4-4251-8e46-e83f049ed970" providerId="ADAL" clId="{59D8A4AE-E2CD-46DC-97AF-88865AD35CBE}" dt="2025-07-07T15:24:38.477" v="2929" actId="1076"/>
          <ac:spMkLst>
            <pc:docMk/>
            <pc:sldMk cId="728556551" sldId="331"/>
            <ac:spMk id="16" creationId="{A485ED1D-E708-C3FE-2B3C-4AECA966835C}"/>
          </ac:spMkLst>
        </pc:spChg>
        <pc:spChg chg="add mod">
          <ac:chgData name="Jeroen Rodenburg" userId="36afe4a3-a6a4-4251-8e46-e83f049ed970" providerId="ADAL" clId="{59D8A4AE-E2CD-46DC-97AF-88865AD35CBE}" dt="2025-07-07T15:26:22.407" v="2947" actId="403"/>
          <ac:spMkLst>
            <pc:docMk/>
            <pc:sldMk cId="728556551" sldId="331"/>
            <ac:spMk id="17" creationId="{3F32752C-2124-417A-2097-5ED858BCA747}"/>
          </ac:spMkLst>
        </pc:spChg>
      </pc:sldChg>
      <pc:sldChg chg="del">
        <pc:chgData name="Jeroen Rodenburg" userId="36afe4a3-a6a4-4251-8e46-e83f049ed970" providerId="ADAL" clId="{59D8A4AE-E2CD-46DC-97AF-88865AD35CBE}" dt="2025-07-07T16:30:01.056" v="3965" actId="47"/>
        <pc:sldMkLst>
          <pc:docMk/>
          <pc:sldMk cId="116943824" sldId="334"/>
        </pc:sldMkLst>
      </pc:sldChg>
      <pc:sldChg chg="addSp delSp modSp add mod">
        <pc:chgData name="Jeroen Rodenburg" userId="36afe4a3-a6a4-4251-8e46-e83f049ed970" providerId="ADAL" clId="{59D8A4AE-E2CD-46DC-97AF-88865AD35CBE}" dt="2025-07-07T16:27:24.680" v="3902" actId="20577"/>
        <pc:sldMkLst>
          <pc:docMk/>
          <pc:sldMk cId="2240092704" sldId="373"/>
        </pc:sldMkLst>
        <pc:spChg chg="del">
          <ac:chgData name="Jeroen Rodenburg" userId="36afe4a3-a6a4-4251-8e46-e83f049ed970" providerId="ADAL" clId="{59D8A4AE-E2CD-46DC-97AF-88865AD35CBE}" dt="2025-07-07T16:26:40.972" v="3885" actId="478"/>
          <ac:spMkLst>
            <pc:docMk/>
            <pc:sldMk cId="2240092704" sldId="373"/>
            <ac:spMk id="3" creationId="{29C1A5EC-F1B4-48CE-B3DB-05842BC403B6}"/>
          </ac:spMkLst>
        </pc:spChg>
        <pc:spChg chg="mod">
          <ac:chgData name="Jeroen Rodenburg" userId="36afe4a3-a6a4-4251-8e46-e83f049ed970" providerId="ADAL" clId="{59D8A4AE-E2CD-46DC-97AF-88865AD35CBE}" dt="2025-07-07T16:27:24.680" v="3902" actId="20577"/>
          <ac:spMkLst>
            <pc:docMk/>
            <pc:sldMk cId="2240092704" sldId="373"/>
            <ac:spMk id="8" creationId="{71EFA9BF-049C-30F8-23E9-6F59EE9A19FD}"/>
          </ac:spMkLst>
        </pc:spChg>
        <pc:spChg chg="add del mod">
          <ac:chgData name="Jeroen Rodenburg" userId="36afe4a3-a6a4-4251-8e46-e83f049ed970" providerId="ADAL" clId="{59D8A4AE-E2CD-46DC-97AF-88865AD35CBE}" dt="2025-07-07T16:26:43.667" v="3887" actId="478"/>
          <ac:spMkLst>
            <pc:docMk/>
            <pc:sldMk cId="2240092704" sldId="373"/>
            <ac:spMk id="10" creationId="{A47769FE-0F0F-EDA6-0B5D-86BF1726E0D0}"/>
          </ac:spMkLst>
        </pc:spChg>
        <pc:spChg chg="add mod">
          <ac:chgData name="Jeroen Rodenburg" userId="36afe4a3-a6a4-4251-8e46-e83f049ed970" providerId="ADAL" clId="{59D8A4AE-E2CD-46DC-97AF-88865AD35CBE}" dt="2025-07-07T16:26:41.250" v="3886"/>
          <ac:spMkLst>
            <pc:docMk/>
            <pc:sldMk cId="2240092704" sldId="373"/>
            <ac:spMk id="11" creationId="{5B4BD6D1-FB43-533B-51E7-62A200BADEAC}"/>
          </ac:spMkLst>
        </pc:spChg>
      </pc:sldChg>
      <pc:sldChg chg="del">
        <pc:chgData name="Jeroen Rodenburg" userId="36afe4a3-a6a4-4251-8e46-e83f049ed970" providerId="ADAL" clId="{59D8A4AE-E2CD-46DC-97AF-88865AD35CBE}" dt="2025-07-07T15:26:31.340" v="2948" actId="47"/>
        <pc:sldMkLst>
          <pc:docMk/>
          <pc:sldMk cId="2400850887" sldId="387"/>
        </pc:sldMkLst>
      </pc:sldChg>
      <pc:sldChg chg="del">
        <pc:chgData name="Jeroen Rodenburg" userId="36afe4a3-a6a4-4251-8e46-e83f049ed970" providerId="ADAL" clId="{59D8A4AE-E2CD-46DC-97AF-88865AD35CBE}" dt="2025-07-07T15:18:52.914" v="2597" actId="47"/>
        <pc:sldMkLst>
          <pc:docMk/>
          <pc:sldMk cId="403666480" sldId="388"/>
        </pc:sldMkLst>
      </pc:sldChg>
      <pc:sldChg chg="modSp mod">
        <pc:chgData name="Jeroen Rodenburg" userId="36afe4a3-a6a4-4251-8e46-e83f049ed970" providerId="ADAL" clId="{59D8A4AE-E2CD-46DC-97AF-88865AD35CBE}" dt="2025-07-07T15:28:45.419" v="3017" actId="20577"/>
        <pc:sldMkLst>
          <pc:docMk/>
          <pc:sldMk cId="1400965795" sldId="389"/>
        </pc:sldMkLst>
        <pc:spChg chg="mod">
          <ac:chgData name="Jeroen Rodenburg" userId="36afe4a3-a6a4-4251-8e46-e83f049ed970" providerId="ADAL" clId="{59D8A4AE-E2CD-46DC-97AF-88865AD35CBE}" dt="2025-07-07T15:28:45.419" v="3017" actId="20577"/>
          <ac:spMkLst>
            <pc:docMk/>
            <pc:sldMk cId="1400965795" sldId="389"/>
            <ac:spMk id="3" creationId="{0407E4AE-A730-488D-9680-911AB0EDBF1D}"/>
          </ac:spMkLst>
        </pc:spChg>
      </pc:sldChg>
      <pc:sldChg chg="del">
        <pc:chgData name="Jeroen Rodenburg" userId="36afe4a3-a6a4-4251-8e46-e83f049ed970" providerId="ADAL" clId="{59D8A4AE-E2CD-46DC-97AF-88865AD35CBE}" dt="2025-07-07T16:41:27.099" v="3966" actId="47"/>
        <pc:sldMkLst>
          <pc:docMk/>
          <pc:sldMk cId="983679894" sldId="390"/>
        </pc:sldMkLst>
      </pc:sldChg>
      <pc:sldChg chg="addSp modSp mod">
        <pc:chgData name="Jeroen Rodenburg" userId="36afe4a3-a6a4-4251-8e46-e83f049ed970" providerId="ADAL" clId="{59D8A4AE-E2CD-46DC-97AF-88865AD35CBE}" dt="2025-07-07T15:30:35.427" v="3024" actId="1076"/>
        <pc:sldMkLst>
          <pc:docMk/>
          <pc:sldMk cId="3152169206" sldId="391"/>
        </pc:sldMkLst>
        <pc:spChg chg="mod">
          <ac:chgData name="Jeroen Rodenburg" userId="36afe4a3-a6a4-4251-8e46-e83f049ed970" providerId="ADAL" clId="{59D8A4AE-E2CD-46DC-97AF-88865AD35CBE}" dt="2025-07-07T15:30:15.579" v="3020" actId="14100"/>
          <ac:spMkLst>
            <pc:docMk/>
            <pc:sldMk cId="3152169206" sldId="391"/>
            <ac:spMk id="3" creationId="{A82ACFDA-8514-4270-982D-A288701CF59E}"/>
          </ac:spMkLst>
        </pc:spChg>
        <pc:picChg chg="add mod">
          <ac:chgData name="Jeroen Rodenburg" userId="36afe4a3-a6a4-4251-8e46-e83f049ed970" providerId="ADAL" clId="{59D8A4AE-E2CD-46DC-97AF-88865AD35CBE}" dt="2025-07-07T15:30:19.524" v="3022" actId="1076"/>
          <ac:picMkLst>
            <pc:docMk/>
            <pc:sldMk cId="3152169206" sldId="391"/>
            <ac:picMk id="8" creationId="{FBF6B082-8922-3CE3-FEB5-F68651E20668}"/>
          </ac:picMkLst>
        </pc:picChg>
        <pc:picChg chg="add mod">
          <ac:chgData name="Jeroen Rodenburg" userId="36afe4a3-a6a4-4251-8e46-e83f049ed970" providerId="ADAL" clId="{59D8A4AE-E2CD-46DC-97AF-88865AD35CBE}" dt="2025-07-07T15:30:35.427" v="3024" actId="1076"/>
          <ac:picMkLst>
            <pc:docMk/>
            <pc:sldMk cId="3152169206" sldId="391"/>
            <ac:picMk id="10" creationId="{DA111DD0-F830-C398-93EA-90C8C7470B94}"/>
          </ac:picMkLst>
        </pc:picChg>
      </pc:sldChg>
      <pc:sldChg chg="modSp mod">
        <pc:chgData name="Jeroen Rodenburg" userId="36afe4a3-a6a4-4251-8e46-e83f049ed970" providerId="ADAL" clId="{59D8A4AE-E2CD-46DC-97AF-88865AD35CBE}" dt="2025-07-07T15:31:46.262" v="3027" actId="20577"/>
        <pc:sldMkLst>
          <pc:docMk/>
          <pc:sldMk cId="2509078276" sldId="392"/>
        </pc:sldMkLst>
        <pc:spChg chg="mod">
          <ac:chgData name="Jeroen Rodenburg" userId="36afe4a3-a6a4-4251-8e46-e83f049ed970" providerId="ADAL" clId="{59D8A4AE-E2CD-46DC-97AF-88865AD35CBE}" dt="2025-07-07T15:31:46.262" v="3027" actId="20577"/>
          <ac:spMkLst>
            <pc:docMk/>
            <pc:sldMk cId="2509078276" sldId="392"/>
            <ac:spMk id="3" creationId="{AEA45F42-D4BF-4368-A734-D3C1DAAAA7C4}"/>
          </ac:spMkLst>
        </pc:spChg>
      </pc:sldChg>
      <pc:sldChg chg="del">
        <pc:chgData name="Jeroen Rodenburg" userId="36afe4a3-a6a4-4251-8e46-e83f049ed970" providerId="ADAL" clId="{59D8A4AE-E2CD-46DC-97AF-88865AD35CBE}" dt="2025-07-07T16:41:29.682" v="3968" actId="47"/>
        <pc:sldMkLst>
          <pc:docMk/>
          <pc:sldMk cId="551661718" sldId="393"/>
        </pc:sldMkLst>
      </pc:sldChg>
      <pc:sldChg chg="del">
        <pc:chgData name="Jeroen Rodenburg" userId="36afe4a3-a6a4-4251-8e46-e83f049ed970" providerId="ADAL" clId="{59D8A4AE-E2CD-46DC-97AF-88865AD35CBE}" dt="2025-07-07T16:41:30.745" v="3969" actId="47"/>
        <pc:sldMkLst>
          <pc:docMk/>
          <pc:sldMk cId="1959327546" sldId="394"/>
        </pc:sldMkLst>
      </pc:sldChg>
      <pc:sldChg chg="del">
        <pc:chgData name="Jeroen Rodenburg" userId="36afe4a3-a6a4-4251-8e46-e83f049ed970" providerId="ADAL" clId="{59D8A4AE-E2CD-46DC-97AF-88865AD35CBE}" dt="2025-07-07T16:41:31.980" v="3970" actId="47"/>
        <pc:sldMkLst>
          <pc:docMk/>
          <pc:sldMk cId="2218031016" sldId="395"/>
        </pc:sldMkLst>
      </pc:sldChg>
      <pc:sldChg chg="del">
        <pc:chgData name="Jeroen Rodenburg" userId="36afe4a3-a6a4-4251-8e46-e83f049ed970" providerId="ADAL" clId="{59D8A4AE-E2CD-46DC-97AF-88865AD35CBE}" dt="2025-07-07T16:41:28.665" v="3967" actId="47"/>
        <pc:sldMkLst>
          <pc:docMk/>
          <pc:sldMk cId="3973402412" sldId="396"/>
        </pc:sldMkLst>
      </pc:sldChg>
      <pc:sldChg chg="modSp mod">
        <pc:chgData name="Jeroen Rodenburg" userId="36afe4a3-a6a4-4251-8e46-e83f049ed970" providerId="ADAL" clId="{59D8A4AE-E2CD-46DC-97AF-88865AD35CBE}" dt="2025-07-07T15:14:28.059" v="2503" actId="20577"/>
        <pc:sldMkLst>
          <pc:docMk/>
          <pc:sldMk cId="3149238233" sldId="397"/>
        </pc:sldMkLst>
        <pc:spChg chg="mod">
          <ac:chgData name="Jeroen Rodenburg" userId="36afe4a3-a6a4-4251-8e46-e83f049ed970" providerId="ADAL" clId="{59D8A4AE-E2CD-46DC-97AF-88865AD35CBE}" dt="2025-07-07T15:14:28.059" v="2503" actId="20577"/>
          <ac:spMkLst>
            <pc:docMk/>
            <pc:sldMk cId="3149238233" sldId="397"/>
            <ac:spMk id="2" creationId="{F77277C5-7C3C-5F47-F75F-ABA8946D73E1}"/>
          </ac:spMkLst>
        </pc:spChg>
      </pc:sldChg>
      <pc:sldChg chg="addSp delSp modSp add mod delAnim modAnim">
        <pc:chgData name="Jeroen Rodenburg" userId="36afe4a3-a6a4-4251-8e46-e83f049ed970" providerId="ADAL" clId="{59D8A4AE-E2CD-46DC-97AF-88865AD35CBE}" dt="2025-07-07T13:48:25.597" v="940"/>
        <pc:sldMkLst>
          <pc:docMk/>
          <pc:sldMk cId="2520490621" sldId="398"/>
        </pc:sldMkLst>
        <pc:spChg chg="del">
          <ac:chgData name="Jeroen Rodenburg" userId="36afe4a3-a6a4-4251-8e46-e83f049ed970" providerId="ADAL" clId="{59D8A4AE-E2CD-46DC-97AF-88865AD35CBE}" dt="2025-07-07T13:30:59.784" v="162" actId="478"/>
          <ac:spMkLst>
            <pc:docMk/>
            <pc:sldMk cId="2520490621" sldId="398"/>
            <ac:spMk id="5" creationId="{00000000-0000-0000-0000-000000000000}"/>
          </ac:spMkLst>
        </pc:spChg>
        <pc:spChg chg="mod ord">
          <ac:chgData name="Jeroen Rodenburg" userId="36afe4a3-a6a4-4251-8e46-e83f049ed970" providerId="ADAL" clId="{59D8A4AE-E2CD-46DC-97AF-88865AD35CBE}" dt="2025-07-07T13:35:03.215" v="362" actId="1076"/>
          <ac:spMkLst>
            <pc:docMk/>
            <pc:sldMk cId="2520490621" sldId="398"/>
            <ac:spMk id="6" creationId="{00000000-0000-0000-0000-000000000000}"/>
          </ac:spMkLst>
        </pc:spChg>
        <pc:spChg chg="del">
          <ac:chgData name="Jeroen Rodenburg" userId="36afe4a3-a6a4-4251-8e46-e83f049ed970" providerId="ADAL" clId="{59D8A4AE-E2CD-46DC-97AF-88865AD35CBE}" dt="2025-07-07T13:30:56.868" v="160" actId="478"/>
          <ac:spMkLst>
            <pc:docMk/>
            <pc:sldMk cId="2520490621" sldId="398"/>
            <ac:spMk id="7" creationId="{00000000-0000-0000-0000-000000000000}"/>
          </ac:spMkLst>
        </pc:spChg>
        <pc:spChg chg="del">
          <ac:chgData name="Jeroen Rodenburg" userId="36afe4a3-a6a4-4251-8e46-e83f049ed970" providerId="ADAL" clId="{59D8A4AE-E2CD-46DC-97AF-88865AD35CBE}" dt="2025-07-07T13:30:57.988" v="161" actId="478"/>
          <ac:spMkLst>
            <pc:docMk/>
            <pc:sldMk cId="2520490621" sldId="398"/>
            <ac:spMk id="8" creationId="{00000000-0000-0000-0000-000000000000}"/>
          </ac:spMkLst>
        </pc:spChg>
        <pc:spChg chg="add del mod">
          <ac:chgData name="Jeroen Rodenburg" userId="36afe4a3-a6a4-4251-8e46-e83f049ed970" providerId="ADAL" clId="{59D8A4AE-E2CD-46DC-97AF-88865AD35CBE}" dt="2025-07-07T13:34:25.329" v="352" actId="478"/>
          <ac:spMkLst>
            <pc:docMk/>
            <pc:sldMk cId="2520490621" sldId="398"/>
            <ac:spMk id="11" creationId="{D793E2E6-245C-A21C-0F47-A529922B9F7F}"/>
          </ac:spMkLst>
        </pc:spChg>
        <pc:spChg chg="del mod">
          <ac:chgData name="Jeroen Rodenburg" userId="36afe4a3-a6a4-4251-8e46-e83f049ed970" providerId="ADAL" clId="{59D8A4AE-E2CD-46DC-97AF-88865AD35CBE}" dt="2025-07-07T13:34:20.823" v="351" actId="478"/>
          <ac:spMkLst>
            <pc:docMk/>
            <pc:sldMk cId="2520490621" sldId="398"/>
            <ac:spMk id="12" creationId="{9C839F44-EBF9-455D-8996-5CD752F2E6B6}"/>
          </ac:spMkLst>
        </pc:spChg>
        <pc:spChg chg="add del mod">
          <ac:chgData name="Jeroen Rodenburg" userId="36afe4a3-a6a4-4251-8e46-e83f049ed970" providerId="ADAL" clId="{59D8A4AE-E2CD-46DC-97AF-88865AD35CBE}" dt="2025-07-07T13:34:19.056" v="350" actId="478"/>
          <ac:spMkLst>
            <pc:docMk/>
            <pc:sldMk cId="2520490621" sldId="398"/>
            <ac:spMk id="13" creationId="{620CE343-17CD-A65C-99E9-8FA380513E4D}"/>
          </ac:spMkLst>
        </pc:spChg>
        <pc:spChg chg="add del mod">
          <ac:chgData name="Jeroen Rodenburg" userId="36afe4a3-a6a4-4251-8e46-e83f049ed970" providerId="ADAL" clId="{59D8A4AE-E2CD-46DC-97AF-88865AD35CBE}" dt="2025-07-07T13:46:19.481" v="570"/>
          <ac:spMkLst>
            <pc:docMk/>
            <pc:sldMk cId="2520490621" sldId="398"/>
            <ac:spMk id="15" creationId="{7E3755E0-9046-96F9-872F-6980A0473EBB}"/>
          </ac:spMkLst>
        </pc:spChg>
        <pc:spChg chg="add mod">
          <ac:chgData name="Jeroen Rodenburg" userId="36afe4a3-a6a4-4251-8e46-e83f049ed970" providerId="ADAL" clId="{59D8A4AE-E2CD-46DC-97AF-88865AD35CBE}" dt="2025-07-07T13:48:14.022" v="939" actId="403"/>
          <ac:spMkLst>
            <pc:docMk/>
            <pc:sldMk cId="2520490621" sldId="398"/>
            <ac:spMk id="16" creationId="{4C4DAA5D-4DF6-77A7-8DDB-A54F7FC8C65D}"/>
          </ac:spMkLst>
        </pc:spChg>
        <pc:picChg chg="add mod">
          <ac:chgData name="Jeroen Rodenburg" userId="36afe4a3-a6a4-4251-8e46-e83f049ed970" providerId="ADAL" clId="{59D8A4AE-E2CD-46DC-97AF-88865AD35CBE}" dt="2025-07-07T13:34:57.018" v="361" actId="1076"/>
          <ac:picMkLst>
            <pc:docMk/>
            <pc:sldMk cId="2520490621" sldId="398"/>
            <ac:picMk id="14" creationId="{F140D599-AEDA-C65C-714A-136E8229C84F}"/>
          </ac:picMkLst>
        </pc:picChg>
      </pc:sldChg>
      <pc:sldChg chg="addSp delSp modSp add del mod">
        <pc:chgData name="Jeroen Rodenburg" userId="36afe4a3-a6a4-4251-8e46-e83f049ed970" providerId="ADAL" clId="{59D8A4AE-E2CD-46DC-97AF-88865AD35CBE}" dt="2025-07-07T13:48:37.907" v="942" actId="47"/>
        <pc:sldMkLst>
          <pc:docMk/>
          <pc:sldMk cId="2128947272" sldId="399"/>
        </pc:sldMkLst>
        <pc:spChg chg="mod">
          <ac:chgData name="Jeroen Rodenburg" userId="36afe4a3-a6a4-4251-8e46-e83f049ed970" providerId="ADAL" clId="{59D8A4AE-E2CD-46DC-97AF-88865AD35CBE}" dt="2025-07-07T13:33:57.868" v="344" actId="403"/>
          <ac:spMkLst>
            <pc:docMk/>
            <pc:sldMk cId="2128947272" sldId="399"/>
            <ac:spMk id="2" creationId="{00000000-0000-0000-0000-000000000000}"/>
          </ac:spMkLst>
        </pc:spChg>
        <pc:spChg chg="add mod">
          <ac:chgData name="Jeroen Rodenburg" userId="36afe4a3-a6a4-4251-8e46-e83f049ed970" providerId="ADAL" clId="{59D8A4AE-E2CD-46DC-97AF-88865AD35CBE}" dt="2025-07-07T13:36:30.910" v="488" actId="207"/>
          <ac:spMkLst>
            <pc:docMk/>
            <pc:sldMk cId="2128947272" sldId="399"/>
            <ac:spMk id="5" creationId="{D1EB8515-6FE0-8397-A737-EEF216729495}"/>
          </ac:spMkLst>
        </pc:spChg>
        <pc:spChg chg="del">
          <ac:chgData name="Jeroen Rodenburg" userId="36afe4a3-a6a4-4251-8e46-e83f049ed970" providerId="ADAL" clId="{59D8A4AE-E2CD-46DC-97AF-88865AD35CBE}" dt="2025-07-07T13:33:49.146" v="340" actId="478"/>
          <ac:spMkLst>
            <pc:docMk/>
            <pc:sldMk cId="2128947272" sldId="399"/>
            <ac:spMk id="6" creationId="{00000000-0000-0000-0000-000000000000}"/>
          </ac:spMkLst>
        </pc:spChg>
        <pc:spChg chg="del mod">
          <ac:chgData name="Jeroen Rodenburg" userId="36afe4a3-a6a4-4251-8e46-e83f049ed970" providerId="ADAL" clId="{59D8A4AE-E2CD-46DC-97AF-88865AD35CBE}" dt="2025-07-07T13:34:03.656" v="347"/>
          <ac:spMkLst>
            <pc:docMk/>
            <pc:sldMk cId="2128947272" sldId="399"/>
            <ac:spMk id="11" creationId="{D793E2E6-245C-A21C-0F47-A529922B9F7F}"/>
          </ac:spMkLst>
        </pc:spChg>
        <pc:spChg chg="mod">
          <ac:chgData name="Jeroen Rodenburg" userId="36afe4a3-a6a4-4251-8e46-e83f049ed970" providerId="ADAL" clId="{59D8A4AE-E2CD-46DC-97AF-88865AD35CBE}" dt="2025-07-07T13:34:13.860" v="349" actId="1076"/>
          <ac:spMkLst>
            <pc:docMk/>
            <pc:sldMk cId="2128947272" sldId="399"/>
            <ac:spMk id="12" creationId="{9C839F44-EBF9-455D-8996-5CD752F2E6B6}"/>
          </ac:spMkLst>
        </pc:spChg>
        <pc:spChg chg="mod">
          <ac:chgData name="Jeroen Rodenburg" userId="36afe4a3-a6a4-4251-8e46-e83f049ed970" providerId="ADAL" clId="{59D8A4AE-E2CD-46DC-97AF-88865AD35CBE}" dt="2025-07-07T13:34:09.198" v="348" actId="1076"/>
          <ac:spMkLst>
            <pc:docMk/>
            <pc:sldMk cId="2128947272" sldId="399"/>
            <ac:spMk id="13" creationId="{620CE343-17CD-A65C-99E9-8FA380513E4D}"/>
          </ac:spMkLst>
        </pc:spChg>
        <pc:picChg chg="del">
          <ac:chgData name="Jeroen Rodenburg" userId="36afe4a3-a6a4-4251-8e46-e83f049ed970" providerId="ADAL" clId="{59D8A4AE-E2CD-46DC-97AF-88865AD35CBE}" dt="2025-07-07T13:34:03.654" v="345" actId="478"/>
          <ac:picMkLst>
            <pc:docMk/>
            <pc:sldMk cId="2128947272" sldId="399"/>
            <ac:picMk id="14" creationId="{F140D599-AEDA-C65C-714A-136E8229C84F}"/>
          </ac:picMkLst>
        </pc:picChg>
      </pc:sldChg>
      <pc:sldChg chg="addSp delSp modSp new mod">
        <pc:chgData name="Jeroen Rodenburg" userId="36afe4a3-a6a4-4251-8e46-e83f049ed970" providerId="ADAL" clId="{59D8A4AE-E2CD-46DC-97AF-88865AD35CBE}" dt="2025-07-07T13:52:00.869" v="961" actId="1076"/>
        <pc:sldMkLst>
          <pc:docMk/>
          <pc:sldMk cId="3208951507" sldId="399"/>
        </pc:sldMkLst>
        <pc:spChg chg="del">
          <ac:chgData name="Jeroen Rodenburg" userId="36afe4a3-a6a4-4251-8e46-e83f049ed970" providerId="ADAL" clId="{59D8A4AE-E2CD-46DC-97AF-88865AD35CBE}" dt="2025-07-07T13:51:13.082" v="951" actId="478"/>
          <ac:spMkLst>
            <pc:docMk/>
            <pc:sldMk cId="3208951507" sldId="399"/>
            <ac:spMk id="2" creationId="{E9FA1AA6-E987-66C1-988D-3933179A94EB}"/>
          </ac:spMkLst>
        </pc:spChg>
        <pc:spChg chg="del">
          <ac:chgData name="Jeroen Rodenburg" userId="36afe4a3-a6a4-4251-8e46-e83f049ed970" providerId="ADAL" clId="{59D8A4AE-E2CD-46DC-97AF-88865AD35CBE}" dt="2025-07-07T13:51:15.814" v="952" actId="478"/>
          <ac:spMkLst>
            <pc:docMk/>
            <pc:sldMk cId="3208951507" sldId="399"/>
            <ac:spMk id="3" creationId="{ADD18C21-5BC8-C5C3-E8AE-E72EC9539539}"/>
          </ac:spMkLst>
        </pc:spChg>
        <pc:picChg chg="add mod modCrop">
          <ac:chgData name="Jeroen Rodenburg" userId="36afe4a3-a6a4-4251-8e46-e83f049ed970" providerId="ADAL" clId="{59D8A4AE-E2CD-46DC-97AF-88865AD35CBE}" dt="2025-07-07T13:52:00.869" v="961" actId="1076"/>
          <ac:picMkLst>
            <pc:docMk/>
            <pc:sldMk cId="3208951507" sldId="399"/>
            <ac:picMk id="7" creationId="{3E403CCA-7471-3F97-A991-5E79E00D9F05}"/>
          </ac:picMkLst>
        </pc:picChg>
      </pc:sldChg>
      <pc:sldChg chg="addSp modSp add mod modTransition modAnim">
        <pc:chgData name="Jeroen Rodenburg" userId="36afe4a3-a6a4-4251-8e46-e83f049ed970" providerId="ADAL" clId="{59D8A4AE-E2CD-46DC-97AF-88865AD35CBE}" dt="2025-07-07T13:52:38.627" v="971"/>
        <pc:sldMkLst>
          <pc:docMk/>
          <pc:sldMk cId="1854386537" sldId="400"/>
        </pc:sldMkLst>
        <pc:spChg chg="add mod">
          <ac:chgData name="Jeroen Rodenburg" userId="36afe4a3-a6a4-4251-8e46-e83f049ed970" providerId="ADAL" clId="{59D8A4AE-E2CD-46DC-97AF-88865AD35CBE}" dt="2025-07-07T13:52:34.454" v="969" actId="1076"/>
          <ac:spMkLst>
            <pc:docMk/>
            <pc:sldMk cId="1854386537" sldId="400"/>
            <ac:spMk id="2" creationId="{B1BF55CA-FE38-BEDE-A517-D09F06653936}"/>
          </ac:spMkLst>
        </pc:spChg>
        <pc:picChg chg="mod">
          <ac:chgData name="Jeroen Rodenburg" userId="36afe4a3-a6a4-4251-8e46-e83f049ed970" providerId="ADAL" clId="{59D8A4AE-E2CD-46DC-97AF-88865AD35CBE}" dt="2025-07-07T13:52:14.427" v="967" actId="1076"/>
          <ac:picMkLst>
            <pc:docMk/>
            <pc:sldMk cId="1854386537" sldId="400"/>
            <ac:picMk id="7" creationId="{3E403CCA-7471-3F97-A991-5E79E00D9F05}"/>
          </ac:picMkLst>
        </pc:picChg>
      </pc:sldChg>
      <pc:sldChg chg="addSp modSp new mod">
        <pc:chgData name="Jeroen Rodenburg" userId="36afe4a3-a6a4-4251-8e46-e83f049ed970" providerId="ADAL" clId="{59D8A4AE-E2CD-46DC-97AF-88865AD35CBE}" dt="2025-07-07T13:54:01.582" v="1009" actId="20577"/>
        <pc:sldMkLst>
          <pc:docMk/>
          <pc:sldMk cId="2452274916" sldId="401"/>
        </pc:sldMkLst>
        <pc:spChg chg="add mod">
          <ac:chgData name="Jeroen Rodenburg" userId="36afe4a3-a6a4-4251-8e46-e83f049ed970" providerId="ADAL" clId="{59D8A4AE-E2CD-46DC-97AF-88865AD35CBE}" dt="2025-07-07T13:54:01.582" v="1009" actId="20577"/>
          <ac:spMkLst>
            <pc:docMk/>
            <pc:sldMk cId="2452274916" sldId="401"/>
            <ac:spMk id="5" creationId="{C3BF4F87-3CA9-4C4B-B828-690B40D1B9B5}"/>
          </ac:spMkLst>
        </pc:spChg>
      </pc:sldChg>
      <pc:sldChg chg="addSp modSp new mod">
        <pc:chgData name="Jeroen Rodenburg" userId="36afe4a3-a6a4-4251-8e46-e83f049ed970" providerId="ADAL" clId="{59D8A4AE-E2CD-46DC-97AF-88865AD35CBE}" dt="2025-07-07T14:16:43.857" v="2150" actId="115"/>
        <pc:sldMkLst>
          <pc:docMk/>
          <pc:sldMk cId="1940678000" sldId="402"/>
        </pc:sldMkLst>
        <pc:spChg chg="mod">
          <ac:chgData name="Jeroen Rodenburg" userId="36afe4a3-a6a4-4251-8e46-e83f049ed970" providerId="ADAL" clId="{59D8A4AE-E2CD-46DC-97AF-88865AD35CBE}" dt="2025-07-07T14:16:43.857" v="2150" actId="115"/>
          <ac:spMkLst>
            <pc:docMk/>
            <pc:sldMk cId="1940678000" sldId="402"/>
            <ac:spMk id="2" creationId="{2F19C41A-872C-197F-1CED-3CDE49A752D1}"/>
          </ac:spMkLst>
        </pc:spChg>
        <pc:spChg chg="mod">
          <ac:chgData name="Jeroen Rodenburg" userId="36afe4a3-a6a4-4251-8e46-e83f049ed970" providerId="ADAL" clId="{59D8A4AE-E2CD-46DC-97AF-88865AD35CBE}" dt="2025-07-07T14:12:27.904" v="1732" actId="1076"/>
          <ac:spMkLst>
            <pc:docMk/>
            <pc:sldMk cId="1940678000" sldId="402"/>
            <ac:spMk id="3" creationId="{88911BB4-317F-B799-F2B7-999757A8649D}"/>
          </ac:spMkLst>
        </pc:spChg>
        <pc:picChg chg="add mod">
          <ac:chgData name="Jeroen Rodenburg" userId="36afe4a3-a6a4-4251-8e46-e83f049ed970" providerId="ADAL" clId="{59D8A4AE-E2CD-46DC-97AF-88865AD35CBE}" dt="2025-07-07T14:16:33.041" v="2148" actId="1076"/>
          <ac:picMkLst>
            <pc:docMk/>
            <pc:sldMk cId="1940678000" sldId="402"/>
            <ac:picMk id="1026" creationId="{0DE7177D-23BB-DDC9-6BE3-B6CDBFDB6EFC}"/>
          </ac:picMkLst>
        </pc:picChg>
      </pc:sldChg>
      <pc:sldChg chg="modSp add mod">
        <pc:chgData name="Jeroen Rodenburg" userId="36afe4a3-a6a4-4251-8e46-e83f049ed970" providerId="ADAL" clId="{59D8A4AE-E2CD-46DC-97AF-88865AD35CBE}" dt="2025-07-07T15:16:21.501" v="2589" actId="20577"/>
        <pc:sldMkLst>
          <pc:docMk/>
          <pc:sldMk cId="1003738263" sldId="403"/>
        </pc:sldMkLst>
        <pc:spChg chg="mod">
          <ac:chgData name="Jeroen Rodenburg" userId="36afe4a3-a6a4-4251-8e46-e83f049ed970" providerId="ADAL" clId="{59D8A4AE-E2CD-46DC-97AF-88865AD35CBE}" dt="2025-07-07T15:16:21.501" v="2589" actId="20577"/>
          <ac:spMkLst>
            <pc:docMk/>
            <pc:sldMk cId="1003738263" sldId="403"/>
            <ac:spMk id="2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5:16:04.707" v="2525" actId="1076"/>
          <ac:spMkLst>
            <pc:docMk/>
            <pc:sldMk cId="1003738263" sldId="403"/>
            <ac:spMk id="8" creationId="{00000000-0000-0000-0000-000000000000}"/>
          </ac:spMkLst>
        </pc:spChg>
        <pc:picChg chg="mod">
          <ac:chgData name="Jeroen Rodenburg" userId="36afe4a3-a6a4-4251-8e46-e83f049ed970" providerId="ADAL" clId="{59D8A4AE-E2CD-46DC-97AF-88865AD35CBE}" dt="2025-07-07T15:15:50.066" v="2510" actId="1076"/>
          <ac:picMkLst>
            <pc:docMk/>
            <pc:sldMk cId="1003738263" sldId="403"/>
            <ac:picMk id="7" creationId="{00000000-0000-0000-0000-000000000000}"/>
          </ac:picMkLst>
        </pc:picChg>
      </pc:sldChg>
      <pc:sldChg chg="delSp add del mod">
        <pc:chgData name="Jeroen Rodenburg" userId="36afe4a3-a6a4-4251-8e46-e83f049ed970" providerId="ADAL" clId="{59D8A4AE-E2CD-46DC-97AF-88865AD35CBE}" dt="2025-07-07T15:15:41.466" v="2508" actId="2696"/>
        <pc:sldMkLst>
          <pc:docMk/>
          <pc:sldMk cId="3801608837" sldId="403"/>
        </pc:sldMkLst>
        <pc:spChg chg="del">
          <ac:chgData name="Jeroen Rodenburg" userId="36afe4a3-a6a4-4251-8e46-e83f049ed970" providerId="ADAL" clId="{59D8A4AE-E2CD-46DC-97AF-88865AD35CBE}" dt="2025-07-07T15:15:28.019" v="2507" actId="478"/>
          <ac:spMkLst>
            <pc:docMk/>
            <pc:sldMk cId="3801608837" sldId="403"/>
            <ac:spMk id="4" creationId="{14D78871-2B5F-FABB-3CB4-D2307EF784A8}"/>
          </ac:spMkLst>
        </pc:spChg>
        <pc:spChg chg="del">
          <ac:chgData name="Jeroen Rodenburg" userId="36afe4a3-a6a4-4251-8e46-e83f049ed970" providerId="ADAL" clId="{59D8A4AE-E2CD-46DC-97AF-88865AD35CBE}" dt="2025-07-07T15:15:26.891" v="2506" actId="478"/>
          <ac:spMkLst>
            <pc:docMk/>
            <pc:sldMk cId="3801608837" sldId="403"/>
            <ac:spMk id="6" creationId="{00000000-0000-0000-0000-000000000000}"/>
          </ac:spMkLst>
        </pc:spChg>
        <pc:picChg chg="del">
          <ac:chgData name="Jeroen Rodenburg" userId="36afe4a3-a6a4-4251-8e46-e83f049ed970" providerId="ADAL" clId="{59D8A4AE-E2CD-46DC-97AF-88865AD35CBE}" dt="2025-07-07T15:15:24.850" v="2505" actId="478"/>
          <ac:picMkLst>
            <pc:docMk/>
            <pc:sldMk cId="3801608837" sldId="403"/>
            <ac:picMk id="13314" creationId="{00000000-0000-0000-0000-000000000000}"/>
          </ac:picMkLst>
        </pc:picChg>
      </pc:sldChg>
      <pc:sldChg chg="add del">
        <pc:chgData name="Jeroen Rodenburg" userId="36afe4a3-a6a4-4251-8e46-e83f049ed970" providerId="ADAL" clId="{59D8A4AE-E2CD-46DC-97AF-88865AD35CBE}" dt="2025-07-07T15:15:41.466" v="2508" actId="2696"/>
        <pc:sldMkLst>
          <pc:docMk/>
          <pc:sldMk cId="821022064" sldId="404"/>
        </pc:sldMkLst>
      </pc:sldChg>
      <pc:sldChg chg="modSp add mod">
        <pc:chgData name="Jeroen Rodenburg" userId="36afe4a3-a6a4-4251-8e46-e83f049ed970" providerId="ADAL" clId="{59D8A4AE-E2CD-46DC-97AF-88865AD35CBE}" dt="2025-07-07T15:16:28.738" v="2590"/>
        <pc:sldMkLst>
          <pc:docMk/>
          <pc:sldMk cId="881644298" sldId="404"/>
        </pc:sldMkLst>
        <pc:spChg chg="mod">
          <ac:chgData name="Jeroen Rodenburg" userId="36afe4a3-a6a4-4251-8e46-e83f049ed970" providerId="ADAL" clId="{59D8A4AE-E2CD-46DC-97AF-88865AD35CBE}" dt="2025-07-07T15:16:28.738" v="2590"/>
          <ac:spMkLst>
            <pc:docMk/>
            <pc:sldMk cId="881644298" sldId="404"/>
            <ac:spMk id="2" creationId="{00000000-0000-0000-0000-000000000000}"/>
          </ac:spMkLst>
        </pc:spChg>
      </pc:sldChg>
      <pc:sldChg chg="modSp new mod">
        <pc:chgData name="Jeroen Rodenburg" userId="36afe4a3-a6a4-4251-8e46-e83f049ed970" providerId="ADAL" clId="{59D8A4AE-E2CD-46DC-97AF-88865AD35CBE}" dt="2025-07-07T15:44:35.148" v="3820" actId="1076"/>
        <pc:sldMkLst>
          <pc:docMk/>
          <pc:sldMk cId="4225704648" sldId="405"/>
        </pc:sldMkLst>
        <pc:spChg chg="mod">
          <ac:chgData name="Jeroen Rodenburg" userId="36afe4a3-a6a4-4251-8e46-e83f049ed970" providerId="ADAL" clId="{59D8A4AE-E2CD-46DC-97AF-88865AD35CBE}" dt="2025-07-07T15:44:35.148" v="3820" actId="1076"/>
          <ac:spMkLst>
            <pc:docMk/>
            <pc:sldMk cId="4225704648" sldId="405"/>
            <ac:spMk id="2" creationId="{6198CDF5-F698-C6E2-7C8A-F621EE4B5C38}"/>
          </ac:spMkLst>
        </pc:spChg>
      </pc:sldChg>
      <pc:sldChg chg="addSp modSp new mod">
        <pc:chgData name="Jeroen Rodenburg" userId="36afe4a3-a6a4-4251-8e46-e83f049ed970" providerId="ADAL" clId="{59D8A4AE-E2CD-46DC-97AF-88865AD35CBE}" dt="2025-07-07T16:26:35.993" v="3884" actId="1076"/>
        <pc:sldMkLst>
          <pc:docMk/>
          <pc:sldMk cId="2141129503" sldId="406"/>
        </pc:sldMkLst>
        <pc:spChg chg="mod">
          <ac:chgData name="Jeroen Rodenburg" userId="36afe4a3-a6a4-4251-8e46-e83f049ed970" providerId="ADAL" clId="{59D8A4AE-E2CD-46DC-97AF-88865AD35CBE}" dt="2025-07-07T16:26:35.993" v="3884" actId="1076"/>
          <ac:spMkLst>
            <pc:docMk/>
            <pc:sldMk cId="2141129503" sldId="406"/>
            <ac:spMk id="2" creationId="{CA0AC1FF-92EF-3B4D-4B88-47816D534838}"/>
          </ac:spMkLst>
        </pc:spChg>
        <pc:picChg chg="add mod modCrop">
          <ac:chgData name="Jeroen Rodenburg" userId="36afe4a3-a6a4-4251-8e46-e83f049ed970" providerId="ADAL" clId="{59D8A4AE-E2CD-46DC-97AF-88865AD35CBE}" dt="2025-07-07T15:46:36.885" v="3881" actId="1076"/>
          <ac:picMkLst>
            <pc:docMk/>
            <pc:sldMk cId="2141129503" sldId="406"/>
            <ac:picMk id="6" creationId="{2F359380-F712-1E28-5CC9-0BF4DABF3F0B}"/>
          </ac:picMkLst>
        </pc:picChg>
      </pc:sldChg>
      <pc:sldChg chg="addSp delSp modSp add mod">
        <pc:chgData name="Jeroen Rodenburg" userId="36afe4a3-a6a4-4251-8e46-e83f049ed970" providerId="ADAL" clId="{59D8A4AE-E2CD-46DC-97AF-88865AD35CBE}" dt="2025-07-07T16:29:10.838" v="3964" actId="20577"/>
        <pc:sldMkLst>
          <pc:docMk/>
          <pc:sldMk cId="868179750" sldId="410"/>
        </pc:sldMkLst>
        <pc:spChg chg="del">
          <ac:chgData name="Jeroen Rodenburg" userId="36afe4a3-a6a4-4251-8e46-e83f049ed970" providerId="ADAL" clId="{59D8A4AE-E2CD-46DC-97AF-88865AD35CBE}" dt="2025-07-07T16:28:55.832" v="3953" actId="478"/>
          <ac:spMkLst>
            <pc:docMk/>
            <pc:sldMk cId="868179750" sldId="410"/>
            <ac:spMk id="3" creationId="{29C1A5EC-F1B4-48CE-B3DB-05842BC403B6}"/>
          </ac:spMkLst>
        </pc:spChg>
        <pc:spChg chg="mod">
          <ac:chgData name="Jeroen Rodenburg" userId="36afe4a3-a6a4-4251-8e46-e83f049ed970" providerId="ADAL" clId="{59D8A4AE-E2CD-46DC-97AF-88865AD35CBE}" dt="2025-07-07T16:28:07.453" v="3952" actId="20577"/>
          <ac:spMkLst>
            <pc:docMk/>
            <pc:sldMk cId="868179750" sldId="410"/>
            <ac:spMk id="8" creationId="{308C9900-2106-5517-437B-3112D063CB4F}"/>
          </ac:spMkLst>
        </pc:spChg>
        <pc:spChg chg="mod">
          <ac:chgData name="Jeroen Rodenburg" userId="36afe4a3-a6a4-4251-8e46-e83f049ed970" providerId="ADAL" clId="{59D8A4AE-E2CD-46DC-97AF-88865AD35CBE}" dt="2025-07-07T16:29:10.838" v="3964" actId="20577"/>
          <ac:spMkLst>
            <pc:docMk/>
            <pc:sldMk cId="868179750" sldId="410"/>
            <ac:spMk id="11" creationId="{FFF3CCF4-477E-BB40-C526-5FA3198EFB7F}"/>
          </ac:spMkLst>
        </pc:spChg>
        <pc:spChg chg="mod">
          <ac:chgData name="Jeroen Rodenburg" userId="36afe4a3-a6a4-4251-8e46-e83f049ed970" providerId="ADAL" clId="{59D8A4AE-E2CD-46DC-97AF-88865AD35CBE}" dt="2025-07-07T16:29:05.407" v="3957" actId="20577"/>
          <ac:spMkLst>
            <pc:docMk/>
            <pc:sldMk cId="868179750" sldId="410"/>
            <ac:spMk id="12" creationId="{6B41D2C1-DF13-029C-F99A-B905EA28274D}"/>
          </ac:spMkLst>
        </pc:spChg>
        <pc:spChg chg="add del mod">
          <ac:chgData name="Jeroen Rodenburg" userId="36afe4a3-a6a4-4251-8e46-e83f049ed970" providerId="ADAL" clId="{59D8A4AE-E2CD-46DC-97AF-88865AD35CBE}" dt="2025-07-07T16:28:59.423" v="3955" actId="478"/>
          <ac:spMkLst>
            <pc:docMk/>
            <pc:sldMk cId="868179750" sldId="410"/>
            <ac:spMk id="16" creationId="{E8C35F4C-7000-9D4F-F1A2-B30A5373A52C}"/>
          </ac:spMkLst>
        </pc:spChg>
        <pc:spChg chg="add mod">
          <ac:chgData name="Jeroen Rodenburg" userId="36afe4a3-a6a4-4251-8e46-e83f049ed970" providerId="ADAL" clId="{59D8A4AE-E2CD-46DC-97AF-88865AD35CBE}" dt="2025-07-07T16:28:56.087" v="3954"/>
          <ac:spMkLst>
            <pc:docMk/>
            <pc:sldMk cId="868179750" sldId="410"/>
            <ac:spMk id="17" creationId="{0046E864-D43E-4ACA-96B1-50B97C625958}"/>
          </ac:spMkLst>
        </pc:spChg>
      </pc:sldChg>
      <pc:sldChg chg="add del">
        <pc:chgData name="Jeroen Rodenburg" userId="36afe4a3-a6a4-4251-8e46-e83f049ed970" providerId="ADAL" clId="{59D8A4AE-E2CD-46DC-97AF-88865AD35CBE}" dt="2025-07-07T16:26:21.184" v="3883" actId="47"/>
        <pc:sldMkLst>
          <pc:docMk/>
          <pc:sldMk cId="3544156062" sldId="414"/>
        </pc:sldMkLst>
      </pc:sldChg>
      <pc:sldChg chg="addSp delSp modSp add mod">
        <pc:chgData name="Jeroen Rodenburg" userId="36afe4a3-a6a4-4251-8e46-e83f049ed970" providerId="ADAL" clId="{59D8A4AE-E2CD-46DC-97AF-88865AD35CBE}" dt="2025-07-07T16:27:54.076" v="3932" actId="20577"/>
        <pc:sldMkLst>
          <pc:docMk/>
          <pc:sldMk cId="446258750" sldId="415"/>
        </pc:sldMkLst>
        <pc:spChg chg="del">
          <ac:chgData name="Jeroen Rodenburg" userId="36afe4a3-a6a4-4251-8e46-e83f049ed970" providerId="ADAL" clId="{59D8A4AE-E2CD-46DC-97AF-88865AD35CBE}" dt="2025-07-07T16:26:48.004" v="3888" actId="478"/>
          <ac:spMkLst>
            <pc:docMk/>
            <pc:sldMk cId="446258750" sldId="415"/>
            <ac:spMk id="3" creationId="{29C1A5EC-F1B4-48CE-B3DB-05842BC403B6}"/>
          </ac:spMkLst>
        </pc:spChg>
        <pc:spChg chg="mod">
          <ac:chgData name="Jeroen Rodenburg" userId="36afe4a3-a6a4-4251-8e46-e83f049ed970" providerId="ADAL" clId="{59D8A4AE-E2CD-46DC-97AF-88865AD35CBE}" dt="2025-07-07T16:27:32.850" v="3909" actId="20577"/>
          <ac:spMkLst>
            <pc:docMk/>
            <pc:sldMk cId="446258750" sldId="415"/>
            <ac:spMk id="8" creationId="{308C9900-2106-5517-437B-3112D063CB4F}"/>
          </ac:spMkLst>
        </pc:spChg>
        <pc:spChg chg="mod">
          <ac:chgData name="Jeroen Rodenburg" userId="36afe4a3-a6a4-4251-8e46-e83f049ed970" providerId="ADAL" clId="{59D8A4AE-E2CD-46DC-97AF-88865AD35CBE}" dt="2025-07-07T16:27:50.708" v="3926" actId="20577"/>
          <ac:spMkLst>
            <pc:docMk/>
            <pc:sldMk cId="446258750" sldId="415"/>
            <ac:spMk id="9" creationId="{11C0EE50-4ED0-7821-508D-F786979F11E8}"/>
          </ac:spMkLst>
        </pc:spChg>
        <pc:spChg chg="mod">
          <ac:chgData name="Jeroen Rodenburg" userId="36afe4a3-a6a4-4251-8e46-e83f049ed970" providerId="ADAL" clId="{59D8A4AE-E2CD-46DC-97AF-88865AD35CBE}" dt="2025-07-07T16:27:54.076" v="3932" actId="20577"/>
          <ac:spMkLst>
            <pc:docMk/>
            <pc:sldMk cId="446258750" sldId="415"/>
            <ac:spMk id="11" creationId="{FFF3CCF4-477E-BB40-C526-5FA3198EFB7F}"/>
          </ac:spMkLst>
        </pc:spChg>
        <pc:spChg chg="add del mod">
          <ac:chgData name="Jeroen Rodenburg" userId="36afe4a3-a6a4-4251-8e46-e83f049ed970" providerId="ADAL" clId="{59D8A4AE-E2CD-46DC-97AF-88865AD35CBE}" dt="2025-07-07T16:26:49.401" v="3889" actId="478"/>
          <ac:spMkLst>
            <pc:docMk/>
            <pc:sldMk cId="446258750" sldId="415"/>
            <ac:spMk id="13" creationId="{7AC6A53D-7635-B57F-D4C9-3E56CC13000C}"/>
          </ac:spMkLst>
        </pc:spChg>
        <pc:spChg chg="add mod">
          <ac:chgData name="Jeroen Rodenburg" userId="36afe4a3-a6a4-4251-8e46-e83f049ed970" providerId="ADAL" clId="{59D8A4AE-E2CD-46DC-97AF-88865AD35CBE}" dt="2025-07-07T16:26:58.658" v="3895" actId="1076"/>
          <ac:spMkLst>
            <pc:docMk/>
            <pc:sldMk cId="446258750" sldId="415"/>
            <ac:spMk id="14" creationId="{49D8B486-B060-E5A9-ACB9-E66F9C7AFA2E}"/>
          </ac:spMkLst>
        </pc:spChg>
      </pc:sldChg>
      <pc:sldMasterChg chg="del delSldLayout">
        <pc:chgData name="Jeroen Rodenburg" userId="36afe4a3-a6a4-4251-8e46-e83f049ed970" providerId="ADAL" clId="{59D8A4AE-E2CD-46DC-97AF-88865AD35CBE}" dt="2025-07-07T13:50:09.972" v="949" actId="47"/>
        <pc:sldMasterMkLst>
          <pc:docMk/>
          <pc:sldMasterMk cId="1432661905" sldId="2147483660"/>
        </pc:sldMasterMkLst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1193044199" sldId="2147483661"/>
          </pc:sldLayoutMkLst>
        </pc:sldLayoutChg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4233308073" sldId="2147483662"/>
          </pc:sldLayoutMkLst>
        </pc:sldLayoutChg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2540535553" sldId="2147483663"/>
          </pc:sldLayoutMkLst>
        </pc:sldLayoutChg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2593707513" sldId="2147483664"/>
          </pc:sldLayoutMkLst>
        </pc:sldLayoutChg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1194117083" sldId="2147483665"/>
          </pc:sldLayoutMkLst>
        </pc:sldLayoutChg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3568675758" sldId="2147483666"/>
          </pc:sldLayoutMkLst>
        </pc:sldLayoutChg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2757055352" sldId="2147483667"/>
          </pc:sldLayoutMkLst>
        </pc:sldLayoutChg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2412161395" sldId="2147483668"/>
          </pc:sldLayoutMkLst>
        </pc:sldLayoutChg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3574691174" sldId="2147483669"/>
          </pc:sldLayoutMkLst>
        </pc:sldLayoutChg>
      </pc:sldMasterChg>
      <pc:sldMasterChg chg="modSldLayout">
        <pc:chgData name="Jeroen Rodenburg" userId="36afe4a3-a6a4-4251-8e46-e83f049ed970" providerId="ADAL" clId="{59D8A4AE-E2CD-46DC-97AF-88865AD35CBE}" dt="2025-07-07T16:43:39.758" v="3974" actId="20577"/>
        <pc:sldMasterMkLst>
          <pc:docMk/>
          <pc:sldMasterMk cId="3308124868" sldId="2147484203"/>
        </pc:sldMasterMkLst>
        <pc:sldLayoutChg chg="modSp mod">
          <pc:chgData name="Jeroen Rodenburg" userId="36afe4a3-a6a4-4251-8e46-e83f049ed970" providerId="ADAL" clId="{59D8A4AE-E2CD-46DC-97AF-88865AD35CBE}" dt="2025-07-07T16:43:39.758" v="3974" actId="20577"/>
          <pc:sldLayoutMkLst>
            <pc:docMk/>
            <pc:sldMasterMk cId="3308124868" sldId="2147484203"/>
            <pc:sldLayoutMk cId="2925071510" sldId="2147484205"/>
          </pc:sldLayoutMkLst>
          <pc:spChg chg="mod">
            <ac:chgData name="Jeroen Rodenburg" userId="36afe4a3-a6a4-4251-8e46-e83f049ed970" providerId="ADAL" clId="{59D8A4AE-E2CD-46DC-97AF-88865AD35CBE}" dt="2025-07-07T16:43:39.758" v="3974" actId="20577"/>
            <ac:spMkLst>
              <pc:docMk/>
              <pc:sldMasterMk cId="3308124868" sldId="2147484203"/>
              <pc:sldLayoutMk cId="2925071510" sldId="2147484205"/>
              <ac:spMk id="14" creationId="{00000000-0000-0000-0000-000000000000}"/>
            </ac:spMkLst>
          </pc:spChg>
        </pc:sldLayoutChg>
      </pc:sldMasterChg>
    </pc:docChg>
  </pc:docChgLst>
  <pc:docChgLst>
    <pc:chgData name="Lisa Tostrams" userId="1844f577-b33c-4472-85a2-51b1143ab864" providerId="ADAL" clId="{330EF421-00FB-4E3B-A53F-C8DEF4C94960}"/>
    <pc:docChg chg="undo custSel modSld">
      <pc:chgData name="Lisa Tostrams" userId="1844f577-b33c-4472-85a2-51b1143ab864" providerId="ADAL" clId="{330EF421-00FB-4E3B-A53F-C8DEF4C94960}" dt="2025-07-04T15:58:18.601" v="112" actId="14100"/>
      <pc:docMkLst>
        <pc:docMk/>
      </pc:docMkLst>
      <pc:sldChg chg="modSp mod">
        <pc:chgData name="Lisa Tostrams" userId="1844f577-b33c-4472-85a2-51b1143ab864" providerId="ADAL" clId="{330EF421-00FB-4E3B-A53F-C8DEF4C94960}" dt="2025-07-04T15:39:53.195" v="75" actId="20577"/>
        <pc:sldMkLst>
          <pc:docMk/>
          <pc:sldMk cId="3038192788" sldId="269"/>
        </pc:sldMkLst>
        <pc:spChg chg="mod">
          <ac:chgData name="Lisa Tostrams" userId="1844f577-b33c-4472-85a2-51b1143ab864" providerId="ADAL" clId="{330EF421-00FB-4E3B-A53F-C8DEF4C94960}" dt="2025-07-04T15:39:53.195" v="75" actId="20577"/>
          <ac:spMkLst>
            <pc:docMk/>
            <pc:sldMk cId="3038192788" sldId="269"/>
            <ac:spMk id="6" creationId="{00000000-0000-0000-0000-000000000000}"/>
          </ac:spMkLst>
        </pc:spChg>
      </pc:sldChg>
      <pc:sldChg chg="modSp mod">
        <pc:chgData name="Lisa Tostrams" userId="1844f577-b33c-4472-85a2-51b1143ab864" providerId="ADAL" clId="{330EF421-00FB-4E3B-A53F-C8DEF4C94960}" dt="2025-07-04T15:40:12.910" v="85" actId="20577"/>
        <pc:sldMkLst>
          <pc:docMk/>
          <pc:sldMk cId="609459662" sldId="270"/>
        </pc:sldMkLst>
        <pc:spChg chg="mod">
          <ac:chgData name="Lisa Tostrams" userId="1844f577-b33c-4472-85a2-51b1143ab864" providerId="ADAL" clId="{330EF421-00FB-4E3B-A53F-C8DEF4C94960}" dt="2025-07-04T15:40:12.910" v="85" actId="20577"/>
          <ac:spMkLst>
            <pc:docMk/>
            <pc:sldMk cId="609459662" sldId="270"/>
            <ac:spMk id="3" creationId="{00000000-0000-0000-0000-000000000000}"/>
          </ac:spMkLst>
        </pc:spChg>
      </pc:sldChg>
      <pc:sldChg chg="addSp delSp modSp mod addAnim delAnim modNotesTx">
        <pc:chgData name="Lisa Tostrams" userId="1844f577-b33c-4472-85a2-51b1143ab864" providerId="ADAL" clId="{330EF421-00FB-4E3B-A53F-C8DEF4C94960}" dt="2025-07-04T15:37:14.942" v="67" actId="20577"/>
        <pc:sldMkLst>
          <pc:docMk/>
          <pc:sldMk cId="657804694" sldId="289"/>
        </pc:sldMkLst>
        <pc:spChg chg="mod">
          <ac:chgData name="Lisa Tostrams" userId="1844f577-b33c-4472-85a2-51b1143ab864" providerId="ADAL" clId="{330EF421-00FB-4E3B-A53F-C8DEF4C94960}" dt="2025-07-04T15:36:49.026" v="31"/>
          <ac:spMkLst>
            <pc:docMk/>
            <pc:sldMk cId="657804694" sldId="289"/>
            <ac:spMk id="6" creationId="{00000000-0000-0000-0000-000000000000}"/>
          </ac:spMkLst>
        </pc:spChg>
        <pc:spChg chg="add del">
          <ac:chgData name="Lisa Tostrams" userId="1844f577-b33c-4472-85a2-51b1143ab864" providerId="ADAL" clId="{330EF421-00FB-4E3B-A53F-C8DEF4C94960}" dt="2025-07-04T15:36:45.569" v="26" actId="478"/>
          <ac:spMkLst>
            <pc:docMk/>
            <pc:sldMk cId="657804694" sldId="289"/>
            <ac:spMk id="7" creationId="{00000000-0000-0000-0000-000000000000}"/>
          </ac:spMkLst>
        </pc:spChg>
        <pc:spChg chg="add del">
          <ac:chgData name="Lisa Tostrams" userId="1844f577-b33c-4472-85a2-51b1143ab864" providerId="ADAL" clId="{330EF421-00FB-4E3B-A53F-C8DEF4C94960}" dt="2025-07-04T15:36:46.289" v="27" actId="478"/>
          <ac:spMkLst>
            <pc:docMk/>
            <pc:sldMk cId="657804694" sldId="289"/>
            <ac:spMk id="8" creationId="{00000000-0000-0000-0000-000000000000}"/>
          </ac:spMkLst>
        </pc:spChg>
        <pc:spChg chg="add">
          <ac:chgData name="Lisa Tostrams" userId="1844f577-b33c-4472-85a2-51b1143ab864" providerId="ADAL" clId="{330EF421-00FB-4E3B-A53F-C8DEF4C94960}" dt="2025-07-04T15:33:31.764" v="8"/>
          <ac:spMkLst>
            <pc:docMk/>
            <pc:sldMk cId="657804694" sldId="289"/>
            <ac:spMk id="11" creationId="{8052A814-0A7D-4B05-CF37-57B85DDC3FD3}"/>
          </ac:spMkLst>
        </pc:spChg>
        <pc:spChg chg="mod">
          <ac:chgData name="Lisa Tostrams" userId="1844f577-b33c-4472-85a2-51b1143ab864" providerId="ADAL" clId="{330EF421-00FB-4E3B-A53F-C8DEF4C94960}" dt="2025-07-04T15:37:14.942" v="67" actId="20577"/>
          <ac:spMkLst>
            <pc:docMk/>
            <pc:sldMk cId="657804694" sldId="289"/>
            <ac:spMk id="12" creationId="{9C839F44-EBF9-455D-8996-5CD752F2E6B6}"/>
          </ac:spMkLst>
        </pc:spChg>
        <pc:spChg chg="add">
          <ac:chgData name="Lisa Tostrams" userId="1844f577-b33c-4472-85a2-51b1143ab864" providerId="ADAL" clId="{330EF421-00FB-4E3B-A53F-C8DEF4C94960}" dt="2025-07-04T15:33:56.943" v="19"/>
          <ac:spMkLst>
            <pc:docMk/>
            <pc:sldMk cId="657804694" sldId="289"/>
            <ac:spMk id="13" creationId="{18BF5EF5-527F-34CD-2EC8-EA141856E99B}"/>
          </ac:spMkLst>
        </pc:spChg>
      </pc:sldChg>
      <pc:sldChg chg="addSp delSp modSp mod">
        <pc:chgData name="Lisa Tostrams" userId="1844f577-b33c-4472-85a2-51b1143ab864" providerId="ADAL" clId="{330EF421-00FB-4E3B-A53F-C8DEF4C94960}" dt="2025-07-04T15:43:01.119" v="93" actId="14100"/>
        <pc:sldMkLst>
          <pc:docMk/>
          <pc:sldMk cId="3841326534" sldId="312"/>
        </pc:sldMkLst>
        <pc:picChg chg="add mod">
          <ac:chgData name="Lisa Tostrams" userId="1844f577-b33c-4472-85a2-51b1143ab864" providerId="ADAL" clId="{330EF421-00FB-4E3B-A53F-C8DEF4C94960}" dt="2025-07-04T15:43:01.119" v="93" actId="14100"/>
          <ac:picMkLst>
            <pc:docMk/>
            <pc:sldMk cId="3841326534" sldId="312"/>
            <ac:picMk id="4" creationId="{2335DFD0-0F42-9F7E-4388-BCABF1234E46}"/>
          </ac:picMkLst>
        </pc:picChg>
        <pc:picChg chg="del">
          <ac:chgData name="Lisa Tostrams" userId="1844f577-b33c-4472-85a2-51b1143ab864" providerId="ADAL" clId="{330EF421-00FB-4E3B-A53F-C8DEF4C94960}" dt="2025-07-04T15:42:38.142" v="86" actId="478"/>
          <ac:picMkLst>
            <pc:docMk/>
            <pc:sldMk cId="3841326534" sldId="312"/>
            <ac:picMk id="16386" creationId="{00000000-0000-0000-0000-000000000000}"/>
          </ac:picMkLst>
        </pc:picChg>
      </pc:sldChg>
      <pc:sldChg chg="modSp mod">
        <pc:chgData name="Lisa Tostrams" userId="1844f577-b33c-4472-85a2-51b1143ab864" providerId="ADAL" clId="{330EF421-00FB-4E3B-A53F-C8DEF4C94960}" dt="2025-07-04T15:58:18.601" v="112" actId="14100"/>
        <pc:sldMkLst>
          <pc:docMk/>
          <pc:sldMk cId="2509078276" sldId="392"/>
        </pc:sldMkLst>
        <pc:spChg chg="mod">
          <ac:chgData name="Lisa Tostrams" userId="1844f577-b33c-4472-85a2-51b1143ab864" providerId="ADAL" clId="{330EF421-00FB-4E3B-A53F-C8DEF4C94960}" dt="2025-07-04T15:58:18.601" v="112" actId="14100"/>
          <ac:spMkLst>
            <pc:docMk/>
            <pc:sldMk cId="2509078276" sldId="392"/>
            <ac:spMk id="3" creationId="{AEA45F42-D4BF-4368-A734-D3C1DAAAA7C4}"/>
          </ac:spMkLst>
        </pc:spChg>
      </pc:sldChg>
      <pc:sldChg chg="modSp mod">
        <pc:chgData name="Lisa Tostrams" userId="1844f577-b33c-4472-85a2-51b1143ab864" providerId="ADAL" clId="{330EF421-00FB-4E3B-A53F-C8DEF4C94960}" dt="2025-07-04T15:44:30.305" v="94"/>
        <pc:sldMkLst>
          <pc:docMk/>
          <pc:sldMk cId="3149238233" sldId="397"/>
        </pc:sldMkLst>
        <pc:spChg chg="mod">
          <ac:chgData name="Lisa Tostrams" userId="1844f577-b33c-4472-85a2-51b1143ab864" providerId="ADAL" clId="{330EF421-00FB-4E3B-A53F-C8DEF4C94960}" dt="2025-07-04T15:44:30.305" v="94"/>
          <ac:spMkLst>
            <pc:docMk/>
            <pc:sldMk cId="3149238233" sldId="397"/>
            <ac:spMk id="3" creationId="{350E4CA9-7D2A-3847-275D-A4815115B07A}"/>
          </ac:spMkLst>
        </pc:spChg>
      </pc:sldChg>
    </pc:docChg>
  </pc:docChgLst>
  <pc:docChgLst>
    <pc:chgData name="Jeroen Rodenburg" userId="36afe4a3-a6a4-4251-8e46-e83f049ed970" providerId="ADAL" clId="{686E59C6-09FD-455F-BE18-87DFD2236E4A}"/>
    <pc:docChg chg="addSld delSld modSld">
      <pc:chgData name="Jeroen Rodenburg" userId="36afe4a3-a6a4-4251-8e46-e83f049ed970" providerId="ADAL" clId="{686E59C6-09FD-455F-BE18-87DFD2236E4A}" dt="2025-07-08T21:23:53.516" v="67" actId="1076"/>
      <pc:docMkLst>
        <pc:docMk/>
      </pc:docMkLst>
      <pc:sldChg chg="modSp mod">
        <pc:chgData name="Jeroen Rodenburg" userId="36afe4a3-a6a4-4251-8e46-e83f049ed970" providerId="ADAL" clId="{686E59C6-09FD-455F-BE18-87DFD2236E4A}" dt="2025-07-08T21:20:15.204" v="31" actId="20577"/>
        <pc:sldMkLst>
          <pc:docMk/>
          <pc:sldMk cId="953533648" sldId="256"/>
        </pc:sldMkLst>
        <pc:spChg chg="mod">
          <ac:chgData name="Jeroen Rodenburg" userId="36afe4a3-a6a4-4251-8e46-e83f049ed970" providerId="ADAL" clId="{686E59C6-09FD-455F-BE18-87DFD2236E4A}" dt="2025-07-08T21:20:09.786" v="20" actId="20577"/>
          <ac:spMkLst>
            <pc:docMk/>
            <pc:sldMk cId="953533648" sldId="256"/>
            <ac:spMk id="2" creationId="{00000000-0000-0000-0000-000000000000}"/>
          </ac:spMkLst>
        </pc:spChg>
        <pc:spChg chg="mod">
          <ac:chgData name="Jeroen Rodenburg" userId="36afe4a3-a6a4-4251-8e46-e83f049ed970" providerId="ADAL" clId="{686E59C6-09FD-455F-BE18-87DFD2236E4A}" dt="2025-07-08T21:20:15.204" v="31" actId="20577"/>
          <ac:spMkLst>
            <pc:docMk/>
            <pc:sldMk cId="953533648" sldId="256"/>
            <ac:spMk id="3" creationId="{00000000-0000-0000-0000-000000000000}"/>
          </ac:spMkLst>
        </pc:spChg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609459662" sldId="270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1550654179" sldId="278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1943353727" sldId="279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3885982450" sldId="281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146984258" sldId="304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3481401216" sldId="311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3841326534" sldId="312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1315693949" sldId="315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3060752151" sldId="322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728556551" sldId="331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1731178661" sldId="332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4105581928" sldId="333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2240092704" sldId="373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4287476279" sldId="386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1400965795" sldId="389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3152169206" sldId="391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2509078276" sldId="392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3149238233" sldId="397"/>
        </pc:sldMkLst>
      </pc:sldChg>
      <pc:sldChg chg="del">
        <pc:chgData name="Jeroen Rodenburg" userId="36afe4a3-a6a4-4251-8e46-e83f049ed970" providerId="ADAL" clId="{686E59C6-09FD-455F-BE18-87DFD2236E4A}" dt="2025-07-08T21:20:27.869" v="32" actId="47"/>
        <pc:sldMkLst>
          <pc:docMk/>
          <pc:sldMk cId="2520490621" sldId="398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1854386537" sldId="400"/>
        </pc:sldMkLst>
      </pc:sldChg>
      <pc:sldChg chg="addSp modSp add mod modTransition">
        <pc:chgData name="Jeroen Rodenburg" userId="36afe4a3-a6a4-4251-8e46-e83f049ed970" providerId="ADAL" clId="{686E59C6-09FD-455F-BE18-87DFD2236E4A}" dt="2025-07-08T21:23:53.516" v="67" actId="1076"/>
        <pc:sldMkLst>
          <pc:docMk/>
          <pc:sldMk cId="2937362232" sldId="400"/>
        </pc:sldMkLst>
        <pc:spChg chg="add mod">
          <ac:chgData name="Jeroen Rodenburg" userId="36afe4a3-a6a4-4251-8e46-e83f049ed970" providerId="ADAL" clId="{686E59C6-09FD-455F-BE18-87DFD2236E4A}" dt="2025-07-08T21:22:57.617" v="57" actId="2085"/>
          <ac:spMkLst>
            <pc:docMk/>
            <pc:sldMk cId="2937362232" sldId="400"/>
            <ac:spMk id="2" creationId="{80BF0D45-87A0-2FC6-EBBE-DFA373ECF0D2}"/>
          </ac:spMkLst>
        </pc:spChg>
        <pc:spChg chg="add mod">
          <ac:chgData name="Jeroen Rodenburg" userId="36afe4a3-a6a4-4251-8e46-e83f049ed970" providerId="ADAL" clId="{686E59C6-09FD-455F-BE18-87DFD2236E4A}" dt="2025-07-08T21:23:53.516" v="67" actId="1076"/>
          <ac:spMkLst>
            <pc:docMk/>
            <pc:sldMk cId="2937362232" sldId="400"/>
            <ac:spMk id="3" creationId="{F5AAA5A0-46CB-6FB6-0D3E-1DECEC65D9AB}"/>
          </ac:spMkLst>
        </pc:spChg>
        <pc:spChg chg="add mod">
          <ac:chgData name="Jeroen Rodenburg" userId="36afe4a3-a6a4-4251-8e46-e83f049ed970" providerId="ADAL" clId="{686E59C6-09FD-455F-BE18-87DFD2236E4A}" dt="2025-07-08T21:23:07.889" v="60" actId="14100"/>
          <ac:spMkLst>
            <pc:docMk/>
            <pc:sldMk cId="2937362232" sldId="400"/>
            <ac:spMk id="8" creationId="{CF29B286-5230-5824-D274-7B82EDE03DDA}"/>
          </ac:spMkLst>
        </pc:spChg>
        <pc:spChg chg="add mod">
          <ac:chgData name="Jeroen Rodenburg" userId="36afe4a3-a6a4-4251-8e46-e83f049ed970" providerId="ADAL" clId="{686E59C6-09FD-455F-BE18-87DFD2236E4A}" dt="2025-07-08T21:23:37.363" v="66" actId="1076"/>
          <ac:spMkLst>
            <pc:docMk/>
            <pc:sldMk cId="2937362232" sldId="400"/>
            <ac:spMk id="9" creationId="{31ED0BAA-B4D7-D48F-ED7D-FDB0E9A77796}"/>
          </ac:spMkLst>
        </pc:spChg>
        <pc:picChg chg="mod">
          <ac:chgData name="Jeroen Rodenburg" userId="36afe4a3-a6a4-4251-8e46-e83f049ed970" providerId="ADAL" clId="{686E59C6-09FD-455F-BE18-87DFD2236E4A}" dt="2025-07-08T21:21:29.228" v="49" actId="1037"/>
          <ac:picMkLst>
            <pc:docMk/>
            <pc:sldMk cId="2937362232" sldId="400"/>
            <ac:picMk id="7" creationId="{3E403CCA-7471-3F97-A991-5E79E00D9F05}"/>
          </ac:picMkLst>
        </pc:picChg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2452274916" sldId="401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1940678000" sldId="402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1003738263" sldId="403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881644298" sldId="404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4225704648" sldId="405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2141129503" sldId="406"/>
        </pc:sldMkLst>
      </pc:sldChg>
      <pc:sldChg chg="del">
        <pc:chgData name="Jeroen Rodenburg" userId="36afe4a3-a6a4-4251-8e46-e83f049ed970" providerId="ADAL" clId="{686E59C6-09FD-455F-BE18-87DFD2236E4A}" dt="2025-07-08T21:20:46.433" v="34" actId="47"/>
        <pc:sldMkLst>
          <pc:docMk/>
          <pc:sldMk cId="868179750" sldId="410"/>
        </pc:sldMkLst>
      </pc:sldChg>
      <pc:sldChg chg="del">
        <pc:chgData name="Jeroen Rodenburg" userId="36afe4a3-a6a4-4251-8e46-e83f049ed970" providerId="ADAL" clId="{686E59C6-09FD-455F-BE18-87DFD2236E4A}" dt="2025-07-08T21:20:43.484" v="33" actId="47"/>
        <pc:sldMkLst>
          <pc:docMk/>
          <pc:sldMk cId="446258750" sldId="415"/>
        </pc:sldMkLst>
      </pc:sldChg>
      <pc:sldMasterChg chg="delSldLayout">
        <pc:chgData name="Jeroen Rodenburg" userId="36afe4a3-a6a4-4251-8e46-e83f049ed970" providerId="ADAL" clId="{686E59C6-09FD-455F-BE18-87DFD2236E4A}" dt="2025-07-08T21:20:43.484" v="33" actId="47"/>
        <pc:sldMasterMkLst>
          <pc:docMk/>
          <pc:sldMasterMk cId="3308124868" sldId="2147484203"/>
        </pc:sldMasterMkLst>
        <pc:sldLayoutChg chg="del">
          <pc:chgData name="Jeroen Rodenburg" userId="36afe4a3-a6a4-4251-8e46-e83f049ed970" providerId="ADAL" clId="{686E59C6-09FD-455F-BE18-87DFD2236E4A}" dt="2025-07-08T21:20:43.484" v="33" actId="47"/>
          <pc:sldLayoutMkLst>
            <pc:docMk/>
            <pc:sldMasterMk cId="3308124868" sldId="2147484203"/>
            <pc:sldLayoutMk cId="2491404287" sldId="214748431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nl-NL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DCFAE84-7DA1-4AD3-8048-CA82355A8A37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95916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nl-NL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de opmaakprofielen van de modeltekst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DE5616D-1653-4A72-A4BA-E11F684B3036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0772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76375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emf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emf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emf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2.emf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2.emf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2.emf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emf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emf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emf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6.xml"/></Relationships>
</file>

<file path=ppt/slideLayouts/_rels/slideLayout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emf"/></Relationships>
</file>

<file path=ppt/slideLayouts/_rels/slideLayout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emf"/></Relationships>
</file>

<file path=ppt/slideLayouts/_rels/slideLayout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emf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7.xml"/></Relationships>
</file>

<file path=ppt/slideLayouts/_rels/slideLayout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7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2.emf"/></Relationships>
</file>

<file path=ppt/slideLayouts/_rels/slideLayout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2.emf"/></Relationships>
</file>

<file path=ppt/slideLayouts/_rels/slideLayout2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2.emf"/></Relationships>
</file>

<file path=ppt/slideLayouts/_rels/slideLayout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8.xml"/></Relationships>
</file>

<file path=ppt/slideLayouts/_rels/slideLayout2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8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2.emf"/></Relationships>
</file>

<file path=ppt/slideLayouts/_rels/slideLayout3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3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2.emf"/></Relationships>
</file>

<file path=ppt/slideLayouts/_rels/slideLayout3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2.emf"/></Relationships>
</file>

<file path=ppt/slideLayouts/_rels/slideLayout3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9.xml"/></Relationships>
</file>

<file path=ppt/slideLayouts/_rels/slideLayout3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9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2.emf"/></Relationships>
</file>

<file path=ppt/slideLayouts/_rels/slideLayout3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3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2.emf"/></Relationships>
</file>

<file path=ppt/slideLayouts/_rels/slideLayout3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2.emf"/></Relationships>
</file>

<file path=ppt/slideLayouts/_rels/slideLayout3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0.xml"/></Relationships>
</file>

<file path=ppt/slideLayouts/_rels/slideLayout3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0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3.emf"/></Relationships>
</file>

<file path=ppt/slideLayouts/_rels/slideLayout3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3.emf"/></Relationships>
</file>

<file path=ppt/slideLayouts/_rels/slideLayout3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3.emf"/></Relationships>
</file>

<file path=ppt/slideLayouts/_rels/slideLayout3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1.xml"/></Relationships>
</file>

<file path=ppt/slideLayouts/_rels/slideLayout4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1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4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4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12.emf"/></Relationships>
</file>

<file path=ppt/slideLayouts/_rels/slideLayout4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4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12.emf"/></Relationships>
</file>

<file path=ppt/slideLayouts/_rels/slideLayout4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12.emf"/></Relationships>
</file>

<file path=ppt/slideLayouts/_rels/slideLayout4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2.xml"/></Relationships>
</file>

<file path=ppt/slideLayouts/_rels/slideLayout4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2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3.emf"/></Relationships>
</file>

<file path=ppt/slideLayouts/_rels/slideLayout4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4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3.emf"/></Relationships>
</file>

<file path=ppt/slideLayouts/_rels/slideLayout4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3.emf"/></Relationships>
</file>

<file path=ppt/slideLayouts/_rels/slideLayout4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3.xml"/></Relationships>
</file>

<file path=ppt/slideLayouts/_rels/slideLayout4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3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4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3.emf"/></Relationships>
</file>

<file path=ppt/slideLayouts/_rels/slideLayout4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4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3.emf"/></Relationships>
</file>

<file path=ppt/slideLayouts/_rels/slideLayout4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3.emf"/></Relationships>
</file>

<file path=ppt/slideLayouts/_rels/slideLayout4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4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4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5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4.xml"/></Relationships>
</file>

<file path=ppt/slideLayouts/_rels/slideLayout5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4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5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4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5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4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5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4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5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.emf"/></Relationships>
</file>

<file path=ppt/slideLayouts/_rels/slideLayout5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5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.emf"/></Relationships>
</file>

<file path=ppt/slideLayouts/_rels/slideLayout5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.emf"/></Relationships>
</file>

<file path=ppt/slideLayouts/_rels/slideLayout5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5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5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5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5.xml"/></Relationships>
</file>

<file path=ppt/slideLayouts/_rels/slideLayout5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5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5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5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5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5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5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5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5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3.emf"/></Relationships>
</file>

<file path=ppt/slideLayouts/_rels/slideLayout5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5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3.emf"/></Relationships>
</file>

<file path=ppt/slideLayouts/_rels/slideLayout5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3.emf"/></Relationships>
</file>

<file path=ppt/slideLayouts/_rels/slideLayout5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5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5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5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6.xml"/></Relationships>
</file>

<file path=ppt/slideLayouts/_rels/slideLayout5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6.xml"/></Relationships>
</file>

<file path=ppt/slideLayouts/_rels/slideLayout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5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6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5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6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5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6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5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3.emf"/></Relationships>
</file>

<file path=ppt/slideLayouts/_rels/slideLayout5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5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3.emf"/></Relationships>
</file>

<file path=ppt/slideLayouts/_rels/slideLayout5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3.emf"/></Relationships>
</file>

<file path=ppt/slideLayouts/_rels/slideLayout6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7.xml"/></Relationships>
</file>

<file path=ppt/slideLayouts/_rels/slideLayout6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7.xml"/></Relationships>
</file>

<file path=ppt/slideLayouts/_rels/slideLayout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6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6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7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B660F8D-0194-1549-9A85-B8585C341D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7E23BE38-388B-B84F-B596-4361C8FFEE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15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485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6B8B84C-376E-994B-A5F9-91418E6845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6C2F8E9-252A-884A-A559-1D42CD8FB1F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3A8D1DE4-A09D-ED49-8B1B-03D7088976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33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5C01093-6876-FF4B-A205-0797E4219E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2AA80F83-76D5-4442-B68B-A643B29E2F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buClr>
                <a:schemeClr val="tx1"/>
              </a:buClr>
              <a:defRPr lang="nl-NL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54096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6DC891B-0BBD-3E4B-A301-653F943C4C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CC01ABBA-4376-CE44-A51E-00DFACFA86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00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E3D8C70-0B24-9C4E-A803-F7009FF2D2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5EC85681-AB2A-C448-B63F-6E7DA8D874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5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D815D00C-C7D7-DC44-8D0D-FE716DCD2C5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997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13000" indent="-162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91C355E-6E70-0A46-B795-FD910DE422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bg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B0A3098-83E2-4E4B-8810-7E5E75AE97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74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3244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2628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227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0495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52189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4400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9437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 dirty="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ED6F77E-FFE0-AB46-BF4D-6C1EEF3BD1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96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2FE34897-656E-D24A-B5C8-368571FB3B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32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683415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0FB6CFD-9EA3-2D46-B72F-63AC898356E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669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70401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4F01E6C2-CD86-4C4B-A751-B19F6263B71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8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56101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tx1"/>
              </a:buClr>
              <a:tabLst>
                <a:tab pos="1214438" algn="l"/>
              </a:tabLs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4654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092846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tx1"/>
              </a:buClr>
              <a:tabLst>
                <a:tab pos="1214438" algn="l"/>
              </a:tabLs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3256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5234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buClr>
                <a:schemeClr val="tx1"/>
              </a:buClr>
              <a:defRPr lang="nl-NL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12348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336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296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72918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26054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64301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C958710-A035-984C-9963-9997447062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7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085C342-F410-1C42-BBE9-52289EFE77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32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2C36848C-75BB-B944-BBD6-880B1B12C7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6323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70925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70925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70925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2424C08-D06D-F64A-B964-B229C0F5B81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63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SPADE for episodical intakes (manual chapter 4)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21E99-CB6E-4E1C-8709-25BF64FEA530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432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2C249ACB-0A73-DA4B-9FF8-90F35C6D5B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A61C3B59-32FD-5B4D-8D2E-F40AA8A224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25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276913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F1CB0A6-79C2-F742-81CF-E0C9D205F0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0" name="Tijdelijke aanduiding voor afbeelding 22">
            <a:extLst>
              <a:ext uri="{FF2B5EF4-FFF2-40B4-BE49-F238E27FC236}">
                <a16:creationId xmlns:a16="http://schemas.microsoft.com/office/drawing/2014/main" id="{C44F0A5B-D9BF-924B-A9EF-7E385A31E76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0B838C61-D4A4-194F-9A58-09306065DC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1929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0DA1628-6669-A643-8175-B2DA64C84C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71C25732-F9D5-9045-B1D3-D5B9E271B2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06173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C8A06D6-4ED4-CC44-B57B-245AE10740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37AA9FCB-870B-9745-A8A6-4036B2F033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8595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F608AB2-2364-F045-AC96-C84663C6D8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B36FA10-4B0D-CC45-8A82-F70A56B36A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7403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F8830F06-074A-7541-89BC-92474D1684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991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13000" indent="-162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1FF86EAE-8C71-2D43-AC16-5AE2A452742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870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bg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F46B0DC-0026-2943-8BBB-2A0E094E3C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2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828902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1701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377770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326361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677885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30651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2628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72501335-E836-E34A-8D45-1DB78FD03D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881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F4682D3-6EE9-9948-AE97-AD6621BA33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39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2">
            <a:extLst>
              <a:ext uri="{FF2B5EF4-FFF2-40B4-BE49-F238E27FC236}">
                <a16:creationId xmlns:a16="http://schemas.microsoft.com/office/drawing/2014/main" id="{E2861002-9B37-3648-AC12-62C3BB3C1FD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9147753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E2861002-9B37-3648-AC12-62C3BB3C1FD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78678EDA-E69F-BE4F-BF00-FCC49AC6161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2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2">
            <a:extLst>
              <a:ext uri="{FF2B5EF4-FFF2-40B4-BE49-F238E27FC236}">
                <a16:creationId xmlns:a16="http://schemas.microsoft.com/office/drawing/2014/main" id="{E2861002-9B37-3648-AC12-62C3BB3C1FD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7226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9F5BFF9-A894-A345-87AE-F1BF2424FD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344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5187011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38986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8751132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549627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8042796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2874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326695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00599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793901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6833980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45996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85910D0-9B64-1F42-B79A-610336A5E1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886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7D8CCB53-E2DA-3747-83E3-31B5E6378D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38906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D6D10CEA-EA95-054F-AA98-60077EF28E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2968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70925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70925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70925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6E0E353-A70A-8947-9924-9882AC64BC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859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54CE324-615D-4A4B-84C1-7CEB163AAA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57A891DA-D886-7249-B1FD-10785F4671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1" y="-13176"/>
            <a:ext cx="27452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126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7163717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AB115C70-1781-E24A-B364-14FCDFE7D56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68333CF-E58D-9242-9004-2AE2687A9F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2824280D-8EF7-7A48-B34F-7F46AE952F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1" y="-13176"/>
            <a:ext cx="27452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7083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2">
            <a:extLst>
              <a:ext uri="{FF2B5EF4-FFF2-40B4-BE49-F238E27FC236}">
                <a16:creationId xmlns:a16="http://schemas.microsoft.com/office/drawing/2014/main" id="{036DE1C2-6EBE-4B4C-AF0D-C7930202311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1AED20B3-5354-C244-AF2E-58AF0DD088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79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4A50044-F8C8-AD44-8BF7-1189324483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019BCF7E-ECEC-AF4C-A349-45C2342A7D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1" y="-13176"/>
            <a:ext cx="27452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97851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331F83B-365D-FC4C-AA46-6EBACFDA1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BA2649E2-54AF-1945-983A-3DDFEDBB7D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1" y="-13176"/>
            <a:ext cx="27452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5254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B388931A-2764-0C48-AFF5-9EE4BBAFF9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0313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513000" indent="-162000"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3AA02E1F-DFA6-3642-AC1F-B41F23A297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29269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tx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69BD166-8772-9849-AB6C-2A74D8429A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746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40011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76732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5475955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3247328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8548802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23793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26905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E102E166-7938-6E40-9E5E-81512F6B64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635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8E65AF5-D5FA-354C-ADD0-AD312A32F2E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34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3679005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913CE90-9C36-7448-8374-2BE8C746328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40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08741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47CF9D88-49FE-8C4E-8109-9C513CB2451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5172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66001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79424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3435989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04349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1854890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89796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088697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55351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57417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4110880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4639904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17F5261-66A0-B74B-B535-A5716F3833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65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5F1CC61-8E43-9B4C-86D4-48E97E207E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0824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0865C4B2-92A2-0F42-B777-1598BF8A86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8929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4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566389" y="3926077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5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566389" y="4712093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566389" y="5485583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4F66A698-50F0-7B4D-8CDA-5820E149AD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206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96DF109-7F07-6B49-9D22-303DAC72D9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F68BA2ED-02F3-5145-ADEA-1BC8A29A3C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8" y="-13176"/>
            <a:ext cx="2745297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6894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0582591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50B471DE-CA9C-A747-9203-D9EE45DF2A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BC7D7DCC-9B06-FC4E-9A86-29C4276AD7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501EE818-21B3-744F-ADCE-EE4B31C003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8" y="-13176"/>
            <a:ext cx="2745297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4476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8731C307-DF3E-9A46-A45B-3AC54819AF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1" name="Tijdelijke aanduiding voor afbeelding 12">
            <a:extLst>
              <a:ext uri="{FF2B5EF4-FFF2-40B4-BE49-F238E27FC236}">
                <a16:creationId xmlns:a16="http://schemas.microsoft.com/office/drawing/2014/main" id="{2C3CC95D-8CE0-EE47-8DBE-B67E4AAF31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806446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98244E9-D0BA-F24C-880C-02FB401C60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D8503E2A-55CD-9C4A-8F7A-2109EB3784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8" y="-13176"/>
            <a:ext cx="2745297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04557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180FF39E-D217-984E-B4C6-CA00F44C61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96E637F0-0581-E24A-AD6D-F20AA814AE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8" y="-13176"/>
            <a:ext cx="2745297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83366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C9FCB92D-8F61-6F44-A920-2CF0A95D30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923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513000" indent="-162000"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E56C0A06-8064-864C-BE87-EFBB53B5E0D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4235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tx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98C3205-E6C1-1146-AAA6-D154C19BE7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58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970497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1038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81438900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7224730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771156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97016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06430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D83C114-A916-9041-B8A2-949576437F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448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80E97EA4-9D07-D946-A464-7510B797EE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32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5211439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B47C57E-F69D-E544-94BB-56511B75C6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31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67919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9E5359F4-87E3-4046-B9B1-647507677A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36449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6849486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47589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85404886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46814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19397545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813621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77071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461021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2450710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2763690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8573251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58541EC-CB6A-D140-AB3B-F86F1486DB8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16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0CA578F-2A1D-CC47-BE6E-6CEF462869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142176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884A89D4-EFB2-F34A-B659-1B75FADA67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08744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4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566389" y="3926077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5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566389" y="4712093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566389" y="5485583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381E4872-2949-4D4D-B1CB-A6217E67F0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76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8EC5B396-DA3F-764C-89A1-749E906D8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451737A9-A633-5C4F-ADB4-AD8BB38B12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8" y="-13176"/>
            <a:ext cx="2745297" cy="15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137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66369614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1A6734E1-7900-CB49-9AEC-EBFDFB1BC8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1AA4D617-CA40-7042-AF36-450D631EDD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6AFFF14-1BBC-764A-86F9-6B55249DA8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8" y="-13176"/>
            <a:ext cx="2745297" cy="15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05967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B775CBB-7AA3-B145-95D9-0A41125A85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A894CF0F-9F35-014D-8D3B-989CF19C55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49040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74FFB40B-5401-C140-B17F-C3EAB81B12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E36178C-624A-804D-9EC4-7DE03C8216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8" y="-13176"/>
            <a:ext cx="2745297" cy="15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5527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8690DFE0-6E0C-AD42-8457-1C085895E3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B244A14-99B6-434B-806E-F79D2423D6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8" y="-13176"/>
            <a:ext cx="2745297" cy="15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815073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D81B54F5-13FA-3C4E-974A-5D92042B0FD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14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13000" indent="-162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86A61725-3423-2349-9518-C40DFD8E372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38840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bg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92D9BCA-7D8F-4A49-B350-A3907C1459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51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48538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94419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21466700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93843717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71588526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54858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19896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AA360A2-6A81-F745-B0BA-D17CF7C41F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55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C312E52-5F25-F145-941D-847F75FF4A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74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23641388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A773512-55C7-2B46-9113-E2A18B1316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89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89905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9A0BF630-8A40-CF48-A9A0-E1AFC8D2358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355201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74906021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3158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03455052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7689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85268154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74907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41295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9528130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8909431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0003662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58561640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AAE31AA-4F3D-DF42-AA61-0E507CB823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246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49B233A0-EA33-A34A-AA60-CC158917FC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02353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3D2E9093-0E60-BA4D-901C-9AACA7755EC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56635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70925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70925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70925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1ADA08BF-661A-374E-B397-E088CEE567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51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E3D7069-4B4C-A54F-BDA0-7D71307D3F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6BDFADF0-C96A-464C-99DF-DD3F8394FE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6" cy="15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516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9736653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3" name="Tijdelijke aanduiding voor afbeelding 22">
            <a:extLst>
              <a:ext uri="{FF2B5EF4-FFF2-40B4-BE49-F238E27FC236}">
                <a16:creationId xmlns:a16="http://schemas.microsoft.com/office/drawing/2014/main" id="{35629C47-969E-4B47-AD76-F769B346E2C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DB37F6DB-C60D-4F4D-AF92-FD05AC8B79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6" cy="15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10642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C135EBA1-8293-C148-8A1B-ED3FB7F703D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62062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6" name="Afbeelding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A86B78C-ECEA-3F48-A8AA-7F7F92A435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6" cy="15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29854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FB2D7DB2-7D28-084D-8169-A191429CAB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6" cy="15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4123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28E5E4BB-799C-544E-8D22-5A18C85488C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761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513000" indent="-162000"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53E02048-3131-A141-AAB5-C0A1028E0A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77913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tx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205B8ABC-31F6-834B-B107-1D466EBC7A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230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355651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7692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02344426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81574883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18640026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0896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86847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C63CDA6-6003-E144-BBE6-D9523D7403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918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DC185B0-E99C-E24F-832B-12C799F48B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197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solidFill>
            <a:schemeClr val="bg1"/>
          </a:solidFill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23370273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038088DE-7CF5-DD4B-B3E1-1A15C595C1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072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0927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6B4AB5FC-A6AE-4D42-BB0C-D8BEAB5A42E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279850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29406927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50689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13576299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35020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01237127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42668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27319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363141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9547144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41137701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83305081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9AABA25-0520-DF4B-A7C9-BCCCF08EE2C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425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2" name="Afbeelding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79714470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2" name="Afbeelding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41308971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4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566389" y="3926077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5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566389" y="4712093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566389" y="5485583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DABBA4A9-5643-B947-B789-03FA7B62091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376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4E80764-856C-B24C-8A17-96C29DCCC6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1940EFF3-CB66-3348-8ACB-E325E94A1D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6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56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79721613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9CF7B166-3BDB-DD4D-9E66-B9979D5086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DF08679B-83E4-D746-88E7-3F53E547A5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FFB586F2-C739-9D4B-9FB0-7B91E89468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6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35879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0C501AF-83A8-8F47-AC3C-EAC365FC52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55A507AF-B45B-684D-95AE-466A5BBBCE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02147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CB57CD67-3869-1842-9B74-3FCEB9C29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CBFC48D2-7733-E245-8151-7B78C5E4B2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6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328728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AE0CEB2B-043B-564A-8D16-9DB7108C1C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77D37B79-9C3A-3C45-B106-570F64E3A3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6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44743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5C1E4406-74FA-C541-9C68-BDAFC385A7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3541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13000" indent="-162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A3A04D0-90F8-D146-8E89-D9429A3538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385560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bg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696FA51-D288-AA48-AB9E-CCDA008D303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752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173823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5234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12464528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2900649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54186400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40409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3155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267D7E3-A1FF-6E4A-A7EC-E24F60DE211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21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302FBE6-B8D0-D848-8EC3-24425BAD145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83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23815599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DFA35A7-F944-564E-9436-F75025757B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46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6818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0A678F6F-A7BF-E344-8961-E35D98A9BA5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211677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21010911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491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59483623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13858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45510834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50288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63954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9831774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1750299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76297637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4943708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4BD0E7EF-0276-1F47-BD29-7436C091D0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04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3632AC58-E4C4-F844-92DA-F6A9570079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51377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5A5C304B-DDD6-3246-9DB4-CDB28226738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77900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70925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70925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70925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5419C014-7333-3B46-9AED-B8796473BF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350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ysClr val="windowText" lastClr="000000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4611018-E0D5-BF45-B124-6BD0F554E3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FCC470DB-0476-694C-8B7A-2721EE7905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1" y="-13176"/>
            <a:ext cx="27452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864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35324054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ysClr val="windowText" lastClr="000000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ysClr val="windowText" lastClr="000000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5FF1452E-61D4-2248-8677-11F4BF8179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55BAFB1C-5D11-944A-96BB-FA74D8B08F8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91C9F1C5-E6CB-674B-B923-FC93CC7A82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1" y="-13176"/>
            <a:ext cx="27452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764419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ysClr val="windowText" lastClr="000000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2AC70C0-3F62-AD40-8225-7DFC4A386A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E71B0B9D-1DF0-634C-BB24-80EFB4F29B1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buClr>
                <a:schemeClr val="bg1"/>
              </a:buClr>
              <a:defRPr lang="nl-NL" dirty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52817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7DF6F61C-97D5-AA49-8399-84317D3394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A18B73BD-0266-274A-BD71-AF05F432E4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1" y="-13176"/>
            <a:ext cx="27452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045504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E728E48-643E-544D-A813-C0BAB23F9F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C3DDB892-18B4-AE46-8394-66B2E248D9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1" y="-13176"/>
            <a:ext cx="27452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661021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AF260D0C-1E71-C54C-BC16-D1CBE1023D9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3836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513000" indent="-162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C44ED47-A238-2D42-9C79-E60FB98206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58781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tx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FCF7695-4593-1943-B84E-F8C54CACBEF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79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843264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04231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08722010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16103528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1255443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137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2979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AB1A3E9-97CB-CA43-9E2C-4CE700C68A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43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BE770F96-3C80-EF44-950D-D974353140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21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13186842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E2861002-9B37-3648-AC12-62C3BB3C1FD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9945B71-DBE8-C64D-A8FF-A06662931A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54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1817E04A-B9A8-0D44-BBB8-122507EA081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77986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8466592-3EDA-8A4C-9A9E-0690EAD4E0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51331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12174826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70100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09166024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1"/>
              </a:buCl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040865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30056981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21122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98043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769858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0427750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86239568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89598390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0E8BB49C-81EE-D640-B093-EE3BB398289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1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A89A82B9-7DCD-4B4C-A1E7-70EA56CC3EB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79003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A3124508-A1C5-A546-B635-25BCABA3FC1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45601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70925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70925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70925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2A7CF36B-46BB-C94E-AE21-AE6C325851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968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D835392-A761-214F-99EE-556C415BF5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EDF60A8B-A0C1-2B4B-8483-6DF3E5614F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484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92482817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EDC8E8D9-E056-4649-A9B3-BE302117BF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0F3BA90-F16A-664E-B5B7-D10815392DC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4A154FB3-6986-6A41-B61D-24A3F87173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85689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3532197C-DE83-454F-89D4-0F49963CE4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1" name="Tijdelijke aanduiding voor afbeelding 12">
            <a:extLst>
              <a:ext uri="{FF2B5EF4-FFF2-40B4-BE49-F238E27FC236}">
                <a16:creationId xmlns:a16="http://schemas.microsoft.com/office/drawing/2014/main" id="{111098EA-700A-7C47-B485-AA4C505D97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9427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EAF6940-C706-3B44-990B-2DB25A90F7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6D4ACFB1-B170-BC40-A07C-0A6DA5BD00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384298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5BEA51E0-C276-7444-828F-CE4067DE3E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EA896A78-611E-F744-9131-095C1C45E7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690353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4187EEEF-7429-FB49-B542-1624E08640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3270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513000" indent="-162000"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A19CB5F-4869-E04F-AB4E-4EAA863426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695459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tx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6568C4E-8CFE-004D-A62A-096E46A1E16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148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51003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40942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127154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77042599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351382"/>
      </p:ext>
    </p:extLst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58738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59676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E72CD150-65C0-424A-A624-6595B850D17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35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B1271B5E-675E-A040-B6D7-F179ED8372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626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07102512"/>
      </p:ext>
    </p:extLst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D7638C5-A36D-8E41-B66C-98CFF1DE49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614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70468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5F1C96CC-923A-5341-8242-9505BA3BDE8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21581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87190993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88247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9665683"/>
      </p:ext>
    </p:extLst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98473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81410373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89706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03608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4274220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4544904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1690899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68425827"/>
      </p:ext>
    </p:extLst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77FB4AF3-AF59-F148-8CCF-B9596B80FCC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29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DC7A64E4-E903-5A48-83A1-7C29AEEBB9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24433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FE9895E6-7BD5-F94B-9B0D-58B5904D11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380705"/>
      </p:ext>
    </p:extLst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4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566389" y="3926077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5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566389" y="4712093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566389" y="5485583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73279B13-E9ED-8441-A9B7-2130459388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9103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86536A7C-7293-7B4F-9A08-B52F28B003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99B69336-BDF7-844F-BD47-440782B56A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46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059525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438D7B86-9827-5547-9BEE-2215A2D0C6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5A5C6823-8955-2649-8A7B-F479054B86A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D5BBB624-5B21-B143-885B-D8B6DD5934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80494"/>
      </p:ext>
    </p:extLst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B40302EF-B2B6-DA4E-B976-A001A24AD9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1" name="Tijdelijke aanduiding voor afbeelding 12">
            <a:extLst>
              <a:ext uri="{FF2B5EF4-FFF2-40B4-BE49-F238E27FC236}">
                <a16:creationId xmlns:a16="http://schemas.microsoft.com/office/drawing/2014/main" id="{831C5536-20D5-AD41-9B90-902BFEAD1F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332759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D8C1CA5-17FC-4D4B-AACB-CA708DE30A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F37B6D06-77FB-774F-A317-F7A1EEBA16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27799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E21F4804-2FCD-3A4C-932B-6EF2797AAC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1AD3A35-6C61-5B4F-95EF-DBC1F1DAB7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749868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071F31B8-D7BF-964A-9976-98530F8600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28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513000" indent="-162000"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6E726CDE-A2C6-814E-BF73-F95847F0F5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75658"/>
      </p:ext>
    </p:extLst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tx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9E8A857-1024-0042-8254-C3EBB1CC31D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212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67470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7762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63577980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36447644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41993897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000378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32991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97D35B0-A00D-BC4C-B3AF-D9CEF697BD0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357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36D8277-B720-174D-B5B3-C63F2B5A721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788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45938288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0BEE2FA-08FD-6844-A5BB-1041E77A4D3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515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0706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A4466F7-66FF-7440-943F-4BA1E995B0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500128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66582159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942902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67071710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06434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28303021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160917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39030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427029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9264575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31591586"/>
      </p:ext>
    </p:extLst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37500923"/>
      </p:ext>
    </p:extLst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1BACB65-F63F-454C-9757-F8266C1F3E6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735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07B54F1D-5963-3C4B-A1C0-DBDFA458D5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5733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82ADB06B-1F91-2743-9280-06BA151DBC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53519"/>
      </p:ext>
    </p:extLst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4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566389" y="3926077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5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566389" y="4712093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566389" y="5485583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18005DB3-A803-EA45-9B51-D276E955DE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38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8F35859-9169-194F-A39C-F0A87138D7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1390D4D5-14A8-CE46-BF62-F1458C5CD8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626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1507551"/>
      </p:ext>
    </p:extLst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3D124ED0-166D-1948-A0B7-064FAAFF2E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905C362D-10F4-1D40-B1A6-29F8522602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6DB9E39E-9F1C-D349-952C-CD5895CC63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75973"/>
      </p:ext>
    </p:extLst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A278463-DE00-7841-AAB0-EFF5DCAC4E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E2BFDCDE-887C-6C4B-B1CD-BECE659D93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35154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A19B0E3-ACD8-464C-AEC7-6FBF3C3634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C969B98E-52C9-0646-9B03-DC917A8438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10225"/>
      </p:ext>
    </p:extLst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8C637DA8-F7AC-BE4A-BA8D-04D52E34BF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34806D52-5167-C444-AE32-26F2FEE722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9948"/>
      </p:ext>
    </p:extLst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B4CDE732-C1F2-B646-A372-AADCB2D8C6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3144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13000" indent="-162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B58F1ABC-435C-9E4F-9A15-9F7CFE045C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052555"/>
      </p:ext>
    </p:extLst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bg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5FFD22B-E36D-8142-810D-42F92B1342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488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052250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86648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17050070"/>
      </p:ext>
    </p:extLst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47990489"/>
      </p:ext>
    </p:extLst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66286327"/>
      </p:ext>
    </p:extLst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410853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75222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F3AA971-6A5E-294A-83E1-6EAAA78615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56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DC8BBA9-CE48-E24F-9589-BC1AFF8CB1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966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95852604"/>
      </p:ext>
    </p:extLst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8D840F26-A558-C042-9F98-5B5E70C2A1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546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19576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0EFE5B3-D329-4A42-87D7-F6B209C6D88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1484"/>
      </p:ext>
    </p:extLst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Rechthoek 11"/>
          <p:cNvSpPr>
            <a:spLocks/>
          </p:cNvSpPr>
          <p:nvPr/>
        </p:nvSpPr>
        <p:spPr>
          <a:xfrm>
            <a:off x="4396500" y="6620400"/>
            <a:ext cx="351000" cy="237600"/>
          </a:xfrm>
          <a:prstGeom prst="rect">
            <a:avLst/>
          </a:prstGeom>
          <a:solidFill>
            <a:srgbClr val="15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47464002"/>
      </p:ext>
    </p:extLst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7712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88715578"/>
      </p:ext>
    </p:extLst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040896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98349173"/>
      </p:ext>
    </p:extLst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39955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661820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066703"/>
      </p:ext>
    </p:extLst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2711853"/>
      </p:ext>
    </p:extLst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23930283"/>
      </p:ext>
    </p:extLst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3872089"/>
      </p:ext>
    </p:extLst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991A3CB-B8FE-1349-B199-D551881F78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498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2464EEB2-1542-BC48-986B-166AE2A564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158375"/>
      </p:ext>
    </p:extLst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1B7711FD-C196-6945-ADDB-07729B939C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578010"/>
      </p:ext>
    </p:extLst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70925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70925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70925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7C0B04D1-1B78-1544-8CB1-5654C4D382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81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C034E99-FAD8-C340-9358-AD9D8EBB7A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71B2B988-8A5D-7C43-AF19-C038FAEA25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1" y="-13176"/>
            <a:ext cx="27452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615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64078682"/>
      </p:ext>
    </p:extLst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28FC4AB4-9496-574A-9711-743D695C1A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B23645D-3229-6D4F-8640-AEEAA0325F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52D9E35C-2962-C54E-8A89-E0C96B013E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1" y="-13176"/>
            <a:ext cx="27452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25655"/>
      </p:ext>
    </p:extLst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E454366-A851-494A-A114-376C566A2C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15BF165A-719B-B949-B2AD-6DA42EFC875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buClr>
                <a:schemeClr val="bg1"/>
              </a:buClr>
              <a:defRPr lang="nl-NL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88146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25E1CA0-B98C-8743-BFBE-C85CCFD186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CEE6E0D3-E6DA-644E-9D77-416E4B811F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1" y="-13176"/>
            <a:ext cx="27452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402141"/>
      </p:ext>
    </p:extLst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F61378A5-175B-C74A-ABFD-03A6F6D90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91AD3746-2F56-E844-A7FE-3512BDFE9D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1" y="-13176"/>
            <a:ext cx="27452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64114"/>
      </p:ext>
    </p:extLst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9ACF8A4C-C922-B84F-8412-E0646BF0D9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619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513000" indent="-162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16A5D62-6207-8B4E-9FDB-37D98952442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41941"/>
      </p:ext>
    </p:extLst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tx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528028-6B73-3D42-A511-253946375E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14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64808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77626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27111925"/>
      </p:ext>
    </p:extLst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40405675"/>
      </p:ext>
    </p:extLst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46729598"/>
      </p:ext>
    </p:extLst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774858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23829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07C651C-7A16-C24E-9EA3-A47DC4119F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241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D25D8D4-507A-5D40-A528-644E7F411A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0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7">
            <a:extLst>
              <a:ext uri="{FF2B5EF4-FFF2-40B4-BE49-F238E27FC236}">
                <a16:creationId xmlns:a16="http://schemas.microsoft.com/office/drawing/2014/main" id="{1817E04A-B9A8-0D44-BBB8-122507EA081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53443278"/>
      </p:ext>
    </p:extLst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7">
            <a:extLst>
              <a:ext uri="{FF2B5EF4-FFF2-40B4-BE49-F238E27FC236}">
                <a16:creationId xmlns:a16="http://schemas.microsoft.com/office/drawing/2014/main" id="{1817E04A-B9A8-0D44-BBB8-122507EA081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594126D-4AC9-044B-85CA-4655AA1E97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486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1817E04A-B9A8-0D44-BBB8-122507EA081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7962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24F399D8-ABC9-2540-8BF5-C1A1E562A8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96024"/>
      </p:ext>
    </p:extLst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4513595"/>
      </p:ext>
    </p:extLst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16176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8621098"/>
      </p:ext>
    </p:extLst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32535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59708668"/>
      </p:ext>
    </p:extLst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43704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82881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279787"/>
      </p:ext>
    </p:extLst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5776136"/>
      </p:ext>
    </p:extLst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76860302"/>
      </p:ext>
    </p:extLst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29966566"/>
      </p:ext>
    </p:extLst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D7F7517-0356-1F4A-9593-FD48630F73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728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FAD314F-14E9-B34D-B4CF-CD55C7BF3B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12559"/>
      </p:ext>
    </p:extLst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4F59A6A-49E2-B146-AF7C-049A285755B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81781"/>
      </p:ext>
    </p:extLst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BE41A1A3-2F34-3E44-BBF7-35FAF34E6A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4" name="Tijdelijke aanduiding voor afbeelding 3">
            <a:extLst>
              <a:ext uri="{FF2B5EF4-FFF2-40B4-BE49-F238E27FC236}">
                <a16:creationId xmlns:a16="http://schemas.microsoft.com/office/drawing/2014/main" id="{68F1B8EF-B9CC-234E-A911-AF80753B556C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5" name="Tijdelijke aanduiding voor afbeelding 3">
            <a:extLst>
              <a:ext uri="{FF2B5EF4-FFF2-40B4-BE49-F238E27FC236}">
                <a16:creationId xmlns:a16="http://schemas.microsoft.com/office/drawing/2014/main" id="{F9E482C7-7D5B-A443-B41A-21C542E25300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Tijdelijke aanduiding voor afbeelding 3">
            <a:extLst>
              <a:ext uri="{FF2B5EF4-FFF2-40B4-BE49-F238E27FC236}">
                <a16:creationId xmlns:a16="http://schemas.microsoft.com/office/drawing/2014/main" id="{80A4409A-10BE-6F4E-B38D-006C3023D3E0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5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7" name="Tijdelijke aanduiding voor tekst 13">
            <a:extLst>
              <a:ext uri="{FF2B5EF4-FFF2-40B4-BE49-F238E27FC236}">
                <a16:creationId xmlns:a16="http://schemas.microsoft.com/office/drawing/2014/main" id="{DE5A75A7-0D76-6C4B-8FBA-32A23AB9F0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4" name="Tijdelijke aanduiding voor tekst 13">
            <a:extLst>
              <a:ext uri="{FF2B5EF4-FFF2-40B4-BE49-F238E27FC236}">
                <a16:creationId xmlns:a16="http://schemas.microsoft.com/office/drawing/2014/main" id="{059E2988-83A3-964B-90F3-CA1FB6B37D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5" name="Tijdelijke aanduiding voor tekst 13">
            <a:extLst>
              <a:ext uri="{FF2B5EF4-FFF2-40B4-BE49-F238E27FC236}">
                <a16:creationId xmlns:a16="http://schemas.microsoft.com/office/drawing/2014/main" id="{84BFB83C-77BC-0543-BAD9-F0249A9284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566304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AFCE8B0-DD73-2947-9328-9115D83FD8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DA827490-0031-0E4F-86E5-3FF0220FFA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134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86681839"/>
      </p:ext>
    </p:extLst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35C1C912-210B-454A-A6B5-A11FA7DEDC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1513F8B-999C-884B-93DC-388C6B407FD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1A2EAE1-C416-204B-A199-FF4C7781A7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604561"/>
      </p:ext>
    </p:extLst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2405C03-D90E-FC41-B80B-E73391FDEC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28FA2696-84C1-1649-8A59-67E687AAB0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34820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2B5321D-EB1C-2142-8695-68E40A9D89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F5FAAC01-C364-774F-88FE-17259E5DC0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790291"/>
      </p:ext>
    </p:extLst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CC7F95A-D18A-7B46-B9E6-264077809E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2E6C6173-FAD5-5847-B684-1B496ED013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986287"/>
      </p:ext>
    </p:extLst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568E4D4D-B363-A449-9181-2C96A3C538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04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13000" indent="-162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4ACB56B7-4DC6-DB4B-9123-3C4E679C1A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29333"/>
      </p:ext>
    </p:extLst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bg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ECF2DFE-783B-454A-9C87-526A42EB5C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14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97488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460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49901924"/>
      </p:ext>
    </p:extLst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55032922"/>
      </p:ext>
    </p:extLst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02410114"/>
      </p:ext>
    </p:extLst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50748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434712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EFCB1B3-0962-A843-A9FB-A2BB3FE5C12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78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B3041858-3A34-2F42-958E-EAB3A5457FF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4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5043480"/>
      </p:ext>
    </p:extLst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E2AC9301-3D36-044B-8644-E5A87C4250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03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14168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CA45824-7873-1F48-9BB9-DDA2C69120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62604"/>
      </p:ext>
    </p:extLst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11682025"/>
      </p:ext>
    </p:extLst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4743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92153542"/>
      </p:ext>
    </p:extLst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48437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97625918"/>
      </p:ext>
    </p:extLst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34461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46461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323899"/>
      </p:ext>
    </p:extLst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7667573"/>
      </p:ext>
    </p:extLst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0027941"/>
      </p:ext>
    </p:extLst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48747726"/>
      </p:ext>
    </p:extLst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D1276C3-FD7E-8747-99AA-2078056937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40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BDE31120-DDD1-8746-9A6A-9B79FB1A27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79789"/>
      </p:ext>
    </p:extLst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BF35E3DD-6F92-AE40-9C42-7D9BDBEB46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37214"/>
      </p:ext>
    </p:extLst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70925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70925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70925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FB3C3CD6-10DA-6245-AAF8-F302EE3DC0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16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68B3C94-9196-1146-852A-A5E37DC5A2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561EBB61-3141-5A4D-B6C2-DA70334B6A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57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93580635"/>
      </p:ext>
    </p:extLst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6497AA2-3A4F-6141-81F2-5C4A18980F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DBD715D-EA47-A345-A597-76F254AD9D5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C3502BC-1CD4-FE44-9C3F-29C83C9959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60846"/>
      </p:ext>
    </p:extLst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8F92AC7B-7C05-F74D-8F5F-CF30DBA757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5578" cy="168120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E5B579D1-6EF5-AD40-B1C0-BEECF26227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95861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E24A7278-1F18-AD42-80DE-A9A321632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675238FD-4C8E-0E48-8EE6-9B03847B3A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057968"/>
      </p:ext>
    </p:extLst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4AF317D2-9313-F641-BE7A-40A1A7ADF9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40F067E-C9AD-0242-83D6-1AAF02DB52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47343"/>
      </p:ext>
    </p:extLst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4B16F6B7-620A-AE48-B4A4-77954745308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219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13000" indent="-162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E0B8EE29-FC86-7B4F-A1DC-25C4058A1E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08514"/>
      </p:ext>
    </p:extLst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bg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6D90830-4EF1-7D46-83D0-ACC413A9F1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98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215818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62901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19315879"/>
      </p:ext>
    </p:extLst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25198704"/>
      </p:ext>
    </p:extLst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4490530"/>
      </p:ext>
    </p:extLst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94864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221294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D78526D-DFC9-DE41-9104-473DA714E6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5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EBF1060D-B757-D940-A088-128DC25EC5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6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1571297"/>
      </p:ext>
    </p:extLst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0ECCFF30-6A2B-8340-BFB3-23EFBCEB8F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801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97578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3CA3BAE-EB1B-D744-9637-89524A9895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479049"/>
      </p:ext>
    </p:extLst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91585589"/>
      </p:ext>
    </p:extLst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7287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03106726"/>
      </p:ext>
    </p:extLst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21295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04247704"/>
      </p:ext>
    </p:extLst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93195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13445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951944"/>
      </p:ext>
    </p:extLst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9548000"/>
      </p:ext>
    </p:extLst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665116"/>
      </p:ext>
    </p:extLst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277594"/>
      </p:ext>
    </p:extLst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D992AB0-EDA2-6E42-ADEA-6249D84BF1E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4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B9523A1-593C-104C-8BA3-BB79C56F01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68808"/>
      </p:ext>
    </p:extLst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0A48EAC-0BB6-B84C-8D80-E0CF07D8DF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59336"/>
      </p:ext>
    </p:extLst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70925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70925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70925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D1082845-E2CE-B542-9199-7F353C7D8F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263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5EBE4755-54A0-BE4A-A1D1-44625DF7DD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7698AD6E-795F-3C41-A601-70EF331F67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080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25071510"/>
      </p:ext>
    </p:extLst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FBE31237-1083-AB4B-91BD-AFA64A0C07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437548B-FF95-DB49-849D-A635600FE61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B3886928-8BE6-4442-8D6B-CF481A6628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323135"/>
      </p:ext>
    </p:extLst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511EAEE-859D-C44F-B575-334B22A17A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9D360720-C202-8C45-9FBF-F7D13BCD9D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98998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A0AFD14-6D12-784C-A3CF-527AFBDAA5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CEC71564-EF07-AA49-BBEB-AB800F8CA2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630"/>
      </p:ext>
    </p:extLst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9EB05636-7F8C-1348-B5BB-6852BA80BA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CB0AC13E-1529-F445-A302-F5C8E60480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831504"/>
      </p:ext>
    </p:extLst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AFC6884B-BC2E-E047-9F81-148C584CAF0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903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13000" indent="-162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595C8C08-B68E-8848-8443-4926C538109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594370"/>
      </p:ext>
    </p:extLst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bg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3B540BB-06A3-4B4B-9728-91FA7F1A1F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15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51279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74113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92218299"/>
      </p:ext>
    </p:extLst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23119149"/>
      </p:ext>
    </p:extLst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70573356"/>
      </p:ext>
    </p:extLst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21913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71348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1F52F3E-725F-8745-9F31-C52D92D324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93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2D8D946-A344-3147-A971-781F250C05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91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68731865"/>
      </p:ext>
    </p:extLst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D29F35F-0F39-594C-826B-4BDC677D6B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641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8217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C559DCA-5789-E947-96F2-E0A472AD8B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598318"/>
      </p:ext>
    </p:extLst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58515776"/>
      </p:ext>
    </p:extLst>
  </p:cSld>
  <p:clrMapOvr>
    <a:masterClrMapping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63583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68642172"/>
      </p:ext>
    </p:extLst>
  </p:cSld>
  <p:clrMapOvr>
    <a:masterClrMapping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42403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54407753"/>
      </p:ext>
    </p:extLst>
  </p:cSld>
  <p:clrMapOvr>
    <a:masterClrMapping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16456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52255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419183"/>
      </p:ext>
    </p:extLst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0529272"/>
      </p:ext>
    </p:extLst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22578147"/>
      </p:ext>
    </p:extLst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81469250"/>
      </p:ext>
    </p:extLst>
  </p:cSld>
  <p:clrMapOvr>
    <a:masterClrMapping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4CC89E80-9261-BB4A-A6CC-EB46D74DDB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033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5BD8074-A8E6-2B46-82E2-9C872A82DB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6087"/>
      </p:ext>
    </p:extLst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8AEFCCC-40B4-294C-B7C6-9EF1FBDEFA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79171"/>
      </p:ext>
    </p:extLst>
  </p:cSld>
  <p:clrMapOvr>
    <a:masterClrMapping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70925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70925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70925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45EE5BE-E669-9D46-B874-885CEBBDD2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910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62D5E0F-9972-6445-8794-088F814D96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D23ECA92-F249-0C4E-AEC9-1A360E9A11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08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67671601"/>
      </p:ext>
    </p:extLst>
  </p:cSld>
  <p:clrMapOvr>
    <a:masterClrMapping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D3146651-D8B6-494E-80C0-A80D432C2D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F55FD5D-8C3D-4144-9202-F4F2319DF15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BC4B0442-6EF6-BB40-8E4E-2853174C88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766953"/>
      </p:ext>
    </p:extLst>
  </p:cSld>
  <p:clrMapOvr>
    <a:masterClrMapping/>
  </p:clrMapOvr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4551168-6021-C044-B2DE-60CB9D0613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F2D8D1E5-2231-A94F-9BE5-A199DC7577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45258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F713C05-60FE-1544-804E-DC45D8735A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747F4BCE-9AB3-774F-A7E7-AF94BB3323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46116"/>
      </p:ext>
    </p:extLst>
  </p:cSld>
  <p:clrMapOvr>
    <a:masterClrMapping/>
  </p:clrMapOvr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73CF64DF-3902-CF4A-9176-80ABDA8DD1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E5E31FFB-48B8-8C4F-AFF2-7B2B15594D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30585"/>
      </p:ext>
    </p:extLst>
  </p:cSld>
  <p:clrMapOvr>
    <a:masterClrMapping/>
  </p:clrMapOvr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9D7773A4-FFC1-FB46-8CEE-18FCE9837A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751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13000" indent="-162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83EED7A-B188-3C48-BDF0-9416B7012C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924264"/>
      </p:ext>
    </p:extLst>
  </p:cSld>
  <p:clrMapOvr>
    <a:masterClrMapping/>
  </p:clrMapOvr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bg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DD872D4-1F37-A54F-93DB-917ECEABE4C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481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52814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97144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3705089"/>
      </p:ext>
    </p:extLst>
  </p:cSld>
  <p:clrMapOvr>
    <a:masterClrMapping/>
  </p:clrMapOvr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44250237"/>
      </p:ext>
    </p:extLst>
  </p:cSld>
  <p:clrMapOvr>
    <a:masterClrMapping/>
  </p:clrMapOvr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11629278"/>
      </p:ext>
    </p:extLst>
  </p:cSld>
  <p:clrMapOvr>
    <a:masterClrMapping/>
  </p:clrMapOvr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83481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739685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8D5328FB-7CDC-B242-9390-805358BC298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20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123B140-D237-0D47-89C8-4E59FF95C2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509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74949941"/>
      </p:ext>
    </p:extLst>
  </p:cSld>
  <p:clrMapOvr>
    <a:masterClrMapping/>
  </p:clrMapOvr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852E16F4-8910-C843-A6DB-9E1A3326CE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11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68053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24F4F5E8-C7FF-1547-8E3A-1FDA9CAC2C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960394"/>
      </p:ext>
    </p:extLst>
  </p:cSld>
  <p:clrMapOvr>
    <a:masterClrMapping/>
  </p:clrMapOvr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37157952"/>
      </p:ext>
    </p:extLst>
  </p:cSld>
  <p:clrMapOvr>
    <a:masterClrMapping/>
  </p:clrMapOvr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7981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59720750"/>
      </p:ext>
    </p:extLst>
  </p:cSld>
  <p:clrMapOvr>
    <a:masterClrMapping/>
  </p:clrMapOvr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32496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32266747"/>
      </p:ext>
    </p:extLst>
  </p:cSld>
  <p:clrMapOvr>
    <a:masterClrMapping/>
  </p:clrMapOvr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47704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9785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0350896"/>
      </p:ext>
    </p:extLst>
  </p:cSld>
  <p:clrMapOvr>
    <a:masterClrMapping/>
  </p:clrMapOvr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7423956"/>
      </p:ext>
    </p:extLst>
  </p:cSld>
  <p:clrMapOvr>
    <a:masterClrMapping/>
  </p:clrMapOvr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083369"/>
      </p:ext>
    </p:extLst>
  </p:cSld>
  <p:clrMapOvr>
    <a:masterClrMapping/>
  </p:clrMapOvr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70843570"/>
      </p:ext>
    </p:extLst>
  </p:cSld>
  <p:clrMapOvr>
    <a:masterClrMapping/>
  </p:clrMapOvr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41578156-BBAE-754A-AB75-2D07F44016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68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3FCBB512-407F-6A4F-B1C8-70ECBEEF70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01856"/>
      </p:ext>
    </p:extLst>
  </p:cSld>
  <p:clrMapOvr>
    <a:masterClrMapping/>
  </p:clrMapOvr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0B9AA919-A960-6840-B9E4-AD3BF00A302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842157"/>
      </p:ext>
    </p:extLst>
  </p:cSld>
  <p:clrMapOvr>
    <a:masterClrMapping/>
  </p:clrMapOvr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70925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70925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70925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017A6BF3-5D79-7041-86FB-B1AC91C1B8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747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DB49585A-CB29-BD4F-A806-E379E811B9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C8FCB920-43C3-A846-A9C1-BC43D1F208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1" y="-13176"/>
            <a:ext cx="2745292" cy="156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9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0535834"/>
      </p:ext>
    </p:extLst>
  </p:cSld>
  <p:clrMapOvr>
    <a:masterClrMapping/>
  </p:clrMapOvr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5BFF348C-E1C6-1441-9DE3-8BA6FD8216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372FB4C5-49A3-C441-885C-A0353566A38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2451BA9B-E425-8240-852A-70A0CFDAA0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1" y="-13176"/>
            <a:ext cx="2745292" cy="156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335933"/>
      </p:ext>
    </p:extLst>
  </p:cSld>
  <p:clrMapOvr>
    <a:masterClrMapping/>
  </p:clrMapOvr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436540F-7B0B-494C-8C13-C65C533FDE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1573D753-D6E6-6544-811E-1B8802789B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40084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4D05251-5B18-6E4A-BDCE-5247B18067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C64CC6A0-9B13-FB46-A639-FD0B9AFC00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1" y="-13176"/>
            <a:ext cx="2745292" cy="156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96791"/>
      </p:ext>
    </p:extLst>
  </p:cSld>
  <p:clrMapOvr>
    <a:masterClrMapping/>
  </p:clrMapOvr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779EB170-62F6-E04C-8CC3-ADC9EFA8FF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D2E88205-5E25-114A-B163-F31AEEC49F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1" y="-13176"/>
            <a:ext cx="2745292" cy="156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79325"/>
      </p:ext>
    </p:extLst>
  </p:cSld>
  <p:clrMapOvr>
    <a:masterClrMapping/>
  </p:clrMapOvr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16E05F47-579C-354C-81BF-C4519CAF9D1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058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13000" indent="-162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6AC970B5-4562-7249-B916-9C8C70DE0A3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47752"/>
      </p:ext>
    </p:extLst>
  </p:cSld>
  <p:clrMapOvr>
    <a:masterClrMapping/>
  </p:clrMapOvr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bg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021271C-6444-6849-9656-C55971E0E1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734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751623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42063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15630391"/>
      </p:ext>
    </p:extLst>
  </p:cSld>
  <p:clrMapOvr>
    <a:masterClrMapping/>
  </p:clrMapOvr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04621089"/>
      </p:ext>
    </p:extLst>
  </p:cSld>
  <p:clrMapOvr>
    <a:masterClrMapping/>
  </p:clrMapOvr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98615773"/>
      </p:ext>
    </p:extLst>
  </p:cSld>
  <p:clrMapOvr>
    <a:masterClrMapping/>
  </p:clrMapOvr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90580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79193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9810EF6-C3B3-C141-B597-F3F41985BCA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22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EB37DC5-42B0-AF48-B8FA-40B91D2993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944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15658394"/>
      </p:ext>
    </p:extLst>
  </p:cSld>
  <p:clrMapOvr>
    <a:masterClrMapping/>
  </p:clrMapOvr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B65CF4A-778A-DE4E-A665-F01E5A813CB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885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6811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CD66FF7B-BC4B-0A4E-A543-AAAA2FB640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367103"/>
      </p:ext>
    </p:extLst>
  </p:cSld>
  <p:clrMapOvr>
    <a:masterClrMapping/>
  </p:clrMapOvr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81034223"/>
      </p:ext>
    </p:extLst>
  </p:cSld>
  <p:clrMapOvr>
    <a:masterClrMapping/>
  </p:clrMapOvr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55235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37224250"/>
      </p:ext>
    </p:extLst>
  </p:cSld>
  <p:clrMapOvr>
    <a:masterClrMapping/>
  </p:clrMapOvr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86055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51605704"/>
      </p:ext>
    </p:extLst>
  </p:cSld>
  <p:clrMapOvr>
    <a:masterClrMapping/>
  </p:clrMapOvr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031997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42355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956242"/>
      </p:ext>
    </p:extLst>
  </p:cSld>
  <p:clrMapOvr>
    <a:masterClrMapping/>
  </p:clrMapOvr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2769878"/>
      </p:ext>
    </p:extLst>
  </p:cSld>
  <p:clrMapOvr>
    <a:masterClrMapping/>
  </p:clrMapOvr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74167863"/>
      </p:ext>
    </p:extLst>
  </p:cSld>
  <p:clrMapOvr>
    <a:masterClrMapping/>
  </p:clrMapOvr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45564638"/>
      </p:ext>
    </p:extLst>
  </p:cSld>
  <p:clrMapOvr>
    <a:masterClrMapping/>
  </p:clrMapOvr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B79CFB6-0714-0745-AD75-A638125C33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34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F2EF757-D83B-8243-8DB9-076E382D80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27861"/>
      </p:ext>
    </p:extLst>
  </p:cSld>
  <p:clrMapOvr>
    <a:masterClrMapping/>
  </p:clrMapOvr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3F7A14CB-267E-D447-B221-CC2679125B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797974"/>
      </p:ext>
    </p:extLst>
  </p:cSld>
  <p:clrMapOvr>
    <a:masterClrMapping/>
  </p:clrMapOvr>
</p:sldLayout>
</file>

<file path=ppt/slideLayouts/slideLayout6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70925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70925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70925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0E084EAE-4A67-E145-BFFF-CC46386C7A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379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64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72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63.xml"/><Relationship Id="rId33" Type="http://schemas.openxmlformats.org/officeDocument/2006/relationships/slideLayout" Target="../slideLayouts/slideLayout71.xml"/><Relationship Id="rId38" Type="http://schemas.openxmlformats.org/officeDocument/2006/relationships/theme" Target="../theme/theme2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67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32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75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28" Type="http://schemas.openxmlformats.org/officeDocument/2006/relationships/slideLayout" Target="../slideLayouts/slideLayout66.xml"/><Relationship Id="rId36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31" Type="http://schemas.openxmlformats.org/officeDocument/2006/relationships/slideLayout" Target="../slideLayouts/slideLayout69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8.xml"/><Relationship Id="rId35" Type="http://schemas.openxmlformats.org/officeDocument/2006/relationships/slideLayout" Target="../slideLayouts/slideLayout73.xml"/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8.xml"/><Relationship Id="rId18" Type="http://schemas.openxmlformats.org/officeDocument/2006/relationships/slideLayout" Target="../slideLayouts/slideLayout93.xml"/><Relationship Id="rId26" Type="http://schemas.openxmlformats.org/officeDocument/2006/relationships/slideLayout" Target="../slideLayouts/slideLayout101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96.xml"/><Relationship Id="rId34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17" Type="http://schemas.openxmlformats.org/officeDocument/2006/relationships/slideLayout" Target="../slideLayouts/slideLayout92.xml"/><Relationship Id="rId25" Type="http://schemas.openxmlformats.org/officeDocument/2006/relationships/slideLayout" Target="../slideLayouts/slideLayout100.xml"/><Relationship Id="rId33" Type="http://schemas.openxmlformats.org/officeDocument/2006/relationships/slideLayout" Target="../slideLayouts/slideLayout108.xml"/><Relationship Id="rId38" Type="http://schemas.openxmlformats.org/officeDocument/2006/relationships/theme" Target="../theme/theme3.xml"/><Relationship Id="rId2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95.xml"/><Relationship Id="rId29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99.xml"/><Relationship Id="rId32" Type="http://schemas.openxmlformats.org/officeDocument/2006/relationships/slideLayout" Target="../slideLayouts/slideLayout107.xml"/><Relationship Id="rId37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90.xml"/><Relationship Id="rId23" Type="http://schemas.openxmlformats.org/officeDocument/2006/relationships/slideLayout" Target="../slideLayouts/slideLayout98.xml"/><Relationship Id="rId28" Type="http://schemas.openxmlformats.org/officeDocument/2006/relationships/slideLayout" Target="../slideLayouts/slideLayout103.xml"/><Relationship Id="rId36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94.xml"/><Relationship Id="rId31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9.xml"/><Relationship Id="rId22" Type="http://schemas.openxmlformats.org/officeDocument/2006/relationships/slideLayout" Target="../slideLayouts/slideLayout97.xml"/><Relationship Id="rId27" Type="http://schemas.openxmlformats.org/officeDocument/2006/relationships/slideLayout" Target="../slideLayouts/slideLayout102.xml"/><Relationship Id="rId30" Type="http://schemas.openxmlformats.org/officeDocument/2006/relationships/slideLayout" Target="../slideLayouts/slideLayout105.xml"/><Relationship Id="rId35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83.xml"/><Relationship Id="rId3" Type="http://schemas.openxmlformats.org/officeDocument/2006/relationships/slideLayout" Target="../slideLayouts/slideLayout78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5.xml"/><Relationship Id="rId18" Type="http://schemas.openxmlformats.org/officeDocument/2006/relationships/slideLayout" Target="../slideLayouts/slideLayout130.xml"/><Relationship Id="rId26" Type="http://schemas.openxmlformats.org/officeDocument/2006/relationships/slideLayout" Target="../slideLayouts/slideLayout138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133.xml"/><Relationship Id="rId34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9.xml"/><Relationship Id="rId25" Type="http://schemas.openxmlformats.org/officeDocument/2006/relationships/slideLayout" Target="../slideLayouts/slideLayout137.xml"/><Relationship Id="rId33" Type="http://schemas.openxmlformats.org/officeDocument/2006/relationships/slideLayout" Target="../slideLayouts/slideLayout145.xml"/><Relationship Id="rId38" Type="http://schemas.openxmlformats.org/officeDocument/2006/relationships/theme" Target="../theme/theme4.xml"/><Relationship Id="rId2" Type="http://schemas.openxmlformats.org/officeDocument/2006/relationships/slideLayout" Target="../slideLayouts/slideLayout114.xml"/><Relationship Id="rId16" Type="http://schemas.openxmlformats.org/officeDocument/2006/relationships/slideLayout" Target="../slideLayouts/slideLayout128.xml"/><Relationship Id="rId20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41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24" Type="http://schemas.openxmlformats.org/officeDocument/2006/relationships/slideLayout" Target="../slideLayouts/slideLayout136.xml"/><Relationship Id="rId32" Type="http://schemas.openxmlformats.org/officeDocument/2006/relationships/slideLayout" Target="../slideLayouts/slideLayout144.xml"/><Relationship Id="rId37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27.xml"/><Relationship Id="rId23" Type="http://schemas.openxmlformats.org/officeDocument/2006/relationships/slideLayout" Target="../slideLayouts/slideLayout135.xml"/><Relationship Id="rId28" Type="http://schemas.openxmlformats.org/officeDocument/2006/relationships/slideLayout" Target="../slideLayouts/slideLayout140.xml"/><Relationship Id="rId36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31.xml"/><Relationship Id="rId31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6.xml"/><Relationship Id="rId22" Type="http://schemas.openxmlformats.org/officeDocument/2006/relationships/slideLayout" Target="../slideLayouts/slideLayout134.xml"/><Relationship Id="rId27" Type="http://schemas.openxmlformats.org/officeDocument/2006/relationships/slideLayout" Target="../slideLayouts/slideLayout139.xml"/><Relationship Id="rId30" Type="http://schemas.openxmlformats.org/officeDocument/2006/relationships/slideLayout" Target="../slideLayouts/slideLayout142.xml"/><Relationship Id="rId35" Type="http://schemas.openxmlformats.org/officeDocument/2006/relationships/slideLayout" Target="../slideLayouts/slideLayout147.xml"/><Relationship Id="rId8" Type="http://schemas.openxmlformats.org/officeDocument/2006/relationships/slideLayout" Target="../slideLayouts/slideLayout120.xml"/><Relationship Id="rId3" Type="http://schemas.openxmlformats.org/officeDocument/2006/relationships/slideLayout" Target="../slideLayouts/slideLayout115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2.xml"/><Relationship Id="rId18" Type="http://schemas.openxmlformats.org/officeDocument/2006/relationships/slideLayout" Target="../slideLayouts/slideLayout167.xml"/><Relationship Id="rId26" Type="http://schemas.openxmlformats.org/officeDocument/2006/relationships/slideLayout" Target="../slideLayouts/slideLayout175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170.xml"/><Relationship Id="rId34" Type="http://schemas.openxmlformats.org/officeDocument/2006/relationships/slideLayout" Target="../slideLayouts/slideLayout183.xml"/><Relationship Id="rId7" Type="http://schemas.openxmlformats.org/officeDocument/2006/relationships/slideLayout" Target="../slideLayouts/slideLayout156.xml"/><Relationship Id="rId12" Type="http://schemas.openxmlformats.org/officeDocument/2006/relationships/slideLayout" Target="../slideLayouts/slideLayout161.xml"/><Relationship Id="rId17" Type="http://schemas.openxmlformats.org/officeDocument/2006/relationships/slideLayout" Target="../slideLayouts/slideLayout166.xml"/><Relationship Id="rId25" Type="http://schemas.openxmlformats.org/officeDocument/2006/relationships/slideLayout" Target="../slideLayouts/slideLayout174.xml"/><Relationship Id="rId33" Type="http://schemas.openxmlformats.org/officeDocument/2006/relationships/slideLayout" Target="../slideLayouts/slideLayout182.xml"/><Relationship Id="rId38" Type="http://schemas.openxmlformats.org/officeDocument/2006/relationships/theme" Target="../theme/theme5.xml"/><Relationship Id="rId2" Type="http://schemas.openxmlformats.org/officeDocument/2006/relationships/slideLayout" Target="../slideLayouts/slideLayout151.xml"/><Relationship Id="rId16" Type="http://schemas.openxmlformats.org/officeDocument/2006/relationships/slideLayout" Target="../slideLayouts/slideLayout165.xml"/><Relationship Id="rId20" Type="http://schemas.openxmlformats.org/officeDocument/2006/relationships/slideLayout" Target="../slideLayouts/slideLayout169.xml"/><Relationship Id="rId29" Type="http://schemas.openxmlformats.org/officeDocument/2006/relationships/slideLayout" Target="../slideLayouts/slideLayout178.xml"/><Relationship Id="rId1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55.xml"/><Relationship Id="rId11" Type="http://schemas.openxmlformats.org/officeDocument/2006/relationships/slideLayout" Target="../slideLayouts/slideLayout160.xml"/><Relationship Id="rId24" Type="http://schemas.openxmlformats.org/officeDocument/2006/relationships/slideLayout" Target="../slideLayouts/slideLayout173.xml"/><Relationship Id="rId32" Type="http://schemas.openxmlformats.org/officeDocument/2006/relationships/slideLayout" Target="../slideLayouts/slideLayout181.xml"/><Relationship Id="rId37" Type="http://schemas.openxmlformats.org/officeDocument/2006/relationships/slideLayout" Target="../slideLayouts/slideLayout186.xml"/><Relationship Id="rId5" Type="http://schemas.openxmlformats.org/officeDocument/2006/relationships/slideLayout" Target="../slideLayouts/slideLayout154.xml"/><Relationship Id="rId15" Type="http://schemas.openxmlformats.org/officeDocument/2006/relationships/slideLayout" Target="../slideLayouts/slideLayout164.xml"/><Relationship Id="rId23" Type="http://schemas.openxmlformats.org/officeDocument/2006/relationships/slideLayout" Target="../slideLayouts/slideLayout172.xml"/><Relationship Id="rId28" Type="http://schemas.openxmlformats.org/officeDocument/2006/relationships/slideLayout" Target="../slideLayouts/slideLayout177.xml"/><Relationship Id="rId36" Type="http://schemas.openxmlformats.org/officeDocument/2006/relationships/slideLayout" Target="../slideLayouts/slideLayout185.xml"/><Relationship Id="rId10" Type="http://schemas.openxmlformats.org/officeDocument/2006/relationships/slideLayout" Target="../slideLayouts/slideLayout159.xml"/><Relationship Id="rId19" Type="http://schemas.openxmlformats.org/officeDocument/2006/relationships/slideLayout" Target="../slideLayouts/slideLayout168.xml"/><Relationship Id="rId31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53.xml"/><Relationship Id="rId9" Type="http://schemas.openxmlformats.org/officeDocument/2006/relationships/slideLayout" Target="../slideLayouts/slideLayout158.xml"/><Relationship Id="rId14" Type="http://schemas.openxmlformats.org/officeDocument/2006/relationships/slideLayout" Target="../slideLayouts/slideLayout163.xml"/><Relationship Id="rId22" Type="http://schemas.openxmlformats.org/officeDocument/2006/relationships/slideLayout" Target="../slideLayouts/slideLayout171.xml"/><Relationship Id="rId27" Type="http://schemas.openxmlformats.org/officeDocument/2006/relationships/slideLayout" Target="../slideLayouts/slideLayout176.xml"/><Relationship Id="rId30" Type="http://schemas.openxmlformats.org/officeDocument/2006/relationships/slideLayout" Target="../slideLayouts/slideLayout179.xml"/><Relationship Id="rId35" Type="http://schemas.openxmlformats.org/officeDocument/2006/relationships/slideLayout" Target="../slideLayouts/slideLayout184.xml"/><Relationship Id="rId8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2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99.xml"/><Relationship Id="rId18" Type="http://schemas.openxmlformats.org/officeDocument/2006/relationships/slideLayout" Target="../slideLayouts/slideLayout204.xml"/><Relationship Id="rId26" Type="http://schemas.openxmlformats.org/officeDocument/2006/relationships/slideLayout" Target="../slideLayouts/slideLayout212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07.xml"/><Relationship Id="rId34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193.xml"/><Relationship Id="rId12" Type="http://schemas.openxmlformats.org/officeDocument/2006/relationships/slideLayout" Target="../slideLayouts/slideLayout198.xml"/><Relationship Id="rId17" Type="http://schemas.openxmlformats.org/officeDocument/2006/relationships/slideLayout" Target="../slideLayouts/slideLayout203.xml"/><Relationship Id="rId25" Type="http://schemas.openxmlformats.org/officeDocument/2006/relationships/slideLayout" Target="../slideLayouts/slideLayout211.xml"/><Relationship Id="rId33" Type="http://schemas.openxmlformats.org/officeDocument/2006/relationships/slideLayout" Target="../slideLayouts/slideLayout219.xml"/><Relationship Id="rId38" Type="http://schemas.openxmlformats.org/officeDocument/2006/relationships/theme" Target="../theme/theme6.xml"/><Relationship Id="rId2" Type="http://schemas.openxmlformats.org/officeDocument/2006/relationships/slideLayout" Target="../slideLayouts/slideLayout188.xml"/><Relationship Id="rId16" Type="http://schemas.openxmlformats.org/officeDocument/2006/relationships/slideLayout" Target="../slideLayouts/slideLayout202.xml"/><Relationship Id="rId20" Type="http://schemas.openxmlformats.org/officeDocument/2006/relationships/slideLayout" Target="../slideLayouts/slideLayout206.xml"/><Relationship Id="rId29" Type="http://schemas.openxmlformats.org/officeDocument/2006/relationships/slideLayout" Target="../slideLayouts/slideLayout215.xml"/><Relationship Id="rId1" Type="http://schemas.openxmlformats.org/officeDocument/2006/relationships/slideLayout" Target="../slideLayouts/slideLayout187.xml"/><Relationship Id="rId6" Type="http://schemas.openxmlformats.org/officeDocument/2006/relationships/slideLayout" Target="../slideLayouts/slideLayout192.xml"/><Relationship Id="rId11" Type="http://schemas.openxmlformats.org/officeDocument/2006/relationships/slideLayout" Target="../slideLayouts/slideLayout197.xml"/><Relationship Id="rId24" Type="http://schemas.openxmlformats.org/officeDocument/2006/relationships/slideLayout" Target="../slideLayouts/slideLayout210.xml"/><Relationship Id="rId32" Type="http://schemas.openxmlformats.org/officeDocument/2006/relationships/slideLayout" Target="../slideLayouts/slideLayout218.xml"/><Relationship Id="rId37" Type="http://schemas.openxmlformats.org/officeDocument/2006/relationships/slideLayout" Target="../slideLayouts/slideLayout223.xml"/><Relationship Id="rId5" Type="http://schemas.openxmlformats.org/officeDocument/2006/relationships/slideLayout" Target="../slideLayouts/slideLayout191.xml"/><Relationship Id="rId15" Type="http://schemas.openxmlformats.org/officeDocument/2006/relationships/slideLayout" Target="../slideLayouts/slideLayout201.xml"/><Relationship Id="rId23" Type="http://schemas.openxmlformats.org/officeDocument/2006/relationships/slideLayout" Target="../slideLayouts/slideLayout209.xml"/><Relationship Id="rId28" Type="http://schemas.openxmlformats.org/officeDocument/2006/relationships/slideLayout" Target="../slideLayouts/slideLayout214.xml"/><Relationship Id="rId36" Type="http://schemas.openxmlformats.org/officeDocument/2006/relationships/slideLayout" Target="../slideLayouts/slideLayout222.xml"/><Relationship Id="rId10" Type="http://schemas.openxmlformats.org/officeDocument/2006/relationships/slideLayout" Target="../slideLayouts/slideLayout196.xml"/><Relationship Id="rId19" Type="http://schemas.openxmlformats.org/officeDocument/2006/relationships/slideLayout" Target="../slideLayouts/slideLayout205.xml"/><Relationship Id="rId31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190.xml"/><Relationship Id="rId9" Type="http://schemas.openxmlformats.org/officeDocument/2006/relationships/slideLayout" Target="../slideLayouts/slideLayout195.xml"/><Relationship Id="rId14" Type="http://schemas.openxmlformats.org/officeDocument/2006/relationships/slideLayout" Target="../slideLayouts/slideLayout200.xml"/><Relationship Id="rId22" Type="http://schemas.openxmlformats.org/officeDocument/2006/relationships/slideLayout" Target="../slideLayouts/slideLayout208.xml"/><Relationship Id="rId27" Type="http://schemas.openxmlformats.org/officeDocument/2006/relationships/slideLayout" Target="../slideLayouts/slideLayout213.xml"/><Relationship Id="rId30" Type="http://schemas.openxmlformats.org/officeDocument/2006/relationships/slideLayout" Target="../slideLayouts/slideLayout216.xml"/><Relationship Id="rId35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194.xml"/><Relationship Id="rId3" Type="http://schemas.openxmlformats.org/officeDocument/2006/relationships/slideLayout" Target="../slideLayouts/slideLayout189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36.xml"/><Relationship Id="rId18" Type="http://schemas.openxmlformats.org/officeDocument/2006/relationships/slideLayout" Target="../slideLayouts/slideLayout241.xml"/><Relationship Id="rId26" Type="http://schemas.openxmlformats.org/officeDocument/2006/relationships/slideLayout" Target="../slideLayouts/slideLayout249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44.xml"/><Relationship Id="rId34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30.xml"/><Relationship Id="rId12" Type="http://schemas.openxmlformats.org/officeDocument/2006/relationships/slideLayout" Target="../slideLayouts/slideLayout235.xml"/><Relationship Id="rId17" Type="http://schemas.openxmlformats.org/officeDocument/2006/relationships/slideLayout" Target="../slideLayouts/slideLayout240.xml"/><Relationship Id="rId25" Type="http://schemas.openxmlformats.org/officeDocument/2006/relationships/slideLayout" Target="../slideLayouts/slideLayout248.xml"/><Relationship Id="rId33" Type="http://schemas.openxmlformats.org/officeDocument/2006/relationships/slideLayout" Target="../slideLayouts/slideLayout256.xml"/><Relationship Id="rId38" Type="http://schemas.openxmlformats.org/officeDocument/2006/relationships/theme" Target="../theme/theme7.xml"/><Relationship Id="rId2" Type="http://schemas.openxmlformats.org/officeDocument/2006/relationships/slideLayout" Target="../slideLayouts/slideLayout225.xml"/><Relationship Id="rId16" Type="http://schemas.openxmlformats.org/officeDocument/2006/relationships/slideLayout" Target="../slideLayouts/slideLayout239.xml"/><Relationship Id="rId20" Type="http://schemas.openxmlformats.org/officeDocument/2006/relationships/slideLayout" Target="../slideLayouts/slideLayout243.xml"/><Relationship Id="rId29" Type="http://schemas.openxmlformats.org/officeDocument/2006/relationships/slideLayout" Target="../slideLayouts/slideLayout252.xml"/><Relationship Id="rId1" Type="http://schemas.openxmlformats.org/officeDocument/2006/relationships/slideLayout" Target="../slideLayouts/slideLayout224.xml"/><Relationship Id="rId6" Type="http://schemas.openxmlformats.org/officeDocument/2006/relationships/slideLayout" Target="../slideLayouts/slideLayout229.xml"/><Relationship Id="rId11" Type="http://schemas.openxmlformats.org/officeDocument/2006/relationships/slideLayout" Target="../slideLayouts/slideLayout234.xml"/><Relationship Id="rId24" Type="http://schemas.openxmlformats.org/officeDocument/2006/relationships/slideLayout" Target="../slideLayouts/slideLayout247.xml"/><Relationship Id="rId32" Type="http://schemas.openxmlformats.org/officeDocument/2006/relationships/slideLayout" Target="../slideLayouts/slideLayout255.xml"/><Relationship Id="rId37" Type="http://schemas.openxmlformats.org/officeDocument/2006/relationships/slideLayout" Target="../slideLayouts/slideLayout260.xml"/><Relationship Id="rId5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38.xml"/><Relationship Id="rId23" Type="http://schemas.openxmlformats.org/officeDocument/2006/relationships/slideLayout" Target="../slideLayouts/slideLayout246.xml"/><Relationship Id="rId28" Type="http://schemas.openxmlformats.org/officeDocument/2006/relationships/slideLayout" Target="../slideLayouts/slideLayout251.xml"/><Relationship Id="rId36" Type="http://schemas.openxmlformats.org/officeDocument/2006/relationships/slideLayout" Target="../slideLayouts/slideLayout259.xml"/><Relationship Id="rId10" Type="http://schemas.openxmlformats.org/officeDocument/2006/relationships/slideLayout" Target="../slideLayouts/slideLayout233.xml"/><Relationship Id="rId19" Type="http://schemas.openxmlformats.org/officeDocument/2006/relationships/slideLayout" Target="../slideLayouts/slideLayout242.xml"/><Relationship Id="rId31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27.xml"/><Relationship Id="rId9" Type="http://schemas.openxmlformats.org/officeDocument/2006/relationships/slideLayout" Target="../slideLayouts/slideLayout232.xml"/><Relationship Id="rId14" Type="http://schemas.openxmlformats.org/officeDocument/2006/relationships/slideLayout" Target="../slideLayouts/slideLayout237.xml"/><Relationship Id="rId22" Type="http://schemas.openxmlformats.org/officeDocument/2006/relationships/slideLayout" Target="../slideLayouts/slideLayout245.xml"/><Relationship Id="rId27" Type="http://schemas.openxmlformats.org/officeDocument/2006/relationships/slideLayout" Target="../slideLayouts/slideLayout250.xml"/><Relationship Id="rId30" Type="http://schemas.openxmlformats.org/officeDocument/2006/relationships/slideLayout" Target="../slideLayouts/slideLayout253.xml"/><Relationship Id="rId35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31.xml"/><Relationship Id="rId3" Type="http://schemas.openxmlformats.org/officeDocument/2006/relationships/slideLayout" Target="../slideLayouts/slideLayout226.xml"/></Relationships>
</file>

<file path=ppt/slideMasters/_rels/slideMaster8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3.xml"/><Relationship Id="rId18" Type="http://schemas.openxmlformats.org/officeDocument/2006/relationships/slideLayout" Target="../slideLayouts/slideLayout278.xml"/><Relationship Id="rId26" Type="http://schemas.openxmlformats.org/officeDocument/2006/relationships/slideLayout" Target="../slideLayouts/slideLayout28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81.xml"/><Relationship Id="rId34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67.xml"/><Relationship Id="rId12" Type="http://schemas.openxmlformats.org/officeDocument/2006/relationships/slideLayout" Target="../slideLayouts/slideLayout272.xml"/><Relationship Id="rId17" Type="http://schemas.openxmlformats.org/officeDocument/2006/relationships/slideLayout" Target="../slideLayouts/slideLayout277.xml"/><Relationship Id="rId25" Type="http://schemas.openxmlformats.org/officeDocument/2006/relationships/slideLayout" Target="../slideLayouts/slideLayout285.xml"/><Relationship Id="rId33" Type="http://schemas.openxmlformats.org/officeDocument/2006/relationships/slideLayout" Target="../slideLayouts/slideLayout293.xml"/><Relationship Id="rId38" Type="http://schemas.openxmlformats.org/officeDocument/2006/relationships/theme" Target="../theme/theme8.xml"/><Relationship Id="rId2" Type="http://schemas.openxmlformats.org/officeDocument/2006/relationships/slideLayout" Target="../slideLayouts/slideLayout262.xml"/><Relationship Id="rId16" Type="http://schemas.openxmlformats.org/officeDocument/2006/relationships/slideLayout" Target="../slideLayouts/slideLayout276.xml"/><Relationship Id="rId20" Type="http://schemas.openxmlformats.org/officeDocument/2006/relationships/slideLayout" Target="../slideLayouts/slideLayout280.xml"/><Relationship Id="rId29" Type="http://schemas.openxmlformats.org/officeDocument/2006/relationships/slideLayout" Target="../slideLayouts/slideLayout289.xml"/><Relationship Id="rId1" Type="http://schemas.openxmlformats.org/officeDocument/2006/relationships/slideLayout" Target="../slideLayouts/slideLayout261.xml"/><Relationship Id="rId6" Type="http://schemas.openxmlformats.org/officeDocument/2006/relationships/slideLayout" Target="../slideLayouts/slideLayout266.xml"/><Relationship Id="rId11" Type="http://schemas.openxmlformats.org/officeDocument/2006/relationships/slideLayout" Target="../slideLayouts/slideLayout271.xml"/><Relationship Id="rId24" Type="http://schemas.openxmlformats.org/officeDocument/2006/relationships/slideLayout" Target="../slideLayouts/slideLayout284.xml"/><Relationship Id="rId32" Type="http://schemas.openxmlformats.org/officeDocument/2006/relationships/slideLayout" Target="../slideLayouts/slideLayout292.xml"/><Relationship Id="rId37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75.xml"/><Relationship Id="rId23" Type="http://schemas.openxmlformats.org/officeDocument/2006/relationships/slideLayout" Target="../slideLayouts/slideLayout283.xml"/><Relationship Id="rId28" Type="http://schemas.openxmlformats.org/officeDocument/2006/relationships/slideLayout" Target="../slideLayouts/slideLayout288.xml"/><Relationship Id="rId36" Type="http://schemas.openxmlformats.org/officeDocument/2006/relationships/slideLayout" Target="../slideLayouts/slideLayout296.xml"/><Relationship Id="rId10" Type="http://schemas.openxmlformats.org/officeDocument/2006/relationships/slideLayout" Target="../slideLayouts/slideLayout270.xml"/><Relationship Id="rId19" Type="http://schemas.openxmlformats.org/officeDocument/2006/relationships/slideLayout" Target="../slideLayouts/slideLayout279.xml"/><Relationship Id="rId31" Type="http://schemas.openxmlformats.org/officeDocument/2006/relationships/slideLayout" Target="../slideLayouts/slideLayout291.xml"/><Relationship Id="rId4" Type="http://schemas.openxmlformats.org/officeDocument/2006/relationships/slideLayout" Target="../slideLayouts/slideLayout264.xml"/><Relationship Id="rId9" Type="http://schemas.openxmlformats.org/officeDocument/2006/relationships/slideLayout" Target="../slideLayouts/slideLayout269.xml"/><Relationship Id="rId14" Type="http://schemas.openxmlformats.org/officeDocument/2006/relationships/slideLayout" Target="../slideLayouts/slideLayout274.xml"/><Relationship Id="rId22" Type="http://schemas.openxmlformats.org/officeDocument/2006/relationships/slideLayout" Target="../slideLayouts/slideLayout282.xml"/><Relationship Id="rId27" Type="http://schemas.openxmlformats.org/officeDocument/2006/relationships/slideLayout" Target="../slideLayouts/slideLayout287.xml"/><Relationship Id="rId30" Type="http://schemas.openxmlformats.org/officeDocument/2006/relationships/slideLayout" Target="../slideLayouts/slideLayout290.xml"/><Relationship Id="rId35" Type="http://schemas.openxmlformats.org/officeDocument/2006/relationships/slideLayout" Target="../slideLayouts/slideLayout295.xml"/><Relationship Id="rId8" Type="http://schemas.openxmlformats.org/officeDocument/2006/relationships/slideLayout" Target="../slideLayouts/slideLayout268.xml"/><Relationship Id="rId3" Type="http://schemas.openxmlformats.org/officeDocument/2006/relationships/slideLayout" Target="../slideLayouts/slideLayout263.xml"/></Relationships>
</file>

<file path=ppt/slideMasters/_rels/slideMaster9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10.xml"/><Relationship Id="rId18" Type="http://schemas.openxmlformats.org/officeDocument/2006/relationships/slideLayout" Target="../slideLayouts/slideLayout315.xml"/><Relationship Id="rId26" Type="http://schemas.openxmlformats.org/officeDocument/2006/relationships/slideLayout" Target="../slideLayouts/slideLayout323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318.xml"/><Relationship Id="rId34" Type="http://schemas.openxmlformats.org/officeDocument/2006/relationships/slideLayout" Target="../slideLayouts/slideLayout331.xml"/><Relationship Id="rId7" Type="http://schemas.openxmlformats.org/officeDocument/2006/relationships/slideLayout" Target="../slideLayouts/slideLayout304.xml"/><Relationship Id="rId12" Type="http://schemas.openxmlformats.org/officeDocument/2006/relationships/slideLayout" Target="../slideLayouts/slideLayout309.xml"/><Relationship Id="rId17" Type="http://schemas.openxmlformats.org/officeDocument/2006/relationships/slideLayout" Target="../slideLayouts/slideLayout314.xml"/><Relationship Id="rId25" Type="http://schemas.openxmlformats.org/officeDocument/2006/relationships/slideLayout" Target="../slideLayouts/slideLayout322.xml"/><Relationship Id="rId33" Type="http://schemas.openxmlformats.org/officeDocument/2006/relationships/slideLayout" Target="../slideLayouts/slideLayout330.xml"/><Relationship Id="rId38" Type="http://schemas.openxmlformats.org/officeDocument/2006/relationships/theme" Target="../theme/theme9.xml"/><Relationship Id="rId2" Type="http://schemas.openxmlformats.org/officeDocument/2006/relationships/slideLayout" Target="../slideLayouts/slideLayout299.xml"/><Relationship Id="rId16" Type="http://schemas.openxmlformats.org/officeDocument/2006/relationships/slideLayout" Target="../slideLayouts/slideLayout313.xml"/><Relationship Id="rId20" Type="http://schemas.openxmlformats.org/officeDocument/2006/relationships/slideLayout" Target="../slideLayouts/slideLayout317.xml"/><Relationship Id="rId29" Type="http://schemas.openxmlformats.org/officeDocument/2006/relationships/slideLayout" Target="../slideLayouts/slideLayout326.xml"/><Relationship Id="rId1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8.xml"/><Relationship Id="rId24" Type="http://schemas.openxmlformats.org/officeDocument/2006/relationships/slideLayout" Target="../slideLayouts/slideLayout321.xml"/><Relationship Id="rId32" Type="http://schemas.openxmlformats.org/officeDocument/2006/relationships/slideLayout" Target="../slideLayouts/slideLayout329.xml"/><Relationship Id="rId37" Type="http://schemas.openxmlformats.org/officeDocument/2006/relationships/slideLayout" Target="../slideLayouts/slideLayout334.xml"/><Relationship Id="rId5" Type="http://schemas.openxmlformats.org/officeDocument/2006/relationships/slideLayout" Target="../slideLayouts/slideLayout302.xml"/><Relationship Id="rId15" Type="http://schemas.openxmlformats.org/officeDocument/2006/relationships/slideLayout" Target="../slideLayouts/slideLayout312.xml"/><Relationship Id="rId23" Type="http://schemas.openxmlformats.org/officeDocument/2006/relationships/slideLayout" Target="../slideLayouts/slideLayout320.xml"/><Relationship Id="rId28" Type="http://schemas.openxmlformats.org/officeDocument/2006/relationships/slideLayout" Target="../slideLayouts/slideLayout325.xml"/><Relationship Id="rId36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07.xml"/><Relationship Id="rId19" Type="http://schemas.openxmlformats.org/officeDocument/2006/relationships/slideLayout" Target="../slideLayouts/slideLayout316.xml"/><Relationship Id="rId31" Type="http://schemas.openxmlformats.org/officeDocument/2006/relationships/slideLayout" Target="../slideLayouts/slideLayout328.xml"/><Relationship Id="rId4" Type="http://schemas.openxmlformats.org/officeDocument/2006/relationships/slideLayout" Target="../slideLayouts/slideLayout301.xml"/><Relationship Id="rId9" Type="http://schemas.openxmlformats.org/officeDocument/2006/relationships/slideLayout" Target="../slideLayouts/slideLayout306.xml"/><Relationship Id="rId14" Type="http://schemas.openxmlformats.org/officeDocument/2006/relationships/slideLayout" Target="../slideLayouts/slideLayout311.xml"/><Relationship Id="rId22" Type="http://schemas.openxmlformats.org/officeDocument/2006/relationships/slideLayout" Target="../slideLayouts/slideLayout319.xml"/><Relationship Id="rId27" Type="http://schemas.openxmlformats.org/officeDocument/2006/relationships/slideLayout" Target="../slideLayouts/slideLayout324.xml"/><Relationship Id="rId30" Type="http://schemas.openxmlformats.org/officeDocument/2006/relationships/slideLayout" Target="../slideLayouts/slideLayout327.xml"/><Relationship Id="rId35" Type="http://schemas.openxmlformats.org/officeDocument/2006/relationships/slideLayout" Target="../slideLayouts/slideLayout332.xml"/><Relationship Id="rId8" Type="http://schemas.openxmlformats.org/officeDocument/2006/relationships/slideLayout" Target="../slideLayouts/slideLayout305.xml"/><Relationship Id="rId3" Type="http://schemas.openxmlformats.org/officeDocument/2006/relationships/slideLayout" Target="../slideLayouts/slideLayout300.xml"/></Relationships>
</file>

<file path=ppt/slideMasters/_rels/slideMaster10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47.xml"/><Relationship Id="rId18" Type="http://schemas.openxmlformats.org/officeDocument/2006/relationships/slideLayout" Target="../slideLayouts/slideLayout352.xml"/><Relationship Id="rId26" Type="http://schemas.openxmlformats.org/officeDocument/2006/relationships/slideLayout" Target="../slideLayouts/slideLayout360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355.xml"/><Relationship Id="rId34" Type="http://schemas.openxmlformats.org/officeDocument/2006/relationships/slideLayout" Target="../slideLayouts/slideLayout368.xml"/><Relationship Id="rId7" Type="http://schemas.openxmlformats.org/officeDocument/2006/relationships/slideLayout" Target="../slideLayouts/slideLayout341.xml"/><Relationship Id="rId12" Type="http://schemas.openxmlformats.org/officeDocument/2006/relationships/slideLayout" Target="../slideLayouts/slideLayout346.xml"/><Relationship Id="rId17" Type="http://schemas.openxmlformats.org/officeDocument/2006/relationships/slideLayout" Target="../slideLayouts/slideLayout351.xml"/><Relationship Id="rId25" Type="http://schemas.openxmlformats.org/officeDocument/2006/relationships/slideLayout" Target="../slideLayouts/slideLayout359.xml"/><Relationship Id="rId33" Type="http://schemas.openxmlformats.org/officeDocument/2006/relationships/slideLayout" Target="../slideLayouts/slideLayout367.xml"/><Relationship Id="rId38" Type="http://schemas.openxmlformats.org/officeDocument/2006/relationships/theme" Target="../theme/theme10.xml"/><Relationship Id="rId2" Type="http://schemas.openxmlformats.org/officeDocument/2006/relationships/slideLayout" Target="../slideLayouts/slideLayout336.xml"/><Relationship Id="rId16" Type="http://schemas.openxmlformats.org/officeDocument/2006/relationships/slideLayout" Target="../slideLayouts/slideLayout350.xml"/><Relationship Id="rId20" Type="http://schemas.openxmlformats.org/officeDocument/2006/relationships/slideLayout" Target="../slideLayouts/slideLayout354.xml"/><Relationship Id="rId29" Type="http://schemas.openxmlformats.org/officeDocument/2006/relationships/slideLayout" Target="../slideLayouts/slideLayout363.xml"/><Relationship Id="rId1" Type="http://schemas.openxmlformats.org/officeDocument/2006/relationships/slideLayout" Target="../slideLayouts/slideLayout335.xml"/><Relationship Id="rId6" Type="http://schemas.openxmlformats.org/officeDocument/2006/relationships/slideLayout" Target="../slideLayouts/slideLayout340.xml"/><Relationship Id="rId11" Type="http://schemas.openxmlformats.org/officeDocument/2006/relationships/slideLayout" Target="../slideLayouts/slideLayout345.xml"/><Relationship Id="rId24" Type="http://schemas.openxmlformats.org/officeDocument/2006/relationships/slideLayout" Target="../slideLayouts/slideLayout358.xml"/><Relationship Id="rId32" Type="http://schemas.openxmlformats.org/officeDocument/2006/relationships/slideLayout" Target="../slideLayouts/slideLayout366.xml"/><Relationship Id="rId37" Type="http://schemas.openxmlformats.org/officeDocument/2006/relationships/slideLayout" Target="../slideLayouts/slideLayout371.xml"/><Relationship Id="rId5" Type="http://schemas.openxmlformats.org/officeDocument/2006/relationships/slideLayout" Target="../slideLayouts/slideLayout339.xml"/><Relationship Id="rId15" Type="http://schemas.openxmlformats.org/officeDocument/2006/relationships/slideLayout" Target="../slideLayouts/slideLayout349.xml"/><Relationship Id="rId23" Type="http://schemas.openxmlformats.org/officeDocument/2006/relationships/slideLayout" Target="../slideLayouts/slideLayout357.xml"/><Relationship Id="rId28" Type="http://schemas.openxmlformats.org/officeDocument/2006/relationships/slideLayout" Target="../slideLayouts/slideLayout362.xml"/><Relationship Id="rId36" Type="http://schemas.openxmlformats.org/officeDocument/2006/relationships/slideLayout" Target="../slideLayouts/slideLayout370.xml"/><Relationship Id="rId10" Type="http://schemas.openxmlformats.org/officeDocument/2006/relationships/slideLayout" Target="../slideLayouts/slideLayout344.xml"/><Relationship Id="rId19" Type="http://schemas.openxmlformats.org/officeDocument/2006/relationships/slideLayout" Target="../slideLayouts/slideLayout353.xml"/><Relationship Id="rId31" Type="http://schemas.openxmlformats.org/officeDocument/2006/relationships/slideLayout" Target="../slideLayouts/slideLayout365.xml"/><Relationship Id="rId4" Type="http://schemas.openxmlformats.org/officeDocument/2006/relationships/slideLayout" Target="../slideLayouts/slideLayout338.xml"/><Relationship Id="rId9" Type="http://schemas.openxmlformats.org/officeDocument/2006/relationships/slideLayout" Target="../slideLayouts/slideLayout343.xml"/><Relationship Id="rId14" Type="http://schemas.openxmlformats.org/officeDocument/2006/relationships/slideLayout" Target="../slideLayouts/slideLayout348.xml"/><Relationship Id="rId22" Type="http://schemas.openxmlformats.org/officeDocument/2006/relationships/slideLayout" Target="../slideLayouts/slideLayout356.xml"/><Relationship Id="rId27" Type="http://schemas.openxmlformats.org/officeDocument/2006/relationships/slideLayout" Target="../slideLayouts/slideLayout361.xml"/><Relationship Id="rId30" Type="http://schemas.openxmlformats.org/officeDocument/2006/relationships/slideLayout" Target="../slideLayouts/slideLayout364.xml"/><Relationship Id="rId35" Type="http://schemas.openxmlformats.org/officeDocument/2006/relationships/slideLayout" Target="../slideLayouts/slideLayout369.xml"/><Relationship Id="rId8" Type="http://schemas.openxmlformats.org/officeDocument/2006/relationships/slideLayout" Target="../slideLayouts/slideLayout342.xml"/><Relationship Id="rId3" Type="http://schemas.openxmlformats.org/officeDocument/2006/relationships/slideLayout" Target="../slideLayouts/slideLayout337.xml"/></Relationships>
</file>

<file path=ppt/slideMasters/_rels/slideMaster1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84.xml"/><Relationship Id="rId18" Type="http://schemas.openxmlformats.org/officeDocument/2006/relationships/slideLayout" Target="../slideLayouts/slideLayout389.xml"/><Relationship Id="rId26" Type="http://schemas.openxmlformats.org/officeDocument/2006/relationships/slideLayout" Target="../slideLayouts/slideLayout397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392.xml"/><Relationship Id="rId34" Type="http://schemas.openxmlformats.org/officeDocument/2006/relationships/slideLayout" Target="../slideLayouts/slideLayout405.xml"/><Relationship Id="rId7" Type="http://schemas.openxmlformats.org/officeDocument/2006/relationships/slideLayout" Target="../slideLayouts/slideLayout378.xml"/><Relationship Id="rId12" Type="http://schemas.openxmlformats.org/officeDocument/2006/relationships/slideLayout" Target="../slideLayouts/slideLayout383.xml"/><Relationship Id="rId17" Type="http://schemas.openxmlformats.org/officeDocument/2006/relationships/slideLayout" Target="../slideLayouts/slideLayout388.xml"/><Relationship Id="rId25" Type="http://schemas.openxmlformats.org/officeDocument/2006/relationships/slideLayout" Target="../slideLayouts/slideLayout396.xml"/><Relationship Id="rId33" Type="http://schemas.openxmlformats.org/officeDocument/2006/relationships/slideLayout" Target="../slideLayouts/slideLayout404.xml"/><Relationship Id="rId38" Type="http://schemas.openxmlformats.org/officeDocument/2006/relationships/theme" Target="../theme/theme11.xml"/><Relationship Id="rId2" Type="http://schemas.openxmlformats.org/officeDocument/2006/relationships/slideLayout" Target="../slideLayouts/slideLayout373.xml"/><Relationship Id="rId16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91.xml"/><Relationship Id="rId29" Type="http://schemas.openxmlformats.org/officeDocument/2006/relationships/slideLayout" Target="../slideLayouts/slideLayout400.xml"/><Relationship Id="rId1" Type="http://schemas.openxmlformats.org/officeDocument/2006/relationships/slideLayout" Target="../slideLayouts/slideLayout372.xml"/><Relationship Id="rId6" Type="http://schemas.openxmlformats.org/officeDocument/2006/relationships/slideLayout" Target="../slideLayouts/slideLayout377.xml"/><Relationship Id="rId11" Type="http://schemas.openxmlformats.org/officeDocument/2006/relationships/slideLayout" Target="../slideLayouts/slideLayout382.xml"/><Relationship Id="rId24" Type="http://schemas.openxmlformats.org/officeDocument/2006/relationships/slideLayout" Target="../slideLayouts/slideLayout395.xml"/><Relationship Id="rId32" Type="http://schemas.openxmlformats.org/officeDocument/2006/relationships/slideLayout" Target="../slideLayouts/slideLayout403.xml"/><Relationship Id="rId37" Type="http://schemas.openxmlformats.org/officeDocument/2006/relationships/slideLayout" Target="../slideLayouts/slideLayout408.xml"/><Relationship Id="rId5" Type="http://schemas.openxmlformats.org/officeDocument/2006/relationships/slideLayout" Target="../slideLayouts/slideLayout376.xml"/><Relationship Id="rId15" Type="http://schemas.openxmlformats.org/officeDocument/2006/relationships/slideLayout" Target="../slideLayouts/slideLayout386.xml"/><Relationship Id="rId23" Type="http://schemas.openxmlformats.org/officeDocument/2006/relationships/slideLayout" Target="../slideLayouts/slideLayout394.xml"/><Relationship Id="rId28" Type="http://schemas.openxmlformats.org/officeDocument/2006/relationships/slideLayout" Target="../slideLayouts/slideLayout399.xml"/><Relationship Id="rId36" Type="http://schemas.openxmlformats.org/officeDocument/2006/relationships/slideLayout" Target="../slideLayouts/slideLayout407.xml"/><Relationship Id="rId10" Type="http://schemas.openxmlformats.org/officeDocument/2006/relationships/slideLayout" Target="../slideLayouts/slideLayout381.xml"/><Relationship Id="rId19" Type="http://schemas.openxmlformats.org/officeDocument/2006/relationships/slideLayout" Target="../slideLayouts/slideLayout390.xml"/><Relationship Id="rId31" Type="http://schemas.openxmlformats.org/officeDocument/2006/relationships/slideLayout" Target="../slideLayouts/slideLayout402.xml"/><Relationship Id="rId4" Type="http://schemas.openxmlformats.org/officeDocument/2006/relationships/slideLayout" Target="../slideLayouts/slideLayout375.xml"/><Relationship Id="rId9" Type="http://schemas.openxmlformats.org/officeDocument/2006/relationships/slideLayout" Target="../slideLayouts/slideLayout380.xml"/><Relationship Id="rId14" Type="http://schemas.openxmlformats.org/officeDocument/2006/relationships/slideLayout" Target="../slideLayouts/slideLayout385.xml"/><Relationship Id="rId22" Type="http://schemas.openxmlformats.org/officeDocument/2006/relationships/slideLayout" Target="../slideLayouts/slideLayout393.xml"/><Relationship Id="rId27" Type="http://schemas.openxmlformats.org/officeDocument/2006/relationships/slideLayout" Target="../slideLayouts/slideLayout398.xml"/><Relationship Id="rId30" Type="http://schemas.openxmlformats.org/officeDocument/2006/relationships/slideLayout" Target="../slideLayouts/slideLayout401.xml"/><Relationship Id="rId35" Type="http://schemas.openxmlformats.org/officeDocument/2006/relationships/slideLayout" Target="../slideLayouts/slideLayout406.xml"/><Relationship Id="rId8" Type="http://schemas.openxmlformats.org/officeDocument/2006/relationships/slideLayout" Target="../slideLayouts/slideLayout379.xml"/><Relationship Id="rId3" Type="http://schemas.openxmlformats.org/officeDocument/2006/relationships/slideLayout" Target="../slideLayouts/slideLayout374.xml"/></Relationships>
</file>

<file path=ppt/slideMasters/_rels/slideMaster1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21.xml"/><Relationship Id="rId18" Type="http://schemas.openxmlformats.org/officeDocument/2006/relationships/slideLayout" Target="../slideLayouts/slideLayout426.xml"/><Relationship Id="rId26" Type="http://schemas.openxmlformats.org/officeDocument/2006/relationships/slideLayout" Target="../slideLayouts/slideLayout434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429.xml"/><Relationship Id="rId34" Type="http://schemas.openxmlformats.org/officeDocument/2006/relationships/slideLayout" Target="../slideLayouts/slideLayout442.xml"/><Relationship Id="rId7" Type="http://schemas.openxmlformats.org/officeDocument/2006/relationships/slideLayout" Target="../slideLayouts/slideLayout415.xml"/><Relationship Id="rId12" Type="http://schemas.openxmlformats.org/officeDocument/2006/relationships/slideLayout" Target="../slideLayouts/slideLayout420.xml"/><Relationship Id="rId17" Type="http://schemas.openxmlformats.org/officeDocument/2006/relationships/slideLayout" Target="../slideLayouts/slideLayout425.xml"/><Relationship Id="rId25" Type="http://schemas.openxmlformats.org/officeDocument/2006/relationships/slideLayout" Target="../slideLayouts/slideLayout433.xml"/><Relationship Id="rId33" Type="http://schemas.openxmlformats.org/officeDocument/2006/relationships/slideLayout" Target="../slideLayouts/slideLayout441.xml"/><Relationship Id="rId38" Type="http://schemas.openxmlformats.org/officeDocument/2006/relationships/theme" Target="../theme/theme12.xml"/><Relationship Id="rId2" Type="http://schemas.openxmlformats.org/officeDocument/2006/relationships/slideLayout" Target="../slideLayouts/slideLayout410.xml"/><Relationship Id="rId16" Type="http://schemas.openxmlformats.org/officeDocument/2006/relationships/slideLayout" Target="../slideLayouts/slideLayout424.xml"/><Relationship Id="rId20" Type="http://schemas.openxmlformats.org/officeDocument/2006/relationships/slideLayout" Target="../slideLayouts/slideLayout428.xml"/><Relationship Id="rId29" Type="http://schemas.openxmlformats.org/officeDocument/2006/relationships/slideLayout" Target="../slideLayouts/slideLayout437.xml"/><Relationship Id="rId1" Type="http://schemas.openxmlformats.org/officeDocument/2006/relationships/slideLayout" Target="../slideLayouts/slideLayout409.xml"/><Relationship Id="rId6" Type="http://schemas.openxmlformats.org/officeDocument/2006/relationships/slideLayout" Target="../slideLayouts/slideLayout414.xml"/><Relationship Id="rId11" Type="http://schemas.openxmlformats.org/officeDocument/2006/relationships/slideLayout" Target="../slideLayouts/slideLayout419.xml"/><Relationship Id="rId24" Type="http://schemas.openxmlformats.org/officeDocument/2006/relationships/slideLayout" Target="../slideLayouts/slideLayout432.xml"/><Relationship Id="rId32" Type="http://schemas.openxmlformats.org/officeDocument/2006/relationships/slideLayout" Target="../slideLayouts/slideLayout440.xml"/><Relationship Id="rId37" Type="http://schemas.openxmlformats.org/officeDocument/2006/relationships/slideLayout" Target="../slideLayouts/slideLayout445.xml"/><Relationship Id="rId5" Type="http://schemas.openxmlformats.org/officeDocument/2006/relationships/slideLayout" Target="../slideLayouts/slideLayout413.xml"/><Relationship Id="rId15" Type="http://schemas.openxmlformats.org/officeDocument/2006/relationships/slideLayout" Target="../slideLayouts/slideLayout423.xml"/><Relationship Id="rId23" Type="http://schemas.openxmlformats.org/officeDocument/2006/relationships/slideLayout" Target="../slideLayouts/slideLayout431.xml"/><Relationship Id="rId28" Type="http://schemas.openxmlformats.org/officeDocument/2006/relationships/slideLayout" Target="../slideLayouts/slideLayout436.xml"/><Relationship Id="rId36" Type="http://schemas.openxmlformats.org/officeDocument/2006/relationships/slideLayout" Target="../slideLayouts/slideLayout444.xml"/><Relationship Id="rId10" Type="http://schemas.openxmlformats.org/officeDocument/2006/relationships/slideLayout" Target="../slideLayouts/slideLayout418.xml"/><Relationship Id="rId19" Type="http://schemas.openxmlformats.org/officeDocument/2006/relationships/slideLayout" Target="../slideLayouts/slideLayout427.xml"/><Relationship Id="rId31" Type="http://schemas.openxmlformats.org/officeDocument/2006/relationships/slideLayout" Target="../slideLayouts/slideLayout439.xml"/><Relationship Id="rId4" Type="http://schemas.openxmlformats.org/officeDocument/2006/relationships/slideLayout" Target="../slideLayouts/slideLayout412.xml"/><Relationship Id="rId9" Type="http://schemas.openxmlformats.org/officeDocument/2006/relationships/slideLayout" Target="../slideLayouts/slideLayout417.xml"/><Relationship Id="rId14" Type="http://schemas.openxmlformats.org/officeDocument/2006/relationships/slideLayout" Target="../slideLayouts/slideLayout422.xml"/><Relationship Id="rId22" Type="http://schemas.openxmlformats.org/officeDocument/2006/relationships/slideLayout" Target="../slideLayouts/slideLayout430.xml"/><Relationship Id="rId27" Type="http://schemas.openxmlformats.org/officeDocument/2006/relationships/slideLayout" Target="../slideLayouts/slideLayout435.xml"/><Relationship Id="rId30" Type="http://schemas.openxmlformats.org/officeDocument/2006/relationships/slideLayout" Target="../slideLayouts/slideLayout438.xml"/><Relationship Id="rId35" Type="http://schemas.openxmlformats.org/officeDocument/2006/relationships/slideLayout" Target="../slideLayouts/slideLayout443.xml"/><Relationship Id="rId8" Type="http://schemas.openxmlformats.org/officeDocument/2006/relationships/slideLayout" Target="../slideLayouts/slideLayout416.xml"/><Relationship Id="rId3" Type="http://schemas.openxmlformats.org/officeDocument/2006/relationships/slideLayout" Target="../slideLayouts/slideLayout411.xml"/></Relationships>
</file>

<file path=ppt/slideMasters/_rels/slideMaster1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58.xml"/><Relationship Id="rId18" Type="http://schemas.openxmlformats.org/officeDocument/2006/relationships/slideLayout" Target="../slideLayouts/slideLayout463.xml"/><Relationship Id="rId26" Type="http://schemas.openxmlformats.org/officeDocument/2006/relationships/slideLayout" Target="../slideLayouts/slideLayout471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466.xml"/><Relationship Id="rId34" Type="http://schemas.openxmlformats.org/officeDocument/2006/relationships/slideLayout" Target="../slideLayouts/slideLayout479.xml"/><Relationship Id="rId7" Type="http://schemas.openxmlformats.org/officeDocument/2006/relationships/slideLayout" Target="../slideLayouts/slideLayout452.xml"/><Relationship Id="rId12" Type="http://schemas.openxmlformats.org/officeDocument/2006/relationships/slideLayout" Target="../slideLayouts/slideLayout457.xml"/><Relationship Id="rId17" Type="http://schemas.openxmlformats.org/officeDocument/2006/relationships/slideLayout" Target="../slideLayouts/slideLayout462.xml"/><Relationship Id="rId25" Type="http://schemas.openxmlformats.org/officeDocument/2006/relationships/slideLayout" Target="../slideLayouts/slideLayout470.xml"/><Relationship Id="rId33" Type="http://schemas.openxmlformats.org/officeDocument/2006/relationships/slideLayout" Target="../slideLayouts/slideLayout478.xml"/><Relationship Id="rId38" Type="http://schemas.openxmlformats.org/officeDocument/2006/relationships/theme" Target="../theme/theme13.xml"/><Relationship Id="rId2" Type="http://schemas.openxmlformats.org/officeDocument/2006/relationships/slideLayout" Target="../slideLayouts/slideLayout447.xml"/><Relationship Id="rId16" Type="http://schemas.openxmlformats.org/officeDocument/2006/relationships/slideLayout" Target="../slideLayouts/slideLayout461.xml"/><Relationship Id="rId20" Type="http://schemas.openxmlformats.org/officeDocument/2006/relationships/slideLayout" Target="../slideLayouts/slideLayout465.xml"/><Relationship Id="rId29" Type="http://schemas.openxmlformats.org/officeDocument/2006/relationships/slideLayout" Target="../slideLayouts/slideLayout474.xml"/><Relationship Id="rId1" Type="http://schemas.openxmlformats.org/officeDocument/2006/relationships/slideLayout" Target="../slideLayouts/slideLayout446.xml"/><Relationship Id="rId6" Type="http://schemas.openxmlformats.org/officeDocument/2006/relationships/slideLayout" Target="../slideLayouts/slideLayout451.xml"/><Relationship Id="rId11" Type="http://schemas.openxmlformats.org/officeDocument/2006/relationships/slideLayout" Target="../slideLayouts/slideLayout456.xml"/><Relationship Id="rId24" Type="http://schemas.openxmlformats.org/officeDocument/2006/relationships/slideLayout" Target="../slideLayouts/slideLayout469.xml"/><Relationship Id="rId32" Type="http://schemas.openxmlformats.org/officeDocument/2006/relationships/slideLayout" Target="../slideLayouts/slideLayout477.xml"/><Relationship Id="rId37" Type="http://schemas.openxmlformats.org/officeDocument/2006/relationships/slideLayout" Target="../slideLayouts/slideLayout482.xml"/><Relationship Id="rId5" Type="http://schemas.openxmlformats.org/officeDocument/2006/relationships/slideLayout" Target="../slideLayouts/slideLayout450.xml"/><Relationship Id="rId15" Type="http://schemas.openxmlformats.org/officeDocument/2006/relationships/slideLayout" Target="../slideLayouts/slideLayout460.xml"/><Relationship Id="rId23" Type="http://schemas.openxmlformats.org/officeDocument/2006/relationships/slideLayout" Target="../slideLayouts/slideLayout468.xml"/><Relationship Id="rId28" Type="http://schemas.openxmlformats.org/officeDocument/2006/relationships/slideLayout" Target="../slideLayouts/slideLayout473.xml"/><Relationship Id="rId36" Type="http://schemas.openxmlformats.org/officeDocument/2006/relationships/slideLayout" Target="../slideLayouts/slideLayout481.xml"/><Relationship Id="rId10" Type="http://schemas.openxmlformats.org/officeDocument/2006/relationships/slideLayout" Target="../slideLayouts/slideLayout455.xml"/><Relationship Id="rId19" Type="http://schemas.openxmlformats.org/officeDocument/2006/relationships/slideLayout" Target="../slideLayouts/slideLayout464.xml"/><Relationship Id="rId31" Type="http://schemas.openxmlformats.org/officeDocument/2006/relationships/slideLayout" Target="../slideLayouts/slideLayout476.xml"/><Relationship Id="rId4" Type="http://schemas.openxmlformats.org/officeDocument/2006/relationships/slideLayout" Target="../slideLayouts/slideLayout449.xml"/><Relationship Id="rId9" Type="http://schemas.openxmlformats.org/officeDocument/2006/relationships/slideLayout" Target="../slideLayouts/slideLayout454.xml"/><Relationship Id="rId14" Type="http://schemas.openxmlformats.org/officeDocument/2006/relationships/slideLayout" Target="../slideLayouts/slideLayout459.xml"/><Relationship Id="rId22" Type="http://schemas.openxmlformats.org/officeDocument/2006/relationships/slideLayout" Target="../slideLayouts/slideLayout467.xml"/><Relationship Id="rId27" Type="http://schemas.openxmlformats.org/officeDocument/2006/relationships/slideLayout" Target="../slideLayouts/slideLayout472.xml"/><Relationship Id="rId30" Type="http://schemas.openxmlformats.org/officeDocument/2006/relationships/slideLayout" Target="../slideLayouts/slideLayout475.xml"/><Relationship Id="rId35" Type="http://schemas.openxmlformats.org/officeDocument/2006/relationships/slideLayout" Target="../slideLayouts/slideLayout480.xml"/><Relationship Id="rId8" Type="http://schemas.openxmlformats.org/officeDocument/2006/relationships/slideLayout" Target="../slideLayouts/slideLayout453.xml"/><Relationship Id="rId3" Type="http://schemas.openxmlformats.org/officeDocument/2006/relationships/slideLayout" Target="../slideLayouts/slideLayout448.xml"/></Relationships>
</file>

<file path=ppt/slideMasters/_rels/slideMaster1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95.xml"/><Relationship Id="rId18" Type="http://schemas.openxmlformats.org/officeDocument/2006/relationships/slideLayout" Target="../slideLayouts/slideLayout500.xml"/><Relationship Id="rId26" Type="http://schemas.openxmlformats.org/officeDocument/2006/relationships/slideLayout" Target="../slideLayouts/slideLayout508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503.xml"/><Relationship Id="rId34" Type="http://schemas.openxmlformats.org/officeDocument/2006/relationships/slideLayout" Target="../slideLayouts/slideLayout516.xml"/><Relationship Id="rId7" Type="http://schemas.openxmlformats.org/officeDocument/2006/relationships/slideLayout" Target="../slideLayouts/slideLayout489.xml"/><Relationship Id="rId12" Type="http://schemas.openxmlformats.org/officeDocument/2006/relationships/slideLayout" Target="../slideLayouts/slideLayout494.xml"/><Relationship Id="rId17" Type="http://schemas.openxmlformats.org/officeDocument/2006/relationships/slideLayout" Target="../slideLayouts/slideLayout499.xml"/><Relationship Id="rId25" Type="http://schemas.openxmlformats.org/officeDocument/2006/relationships/slideLayout" Target="../slideLayouts/slideLayout507.xml"/><Relationship Id="rId33" Type="http://schemas.openxmlformats.org/officeDocument/2006/relationships/slideLayout" Target="../slideLayouts/slideLayout515.xml"/><Relationship Id="rId38" Type="http://schemas.openxmlformats.org/officeDocument/2006/relationships/theme" Target="../theme/theme14.xml"/><Relationship Id="rId2" Type="http://schemas.openxmlformats.org/officeDocument/2006/relationships/slideLayout" Target="../slideLayouts/slideLayout484.xml"/><Relationship Id="rId16" Type="http://schemas.openxmlformats.org/officeDocument/2006/relationships/slideLayout" Target="../slideLayouts/slideLayout498.xml"/><Relationship Id="rId20" Type="http://schemas.openxmlformats.org/officeDocument/2006/relationships/slideLayout" Target="../slideLayouts/slideLayout502.xml"/><Relationship Id="rId29" Type="http://schemas.openxmlformats.org/officeDocument/2006/relationships/slideLayout" Target="../slideLayouts/slideLayout511.xml"/><Relationship Id="rId1" Type="http://schemas.openxmlformats.org/officeDocument/2006/relationships/slideLayout" Target="../slideLayouts/slideLayout483.xml"/><Relationship Id="rId6" Type="http://schemas.openxmlformats.org/officeDocument/2006/relationships/slideLayout" Target="../slideLayouts/slideLayout488.xml"/><Relationship Id="rId11" Type="http://schemas.openxmlformats.org/officeDocument/2006/relationships/slideLayout" Target="../slideLayouts/slideLayout493.xml"/><Relationship Id="rId24" Type="http://schemas.openxmlformats.org/officeDocument/2006/relationships/slideLayout" Target="../slideLayouts/slideLayout506.xml"/><Relationship Id="rId32" Type="http://schemas.openxmlformats.org/officeDocument/2006/relationships/slideLayout" Target="../slideLayouts/slideLayout514.xml"/><Relationship Id="rId37" Type="http://schemas.openxmlformats.org/officeDocument/2006/relationships/slideLayout" Target="../slideLayouts/slideLayout519.xml"/><Relationship Id="rId5" Type="http://schemas.openxmlformats.org/officeDocument/2006/relationships/slideLayout" Target="../slideLayouts/slideLayout487.xml"/><Relationship Id="rId15" Type="http://schemas.openxmlformats.org/officeDocument/2006/relationships/slideLayout" Target="../slideLayouts/slideLayout497.xml"/><Relationship Id="rId23" Type="http://schemas.openxmlformats.org/officeDocument/2006/relationships/slideLayout" Target="../slideLayouts/slideLayout505.xml"/><Relationship Id="rId28" Type="http://schemas.openxmlformats.org/officeDocument/2006/relationships/slideLayout" Target="../slideLayouts/slideLayout510.xml"/><Relationship Id="rId36" Type="http://schemas.openxmlformats.org/officeDocument/2006/relationships/slideLayout" Target="../slideLayouts/slideLayout518.xml"/><Relationship Id="rId10" Type="http://schemas.openxmlformats.org/officeDocument/2006/relationships/slideLayout" Target="../slideLayouts/slideLayout492.xml"/><Relationship Id="rId19" Type="http://schemas.openxmlformats.org/officeDocument/2006/relationships/slideLayout" Target="../slideLayouts/slideLayout501.xml"/><Relationship Id="rId31" Type="http://schemas.openxmlformats.org/officeDocument/2006/relationships/slideLayout" Target="../slideLayouts/slideLayout513.xml"/><Relationship Id="rId4" Type="http://schemas.openxmlformats.org/officeDocument/2006/relationships/slideLayout" Target="../slideLayouts/slideLayout486.xml"/><Relationship Id="rId9" Type="http://schemas.openxmlformats.org/officeDocument/2006/relationships/slideLayout" Target="../slideLayouts/slideLayout491.xml"/><Relationship Id="rId14" Type="http://schemas.openxmlformats.org/officeDocument/2006/relationships/slideLayout" Target="../slideLayouts/slideLayout496.xml"/><Relationship Id="rId22" Type="http://schemas.openxmlformats.org/officeDocument/2006/relationships/slideLayout" Target="../slideLayouts/slideLayout504.xml"/><Relationship Id="rId27" Type="http://schemas.openxmlformats.org/officeDocument/2006/relationships/slideLayout" Target="../slideLayouts/slideLayout509.xml"/><Relationship Id="rId30" Type="http://schemas.openxmlformats.org/officeDocument/2006/relationships/slideLayout" Target="../slideLayouts/slideLayout512.xml"/><Relationship Id="rId35" Type="http://schemas.openxmlformats.org/officeDocument/2006/relationships/slideLayout" Target="../slideLayouts/slideLayout517.xml"/><Relationship Id="rId8" Type="http://schemas.openxmlformats.org/officeDocument/2006/relationships/slideLayout" Target="../slideLayouts/slideLayout490.xml"/><Relationship Id="rId3" Type="http://schemas.openxmlformats.org/officeDocument/2006/relationships/slideLayout" Target="../slideLayouts/slideLayout485.xml"/></Relationships>
</file>

<file path=ppt/slideMasters/_rels/slideMaster1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2.xml"/><Relationship Id="rId18" Type="http://schemas.openxmlformats.org/officeDocument/2006/relationships/slideLayout" Target="../slideLayouts/slideLayout537.xml"/><Relationship Id="rId26" Type="http://schemas.openxmlformats.org/officeDocument/2006/relationships/slideLayout" Target="../slideLayouts/slideLayout545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540.xml"/><Relationship Id="rId34" Type="http://schemas.openxmlformats.org/officeDocument/2006/relationships/slideLayout" Target="../slideLayouts/slideLayout553.xml"/><Relationship Id="rId7" Type="http://schemas.openxmlformats.org/officeDocument/2006/relationships/slideLayout" Target="../slideLayouts/slideLayout526.xml"/><Relationship Id="rId12" Type="http://schemas.openxmlformats.org/officeDocument/2006/relationships/slideLayout" Target="../slideLayouts/slideLayout531.xml"/><Relationship Id="rId17" Type="http://schemas.openxmlformats.org/officeDocument/2006/relationships/slideLayout" Target="../slideLayouts/slideLayout536.xml"/><Relationship Id="rId25" Type="http://schemas.openxmlformats.org/officeDocument/2006/relationships/slideLayout" Target="../slideLayouts/slideLayout544.xml"/><Relationship Id="rId33" Type="http://schemas.openxmlformats.org/officeDocument/2006/relationships/slideLayout" Target="../slideLayouts/slideLayout552.xml"/><Relationship Id="rId38" Type="http://schemas.openxmlformats.org/officeDocument/2006/relationships/theme" Target="../theme/theme15.xml"/><Relationship Id="rId2" Type="http://schemas.openxmlformats.org/officeDocument/2006/relationships/slideLayout" Target="../slideLayouts/slideLayout521.xml"/><Relationship Id="rId16" Type="http://schemas.openxmlformats.org/officeDocument/2006/relationships/slideLayout" Target="../slideLayouts/slideLayout535.xml"/><Relationship Id="rId20" Type="http://schemas.openxmlformats.org/officeDocument/2006/relationships/slideLayout" Target="../slideLayouts/slideLayout539.xml"/><Relationship Id="rId29" Type="http://schemas.openxmlformats.org/officeDocument/2006/relationships/slideLayout" Target="../slideLayouts/slideLayout548.xml"/><Relationship Id="rId1" Type="http://schemas.openxmlformats.org/officeDocument/2006/relationships/slideLayout" Target="../slideLayouts/slideLayout520.xml"/><Relationship Id="rId6" Type="http://schemas.openxmlformats.org/officeDocument/2006/relationships/slideLayout" Target="../slideLayouts/slideLayout525.xml"/><Relationship Id="rId11" Type="http://schemas.openxmlformats.org/officeDocument/2006/relationships/slideLayout" Target="../slideLayouts/slideLayout530.xml"/><Relationship Id="rId24" Type="http://schemas.openxmlformats.org/officeDocument/2006/relationships/slideLayout" Target="../slideLayouts/slideLayout543.xml"/><Relationship Id="rId32" Type="http://schemas.openxmlformats.org/officeDocument/2006/relationships/slideLayout" Target="../slideLayouts/slideLayout551.xml"/><Relationship Id="rId37" Type="http://schemas.openxmlformats.org/officeDocument/2006/relationships/slideLayout" Target="../slideLayouts/slideLayout556.xml"/><Relationship Id="rId5" Type="http://schemas.openxmlformats.org/officeDocument/2006/relationships/slideLayout" Target="../slideLayouts/slideLayout524.xml"/><Relationship Id="rId15" Type="http://schemas.openxmlformats.org/officeDocument/2006/relationships/slideLayout" Target="../slideLayouts/slideLayout534.xml"/><Relationship Id="rId23" Type="http://schemas.openxmlformats.org/officeDocument/2006/relationships/slideLayout" Target="../slideLayouts/slideLayout542.xml"/><Relationship Id="rId28" Type="http://schemas.openxmlformats.org/officeDocument/2006/relationships/slideLayout" Target="../slideLayouts/slideLayout547.xml"/><Relationship Id="rId36" Type="http://schemas.openxmlformats.org/officeDocument/2006/relationships/slideLayout" Target="../slideLayouts/slideLayout555.xml"/><Relationship Id="rId10" Type="http://schemas.openxmlformats.org/officeDocument/2006/relationships/slideLayout" Target="../slideLayouts/slideLayout529.xml"/><Relationship Id="rId19" Type="http://schemas.openxmlformats.org/officeDocument/2006/relationships/slideLayout" Target="../slideLayouts/slideLayout538.xml"/><Relationship Id="rId31" Type="http://schemas.openxmlformats.org/officeDocument/2006/relationships/slideLayout" Target="../slideLayouts/slideLayout550.xml"/><Relationship Id="rId4" Type="http://schemas.openxmlformats.org/officeDocument/2006/relationships/slideLayout" Target="../slideLayouts/slideLayout523.xml"/><Relationship Id="rId9" Type="http://schemas.openxmlformats.org/officeDocument/2006/relationships/slideLayout" Target="../slideLayouts/slideLayout528.xml"/><Relationship Id="rId14" Type="http://schemas.openxmlformats.org/officeDocument/2006/relationships/slideLayout" Target="../slideLayouts/slideLayout533.xml"/><Relationship Id="rId22" Type="http://schemas.openxmlformats.org/officeDocument/2006/relationships/slideLayout" Target="../slideLayouts/slideLayout541.xml"/><Relationship Id="rId27" Type="http://schemas.openxmlformats.org/officeDocument/2006/relationships/slideLayout" Target="../slideLayouts/slideLayout546.xml"/><Relationship Id="rId30" Type="http://schemas.openxmlformats.org/officeDocument/2006/relationships/slideLayout" Target="../slideLayouts/slideLayout549.xml"/><Relationship Id="rId35" Type="http://schemas.openxmlformats.org/officeDocument/2006/relationships/slideLayout" Target="../slideLayouts/slideLayout554.xml"/><Relationship Id="rId8" Type="http://schemas.openxmlformats.org/officeDocument/2006/relationships/slideLayout" Target="../slideLayouts/slideLayout527.xml"/><Relationship Id="rId3" Type="http://schemas.openxmlformats.org/officeDocument/2006/relationships/slideLayout" Target="../slideLayouts/slideLayout522.xml"/></Relationships>
</file>

<file path=ppt/slideMasters/_rels/slideMaster1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69.xml"/><Relationship Id="rId18" Type="http://schemas.openxmlformats.org/officeDocument/2006/relationships/slideLayout" Target="../slideLayouts/slideLayout574.xml"/><Relationship Id="rId26" Type="http://schemas.openxmlformats.org/officeDocument/2006/relationships/slideLayout" Target="../slideLayouts/slideLayout582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577.xml"/><Relationship Id="rId34" Type="http://schemas.openxmlformats.org/officeDocument/2006/relationships/slideLayout" Target="../slideLayouts/slideLayout590.xml"/><Relationship Id="rId7" Type="http://schemas.openxmlformats.org/officeDocument/2006/relationships/slideLayout" Target="../slideLayouts/slideLayout563.xml"/><Relationship Id="rId12" Type="http://schemas.openxmlformats.org/officeDocument/2006/relationships/slideLayout" Target="../slideLayouts/slideLayout568.xml"/><Relationship Id="rId17" Type="http://schemas.openxmlformats.org/officeDocument/2006/relationships/slideLayout" Target="../slideLayouts/slideLayout573.xml"/><Relationship Id="rId25" Type="http://schemas.openxmlformats.org/officeDocument/2006/relationships/slideLayout" Target="../slideLayouts/slideLayout581.xml"/><Relationship Id="rId33" Type="http://schemas.openxmlformats.org/officeDocument/2006/relationships/slideLayout" Target="../slideLayouts/slideLayout589.xml"/><Relationship Id="rId38" Type="http://schemas.openxmlformats.org/officeDocument/2006/relationships/theme" Target="../theme/theme16.xml"/><Relationship Id="rId2" Type="http://schemas.openxmlformats.org/officeDocument/2006/relationships/slideLayout" Target="../slideLayouts/slideLayout558.xml"/><Relationship Id="rId16" Type="http://schemas.openxmlformats.org/officeDocument/2006/relationships/slideLayout" Target="../slideLayouts/slideLayout572.xml"/><Relationship Id="rId20" Type="http://schemas.openxmlformats.org/officeDocument/2006/relationships/slideLayout" Target="../slideLayouts/slideLayout576.xml"/><Relationship Id="rId29" Type="http://schemas.openxmlformats.org/officeDocument/2006/relationships/slideLayout" Target="../slideLayouts/slideLayout585.xml"/><Relationship Id="rId1" Type="http://schemas.openxmlformats.org/officeDocument/2006/relationships/slideLayout" Target="../slideLayouts/slideLayout557.xml"/><Relationship Id="rId6" Type="http://schemas.openxmlformats.org/officeDocument/2006/relationships/slideLayout" Target="../slideLayouts/slideLayout562.xml"/><Relationship Id="rId11" Type="http://schemas.openxmlformats.org/officeDocument/2006/relationships/slideLayout" Target="../slideLayouts/slideLayout567.xml"/><Relationship Id="rId24" Type="http://schemas.openxmlformats.org/officeDocument/2006/relationships/slideLayout" Target="../slideLayouts/slideLayout580.xml"/><Relationship Id="rId32" Type="http://schemas.openxmlformats.org/officeDocument/2006/relationships/slideLayout" Target="../slideLayouts/slideLayout588.xml"/><Relationship Id="rId37" Type="http://schemas.openxmlformats.org/officeDocument/2006/relationships/slideLayout" Target="../slideLayouts/slideLayout593.xml"/><Relationship Id="rId5" Type="http://schemas.openxmlformats.org/officeDocument/2006/relationships/slideLayout" Target="../slideLayouts/slideLayout561.xml"/><Relationship Id="rId15" Type="http://schemas.openxmlformats.org/officeDocument/2006/relationships/slideLayout" Target="../slideLayouts/slideLayout571.xml"/><Relationship Id="rId23" Type="http://schemas.openxmlformats.org/officeDocument/2006/relationships/slideLayout" Target="../slideLayouts/slideLayout579.xml"/><Relationship Id="rId28" Type="http://schemas.openxmlformats.org/officeDocument/2006/relationships/slideLayout" Target="../slideLayouts/slideLayout584.xml"/><Relationship Id="rId36" Type="http://schemas.openxmlformats.org/officeDocument/2006/relationships/slideLayout" Target="../slideLayouts/slideLayout592.xml"/><Relationship Id="rId10" Type="http://schemas.openxmlformats.org/officeDocument/2006/relationships/slideLayout" Target="../slideLayouts/slideLayout566.xml"/><Relationship Id="rId19" Type="http://schemas.openxmlformats.org/officeDocument/2006/relationships/slideLayout" Target="../slideLayouts/slideLayout575.xml"/><Relationship Id="rId31" Type="http://schemas.openxmlformats.org/officeDocument/2006/relationships/slideLayout" Target="../slideLayouts/slideLayout587.xml"/><Relationship Id="rId4" Type="http://schemas.openxmlformats.org/officeDocument/2006/relationships/slideLayout" Target="../slideLayouts/slideLayout560.xml"/><Relationship Id="rId9" Type="http://schemas.openxmlformats.org/officeDocument/2006/relationships/slideLayout" Target="../slideLayouts/slideLayout565.xml"/><Relationship Id="rId14" Type="http://schemas.openxmlformats.org/officeDocument/2006/relationships/slideLayout" Target="../slideLayouts/slideLayout570.xml"/><Relationship Id="rId22" Type="http://schemas.openxmlformats.org/officeDocument/2006/relationships/slideLayout" Target="../slideLayouts/slideLayout578.xml"/><Relationship Id="rId27" Type="http://schemas.openxmlformats.org/officeDocument/2006/relationships/slideLayout" Target="../slideLayouts/slideLayout583.xml"/><Relationship Id="rId30" Type="http://schemas.openxmlformats.org/officeDocument/2006/relationships/slideLayout" Target="../slideLayouts/slideLayout586.xml"/><Relationship Id="rId35" Type="http://schemas.openxmlformats.org/officeDocument/2006/relationships/slideLayout" Target="../slideLayouts/slideLayout591.xml"/><Relationship Id="rId8" Type="http://schemas.openxmlformats.org/officeDocument/2006/relationships/slideLayout" Target="../slideLayouts/slideLayout564.xml"/><Relationship Id="rId3" Type="http://schemas.openxmlformats.org/officeDocument/2006/relationships/slideLayout" Target="../slideLayouts/slideLayout559.xml"/></Relationships>
</file>

<file path=ppt/slideMasters/_rels/slideMaster1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06.xml"/><Relationship Id="rId18" Type="http://schemas.openxmlformats.org/officeDocument/2006/relationships/slideLayout" Target="../slideLayouts/slideLayout611.xml"/><Relationship Id="rId26" Type="http://schemas.openxmlformats.org/officeDocument/2006/relationships/slideLayout" Target="../slideLayouts/slideLayout619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614.xml"/><Relationship Id="rId34" Type="http://schemas.openxmlformats.org/officeDocument/2006/relationships/slideLayout" Target="../slideLayouts/slideLayout627.xml"/><Relationship Id="rId7" Type="http://schemas.openxmlformats.org/officeDocument/2006/relationships/slideLayout" Target="../slideLayouts/slideLayout600.xml"/><Relationship Id="rId12" Type="http://schemas.openxmlformats.org/officeDocument/2006/relationships/slideLayout" Target="../slideLayouts/slideLayout605.xml"/><Relationship Id="rId17" Type="http://schemas.openxmlformats.org/officeDocument/2006/relationships/slideLayout" Target="../slideLayouts/slideLayout610.xml"/><Relationship Id="rId25" Type="http://schemas.openxmlformats.org/officeDocument/2006/relationships/slideLayout" Target="../slideLayouts/slideLayout618.xml"/><Relationship Id="rId33" Type="http://schemas.openxmlformats.org/officeDocument/2006/relationships/slideLayout" Target="../slideLayouts/slideLayout626.xml"/><Relationship Id="rId38" Type="http://schemas.openxmlformats.org/officeDocument/2006/relationships/theme" Target="../theme/theme17.xml"/><Relationship Id="rId2" Type="http://schemas.openxmlformats.org/officeDocument/2006/relationships/slideLayout" Target="../slideLayouts/slideLayout595.xml"/><Relationship Id="rId16" Type="http://schemas.openxmlformats.org/officeDocument/2006/relationships/slideLayout" Target="../slideLayouts/slideLayout609.xml"/><Relationship Id="rId20" Type="http://schemas.openxmlformats.org/officeDocument/2006/relationships/slideLayout" Target="../slideLayouts/slideLayout613.xml"/><Relationship Id="rId29" Type="http://schemas.openxmlformats.org/officeDocument/2006/relationships/slideLayout" Target="../slideLayouts/slideLayout622.xml"/><Relationship Id="rId1" Type="http://schemas.openxmlformats.org/officeDocument/2006/relationships/slideLayout" Target="../slideLayouts/slideLayout594.xml"/><Relationship Id="rId6" Type="http://schemas.openxmlformats.org/officeDocument/2006/relationships/slideLayout" Target="../slideLayouts/slideLayout599.xml"/><Relationship Id="rId11" Type="http://schemas.openxmlformats.org/officeDocument/2006/relationships/slideLayout" Target="../slideLayouts/slideLayout604.xml"/><Relationship Id="rId24" Type="http://schemas.openxmlformats.org/officeDocument/2006/relationships/slideLayout" Target="../slideLayouts/slideLayout617.xml"/><Relationship Id="rId32" Type="http://schemas.openxmlformats.org/officeDocument/2006/relationships/slideLayout" Target="../slideLayouts/slideLayout625.xml"/><Relationship Id="rId37" Type="http://schemas.openxmlformats.org/officeDocument/2006/relationships/slideLayout" Target="../slideLayouts/slideLayout630.xml"/><Relationship Id="rId5" Type="http://schemas.openxmlformats.org/officeDocument/2006/relationships/slideLayout" Target="../slideLayouts/slideLayout598.xml"/><Relationship Id="rId15" Type="http://schemas.openxmlformats.org/officeDocument/2006/relationships/slideLayout" Target="../slideLayouts/slideLayout608.xml"/><Relationship Id="rId23" Type="http://schemas.openxmlformats.org/officeDocument/2006/relationships/slideLayout" Target="../slideLayouts/slideLayout616.xml"/><Relationship Id="rId28" Type="http://schemas.openxmlformats.org/officeDocument/2006/relationships/slideLayout" Target="../slideLayouts/slideLayout621.xml"/><Relationship Id="rId36" Type="http://schemas.openxmlformats.org/officeDocument/2006/relationships/slideLayout" Target="../slideLayouts/slideLayout629.xml"/><Relationship Id="rId10" Type="http://schemas.openxmlformats.org/officeDocument/2006/relationships/slideLayout" Target="../slideLayouts/slideLayout603.xml"/><Relationship Id="rId19" Type="http://schemas.openxmlformats.org/officeDocument/2006/relationships/slideLayout" Target="../slideLayouts/slideLayout612.xml"/><Relationship Id="rId31" Type="http://schemas.openxmlformats.org/officeDocument/2006/relationships/slideLayout" Target="../slideLayouts/slideLayout624.xml"/><Relationship Id="rId4" Type="http://schemas.openxmlformats.org/officeDocument/2006/relationships/slideLayout" Target="../slideLayouts/slideLayout597.xml"/><Relationship Id="rId9" Type="http://schemas.openxmlformats.org/officeDocument/2006/relationships/slideLayout" Target="../slideLayouts/slideLayout602.xml"/><Relationship Id="rId14" Type="http://schemas.openxmlformats.org/officeDocument/2006/relationships/slideLayout" Target="../slideLayouts/slideLayout607.xml"/><Relationship Id="rId22" Type="http://schemas.openxmlformats.org/officeDocument/2006/relationships/slideLayout" Target="../slideLayouts/slideLayout615.xml"/><Relationship Id="rId27" Type="http://schemas.openxmlformats.org/officeDocument/2006/relationships/slideLayout" Target="../slideLayouts/slideLayout620.xml"/><Relationship Id="rId30" Type="http://schemas.openxmlformats.org/officeDocument/2006/relationships/slideLayout" Target="../slideLayouts/slideLayout623.xml"/><Relationship Id="rId35" Type="http://schemas.openxmlformats.org/officeDocument/2006/relationships/slideLayout" Target="../slideLayouts/slideLayout628.xml"/><Relationship Id="rId8" Type="http://schemas.openxmlformats.org/officeDocument/2006/relationships/slideLayout" Target="../slideLayouts/slideLayout601.xml"/><Relationship Id="rId3" Type="http://schemas.openxmlformats.org/officeDocument/2006/relationships/slideLayout" Target="../slideLayouts/slideLayout59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00808B11-D078-144E-BFA9-BB483B794E93}"/>
              </a:ext>
            </a:extLst>
          </p:cNvPr>
          <p:cNvPicPr>
            <a:picLocks noChangeAspect="1"/>
          </p:cNvPicPr>
          <p:nvPr/>
        </p:nvPicPr>
        <p:blipFill rotWithShape="1"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41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  <p:sldLayoutId id="2147483695" r:id="rId25"/>
    <p:sldLayoutId id="2147483696" r:id="rId26"/>
    <p:sldLayoutId id="2147483697" r:id="rId27"/>
    <p:sldLayoutId id="2147483698" r:id="rId28"/>
    <p:sldLayoutId id="2147483699" r:id="rId29"/>
    <p:sldLayoutId id="2147483700" r:id="rId30"/>
    <p:sldLayoutId id="2147483701" r:id="rId31"/>
    <p:sldLayoutId id="2147483702" r:id="rId32"/>
    <p:sldLayoutId id="2147483703" r:id="rId33"/>
    <p:sldLayoutId id="2147483704" r:id="rId34"/>
    <p:sldLayoutId id="2147483705" r:id="rId35"/>
    <p:sldLayoutId id="2147483706" r:id="rId36"/>
    <p:sldLayoutId id="2147483707" r:id="rId37"/>
    <p:sldLayoutId id="2147483708" r:id="rId38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Font typeface="Verdana" panose="020B0604030504040204" pitchFamily="34" charset="0"/>
        <a:buChar char="–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CCC3EFD-5666-154D-B35E-5574C9B1DAF0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43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3" r:id="rId34"/>
    <p:sldLayoutId id="2147483744" r:id="rId35"/>
    <p:sldLayoutId id="2147483745" r:id="rId36"/>
    <p:sldLayoutId id="2147483746" r:id="rId3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Font typeface="Verdana" panose="020B0604030504040204" pitchFamily="34" charset="0"/>
        <a:buChar char="–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1A34A4EC-7D06-6644-8C98-B5197760F642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7" r:id="rId20"/>
    <p:sldLayoutId id="2147483768" r:id="rId21"/>
    <p:sldLayoutId id="2147483769" r:id="rId22"/>
    <p:sldLayoutId id="2147483770" r:id="rId23"/>
    <p:sldLayoutId id="2147483771" r:id="rId24"/>
    <p:sldLayoutId id="2147483772" r:id="rId25"/>
    <p:sldLayoutId id="2147483773" r:id="rId26"/>
    <p:sldLayoutId id="2147483774" r:id="rId27"/>
    <p:sldLayoutId id="2147483775" r:id="rId28"/>
    <p:sldLayoutId id="2147483776" r:id="rId29"/>
    <p:sldLayoutId id="2147483777" r:id="rId30"/>
    <p:sldLayoutId id="2147483778" r:id="rId31"/>
    <p:sldLayoutId id="2147483779" r:id="rId32"/>
    <p:sldLayoutId id="2147483780" r:id="rId33"/>
    <p:sldLayoutId id="2147483781" r:id="rId34"/>
    <p:sldLayoutId id="2147483782" r:id="rId35"/>
    <p:sldLayoutId id="2147483783" r:id="rId36"/>
    <p:sldLayoutId id="2147483784" r:id="rId3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accent1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accent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accent1"/>
        </a:buClr>
        <a:buFont typeface="Verdana" panose="020B0604030504040204" pitchFamily="34" charset="0"/>
        <a:buChar char="–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accent1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accent1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4EA48F5-3B2F-264A-80BD-50184817795C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85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  <p:sldLayoutId id="2147483803" r:id="rId18"/>
    <p:sldLayoutId id="2147483804" r:id="rId19"/>
    <p:sldLayoutId id="2147483805" r:id="rId20"/>
    <p:sldLayoutId id="2147483806" r:id="rId21"/>
    <p:sldLayoutId id="2147483807" r:id="rId22"/>
    <p:sldLayoutId id="2147483808" r:id="rId23"/>
    <p:sldLayoutId id="2147483809" r:id="rId24"/>
    <p:sldLayoutId id="2147483810" r:id="rId25"/>
    <p:sldLayoutId id="2147483811" r:id="rId26"/>
    <p:sldLayoutId id="2147483812" r:id="rId27"/>
    <p:sldLayoutId id="2147483813" r:id="rId28"/>
    <p:sldLayoutId id="2147483814" r:id="rId29"/>
    <p:sldLayoutId id="2147483815" r:id="rId30"/>
    <p:sldLayoutId id="2147483816" r:id="rId31"/>
    <p:sldLayoutId id="2147483817" r:id="rId32"/>
    <p:sldLayoutId id="2147483818" r:id="rId33"/>
    <p:sldLayoutId id="2147483819" r:id="rId34"/>
    <p:sldLayoutId id="2147483820" r:id="rId35"/>
    <p:sldLayoutId id="2147483821" r:id="rId36"/>
    <p:sldLayoutId id="2147483822" r:id="rId3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accent1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accent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accent1"/>
        </a:buClr>
        <a:buFont typeface="Verdana" panose="020B0604030504040204" pitchFamily="34" charset="0"/>
        <a:buChar char="–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accent1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accent1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B7E18EBE-482B-7E48-89D1-039D8F337A0A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63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  <p:sldLayoutId id="2147483840" r:id="rId17"/>
    <p:sldLayoutId id="2147483841" r:id="rId18"/>
    <p:sldLayoutId id="2147483842" r:id="rId19"/>
    <p:sldLayoutId id="2147483843" r:id="rId20"/>
    <p:sldLayoutId id="2147483844" r:id="rId21"/>
    <p:sldLayoutId id="2147483845" r:id="rId22"/>
    <p:sldLayoutId id="2147483846" r:id="rId23"/>
    <p:sldLayoutId id="2147483847" r:id="rId24"/>
    <p:sldLayoutId id="2147483848" r:id="rId25"/>
    <p:sldLayoutId id="2147483849" r:id="rId26"/>
    <p:sldLayoutId id="2147483850" r:id="rId27"/>
    <p:sldLayoutId id="2147483851" r:id="rId28"/>
    <p:sldLayoutId id="2147483852" r:id="rId29"/>
    <p:sldLayoutId id="2147483853" r:id="rId30"/>
    <p:sldLayoutId id="2147483854" r:id="rId31"/>
    <p:sldLayoutId id="2147483855" r:id="rId32"/>
    <p:sldLayoutId id="2147483856" r:id="rId33"/>
    <p:sldLayoutId id="2147483857" r:id="rId34"/>
    <p:sldLayoutId id="2147483858" r:id="rId35"/>
    <p:sldLayoutId id="2147483859" r:id="rId36"/>
    <p:sldLayoutId id="2147483860" r:id="rId3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Font typeface="Verdana" panose="020B0604030504040204" pitchFamily="34" charset="0"/>
        <a:buChar char="–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37" name="Afbeelding 36">
            <a:extLst>
              <a:ext uri="{FF2B5EF4-FFF2-40B4-BE49-F238E27FC236}">
                <a16:creationId xmlns:a16="http://schemas.microsoft.com/office/drawing/2014/main" id="{ED518EBA-44F0-9144-AC57-3270B06A38B0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2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  <p:sldLayoutId id="2147483879" r:id="rId18"/>
    <p:sldLayoutId id="2147483880" r:id="rId19"/>
    <p:sldLayoutId id="2147483881" r:id="rId20"/>
    <p:sldLayoutId id="2147483882" r:id="rId21"/>
    <p:sldLayoutId id="2147483883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  <p:sldLayoutId id="2147483891" r:id="rId30"/>
    <p:sldLayoutId id="2147483892" r:id="rId31"/>
    <p:sldLayoutId id="2147483893" r:id="rId32"/>
    <p:sldLayoutId id="2147483894" r:id="rId33"/>
    <p:sldLayoutId id="2147483895" r:id="rId34"/>
    <p:sldLayoutId id="2147483896" r:id="rId35"/>
    <p:sldLayoutId id="2147483897" r:id="rId36"/>
    <p:sldLayoutId id="2147483898" r:id="rId3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accent1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accent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accent1"/>
        </a:buClr>
        <a:buFont typeface="Verdana" panose="020B0604030504040204" pitchFamily="34" charset="0"/>
        <a:buChar char="–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accent1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accent1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E9E498AD-2242-094E-9CA5-B0BF63533569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6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  <p:sldLayoutId id="2147483911" r:id="rId12"/>
    <p:sldLayoutId id="2147483912" r:id="rId13"/>
    <p:sldLayoutId id="2147483913" r:id="rId14"/>
    <p:sldLayoutId id="2147483914" r:id="rId15"/>
    <p:sldLayoutId id="2147483915" r:id="rId16"/>
    <p:sldLayoutId id="2147483916" r:id="rId17"/>
    <p:sldLayoutId id="2147483917" r:id="rId18"/>
    <p:sldLayoutId id="2147483918" r:id="rId19"/>
    <p:sldLayoutId id="2147483919" r:id="rId20"/>
    <p:sldLayoutId id="2147483920" r:id="rId21"/>
    <p:sldLayoutId id="2147483921" r:id="rId22"/>
    <p:sldLayoutId id="2147483922" r:id="rId23"/>
    <p:sldLayoutId id="2147483923" r:id="rId24"/>
    <p:sldLayoutId id="2147483924" r:id="rId25"/>
    <p:sldLayoutId id="2147483925" r:id="rId26"/>
    <p:sldLayoutId id="2147483926" r:id="rId27"/>
    <p:sldLayoutId id="2147483927" r:id="rId28"/>
    <p:sldLayoutId id="2147483928" r:id="rId29"/>
    <p:sldLayoutId id="2147483929" r:id="rId30"/>
    <p:sldLayoutId id="2147483930" r:id="rId31"/>
    <p:sldLayoutId id="2147483931" r:id="rId32"/>
    <p:sldLayoutId id="2147483932" r:id="rId33"/>
    <p:sldLayoutId id="2147483933" r:id="rId34"/>
    <p:sldLayoutId id="2147483934" r:id="rId35"/>
    <p:sldLayoutId id="2147483935" r:id="rId36"/>
    <p:sldLayoutId id="2147483936" r:id="rId3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Font typeface="Verdana" panose="020B0604030504040204" pitchFamily="34" charset="0"/>
        <a:buChar char="–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994C5400-D7ED-1E44-BA9E-5361256F8F14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932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  <p:sldLayoutId id="2147483949" r:id="rId12"/>
    <p:sldLayoutId id="2147483950" r:id="rId13"/>
    <p:sldLayoutId id="2147483951" r:id="rId14"/>
    <p:sldLayoutId id="2147483952" r:id="rId15"/>
    <p:sldLayoutId id="2147483953" r:id="rId16"/>
    <p:sldLayoutId id="2147483954" r:id="rId17"/>
    <p:sldLayoutId id="2147483955" r:id="rId18"/>
    <p:sldLayoutId id="2147483956" r:id="rId19"/>
    <p:sldLayoutId id="2147483957" r:id="rId20"/>
    <p:sldLayoutId id="2147483958" r:id="rId21"/>
    <p:sldLayoutId id="2147483959" r:id="rId22"/>
    <p:sldLayoutId id="2147483960" r:id="rId23"/>
    <p:sldLayoutId id="2147483961" r:id="rId24"/>
    <p:sldLayoutId id="2147483962" r:id="rId25"/>
    <p:sldLayoutId id="2147483963" r:id="rId26"/>
    <p:sldLayoutId id="2147483964" r:id="rId27"/>
    <p:sldLayoutId id="2147483965" r:id="rId28"/>
    <p:sldLayoutId id="2147483966" r:id="rId29"/>
    <p:sldLayoutId id="2147483967" r:id="rId30"/>
    <p:sldLayoutId id="2147483968" r:id="rId31"/>
    <p:sldLayoutId id="2147483969" r:id="rId32"/>
    <p:sldLayoutId id="2147483970" r:id="rId33"/>
    <p:sldLayoutId id="2147483971" r:id="rId34"/>
    <p:sldLayoutId id="2147483972" r:id="rId35"/>
    <p:sldLayoutId id="2147483973" r:id="rId36"/>
    <p:sldLayoutId id="2147483974" r:id="rId3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Font typeface="Verdana" panose="020B0604030504040204" pitchFamily="34" charset="0"/>
        <a:buChar char="–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6075388C-50A2-4345-A1B1-96ADAB6FFCC4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9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  <p:sldLayoutId id="2147483987" r:id="rId12"/>
    <p:sldLayoutId id="2147483988" r:id="rId13"/>
    <p:sldLayoutId id="2147483989" r:id="rId14"/>
    <p:sldLayoutId id="2147483990" r:id="rId15"/>
    <p:sldLayoutId id="2147483991" r:id="rId16"/>
    <p:sldLayoutId id="2147483992" r:id="rId17"/>
    <p:sldLayoutId id="2147483993" r:id="rId18"/>
    <p:sldLayoutId id="2147483994" r:id="rId19"/>
    <p:sldLayoutId id="2147483995" r:id="rId20"/>
    <p:sldLayoutId id="2147483996" r:id="rId21"/>
    <p:sldLayoutId id="2147483997" r:id="rId22"/>
    <p:sldLayoutId id="2147483998" r:id="rId23"/>
    <p:sldLayoutId id="2147483999" r:id="rId24"/>
    <p:sldLayoutId id="2147484000" r:id="rId25"/>
    <p:sldLayoutId id="2147484001" r:id="rId26"/>
    <p:sldLayoutId id="2147484002" r:id="rId27"/>
    <p:sldLayoutId id="2147484003" r:id="rId28"/>
    <p:sldLayoutId id="2147484004" r:id="rId29"/>
    <p:sldLayoutId id="2147484005" r:id="rId30"/>
    <p:sldLayoutId id="2147484006" r:id="rId31"/>
    <p:sldLayoutId id="2147484007" r:id="rId32"/>
    <p:sldLayoutId id="2147484008" r:id="rId33"/>
    <p:sldLayoutId id="2147484009" r:id="rId34"/>
    <p:sldLayoutId id="2147484010" r:id="rId35"/>
    <p:sldLayoutId id="2147484011" r:id="rId36"/>
    <p:sldLayoutId id="2147484012" r:id="rId3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accent1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accent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accent1"/>
        </a:buClr>
        <a:buFont typeface="Verdana" panose="020B0604030504040204" pitchFamily="34" charset="0"/>
        <a:buChar char="–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accent1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accent1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3D4649E4-0867-DC49-B255-3BA5E7E7EDF9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280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16" r:id="rId3"/>
    <p:sldLayoutId id="2147484017" r:id="rId4"/>
    <p:sldLayoutId id="2147484018" r:id="rId5"/>
    <p:sldLayoutId id="2147484019" r:id="rId6"/>
    <p:sldLayoutId id="2147484020" r:id="rId7"/>
    <p:sldLayoutId id="2147484021" r:id="rId8"/>
    <p:sldLayoutId id="2147484022" r:id="rId9"/>
    <p:sldLayoutId id="2147484023" r:id="rId10"/>
    <p:sldLayoutId id="2147484024" r:id="rId11"/>
    <p:sldLayoutId id="2147484025" r:id="rId12"/>
    <p:sldLayoutId id="2147484026" r:id="rId13"/>
    <p:sldLayoutId id="2147484027" r:id="rId14"/>
    <p:sldLayoutId id="2147484028" r:id="rId15"/>
    <p:sldLayoutId id="2147484029" r:id="rId16"/>
    <p:sldLayoutId id="2147484030" r:id="rId17"/>
    <p:sldLayoutId id="2147484031" r:id="rId18"/>
    <p:sldLayoutId id="2147484032" r:id="rId19"/>
    <p:sldLayoutId id="2147484033" r:id="rId20"/>
    <p:sldLayoutId id="2147484034" r:id="rId21"/>
    <p:sldLayoutId id="2147484035" r:id="rId22"/>
    <p:sldLayoutId id="2147484036" r:id="rId23"/>
    <p:sldLayoutId id="2147484037" r:id="rId24"/>
    <p:sldLayoutId id="2147484038" r:id="rId25"/>
    <p:sldLayoutId id="2147484039" r:id="rId26"/>
    <p:sldLayoutId id="2147484040" r:id="rId27"/>
    <p:sldLayoutId id="2147484041" r:id="rId28"/>
    <p:sldLayoutId id="2147484042" r:id="rId29"/>
    <p:sldLayoutId id="2147484043" r:id="rId30"/>
    <p:sldLayoutId id="2147484044" r:id="rId31"/>
    <p:sldLayoutId id="2147484045" r:id="rId32"/>
    <p:sldLayoutId id="2147484046" r:id="rId33"/>
    <p:sldLayoutId id="2147484047" r:id="rId34"/>
    <p:sldLayoutId id="2147484048" r:id="rId35"/>
    <p:sldLayoutId id="2147484049" r:id="rId36"/>
    <p:sldLayoutId id="2147484050" r:id="rId3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accent1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accent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accent1"/>
        </a:buClr>
        <a:buFont typeface="Verdana" panose="020B0604030504040204" pitchFamily="34" charset="0"/>
        <a:buChar char="–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accent1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accent1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40047064-45CD-5C4F-944D-FA033569141F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389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54" r:id="rId3"/>
    <p:sldLayoutId id="2147484055" r:id="rId4"/>
    <p:sldLayoutId id="2147484056" r:id="rId5"/>
    <p:sldLayoutId id="2147484057" r:id="rId6"/>
    <p:sldLayoutId id="2147484058" r:id="rId7"/>
    <p:sldLayoutId id="2147484059" r:id="rId8"/>
    <p:sldLayoutId id="2147484060" r:id="rId9"/>
    <p:sldLayoutId id="2147484061" r:id="rId10"/>
    <p:sldLayoutId id="2147484062" r:id="rId11"/>
    <p:sldLayoutId id="2147484063" r:id="rId12"/>
    <p:sldLayoutId id="2147484064" r:id="rId13"/>
    <p:sldLayoutId id="2147484065" r:id="rId14"/>
    <p:sldLayoutId id="2147484066" r:id="rId15"/>
    <p:sldLayoutId id="2147484067" r:id="rId16"/>
    <p:sldLayoutId id="2147484068" r:id="rId17"/>
    <p:sldLayoutId id="2147484069" r:id="rId18"/>
    <p:sldLayoutId id="2147484070" r:id="rId19"/>
    <p:sldLayoutId id="2147484071" r:id="rId20"/>
    <p:sldLayoutId id="2147484072" r:id="rId21"/>
    <p:sldLayoutId id="2147484073" r:id="rId22"/>
    <p:sldLayoutId id="2147484074" r:id="rId23"/>
    <p:sldLayoutId id="2147484075" r:id="rId24"/>
    <p:sldLayoutId id="2147484076" r:id="rId25"/>
    <p:sldLayoutId id="2147484077" r:id="rId26"/>
    <p:sldLayoutId id="2147484078" r:id="rId27"/>
    <p:sldLayoutId id="2147484079" r:id="rId28"/>
    <p:sldLayoutId id="2147484080" r:id="rId29"/>
    <p:sldLayoutId id="2147484081" r:id="rId30"/>
    <p:sldLayoutId id="2147484082" r:id="rId31"/>
    <p:sldLayoutId id="2147484083" r:id="rId32"/>
    <p:sldLayoutId id="2147484084" r:id="rId33"/>
    <p:sldLayoutId id="2147484085" r:id="rId34"/>
    <p:sldLayoutId id="2147484086" r:id="rId35"/>
    <p:sldLayoutId id="2147484087" r:id="rId36"/>
    <p:sldLayoutId id="2147484088" r:id="rId3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Font typeface="Verdana" panose="020B0604030504040204" pitchFamily="34" charset="0"/>
        <a:buChar char="–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30A165C8-D66E-F946-9F6F-EF11DC08AEA3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028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0" r:id="rId1"/>
    <p:sldLayoutId id="2147484091" r:id="rId2"/>
    <p:sldLayoutId id="2147484092" r:id="rId3"/>
    <p:sldLayoutId id="2147484093" r:id="rId4"/>
    <p:sldLayoutId id="2147484094" r:id="rId5"/>
    <p:sldLayoutId id="2147484095" r:id="rId6"/>
    <p:sldLayoutId id="2147484096" r:id="rId7"/>
    <p:sldLayoutId id="2147484097" r:id="rId8"/>
    <p:sldLayoutId id="2147484098" r:id="rId9"/>
    <p:sldLayoutId id="2147484099" r:id="rId10"/>
    <p:sldLayoutId id="2147484100" r:id="rId11"/>
    <p:sldLayoutId id="2147484101" r:id="rId12"/>
    <p:sldLayoutId id="2147484102" r:id="rId13"/>
    <p:sldLayoutId id="2147484103" r:id="rId14"/>
    <p:sldLayoutId id="2147484104" r:id="rId15"/>
    <p:sldLayoutId id="2147484105" r:id="rId16"/>
    <p:sldLayoutId id="2147484106" r:id="rId17"/>
    <p:sldLayoutId id="2147484107" r:id="rId18"/>
    <p:sldLayoutId id="2147484108" r:id="rId19"/>
    <p:sldLayoutId id="2147484109" r:id="rId20"/>
    <p:sldLayoutId id="2147484110" r:id="rId21"/>
    <p:sldLayoutId id="2147484111" r:id="rId22"/>
    <p:sldLayoutId id="2147484112" r:id="rId23"/>
    <p:sldLayoutId id="2147484113" r:id="rId24"/>
    <p:sldLayoutId id="2147484114" r:id="rId25"/>
    <p:sldLayoutId id="2147484115" r:id="rId26"/>
    <p:sldLayoutId id="2147484116" r:id="rId27"/>
    <p:sldLayoutId id="2147484117" r:id="rId28"/>
    <p:sldLayoutId id="2147484118" r:id="rId29"/>
    <p:sldLayoutId id="2147484119" r:id="rId30"/>
    <p:sldLayoutId id="2147484120" r:id="rId31"/>
    <p:sldLayoutId id="2147484121" r:id="rId32"/>
    <p:sldLayoutId id="2147484122" r:id="rId33"/>
    <p:sldLayoutId id="2147484123" r:id="rId34"/>
    <p:sldLayoutId id="2147484124" r:id="rId35"/>
    <p:sldLayoutId id="2147484125" r:id="rId36"/>
    <p:sldLayoutId id="2147484126" r:id="rId3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Font typeface="Verdana" panose="020B0604030504040204" pitchFamily="34" charset="0"/>
        <a:buChar char="–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D4EBA2F-FD7E-AA41-861E-9C1EB1EEA369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59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8" r:id="rId1"/>
    <p:sldLayoutId id="2147484129" r:id="rId2"/>
    <p:sldLayoutId id="2147484130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36" r:id="rId9"/>
    <p:sldLayoutId id="2147484137" r:id="rId10"/>
    <p:sldLayoutId id="2147484138" r:id="rId11"/>
    <p:sldLayoutId id="2147484139" r:id="rId12"/>
    <p:sldLayoutId id="2147484140" r:id="rId13"/>
    <p:sldLayoutId id="2147484141" r:id="rId14"/>
    <p:sldLayoutId id="2147484142" r:id="rId15"/>
    <p:sldLayoutId id="2147484143" r:id="rId16"/>
    <p:sldLayoutId id="2147484144" r:id="rId17"/>
    <p:sldLayoutId id="2147484145" r:id="rId18"/>
    <p:sldLayoutId id="2147484146" r:id="rId19"/>
    <p:sldLayoutId id="2147484147" r:id="rId20"/>
    <p:sldLayoutId id="2147484148" r:id="rId21"/>
    <p:sldLayoutId id="2147484149" r:id="rId22"/>
    <p:sldLayoutId id="2147484150" r:id="rId23"/>
    <p:sldLayoutId id="2147484151" r:id="rId24"/>
    <p:sldLayoutId id="2147484152" r:id="rId25"/>
    <p:sldLayoutId id="2147484153" r:id="rId26"/>
    <p:sldLayoutId id="2147484154" r:id="rId27"/>
    <p:sldLayoutId id="2147484155" r:id="rId28"/>
    <p:sldLayoutId id="2147484156" r:id="rId29"/>
    <p:sldLayoutId id="2147484157" r:id="rId30"/>
    <p:sldLayoutId id="2147484158" r:id="rId31"/>
    <p:sldLayoutId id="2147484159" r:id="rId32"/>
    <p:sldLayoutId id="2147484160" r:id="rId33"/>
    <p:sldLayoutId id="2147484161" r:id="rId34"/>
    <p:sldLayoutId id="2147484162" r:id="rId35"/>
    <p:sldLayoutId id="2147484163" r:id="rId36"/>
    <p:sldLayoutId id="2147484164" r:id="rId3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Font typeface="Verdana" panose="020B0604030504040204" pitchFamily="34" charset="0"/>
        <a:buChar char="–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93EAC62-7F5B-8A44-BC29-CEED6BB80997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5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6" r:id="rId1"/>
    <p:sldLayoutId id="2147484167" r:id="rId2"/>
    <p:sldLayoutId id="2147484168" r:id="rId3"/>
    <p:sldLayoutId id="2147484169" r:id="rId4"/>
    <p:sldLayoutId id="2147484170" r:id="rId5"/>
    <p:sldLayoutId id="2147484171" r:id="rId6"/>
    <p:sldLayoutId id="2147484172" r:id="rId7"/>
    <p:sldLayoutId id="2147484173" r:id="rId8"/>
    <p:sldLayoutId id="2147484174" r:id="rId9"/>
    <p:sldLayoutId id="2147484175" r:id="rId10"/>
    <p:sldLayoutId id="2147484176" r:id="rId11"/>
    <p:sldLayoutId id="2147484177" r:id="rId12"/>
    <p:sldLayoutId id="2147484178" r:id="rId13"/>
    <p:sldLayoutId id="2147484179" r:id="rId14"/>
    <p:sldLayoutId id="2147484180" r:id="rId15"/>
    <p:sldLayoutId id="2147484181" r:id="rId16"/>
    <p:sldLayoutId id="2147484182" r:id="rId17"/>
    <p:sldLayoutId id="2147484183" r:id="rId18"/>
    <p:sldLayoutId id="2147484184" r:id="rId19"/>
    <p:sldLayoutId id="2147484185" r:id="rId20"/>
    <p:sldLayoutId id="2147484186" r:id="rId21"/>
    <p:sldLayoutId id="2147484187" r:id="rId22"/>
    <p:sldLayoutId id="2147484188" r:id="rId23"/>
    <p:sldLayoutId id="2147484189" r:id="rId24"/>
    <p:sldLayoutId id="2147484190" r:id="rId25"/>
    <p:sldLayoutId id="2147484191" r:id="rId26"/>
    <p:sldLayoutId id="2147484192" r:id="rId27"/>
    <p:sldLayoutId id="2147484193" r:id="rId28"/>
    <p:sldLayoutId id="2147484194" r:id="rId29"/>
    <p:sldLayoutId id="2147484195" r:id="rId30"/>
    <p:sldLayoutId id="2147484196" r:id="rId31"/>
    <p:sldLayoutId id="2147484197" r:id="rId32"/>
    <p:sldLayoutId id="2147484198" r:id="rId33"/>
    <p:sldLayoutId id="2147484199" r:id="rId34"/>
    <p:sldLayoutId id="2147484200" r:id="rId35"/>
    <p:sldLayoutId id="2147484201" r:id="rId36"/>
    <p:sldLayoutId id="2147484202" r:id="rId3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Font typeface="Verdana" panose="020B0604030504040204" pitchFamily="34" charset="0"/>
        <a:buChar char="–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11B2933-5997-A34E-B170-A9007385D908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24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  <p:sldLayoutId id="2147484215" r:id="rId12"/>
    <p:sldLayoutId id="2147484216" r:id="rId13"/>
    <p:sldLayoutId id="2147484217" r:id="rId14"/>
    <p:sldLayoutId id="2147484218" r:id="rId15"/>
    <p:sldLayoutId id="2147484219" r:id="rId16"/>
    <p:sldLayoutId id="2147484220" r:id="rId17"/>
    <p:sldLayoutId id="2147484221" r:id="rId18"/>
    <p:sldLayoutId id="2147484222" r:id="rId19"/>
    <p:sldLayoutId id="2147484223" r:id="rId20"/>
    <p:sldLayoutId id="2147484224" r:id="rId21"/>
    <p:sldLayoutId id="2147484225" r:id="rId22"/>
    <p:sldLayoutId id="2147484226" r:id="rId23"/>
    <p:sldLayoutId id="2147484227" r:id="rId24"/>
    <p:sldLayoutId id="2147484228" r:id="rId25"/>
    <p:sldLayoutId id="2147484229" r:id="rId26"/>
    <p:sldLayoutId id="2147484230" r:id="rId27"/>
    <p:sldLayoutId id="2147484231" r:id="rId28"/>
    <p:sldLayoutId id="2147484232" r:id="rId29"/>
    <p:sldLayoutId id="2147484233" r:id="rId30"/>
    <p:sldLayoutId id="2147484234" r:id="rId31"/>
    <p:sldLayoutId id="2147484235" r:id="rId32"/>
    <p:sldLayoutId id="2147484236" r:id="rId33"/>
    <p:sldLayoutId id="2147484237" r:id="rId34"/>
    <p:sldLayoutId id="2147484238" r:id="rId35"/>
    <p:sldLayoutId id="2147484239" r:id="rId36"/>
    <p:sldLayoutId id="2147484240" r:id="rId3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Font typeface="Verdana" panose="020B0604030504040204" pitchFamily="34" charset="0"/>
        <a:buChar char="–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E68011D-0CB5-8740-8A5F-B46B5CF3AFF2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28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2" r:id="rId1"/>
    <p:sldLayoutId id="2147484243" r:id="rId2"/>
    <p:sldLayoutId id="2147484244" r:id="rId3"/>
    <p:sldLayoutId id="2147484245" r:id="rId4"/>
    <p:sldLayoutId id="2147484246" r:id="rId5"/>
    <p:sldLayoutId id="2147484247" r:id="rId6"/>
    <p:sldLayoutId id="2147484248" r:id="rId7"/>
    <p:sldLayoutId id="2147484249" r:id="rId8"/>
    <p:sldLayoutId id="2147484250" r:id="rId9"/>
    <p:sldLayoutId id="2147484251" r:id="rId10"/>
    <p:sldLayoutId id="2147484252" r:id="rId11"/>
    <p:sldLayoutId id="2147484253" r:id="rId12"/>
    <p:sldLayoutId id="2147484254" r:id="rId13"/>
    <p:sldLayoutId id="2147484255" r:id="rId14"/>
    <p:sldLayoutId id="2147484256" r:id="rId15"/>
    <p:sldLayoutId id="2147484257" r:id="rId16"/>
    <p:sldLayoutId id="2147484258" r:id="rId17"/>
    <p:sldLayoutId id="2147484259" r:id="rId18"/>
    <p:sldLayoutId id="2147484260" r:id="rId19"/>
    <p:sldLayoutId id="2147484261" r:id="rId20"/>
    <p:sldLayoutId id="2147484262" r:id="rId21"/>
    <p:sldLayoutId id="2147484263" r:id="rId22"/>
    <p:sldLayoutId id="2147484264" r:id="rId23"/>
    <p:sldLayoutId id="2147484265" r:id="rId24"/>
    <p:sldLayoutId id="2147484266" r:id="rId25"/>
    <p:sldLayoutId id="2147484267" r:id="rId26"/>
    <p:sldLayoutId id="2147484268" r:id="rId27"/>
    <p:sldLayoutId id="2147484269" r:id="rId28"/>
    <p:sldLayoutId id="2147484270" r:id="rId29"/>
    <p:sldLayoutId id="2147484271" r:id="rId30"/>
    <p:sldLayoutId id="2147484272" r:id="rId31"/>
    <p:sldLayoutId id="2147484273" r:id="rId32"/>
    <p:sldLayoutId id="2147484274" r:id="rId33"/>
    <p:sldLayoutId id="2147484275" r:id="rId34"/>
    <p:sldLayoutId id="2147484276" r:id="rId35"/>
    <p:sldLayoutId id="2147484277" r:id="rId36"/>
    <p:sldLayoutId id="2147484278" r:id="rId3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Font typeface="Verdana" panose="020B0604030504040204" pitchFamily="34" charset="0"/>
        <a:buChar char="–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0CD2E6F4-6638-894F-98A3-CED6AD4A2036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34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0" r:id="rId1"/>
    <p:sldLayoutId id="2147484281" r:id="rId2"/>
    <p:sldLayoutId id="2147484282" r:id="rId3"/>
    <p:sldLayoutId id="2147484283" r:id="rId4"/>
    <p:sldLayoutId id="2147484284" r:id="rId5"/>
    <p:sldLayoutId id="2147484285" r:id="rId6"/>
    <p:sldLayoutId id="2147484286" r:id="rId7"/>
    <p:sldLayoutId id="2147484287" r:id="rId8"/>
    <p:sldLayoutId id="2147484288" r:id="rId9"/>
    <p:sldLayoutId id="2147484289" r:id="rId10"/>
    <p:sldLayoutId id="2147484290" r:id="rId11"/>
    <p:sldLayoutId id="2147484291" r:id="rId12"/>
    <p:sldLayoutId id="2147484292" r:id="rId13"/>
    <p:sldLayoutId id="2147484293" r:id="rId14"/>
    <p:sldLayoutId id="2147484294" r:id="rId15"/>
    <p:sldLayoutId id="2147484295" r:id="rId16"/>
    <p:sldLayoutId id="2147484296" r:id="rId17"/>
    <p:sldLayoutId id="2147484297" r:id="rId18"/>
    <p:sldLayoutId id="2147484298" r:id="rId19"/>
    <p:sldLayoutId id="2147484299" r:id="rId20"/>
    <p:sldLayoutId id="2147484300" r:id="rId21"/>
    <p:sldLayoutId id="2147484301" r:id="rId22"/>
    <p:sldLayoutId id="2147484302" r:id="rId23"/>
    <p:sldLayoutId id="2147484303" r:id="rId24"/>
    <p:sldLayoutId id="2147484304" r:id="rId25"/>
    <p:sldLayoutId id="2147484305" r:id="rId26"/>
    <p:sldLayoutId id="2147484306" r:id="rId27"/>
    <p:sldLayoutId id="2147484307" r:id="rId28"/>
    <p:sldLayoutId id="2147484308" r:id="rId29"/>
    <p:sldLayoutId id="2147484309" r:id="rId30"/>
    <p:sldLayoutId id="2147484310" r:id="rId31"/>
    <p:sldLayoutId id="2147484311" r:id="rId32"/>
    <p:sldLayoutId id="2147484312" r:id="rId33"/>
    <p:sldLayoutId id="2147484313" r:id="rId34"/>
    <p:sldLayoutId id="2147484314" r:id="rId35"/>
    <p:sldLayoutId id="2147484315" r:id="rId36"/>
    <p:sldLayoutId id="2147484316" r:id="rId3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Font typeface="Verdana" panose="020B0604030504040204" pitchFamily="34" charset="0"/>
        <a:buChar char="–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SPADE </a:t>
            </a:r>
            <a:r>
              <a:rPr lang="nl-NL" dirty="0" err="1"/>
              <a:t>for</a:t>
            </a:r>
            <a:r>
              <a:rPr lang="nl-NL" dirty="0"/>
              <a:t> multiple food sources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Bonus </a:t>
            </a:r>
            <a:r>
              <a:rPr lang="nl-NL" dirty="0" err="1"/>
              <a:t>Bonus</a:t>
            </a:r>
            <a:endParaRPr lang="nl-NL" dirty="0"/>
          </a:p>
        </p:txBody>
      </p:sp>
      <p:pic>
        <p:nvPicPr>
          <p:cNvPr id="8" name="Picture 7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1032DBFB-C574-42B9-9AD5-ADC1637B60E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91" y="1527589"/>
            <a:ext cx="3990869" cy="349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3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82E01-11EC-86FC-C1F3-19C86DF66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7F49F-D4FB-C29F-1954-D2A7C8CE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164A2-3A63-422F-996A-8347BD22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</a:t>
            </a:fld>
            <a:endParaRPr lang="nl-NL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403CCA-7471-3F97-A991-5E79E00D9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600" y="50240"/>
            <a:ext cx="4740800" cy="668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951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82E01-11EC-86FC-C1F3-19C86DF66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7F49F-D4FB-C29F-1954-D2A7C8CE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164A2-3A63-422F-996A-8347BD22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3</a:t>
            </a:fld>
            <a:endParaRPr lang="nl-NL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403CCA-7471-3F97-A991-5E79E00D9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8600" y="-4470931"/>
            <a:ext cx="8059032" cy="113563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0BF0D45-87A0-2FC6-EBBE-DFA373ECF0D2}"/>
              </a:ext>
            </a:extLst>
          </p:cNvPr>
          <p:cNvSpPr/>
          <p:nvPr/>
        </p:nvSpPr>
        <p:spPr>
          <a:xfrm>
            <a:off x="-962260" y="-387424"/>
            <a:ext cx="4310124" cy="7245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AAA5A0-46CB-6FB6-0D3E-1DECEC65D9AB}"/>
              </a:ext>
            </a:extLst>
          </p:cNvPr>
          <p:cNvSpPr/>
          <p:nvPr/>
        </p:nvSpPr>
        <p:spPr>
          <a:xfrm>
            <a:off x="3200916" y="-2018380"/>
            <a:ext cx="4310124" cy="2357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29B286-5230-5824-D274-7B82EDE03DDA}"/>
              </a:ext>
            </a:extLst>
          </p:cNvPr>
          <p:cNvSpPr/>
          <p:nvPr/>
        </p:nvSpPr>
        <p:spPr>
          <a:xfrm>
            <a:off x="6882994" y="338884"/>
            <a:ext cx="4310124" cy="7770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ED0BAA-B4D7-D48F-ED7D-FDB0E9A77796}"/>
              </a:ext>
            </a:extLst>
          </p:cNvPr>
          <p:cNvSpPr/>
          <p:nvPr/>
        </p:nvSpPr>
        <p:spPr>
          <a:xfrm>
            <a:off x="2572870" y="6735775"/>
            <a:ext cx="4310124" cy="322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73622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STEMID" val="99b1b425-b02f-4198-ba27-0579617e2cf9"/>
  <p:tag name="SYSTEMVERSION" val="1.0.8.28673"/>
  <p:tag name="SYSTEMCULTURE" val="nl-NL"/>
  <p:tag name="SYSTEMDATE" val="-8588473768854775808"/>
  <p:tag name="SYSTEMINCLUDETOC" val="Yes"/>
  <p:tag name="SYSTEMREPEATTITLE" val="Yes"/>
</p:tagLst>
</file>

<file path=ppt/theme/theme1.xml><?xml version="1.0" encoding="utf-8"?>
<a:theme xmlns:a="http://schemas.openxmlformats.org/drawingml/2006/main" name="PPT huisstijl thema">
  <a:themeElements>
    <a:clrScheme name="Aangepast 56">
      <a:dk1>
        <a:srgbClr val="000000"/>
      </a:dk1>
      <a:lt1>
        <a:srgbClr val="FFFFFF"/>
      </a:lt1>
      <a:dk2>
        <a:srgbClr val="CA005D"/>
      </a:dk2>
      <a:lt2>
        <a:srgbClr val="F6D8E6"/>
      </a:lt2>
      <a:accent1>
        <a:srgbClr val="F9E11E"/>
      </a:accent1>
      <a:accent2>
        <a:srgbClr val="FFB612"/>
      </a:accent2>
      <a:accent3>
        <a:srgbClr val="777C00"/>
      </a:accent3>
      <a:accent4>
        <a:srgbClr val="75D1B5"/>
      </a:accent4>
      <a:accent5>
        <a:srgbClr val="8EC9E7"/>
      </a:accent5>
      <a:accent6>
        <a:srgbClr val="017BC6"/>
      </a:accent6>
      <a:hlink>
        <a:srgbClr val="CA205D"/>
      </a:hlink>
      <a:folHlink>
        <a:srgbClr val="F6D8E6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PPT huisstijl thema" id="{D194595A-DD6B-41B2-83F9-5AFCDF5EC5AB}" vid="{BE04D115-8017-4CBE-9E18-2A71FDD1BC33}"/>
    </a:ext>
  </a:extLst>
</a:theme>
</file>

<file path=ppt/theme/theme2.xml><?xml version="1.0" encoding="utf-8"?>
<a:theme xmlns:a="http://schemas.openxmlformats.org/drawingml/2006/main" name="Rijkshuisstijl Rood">
  <a:themeElements>
    <a:clrScheme name="Rijks Rood">
      <a:dk1>
        <a:srgbClr val="000000"/>
      </a:dk1>
      <a:lt1>
        <a:srgbClr val="FFFFFF"/>
      </a:lt1>
      <a:dk2>
        <a:srgbClr val="D52A1C"/>
      </a:dk2>
      <a:lt2>
        <a:srgbClr val="F8DFDC"/>
      </a:lt2>
      <a:accent1>
        <a:srgbClr val="38870D"/>
      </a:accent1>
      <a:accent2>
        <a:srgbClr val="42145F"/>
      </a:accent2>
      <a:accent3>
        <a:srgbClr val="E17000"/>
      </a:accent3>
      <a:accent4>
        <a:srgbClr val="777C00"/>
      </a:accent4>
      <a:accent5>
        <a:srgbClr val="75D1B5"/>
      </a:accent5>
      <a:accent6>
        <a:srgbClr val="F9E11E"/>
      </a:accent6>
      <a:hlink>
        <a:srgbClr val="D52A1C"/>
      </a:hlink>
      <a:folHlink>
        <a:srgbClr val="F2BEBA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792B163A-032B-4717-A9BB-FF90A839D9E4}"/>
    </a:ext>
  </a:extLst>
</a:theme>
</file>

<file path=ppt/theme/theme3.xml><?xml version="1.0" encoding="utf-8"?>
<a:theme xmlns:a="http://schemas.openxmlformats.org/drawingml/2006/main" name="Rijkshuisstijl Roze">
  <a:themeElements>
    <a:clrScheme name="Aangepast 57">
      <a:dk1>
        <a:srgbClr val="000000"/>
      </a:dk1>
      <a:lt1>
        <a:srgbClr val="FFFFFF"/>
      </a:lt1>
      <a:dk2>
        <a:srgbClr val="F092CD"/>
      </a:dk2>
      <a:lt2>
        <a:srgbClr val="FCEEF7"/>
      </a:lt2>
      <a:accent1>
        <a:srgbClr val="CA005D"/>
      </a:accent1>
      <a:accent2>
        <a:srgbClr val="42145F"/>
      </a:accent2>
      <a:accent3>
        <a:srgbClr val="00689A"/>
      </a:accent3>
      <a:accent4>
        <a:srgbClr val="663227"/>
      </a:accent4>
      <a:accent5>
        <a:srgbClr val="275837"/>
      </a:accent5>
      <a:accent6>
        <a:srgbClr val="75D1B5"/>
      </a:accent6>
      <a:hlink>
        <a:srgbClr val="F092CD"/>
      </a:hlink>
      <a:folHlink>
        <a:srgbClr val="F6D8E6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3C3B0D02-137B-495E-9C4F-224C08F46BDB}"/>
    </a:ext>
  </a:extLst>
</a:theme>
</file>

<file path=ppt/theme/theme4.xml><?xml version="1.0" encoding="utf-8"?>
<a:theme xmlns:a="http://schemas.openxmlformats.org/drawingml/2006/main" name="Rijkshuisstijl Donkergeel">
  <a:themeElements>
    <a:clrScheme name="Rijks Donkergeel">
      <a:dk1>
        <a:srgbClr val="000000"/>
      </a:dk1>
      <a:lt1>
        <a:srgbClr val="FFFFFF"/>
      </a:lt1>
      <a:dk2>
        <a:srgbClr val="FFB612"/>
      </a:dk2>
      <a:lt2>
        <a:srgbClr val="FEE8B7"/>
      </a:lt2>
      <a:accent1>
        <a:srgbClr val="E17000"/>
      </a:accent1>
      <a:accent2>
        <a:srgbClr val="42145F"/>
      </a:accent2>
      <a:accent3>
        <a:srgbClr val="00689A"/>
      </a:accent3>
      <a:accent4>
        <a:srgbClr val="A90061"/>
      </a:accent4>
      <a:accent5>
        <a:srgbClr val="663227"/>
      </a:accent5>
      <a:accent6>
        <a:srgbClr val="275837"/>
      </a:accent6>
      <a:hlink>
        <a:srgbClr val="FFB612"/>
      </a:hlink>
      <a:folHlink>
        <a:srgbClr val="F6D4B2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696179DF-24A7-434A-BDA5-71D8B57FF8C6}"/>
    </a:ext>
  </a:extLst>
</a:theme>
</file>

<file path=ppt/theme/theme5.xml><?xml version="1.0" encoding="utf-8"?>
<a:theme xmlns:a="http://schemas.openxmlformats.org/drawingml/2006/main" name="Rijkshuisstijl Donkergroen">
  <a:themeElements>
    <a:clrScheme name="Rijks Donkergroen">
      <a:dk1>
        <a:srgbClr val="000000"/>
      </a:dk1>
      <a:lt1>
        <a:srgbClr val="FFFFFF"/>
      </a:lt1>
      <a:dk2>
        <a:srgbClr val="275837"/>
      </a:dk2>
      <a:lt2>
        <a:srgbClr val="DEE5E1"/>
      </a:lt2>
      <a:accent1>
        <a:srgbClr val="F092CD"/>
      </a:accent1>
      <a:accent2>
        <a:srgbClr val="FFB612"/>
      </a:accent2>
      <a:accent3>
        <a:srgbClr val="8EC9E7"/>
      </a:accent3>
      <a:accent4>
        <a:srgbClr val="75D1B5"/>
      </a:accent4>
      <a:accent5>
        <a:srgbClr val="94700A"/>
      </a:accent5>
      <a:accent6>
        <a:srgbClr val="A90061"/>
      </a:accent6>
      <a:hlink>
        <a:srgbClr val="275837"/>
      </a:hlink>
      <a:folHlink>
        <a:srgbClr val="BDCDC2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F7CF2878-7CD3-492D-8B18-E108F16E8BBD}"/>
    </a:ext>
  </a:extLst>
</a:theme>
</file>

<file path=ppt/theme/theme6.xml><?xml version="1.0" encoding="utf-8"?>
<a:theme xmlns:a="http://schemas.openxmlformats.org/drawingml/2006/main" name="Rijkshuisstijl Geel">
  <a:themeElements>
    <a:clrScheme name="Rijks Geel">
      <a:dk1>
        <a:srgbClr val="000000"/>
      </a:dk1>
      <a:lt1>
        <a:srgbClr val="FFFFFF"/>
      </a:lt1>
      <a:dk2>
        <a:srgbClr val="F9E11E"/>
      </a:dk2>
      <a:lt2>
        <a:srgbClr val="FEFBDC"/>
      </a:lt2>
      <a:accent1>
        <a:srgbClr val="94700A"/>
      </a:accent1>
      <a:accent2>
        <a:srgbClr val="00689A"/>
      </a:accent2>
      <a:accent3>
        <a:srgbClr val="42145F"/>
      </a:accent3>
      <a:accent4>
        <a:srgbClr val="38870D"/>
      </a:accent4>
      <a:accent5>
        <a:srgbClr val="777C00"/>
      </a:accent5>
      <a:accent6>
        <a:srgbClr val="A90061"/>
      </a:accent6>
      <a:hlink>
        <a:srgbClr val="94700A"/>
      </a:hlink>
      <a:folHlink>
        <a:srgbClr val="DFD4B4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D2AB6F90-4E2D-4ECF-A50A-E5DC9AAF3E07}"/>
    </a:ext>
  </a:extLst>
</a:theme>
</file>

<file path=ppt/theme/theme7.xml><?xml version="1.0" encoding="utf-8"?>
<a:theme xmlns:a="http://schemas.openxmlformats.org/drawingml/2006/main" name="Rijkshuisstijl Groen">
  <a:themeElements>
    <a:clrScheme name="Rijks Groen">
      <a:dk1>
        <a:srgbClr val="000000"/>
      </a:dk1>
      <a:lt1>
        <a:srgbClr val="FFFFFF"/>
      </a:lt1>
      <a:dk2>
        <a:srgbClr val="38870D"/>
      </a:dk2>
      <a:lt2>
        <a:srgbClr val="E0EDDB"/>
      </a:lt2>
      <a:accent1>
        <a:srgbClr val="F9E11E"/>
      </a:accent1>
      <a:accent2>
        <a:srgbClr val="663227"/>
      </a:accent2>
      <a:accent3>
        <a:srgbClr val="FFB612"/>
      </a:accent3>
      <a:accent4>
        <a:srgbClr val="275837"/>
      </a:accent4>
      <a:accent5>
        <a:srgbClr val="00689A"/>
      </a:accent5>
      <a:accent6>
        <a:srgbClr val="42145F"/>
      </a:accent6>
      <a:hlink>
        <a:srgbClr val="38870D"/>
      </a:hlink>
      <a:folHlink>
        <a:srgbClr val="E0EDDB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6EC02DB9-FFDE-44F1-BC78-A77252E8F2FB}"/>
    </a:ext>
  </a:extLst>
</a:theme>
</file>

<file path=ppt/theme/theme8.xml><?xml version="1.0" encoding="utf-8"?>
<a:theme xmlns:a="http://schemas.openxmlformats.org/drawingml/2006/main" name="Rijkshuisstijl Hemelblauw">
  <a:themeElements>
    <a:clrScheme name="Aangepast 3">
      <a:dk1>
        <a:srgbClr val="000000"/>
      </a:dk1>
      <a:lt1>
        <a:srgbClr val="FFFFFF"/>
      </a:lt1>
      <a:dk2>
        <a:srgbClr val="007BC7"/>
      </a:dk2>
      <a:lt2>
        <a:srgbClr val="D9EBF6"/>
      </a:lt2>
      <a:accent1>
        <a:srgbClr val="42145F"/>
      </a:accent1>
      <a:accent2>
        <a:srgbClr val="38870D"/>
      </a:accent2>
      <a:accent3>
        <a:srgbClr val="00689A"/>
      </a:accent3>
      <a:accent4>
        <a:srgbClr val="F9E11E"/>
      </a:accent4>
      <a:accent5>
        <a:srgbClr val="275837"/>
      </a:accent5>
      <a:accent6>
        <a:srgbClr val="94700A"/>
      </a:accent6>
      <a:hlink>
        <a:srgbClr val="017BC6"/>
      </a:hlink>
      <a:folHlink>
        <a:srgbClr val="B2D6EE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7EF8BB1F-16D7-477D-82D4-B4B75F0A769E}"/>
    </a:ext>
  </a:extLst>
</a:theme>
</file>

<file path=ppt/theme/theme9.xml><?xml version="1.0" encoding="utf-8"?>
<a:theme xmlns:a="http://schemas.openxmlformats.org/drawingml/2006/main" name="Rijkshuisstijl Lichtblauw">
  <a:themeElements>
    <a:clrScheme name="Rijks Licht Blauw">
      <a:dk1>
        <a:srgbClr val="000000"/>
      </a:dk1>
      <a:lt1>
        <a:srgbClr val="FFFFFF"/>
      </a:lt1>
      <a:dk2>
        <a:srgbClr val="8EC9E7"/>
      </a:dk2>
      <a:lt2>
        <a:srgbClr val="EDF7FB"/>
      </a:lt2>
      <a:accent1>
        <a:srgbClr val="017BC6"/>
      </a:accent1>
      <a:accent2>
        <a:srgbClr val="FFB612"/>
      </a:accent2>
      <a:accent3>
        <a:srgbClr val="42145F"/>
      </a:accent3>
      <a:accent4>
        <a:srgbClr val="00689A"/>
      </a:accent4>
      <a:accent5>
        <a:srgbClr val="663227"/>
      </a:accent5>
      <a:accent6>
        <a:srgbClr val="38870D"/>
      </a:accent6>
      <a:hlink>
        <a:srgbClr val="017BC6"/>
      </a:hlink>
      <a:folHlink>
        <a:srgbClr val="B2D6EE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59975D1E-7E09-42F2-A4D3-54712B2092B6}"/>
    </a:ext>
  </a:extLst>
</a:theme>
</file>

<file path=ppt/theme/theme10.xml><?xml version="1.0" encoding="utf-8"?>
<a:theme xmlns:a="http://schemas.openxmlformats.org/drawingml/2006/main" name="Rijkshuisstijl Mintgroen">
  <a:themeElements>
    <a:clrScheme name="Rijks Mintgroen">
      <a:dk1>
        <a:srgbClr val="000000"/>
      </a:dk1>
      <a:lt1>
        <a:srgbClr val="FFFFFF"/>
      </a:lt1>
      <a:dk2>
        <a:srgbClr val="75D1B5"/>
      </a:dk2>
      <a:lt2>
        <a:srgbClr val="D6F1E8"/>
      </a:lt2>
      <a:accent1>
        <a:srgbClr val="38870D"/>
      </a:accent1>
      <a:accent2>
        <a:srgbClr val="F9E11E"/>
      </a:accent2>
      <a:accent3>
        <a:srgbClr val="42145F"/>
      </a:accent3>
      <a:accent4>
        <a:srgbClr val="00689A"/>
      </a:accent4>
      <a:accent5>
        <a:srgbClr val="663227"/>
      </a:accent5>
      <a:accent6>
        <a:srgbClr val="A90061"/>
      </a:accent6>
      <a:hlink>
        <a:srgbClr val="38870D"/>
      </a:hlink>
      <a:folHlink>
        <a:srgbClr val="E0EDDB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88F348BF-961C-432D-8943-053223C08343}"/>
    </a:ext>
  </a:extLst>
</a:theme>
</file>

<file path=ppt/theme/theme11.xml><?xml version="1.0" encoding="utf-8"?>
<a:theme xmlns:a="http://schemas.openxmlformats.org/drawingml/2006/main" name="Rijkshuisstijl Mosgroen">
  <a:themeElements>
    <a:clrScheme name="Rijks Mosgroen">
      <a:dk1>
        <a:srgbClr val="000000"/>
      </a:dk1>
      <a:lt1>
        <a:srgbClr val="FFFFFF"/>
      </a:lt1>
      <a:dk2>
        <a:srgbClr val="777C00"/>
      </a:dk2>
      <a:lt2>
        <a:srgbClr val="EAEBD8"/>
      </a:lt2>
      <a:accent1>
        <a:srgbClr val="F9E11E"/>
      </a:accent1>
      <a:accent2>
        <a:srgbClr val="42145F"/>
      </a:accent2>
      <a:accent3>
        <a:srgbClr val="38870D"/>
      </a:accent3>
      <a:accent4>
        <a:srgbClr val="017BC6"/>
      </a:accent4>
      <a:accent5>
        <a:srgbClr val="75D1B5"/>
      </a:accent5>
      <a:accent6>
        <a:srgbClr val="8EC9E7"/>
      </a:accent6>
      <a:hlink>
        <a:srgbClr val="777C00"/>
      </a:hlink>
      <a:folHlink>
        <a:srgbClr val="D6D6B2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EE1EDDF9-44DD-4242-A804-C220E358788C}"/>
    </a:ext>
  </a:extLst>
</a:theme>
</file>

<file path=ppt/theme/theme12.xml><?xml version="1.0" encoding="utf-8"?>
<a:theme xmlns:a="http://schemas.openxmlformats.org/drawingml/2006/main" name="Rijkshuisstijl Violet">
  <a:themeElements>
    <a:clrScheme name="Rijks Oranje">
      <a:dk1>
        <a:srgbClr val="000000"/>
      </a:dk1>
      <a:lt1>
        <a:srgbClr val="FFFFFF"/>
      </a:lt1>
      <a:dk2>
        <a:srgbClr val="E17000"/>
      </a:dk2>
      <a:lt2>
        <a:srgbClr val="FBE9D8"/>
      </a:lt2>
      <a:accent1>
        <a:srgbClr val="777C00"/>
      </a:accent1>
      <a:accent2>
        <a:srgbClr val="42145F"/>
      </a:accent2>
      <a:accent3>
        <a:srgbClr val="00689A"/>
      </a:accent3>
      <a:accent4>
        <a:srgbClr val="663227"/>
      </a:accent4>
      <a:accent5>
        <a:srgbClr val="38870D"/>
      </a:accent5>
      <a:accent6>
        <a:srgbClr val="FFB612"/>
      </a:accent6>
      <a:hlink>
        <a:srgbClr val="E17000"/>
      </a:hlink>
      <a:folHlink>
        <a:srgbClr val="F6D4B2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7466FC9E-56E5-49A4-B1C8-66A152A584CE}"/>
    </a:ext>
  </a:extLst>
</a:theme>
</file>

<file path=ppt/theme/theme13.xml><?xml version="1.0" encoding="utf-8"?>
<a:theme xmlns:a="http://schemas.openxmlformats.org/drawingml/2006/main" name="Rijkshuisstijl Paars">
  <a:themeElements>
    <a:clrScheme name="Rijks Paars">
      <a:dk1>
        <a:srgbClr val="000000"/>
      </a:dk1>
      <a:lt1>
        <a:srgbClr val="FFFFFF"/>
      </a:lt1>
      <a:dk2>
        <a:srgbClr val="42145F"/>
      </a:dk2>
      <a:lt2>
        <a:srgbClr val="E2DBE6"/>
      </a:lt2>
      <a:accent1>
        <a:srgbClr val="E17000"/>
      </a:accent1>
      <a:accent2>
        <a:srgbClr val="777C00"/>
      </a:accent2>
      <a:accent3>
        <a:srgbClr val="FFB612"/>
      </a:accent3>
      <a:accent4>
        <a:srgbClr val="94700A"/>
      </a:accent4>
      <a:accent5>
        <a:srgbClr val="F9E11E"/>
      </a:accent5>
      <a:accent6>
        <a:srgbClr val="38870D"/>
      </a:accent6>
      <a:hlink>
        <a:srgbClr val="42145F"/>
      </a:hlink>
      <a:folHlink>
        <a:srgbClr val="C6B7CE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D3D20115-AE46-4A9D-B5CB-DB5BD7727E54}"/>
    </a:ext>
  </a:extLst>
</a:theme>
</file>

<file path=ppt/theme/theme14.xml><?xml version="1.0" encoding="utf-8"?>
<a:theme xmlns:a="http://schemas.openxmlformats.org/drawingml/2006/main" name="Rijkshuisstijl Bruin">
  <a:themeElements>
    <a:clrScheme name="Rijks Bruin 1">
      <a:dk1>
        <a:srgbClr val="000000"/>
      </a:dk1>
      <a:lt1>
        <a:srgbClr val="FFFFFF"/>
      </a:lt1>
      <a:dk2>
        <a:srgbClr val="94700A"/>
      </a:dk2>
      <a:lt2>
        <a:srgbClr val="EFEADA"/>
      </a:lt2>
      <a:accent1>
        <a:srgbClr val="42145F"/>
      </a:accent1>
      <a:accent2>
        <a:srgbClr val="F9E11E"/>
      </a:accent2>
      <a:accent3>
        <a:srgbClr val="38870D"/>
      </a:accent3>
      <a:accent4>
        <a:srgbClr val="D52A1C"/>
      </a:accent4>
      <a:accent5>
        <a:srgbClr val="017BC6"/>
      </a:accent5>
      <a:accent6>
        <a:srgbClr val="E17000"/>
      </a:accent6>
      <a:hlink>
        <a:srgbClr val="94700A"/>
      </a:hlink>
      <a:folHlink>
        <a:srgbClr val="DFD4B4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B2ADCE66-0746-4298-9DB5-8E18C787113E}"/>
    </a:ext>
  </a:extLst>
</a:theme>
</file>

<file path=ppt/theme/theme15.xml><?xml version="1.0" encoding="utf-8"?>
<a:theme xmlns:a="http://schemas.openxmlformats.org/drawingml/2006/main" name="Rijkshuisstijl Donkerblauw">
  <a:themeElements>
    <a:clrScheme name="Rijks Donkerblauw">
      <a:dk1>
        <a:srgbClr val="000000"/>
      </a:dk1>
      <a:lt1>
        <a:srgbClr val="FFFFFF"/>
      </a:lt1>
      <a:dk2>
        <a:srgbClr val="00689A"/>
      </a:dk2>
      <a:lt2>
        <a:srgbClr val="E4EFF9"/>
      </a:lt2>
      <a:accent1>
        <a:srgbClr val="F092CD"/>
      </a:accent1>
      <a:accent2>
        <a:srgbClr val="F9E11E"/>
      </a:accent2>
      <a:accent3>
        <a:srgbClr val="FFB612"/>
      </a:accent3>
      <a:accent4>
        <a:srgbClr val="017BC6"/>
      </a:accent4>
      <a:accent5>
        <a:srgbClr val="75D1B5"/>
      </a:accent5>
      <a:accent6>
        <a:srgbClr val="E17000"/>
      </a:accent6>
      <a:hlink>
        <a:srgbClr val="00689A"/>
      </a:hlink>
      <a:folHlink>
        <a:srgbClr val="CCDFF0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6FE370F1-35D5-49F6-BFFE-A85E947D0953}"/>
    </a:ext>
  </a:extLst>
</a:theme>
</file>

<file path=ppt/theme/theme16.xml><?xml version="1.0" encoding="utf-8"?>
<a:theme xmlns:a="http://schemas.openxmlformats.org/drawingml/2006/main" name="Rijkshuisstijl Donkerbruin">
  <a:themeElements>
    <a:clrScheme name="Rijks Donker Bruin">
      <a:dk1>
        <a:srgbClr val="000000"/>
      </a:dk1>
      <a:lt1>
        <a:srgbClr val="FFFFFF"/>
      </a:lt1>
      <a:dk2>
        <a:srgbClr val="663227"/>
      </a:dk2>
      <a:lt2>
        <a:srgbClr val="E7E1DE"/>
      </a:lt2>
      <a:accent1>
        <a:srgbClr val="A90061"/>
      </a:accent1>
      <a:accent2>
        <a:srgbClr val="D52A1C"/>
      </a:accent2>
      <a:accent3>
        <a:srgbClr val="FFB612"/>
      </a:accent3>
      <a:accent4>
        <a:srgbClr val="017BC6"/>
      </a:accent4>
      <a:accent5>
        <a:srgbClr val="38870D"/>
      </a:accent5>
      <a:accent6>
        <a:srgbClr val="F9E11E"/>
      </a:accent6>
      <a:hlink>
        <a:srgbClr val="663227"/>
      </a:hlink>
      <a:folHlink>
        <a:srgbClr val="D1C1BD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C74E47B7-AC63-4102-B7DC-C232DC71E0E6}"/>
    </a:ext>
  </a:extLst>
</a:theme>
</file>

<file path=ppt/theme/theme17.xml><?xml version="1.0" encoding="utf-8"?>
<a:theme xmlns:a="http://schemas.openxmlformats.org/drawingml/2006/main" name="1_Rijkshuisstijl Violet">
  <a:themeElements>
    <a:clrScheme name="Rijks Violet">
      <a:dk1>
        <a:srgbClr val="000000"/>
      </a:dk1>
      <a:lt1>
        <a:srgbClr val="FFFFFF"/>
      </a:lt1>
      <a:dk2>
        <a:srgbClr val="A90061"/>
      </a:dk2>
      <a:lt2>
        <a:srgbClr val="F6E5EF"/>
      </a:lt2>
      <a:accent1>
        <a:srgbClr val="42145F"/>
      </a:accent1>
      <a:accent2>
        <a:srgbClr val="F092CD"/>
      </a:accent2>
      <a:accent3>
        <a:srgbClr val="FFB612"/>
      </a:accent3>
      <a:accent4>
        <a:srgbClr val="8FCAE7"/>
      </a:accent4>
      <a:accent5>
        <a:srgbClr val="F9E11E"/>
      </a:accent5>
      <a:accent6>
        <a:srgbClr val="76D2B6"/>
      </a:accent6>
      <a:hlink>
        <a:srgbClr val="A90061"/>
      </a:hlink>
      <a:folHlink>
        <a:srgbClr val="E5B2CF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6DC5AE76-CE47-4EDD-95EA-78AC8B5181CA}"/>
    </a:ext>
  </a:extLst>
</a:theme>
</file>

<file path=ppt/theme/theme1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634CA3F5682C418397C6E4414BCDE3" ma:contentTypeVersion="8" ma:contentTypeDescription="Een nieuw document maken." ma:contentTypeScope="" ma:versionID="7e9bcdd21cead49168b6feb66b54f6a8">
  <xsd:schema xmlns:xsd="http://www.w3.org/2001/XMLSchema" xmlns:xs="http://www.w3.org/2001/XMLSchema" xmlns:p="http://schemas.microsoft.com/office/2006/metadata/properties" xmlns:ns1="http://schemas.microsoft.com/sharepoint/v3" xmlns:ns2="0577e6a0-5f74-4659-a81a-c7bdc984432d" xmlns:ns3="f5c8fe0e-f8db-4fac-9fd3-e69469f9c90b" targetNamespace="http://schemas.microsoft.com/office/2006/metadata/properties" ma:root="true" ma:fieldsID="37b75464c5427a9711a0b9a23c39bf24" ns1:_="" ns2:_="" ns3:_="">
    <xsd:import namespace="http://schemas.microsoft.com/sharepoint/v3"/>
    <xsd:import namespace="0577e6a0-5f74-4659-a81a-c7bdc984432d"/>
    <xsd:import namespace="f5c8fe0e-f8db-4fac-9fd3-e69469f9c9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Eigenschappen van het geïntegreerd beleid voor naleving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ctie van de gebruikersinterface van het geïntegreerd beleid voor naleving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77e6a0-5f74-4659-a81a-c7bdc9844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c8fe0e-f8db-4fac-9fd3-e69469f9c90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027862-3BD6-4AAC-A375-77303EA3D6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F8EF13-21D2-418D-9002-75EDED73647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E4DA0474-CF15-4CF5-8078-E5B3099F32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577e6a0-5f74-4659-a81a-c7bdc984432d"/>
    <ds:schemaRef ds:uri="f5c8fe0e-f8db-4fac-9fd3-e69469f9c9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1223</TotalTime>
  <Words>42</Words>
  <Application>Microsoft Office PowerPoint</Application>
  <PresentationFormat>On-screen Show (4:3)</PresentationFormat>
  <Paragraphs>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17</vt:i4>
      </vt:variant>
      <vt:variant>
        <vt:lpstr>Slide Titles</vt:lpstr>
      </vt:variant>
      <vt:variant>
        <vt:i4>3</vt:i4>
      </vt:variant>
    </vt:vector>
  </HeadingPairs>
  <TitlesOfParts>
    <vt:vector size="23" baseType="lpstr">
      <vt:lpstr>Arial</vt:lpstr>
      <vt:lpstr>Verdana</vt:lpstr>
      <vt:lpstr>Wingdings</vt:lpstr>
      <vt:lpstr>PPT huisstijl thema</vt:lpstr>
      <vt:lpstr>Rijkshuisstijl Rood</vt:lpstr>
      <vt:lpstr>Rijkshuisstijl Roze</vt:lpstr>
      <vt:lpstr>Rijkshuisstijl Donkergeel</vt:lpstr>
      <vt:lpstr>Rijkshuisstijl Donkergroen</vt:lpstr>
      <vt:lpstr>Rijkshuisstijl Geel</vt:lpstr>
      <vt:lpstr>Rijkshuisstijl Groen</vt:lpstr>
      <vt:lpstr>Rijkshuisstijl Hemelblauw</vt:lpstr>
      <vt:lpstr>Rijkshuisstijl Lichtblauw</vt:lpstr>
      <vt:lpstr>Rijkshuisstijl Mintgroen</vt:lpstr>
      <vt:lpstr>Rijkshuisstijl Mosgroen</vt:lpstr>
      <vt:lpstr>Rijkshuisstijl Violet</vt:lpstr>
      <vt:lpstr>Rijkshuisstijl Paars</vt:lpstr>
      <vt:lpstr>Rijkshuisstijl Bruin</vt:lpstr>
      <vt:lpstr>Rijkshuisstijl Donkerblauw</vt:lpstr>
      <vt:lpstr>Rijkshuisstijl Donkerbruin</vt:lpstr>
      <vt:lpstr>1_Rijkshuisstijl Violet</vt:lpstr>
      <vt:lpstr>SPADE for multiple food sources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SPADE 2-part model</dc:title>
  <dc:creator>Marjolein de Jong</dc:creator>
  <cp:lastModifiedBy>Jeroen Rodenburg</cp:lastModifiedBy>
  <cp:revision>52</cp:revision>
  <dcterms:created xsi:type="dcterms:W3CDTF">2021-09-22T10:27:40Z</dcterms:created>
  <dcterms:modified xsi:type="dcterms:W3CDTF">2025-07-08T21:24:01Z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0x010100FF634CA3F5682C418397C6E4414BCDE3</vt:lpwstr>
  </property>
</Properties>
</file>