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8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41" r:id="rId2"/>
    <p:sldMasterId id="2147483779" r:id="rId3"/>
    <p:sldMasterId id="2147483817" r:id="rId4"/>
    <p:sldMasterId id="2147483855" r:id="rId5"/>
    <p:sldMasterId id="2147483893" r:id="rId6"/>
    <p:sldMasterId id="2147483931" r:id="rId7"/>
    <p:sldMasterId id="2147483969" r:id="rId8"/>
    <p:sldMasterId id="2147484007" r:id="rId9"/>
    <p:sldMasterId id="2147484045" r:id="rId10"/>
    <p:sldMasterId id="2147484083" r:id="rId11"/>
    <p:sldMasterId id="2147484121" r:id="rId12"/>
    <p:sldMasterId id="2147484159" r:id="rId13"/>
    <p:sldMasterId id="2147484197" r:id="rId14"/>
    <p:sldMasterId id="2147484235" r:id="rId15"/>
    <p:sldMasterId id="2147484273" r:id="rId16"/>
    <p:sldMasterId id="2147484311" r:id="rId17"/>
  </p:sldMasterIdLst>
  <p:notesMasterIdLst>
    <p:notesMasterId r:id="rId34"/>
  </p:notesMasterIdLst>
  <p:sldIdLst>
    <p:sldId id="258" r:id="rId18"/>
    <p:sldId id="283" r:id="rId19"/>
    <p:sldId id="260" r:id="rId20"/>
    <p:sldId id="262" r:id="rId21"/>
    <p:sldId id="261" r:id="rId22"/>
    <p:sldId id="279" r:id="rId23"/>
    <p:sldId id="264" r:id="rId24"/>
    <p:sldId id="259" r:id="rId25"/>
    <p:sldId id="266" r:id="rId26"/>
    <p:sldId id="277" r:id="rId27"/>
    <p:sldId id="282" r:id="rId28"/>
    <p:sldId id="271" r:id="rId29"/>
    <p:sldId id="272" r:id="rId30"/>
    <p:sldId id="274" r:id="rId31"/>
    <p:sldId id="275" r:id="rId32"/>
    <p:sldId id="278" r:id="rId3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8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0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C42"/>
    <a:srgbClr val="FF0000"/>
    <a:srgbClr val="0000FF"/>
    <a:srgbClr val="FFD17E"/>
    <a:srgbClr val="B6D3D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6498" autoAdjust="0"/>
  </p:normalViewPr>
  <p:slideViewPr>
    <p:cSldViewPr snapToGrid="0">
      <p:cViewPr varScale="1">
        <p:scale>
          <a:sx n="87" d="100"/>
          <a:sy n="87" d="100"/>
        </p:scale>
        <p:origin x="1020" y="84"/>
      </p:cViewPr>
      <p:guideLst>
        <p:guide pos="518"/>
        <p:guide orient="horz" pos="2160"/>
        <p:guide orient="horz" pos="10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customXml" Target="../customXml/item1.xml"/><Relationship Id="rId21" Type="http://schemas.openxmlformats.org/officeDocument/2006/relationships/slide" Target="slides/slide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8249D-38AC-42D6-982E-878E21AC04FA}" type="datetimeFigureOut">
              <a:rPr lang="nl-NL" smtClean="0"/>
              <a:t>15-4-2025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6E791-2855-4A4C-9E80-10C726480AA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154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852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0883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9049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9197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residual is the difference between the transformed intake and the corresponding prediction of the SPADE model</a:t>
            </a:r>
          </a:p>
          <a:p>
            <a:endParaRPr lang="en-US" dirty="0"/>
          </a:p>
          <a:p>
            <a:r>
              <a:rPr lang="en-US" dirty="0"/>
              <a:t>The QQ-plot of the residuals of the SPADE model should </a:t>
            </a:r>
            <a:r>
              <a:rPr lang="en-US" dirty="0" err="1"/>
              <a:t>theoratically</a:t>
            </a:r>
            <a:r>
              <a:rPr lang="en-US" dirty="0"/>
              <a:t> be normally distributed. This is checked by this QQ-plot. Most of the residuals should be on a straight line. From this plot we conclude that the model assumptions seem to be violated, and that we cannot use the output tables. This can indicate multimodality </a:t>
            </a:r>
            <a:r>
              <a:rPr lang="en-US" dirty="0">
                <a:sym typeface="Wingdings" panose="05000000000000000000" pitchFamily="2" charset="2"/>
              </a:rPr>
              <a:t> intake from 2 sources</a:t>
            </a:r>
            <a:endParaRPr lang="en-US" dirty="0"/>
          </a:p>
          <a:p>
            <a:endParaRPr lang="en-US" dirty="0"/>
          </a:p>
          <a:p>
            <a:r>
              <a:rPr lang="en-US" dirty="0"/>
              <a:t>A rule of thumb for lambda: 𝜆 &lt; −0.10 means that the intake distribution is very skewed, and the user must take an extra look at the intake data</a:t>
            </a:r>
          </a:p>
          <a:p>
            <a:endParaRPr lang="en-US" dirty="0"/>
          </a:p>
          <a:p>
            <a:r>
              <a:rPr lang="en-US" dirty="0"/>
              <a:t>Ratio: A very high value means that the within-person variance is very high and the between-person is near to zero, indicating that there are persons with some low and some high intakes on their survey days. This causes a high contribution to the total within-person variance. On the other hand, a very low ratio means, that all persons have a low day-to-day variation and that the intakes vary a lot between the persons.</a:t>
            </a:r>
          </a:p>
          <a:p>
            <a:endParaRPr lang="en-US" dirty="0"/>
          </a:p>
          <a:p>
            <a:r>
              <a:rPr lang="en-US" dirty="0"/>
              <a:t>Means: These should agree since the calculation of the habitual intakes is a shrinkage method that reduces the variation in the intake distribution by eliminating the within-person variance but should not affect the mean.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3721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6864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0270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7817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1620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3074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817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098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4615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6E791-2855-4A4C-9E80-10C726480AAE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80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9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0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0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1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4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4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2.xml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2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4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3.xml"/></Relationships>
</file>

<file path=ppt/slideLayouts/_rels/slideLayout4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3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4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4.xml"/></Relationships>
</file>

<file path=ppt/slideLayouts/_rels/slideLayout4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4.xml"/></Relationships>
</file>

<file path=ppt/slideLayouts/_rels/slideLayout5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4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5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5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5.xml"/></Relationships>
</file>

<file path=ppt/slideLayouts/_rels/slideLayout5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5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5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6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6.xml"/></Relationships>
</file>

<file path=ppt/slideLayouts/_rels/slideLayout5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5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5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5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7.xml"/></Relationships>
</file>

<file path=ppt/slideLayouts/_rels/slideLayout6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E23BE38-388B-B84F-B596-4361C8FFEE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1292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A8D1DE4-A09D-ED49-8B1B-03D7088976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2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1003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C01ABBA-4376-CE44-A51E-00DFACFA8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5EC85681-AB2A-C448-B63F-6E7DA8D87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4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2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8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001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0576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79042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85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9135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91397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299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 dirty="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6409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97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983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80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90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889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0390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1633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104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585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0480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779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402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0003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8688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4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097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320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38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C249ACB-0A73-DA4B-9FF8-90F35C6D5B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A61C3B59-32FD-5B4D-8D2E-F40AA8A22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5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29257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1CB0A6-79C2-F742-81CF-E0C9D205F0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0" name="Tijdelijke aanduiding voor afbeelding 22">
            <a:extLst>
              <a:ext uri="{FF2B5EF4-FFF2-40B4-BE49-F238E27FC236}">
                <a16:creationId xmlns:a16="http://schemas.microsoft.com/office/drawing/2014/main" id="{C44F0A5B-D9BF-924B-A9EF-7E385A31E76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B838C61-D4A4-194F-9A58-09306065DC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385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0DA1628-6669-A643-8175-B2DA64C84C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71C25732-F9D5-9045-B1D3-D5B9E271B2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4668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8A06D6-4ED4-CC44-B57B-245AE10740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37AA9FCB-870B-9745-A8A6-4036B2F033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35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F608AB2-2364-F045-AC96-C84663C6D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36FA10-4B0D-CC45-8A82-F70A56B36A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928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F8830F06-074A-7541-89BC-92474D1684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36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FF86EAE-8C71-2D43-AC16-5AE2A45274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966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F46B0DC-0026-2943-8BBB-2A0E094E3C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01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7612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8826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9125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00494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55931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5739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190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2501335-E836-E34A-8D45-1DB78FD03D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14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F4682D3-6EE9-9948-AE97-AD6621BA33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3347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8678EDA-E69F-BE4F-BF00-FCC49AC616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97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7211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9F5BFF9-A894-A345-87AE-F1BF2424FD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5291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39023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1878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138604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1952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34640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76048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9625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192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3294907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080109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26586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85910D0-9B64-1F42-B79A-610336A5E1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50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7D8CCB53-E2DA-3747-83E3-31B5E6378D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5375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6D10CEA-EA95-054F-AA98-60077EF28E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215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6E0E353-A70A-8947-9924-9882AC64BC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73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54CE324-615D-4A4B-84C1-7CEB163AAA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7A891DA-D886-7249-B1FD-10785F4671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2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314639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AB115C70-1781-E24A-B364-14FCDFE7D56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8333CF-E58D-9242-9004-2AE2687A9F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2824280D-8EF7-7A48-B34F-7F46AE952F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776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036DE1C2-6EBE-4B4C-AF0D-C793020231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AED20B3-5354-C244-AF2E-58AF0DD088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0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4A50044-F8C8-AD44-8BF7-1189324483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19BCF7E-ECEC-AF4C-A349-45C2342A7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454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331F83B-365D-FC4C-AA46-6EBACFDA1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BA2649E2-54AF-1945-983A-3DDFEDBB7D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9971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388931A-2764-0C48-AFF5-9EE4BBAFF9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42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AA02E1F-DFA6-3642-AC1F-B41F23A297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5055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69BD166-8772-9849-AB6C-2A74D8429A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61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96044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28313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1031559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076622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1967659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89520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2705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102E166-7938-6E40-9E5E-81512F6B64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16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E65AF5-D5FA-354C-ADD0-AD312A32F2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36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826656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913CE90-9C36-7448-8374-2BE8C74632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41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08691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7CF9D88-49FE-8C4E-8109-9C513CB245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064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75934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3844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028421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6039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9949798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6085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1244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8650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4379176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8878960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44478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17F5261-66A0-B74B-B535-A5716F3833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F1CC61-8E43-9B4C-86D4-48E97E207E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829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865C4B2-92A2-0F42-B777-1598BF8A8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9336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F66A698-50F0-7B4D-8CDA-5820E149AD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41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96DF109-7F07-6B49-9D22-303DAC72D9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68BA2ED-02F3-5145-ADEA-1BC8A29A3C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1419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0B471DE-CA9C-A747-9203-D9EE45DF2A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BC7D7DCC-9B06-FC4E-9A86-29C4276AD7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01EE818-21B3-744F-ADCE-EE4B31C003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880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731C307-DF3E-9A46-A45B-3AC54819AF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2C3CC95D-8CE0-EE47-8DBE-B67E4AAF31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957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98244E9-D0BA-F24C-880C-02FB401C6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8503E2A-55CD-9C4A-8F7A-2109EB3784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3976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80FF39E-D217-984E-B4C6-CA00F44C61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96E637F0-0581-E24A-AD6D-F20AA814AE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8133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C9FCB92D-8F61-6F44-A920-2CF0A95D30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35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56C0A06-8064-864C-BE87-EFBB53B5E0D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2884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98C3205-E6C1-1146-AAA6-D154C19BE7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86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59176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4941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213454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343629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076902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6651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3611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83C114-A916-9041-B8A2-949576437F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19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0E97EA4-9D07-D946-A464-7510B797EE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45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8683442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B47C57E-F69D-E544-94BB-56511B75C6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82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4530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5359F4-87E3-4046-B9B1-647507677A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461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690966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3774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976366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747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2146081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0931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0280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49476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9554824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5270686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74645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58541EC-CB6A-D140-AB3B-F86F1486DB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14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0CA578F-2A1D-CC47-BE6E-6CEF462869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8881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84A89D4-EFB2-F34A-B659-1B75FADA67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983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81E4872-2949-4D4D-B1CB-A6217E67F0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79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EC5B396-DA3F-764C-89A1-749E906D8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51737A9-A633-5C4F-ADB4-AD8BB38B12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71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09426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1A6734E1-7900-CB49-9AEC-EBFDFB1BC8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1AA4D617-CA40-7042-AF36-450D631EDD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6AFFF14-1BBC-764A-86F9-6B55249DA8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1348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775CBB-7AA3-B145-95D9-0A41125A85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A894CF0F-9F35-014D-8D3B-989CF19C55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92797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4FFB40B-5401-C140-B17F-C3EAB81B12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E36178C-624A-804D-9EC4-7DE03C8216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909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690DFE0-6E0C-AD42-8457-1C085895E3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244A14-99B6-434B-806E-F79D2423D6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6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662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B54F5-13FA-3C4E-974A-5D92042B0F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2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6A61725-3423-2349-9518-C40DFD8E37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70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92D9BCA-7D8F-4A49-B350-A3907C1459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26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5106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038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179472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051443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529981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44622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0086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A360A2-6A81-F745-B0BA-D17CF7C41F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0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C312E52-5F25-F145-941D-847F75FF4A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98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292834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A773512-55C7-2B46-9113-E2A18B1316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86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5453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A0BF630-8A40-CF48-A9A0-E1AFC8D235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0001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65728406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89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306916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7251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2544515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4810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732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82498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707051326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013589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96055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AAE31AA-4F3D-DF42-AA61-0E507CB823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81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9B233A0-EA33-A34A-AA60-CC158917FC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7893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D2E9093-0E60-BA4D-901C-9AACA7755E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1737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ADA08BF-661A-374E-B397-E088CEE567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04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E3D7069-4B4C-A54F-BDA0-7D71307D3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BDFADF0-C96A-464C-99DF-DD3F8394F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40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170399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35629C47-969E-4B47-AD76-F769B346E2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B37F6DB-C60D-4F4D-AF92-FD05AC8B7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77583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C135EBA1-8293-C148-8A1B-ED3FB7F703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7988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6" name="Afbeelding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A86B78C-ECEA-3F48-A8AA-7F7F92A435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90443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B2D7DB2-7D28-084D-8169-A191429CAB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5000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28E5E4BB-799C-544E-8D22-5A18C85488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10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53E02048-3131-A141-AAB5-C0A1028E0A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0998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05B8ABC-31F6-834B-B107-1D466EBC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8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7578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20334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86206184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659005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4583937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4989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4053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C63CDA6-6003-E144-BBE6-D9523D7403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0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DC185B0-E99C-E24F-832B-12C799F48B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solidFill>
            <a:schemeClr val="bg1"/>
          </a:solidFill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052165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38088DE-7CF5-DD4B-B3E1-1A15C595C1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12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8165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6B4AB5FC-A6AE-4D42-BB0C-D8BEAB5A42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0067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741433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3723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635621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9520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7785484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13697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9490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572733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7434050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053448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749705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9AABA25-0520-DF4B-A7C9-BCCCF08EE2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58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657428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17255689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ABBA4A9-5643-B947-B789-03FA7B6209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48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4E80764-856C-B24C-8A17-96C29DCCC6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940EFF3-CB66-3348-8ACB-E325E94A1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63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8117015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CF7B166-3BDB-DD4D-9E66-B9979D5086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DF08679B-83E4-D746-88E7-3F53E547A5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FB586F2-C739-9D4B-9FB0-7B91E89468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796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0C501AF-83A8-8F47-AC3C-EAC365FC52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55A507AF-B45B-684D-95AE-466A5BBBCE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3280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B57CD67-3869-1842-9B74-3FCEB9C29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BFC48D2-7733-E245-8151-7B78C5E4B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39124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AE0CEB2B-043B-564A-8D16-9DB7108C1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7D37B79-9C3A-3C45-B106-570F64E3A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2" y="-13176"/>
            <a:ext cx="3660394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9884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C1E4406-74FA-C541-9C68-BDAFC385A7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47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A3A04D0-90F8-D146-8E89-D9429A3538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69799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696FA51-D288-AA48-AB9E-CCDA008D30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8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3339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54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561910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50682681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525122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895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07378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267D7E3-A1FF-6E4A-A7EC-E24F60DE21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99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302FBE6-B8D0-D848-8EC3-24425BAD14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3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6137101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DFA35A7-F944-564E-9436-F75025757B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13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034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0A678F6F-A7BF-E344-8961-E35D98A9BA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4551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140867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2917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44852889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9119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2598439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434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172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379903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923221698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4252330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042055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BD0E7EF-0276-1F47-BD29-7436C091D0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87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632AC58-E4C4-F844-92DA-F6A9570079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20421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5A5C304B-DDD6-3246-9DB4-CDB2822673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17423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419C014-7333-3B46-9AED-B8796473BF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09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ysClr val="windowText" lastClr="000000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4611018-E0D5-BF45-B124-6BD0F554E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CC470DB-0476-694C-8B7A-2721EE790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39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10115217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ysClr val="windowText" lastClr="000000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ysClr val="windowText" lastClr="000000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FF1452E-61D4-2248-8677-11F4BF8179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55BAFB1C-5D11-944A-96BB-FA74D8B08F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1C9F1C5-E6CB-674B-B923-FC93CC7A82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4978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ysClr val="windowText" lastClr="000000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2AC70C0-3F62-AD40-8225-7DFC4A386A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71B0B9D-1DF0-634C-BB24-80EFB4F29B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bg1"/>
              </a:buClr>
              <a:defRPr lang="nl-NL" dirty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nl-NL" dirty="0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506779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DF6F61C-97D5-AA49-8399-84317D3394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A18B73BD-0266-274A-BD71-AF05F432E4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78187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E728E48-643E-544D-A813-C0BAB23F9F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3DDB892-18B4-AE46-8394-66B2E248D9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7650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260D0C-1E71-C54C-BC16-D1CBE1023D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48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44ED47-A238-2D42-9C79-E60FB98206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40191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FCF7695-4593-1943-B84E-F8C54CACBE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5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49780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89579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081134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2873654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4754972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2777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4000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B1A3E9-97CB-CA43-9E2C-4CE700C68A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4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E770F96-3C80-EF44-950D-D9743531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6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4348136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9945B71-DBE8-C64D-A8FF-A06662931A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37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3198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8466592-3EDA-8A4C-9A9E-0690EAD4E0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61116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031367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9623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0262707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1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3643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6361458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4315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5168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77519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18058931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564815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3669267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E8BB49C-81EE-D640-B093-EE3BB39828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4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89A82B9-7DCD-4B4C-A1E7-70EA56CC3E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30890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3124508-A1C5-A546-B635-25BCABA3FC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34786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A7CF36B-46BB-C94E-AE21-AE6C325851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46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D835392-A761-214F-99EE-556C415BF5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DF60A8B-A0C1-2B4B-8483-6DF3E5614F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30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1446133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EDC8E8D9-E056-4649-A9B3-BE302117BF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0F3BA90-F16A-664E-B5B7-D10815392DC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A154FB3-6986-6A41-B61D-24A3F87173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56296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532197C-DE83-454F-89D4-0F49963CE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111098EA-700A-7C47-B485-AA4C505D97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997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EAF6940-C706-3B44-990B-2DB25A90F7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D4ACFB1-B170-BC40-A07C-0A6DA5BD00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46428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BEA51E0-C276-7444-828F-CE4067DE3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A896A78-611E-F744-9131-095C1C45E7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70423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187EEEF-7429-FB49-B542-1624E08640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42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A19CB5F-4869-E04F-AB4E-4EAA86342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34381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568C4E-8CFE-004D-A62A-096E46A1E1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7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633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0666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13880791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8670848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586465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565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4854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72CD150-65C0-424A-A624-6595B850D1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2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1271B5E-675E-A040-B6D7-F179ED8372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7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2576714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7638C5-A36D-8E41-B66C-98CFF1DE49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29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6883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F1C96CC-923A-5341-8242-9505BA3BDE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53727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4465766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9585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4778910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807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4276686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64581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99312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853674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25556129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4159105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2254830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7FB4AF3-AF59-F148-8CCF-B9596B80FC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7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C7A64E4-E903-5A48-83A1-7C29AEEBB9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70538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E9895E6-7BD5-F94B-9B0D-58B5904D11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92714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3279B13-E9ED-8441-A9B7-2130459388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6536A7C-7293-7B4F-9A08-B52F28B00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9B69336-BDF7-844F-BD47-440782B56A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18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1697287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438D7B86-9827-5547-9BEE-2215A2D0C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5A5C6823-8955-2649-8A7B-F479054B86A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5BBB624-5B21-B143-885B-D8B6DD5934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98751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40302EF-B2B6-DA4E-B976-A001A24AD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831C5536-20D5-AD41-9B90-902BFEAD1F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57153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D8C1CA5-17FC-4D4B-AACB-CA708DE30A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37B6D06-77FB-774F-A317-F7A1EEBA16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91024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E21F4804-2FCD-3A4C-932B-6EF2797AAC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1AD3A35-6C61-5B4F-95EF-DBC1F1DAB7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39736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071F31B8-D7BF-964A-9976-98530F8600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00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E726CDE-A2C6-814E-BF73-F95847F0F5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59123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9E8A857-1024-0042-8254-C3EBB1CC31D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55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8324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06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6633182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020494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4583494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0912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1496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97D35B0-A00D-BC4C-B3AF-D9CEF697BD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36D8277-B720-174D-B5B3-C63F2B5A72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5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1707077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0BEE2FA-08FD-6844-A5BB-1041E77A4D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9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7241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A4466F7-66FF-7440-943F-4BA1E995B0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9677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333474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940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2870726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2940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80878330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29285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2389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918363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757655092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2116892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0485745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1BACB65-F63F-454C-9757-F8266C1F3E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43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7B54F1D-5963-3C4B-A1C0-DBDFA458D5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1412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2ADB06B-1F91-2743-9280-06BA151DBC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72829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8005DB3-A803-EA45-9B51-D276E955DE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97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8F35859-9169-194F-A39C-F0A87138D7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390D4D5-14A8-CE46-BF62-F1458C5CD8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53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0757571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D124ED0-166D-1948-A0B7-064FAAFF2E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905C362D-10F4-1D40-B1A6-29F8522602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6DB9E39E-9F1C-D349-952C-CD5895CC63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08475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A278463-DE00-7841-AAB0-EFF5DCAC4E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2BFDCDE-887C-6C4B-B1CD-BECE659D93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926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A19B0E3-ACD8-464C-AEC7-6FBF3C3634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969B98E-52C9-0646-9B03-DC917A8438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3040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C637DA8-F7AC-BE4A-BA8D-04D52E34BF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34806D52-5167-C444-AE32-26F2FEE722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50810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4CDE732-C1F2-B646-A372-AADCB2D8C6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17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58F1ABC-435C-9E4F-9A15-9F7CFE045C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68926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FFD22B-E36D-8142-810D-42F92B1342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2653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670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6616909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2304544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781892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596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0573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3AA971-6A5E-294A-83E1-6EAAA78615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38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C8BBA9-CE48-E24F-9589-BC1AFF8CB1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51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004876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D840F26-A558-C042-9F98-5B5E70C2A1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0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775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0EFE5B3-D329-4A42-87D7-F6B209C6D8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1842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Rechthoek 11"/>
          <p:cNvSpPr>
            <a:spLocks/>
          </p:cNvSpPr>
          <p:nvPr/>
        </p:nvSpPr>
        <p:spPr>
          <a:xfrm>
            <a:off x="5862000" y="6620400"/>
            <a:ext cx="468000" cy="237600"/>
          </a:xfrm>
          <a:prstGeom prst="rect">
            <a:avLst/>
          </a:prstGeom>
          <a:solidFill>
            <a:srgbClr val="15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9430017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3464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0438460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0090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6788184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3592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3242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63577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72683490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6885771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83642004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991A3CB-B8FE-1349-B199-D551881F78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464EEB2-1542-BC48-986B-166AE2A564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10136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1B7711FD-C196-6945-ADDB-07729B939C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55805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C0B04D1-1B78-1544-8CB1-5654C4D382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99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C034E99-FAD8-C340-9358-AD9D8EBB7A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1B2B988-8A5D-7C43-AF19-C038FAEA2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9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6088444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28FC4AB4-9496-574A-9711-743D695C1A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B23645D-3229-6D4F-8640-AEEAA032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2D9E35C-2962-C54E-8A89-E0C96B013E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04604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E454366-A851-494A-A114-376C566A2C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15BF165A-719B-B949-B2AD-6DA42EFC87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bg1"/>
              </a:buClr>
              <a:defRPr lang="nl-NL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181050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25E1CA0-B98C-8743-BFBE-C85CCFD18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CEE6E0D3-E6DA-644E-9D77-416E4B811F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39640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61378A5-175B-C74A-ABFD-03A6F6D90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91AD3746-2F56-E844-A7FE-3512BDFE9D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66741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9ACF8A4C-C922-B84F-8412-E0646BF0D9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58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16A5D62-6207-8B4E-9FDB-37D9895244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6994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528028-6B73-3D42-A511-253946375E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914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972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2752607"/>
      </p:ext>
    </p:extLst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6988374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2382256"/>
      </p:ext>
    </p:extLst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830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0948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07C651C-7A16-C24E-9EA3-A47DC4119F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32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D25D8D4-507A-5D40-A528-644E7F411A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3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2567687"/>
      </p:ext>
    </p:extLst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594126D-4AC9-044B-85CA-4655AA1E97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32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7687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4F399D8-ABC9-2540-8BF5-C1A1E562A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55211"/>
      </p:ext>
    </p:extLst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1376586"/>
      </p:ext>
    </p:extLst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1289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9788044"/>
      </p:ext>
    </p:extLst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8463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5580424"/>
      </p:ext>
    </p:extLst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3070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12121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62637"/>
      </p:ext>
    </p:extLst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95726492"/>
      </p:ext>
    </p:extLst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8321984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8036525"/>
      </p:ext>
    </p:extLst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D7F7517-0356-1F4A-9593-FD48630F73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70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AD314F-14E9-B34D-B4CF-CD55C7BF3B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78959"/>
      </p:ext>
    </p:extLst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4F59A6A-49E2-B146-AF7C-049A285755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27285"/>
      </p:ext>
    </p:extLst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E41A1A3-2F34-3E44-BBF7-35FAF34E6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4" name="Tijdelijke aanduiding voor afbeelding 3">
            <a:extLst>
              <a:ext uri="{FF2B5EF4-FFF2-40B4-BE49-F238E27FC236}">
                <a16:creationId xmlns:a16="http://schemas.microsoft.com/office/drawing/2014/main" id="{68F1B8EF-B9CC-234E-A911-AF80753B556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5" name="Tijdelijke aanduiding voor afbeelding 3">
            <a:extLst>
              <a:ext uri="{FF2B5EF4-FFF2-40B4-BE49-F238E27FC236}">
                <a16:creationId xmlns:a16="http://schemas.microsoft.com/office/drawing/2014/main" id="{F9E482C7-7D5B-A443-B41A-21C542E2530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6" name="Tijdelijke aanduiding voor afbeelding 3">
            <a:extLst>
              <a:ext uri="{FF2B5EF4-FFF2-40B4-BE49-F238E27FC236}">
                <a16:creationId xmlns:a16="http://schemas.microsoft.com/office/drawing/2014/main" id="{80A4409A-10BE-6F4E-B38D-006C3023D3E0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7" name="Tijdelijke aanduiding voor tekst 13">
            <a:extLst>
              <a:ext uri="{FF2B5EF4-FFF2-40B4-BE49-F238E27FC236}">
                <a16:creationId xmlns:a16="http://schemas.microsoft.com/office/drawing/2014/main" id="{DE5A75A7-0D76-6C4B-8FBA-32A23AB9F0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4" name="Tijdelijke aanduiding voor tekst 13">
            <a:extLst>
              <a:ext uri="{FF2B5EF4-FFF2-40B4-BE49-F238E27FC236}">
                <a16:creationId xmlns:a16="http://schemas.microsoft.com/office/drawing/2014/main" id="{059E2988-83A3-964B-90F3-CA1FB6B37D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5" name="Tijdelijke aanduiding voor tekst 13">
            <a:extLst>
              <a:ext uri="{FF2B5EF4-FFF2-40B4-BE49-F238E27FC236}">
                <a16:creationId xmlns:a16="http://schemas.microsoft.com/office/drawing/2014/main" id="{84BFB83C-77BC-0543-BAD9-F0249A928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33692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AFCE8B0-DD73-2947-9328-9115D83FD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A827490-0031-0E4F-86E5-3FF0220FFA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12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8410222"/>
      </p:ext>
    </p:extLst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5C1C912-210B-454A-A6B5-A11FA7DED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1513F8B-999C-884B-93DC-388C6B407F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A2EAE1-C416-204B-A199-FF4C7781A7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43947"/>
      </p:ext>
    </p:extLst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2405C03-D90E-FC41-B80B-E73391FDEC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8FA2696-84C1-1649-8A59-67E687AAB0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4992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2B5321D-EB1C-2142-8695-68E40A9D89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F5FAAC01-C364-774F-88FE-17259E5DC0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2597"/>
      </p:ext>
    </p:extLst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CC7F95A-D18A-7B46-B9E6-264077809E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2E6C6173-FAD5-5847-B684-1B496ED013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3" y="-13176"/>
            <a:ext cx="3660392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77332"/>
      </p:ext>
    </p:extLst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68E4D4D-B363-A449-9181-2C96A3C538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53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4ACB56B7-4DC6-DB4B-9123-3C4E679C1A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62894"/>
      </p:ext>
    </p:extLst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ECF2DFE-783B-454A-9C87-526A42EB5C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2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1357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316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553139"/>
      </p:ext>
    </p:extLst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0919649"/>
      </p:ext>
    </p:extLst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1375485"/>
      </p:ext>
    </p:extLst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9645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2458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FCB1B3-0962-A843-A9FB-A2BB3FE5C1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3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3041858-3A34-2F42-958E-EAB3A5457F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26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4250385"/>
      </p:ext>
    </p:extLst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2AC9301-3D36-044B-8644-E5A87C4250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02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4968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CA45824-7873-1F48-9BB9-DDA2C69120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93155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2946945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043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77090057"/>
      </p:ext>
    </p:extLst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8841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4892395"/>
      </p:ext>
    </p:extLst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658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460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416020"/>
      </p:ext>
    </p:extLst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992970775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4233826"/>
      </p:ext>
    </p:extLst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5696891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D1276C3-FD7E-8747-99AA-2078056937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92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DE31120-DDD1-8746-9A6A-9B79FB1A27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2414"/>
      </p:ext>
    </p:extLst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F35E3DD-6F92-AE40-9C42-7D9BDBEB46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47599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B3C3CD6-10DA-6245-AAF8-F302EE3DC0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2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68B3C94-9196-1146-852A-A5E37DC5A2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61EBB61-3141-5A4D-B6C2-DA70334B6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12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6350179"/>
      </p:ext>
    </p:extLst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497AA2-3A4F-6141-81F2-5C4A18980F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DBD715D-EA47-A345-A597-76F254AD9D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C3502BC-1CD4-FE44-9C3F-29C83C9959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10550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F92AC7B-7C05-F74D-8F5F-CF30DBA757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0770" cy="168120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5B579D1-6EF5-AD40-B1C0-BEECF26227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1216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24A7278-1F18-AD42-80DE-A9A321632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75238FD-4C8E-0E48-8EE6-9B03847B3A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83412"/>
      </p:ext>
    </p:extLst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AF317D2-9313-F641-BE7A-40A1A7ADF9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40F067E-C9AD-0242-83D6-1AAF02DB52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42239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B16F6B7-620A-AE48-B4A4-7795474530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0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0B8EE29-FC86-7B4F-A1DC-25C4058A1E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854"/>
      </p:ext>
    </p:extLst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6D90830-4EF1-7D46-83D0-ACC413A9F1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1870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4723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1188427"/>
      </p:ext>
    </p:extLst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4061436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6282650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7053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0837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78526D-DFC9-DE41-9104-473DA714E6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59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BF1060D-B757-D940-A088-128DC25EC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28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1217742"/>
      </p:ext>
    </p:extLst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ECCFF30-6A2B-8340-BFB3-23EFBCEB8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2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974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3CA3BAE-EB1B-D744-9637-89524A9895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5700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712147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80983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8838418"/>
      </p:ext>
    </p:extLst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9912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24296743"/>
      </p:ext>
    </p:extLst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49865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1790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723081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56908910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5826743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9525646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D992AB0-EDA2-6E42-ADEA-6249D84BF1E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3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B9523A1-593C-104C-8BA3-BB79C56F01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28950"/>
      </p:ext>
    </p:extLst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0A48EAC-0BB6-B84C-8D80-E0CF07D8DF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52620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082845-E2CE-B542-9199-7F353C7D8F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35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EBE4755-54A0-BE4A-A1D1-44625DF7D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698AD6E-795F-3C41-A601-70EF331F6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8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9287584"/>
      </p:ext>
    </p:extLst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BE31237-1083-AB4B-91BD-AFA64A0C07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437548B-FF95-DB49-849D-A635600FE6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3886928-8BE6-4442-8D6B-CF481A6628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38949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11EAEE-859D-C44F-B575-334B22A17A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9D360720-C202-8C45-9FBF-F7D13BCD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4608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0AFD14-6D12-784C-A3CF-527AFBDAA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EC71564-EF07-AA49-BBEB-AB800F8CA2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62797"/>
      </p:ext>
    </p:extLst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B05636-7F8C-1348-B5BB-6852BA80B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B0AC13E-1529-F445-A302-F5C8E60480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86593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C6884B-BC2E-E047-9F81-148C584CAF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51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95C8C08-B68E-8848-8443-4926C53810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80745"/>
      </p:ext>
    </p:extLst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3B540BB-06A3-4B4B-9728-91FA7F1A1F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59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7328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796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5058658"/>
      </p:ext>
    </p:extLst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9495936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0392474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5412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6081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F52F3E-725F-8745-9F31-C52D92D324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00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2D8D946-A344-3147-A971-781F250C0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2052382"/>
      </p:ext>
    </p:extLst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29F35F-0F39-594C-826B-4BDC677D6B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8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590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C559DCA-5789-E947-96F2-E0A472AD8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1127"/>
      </p:ext>
    </p:extLst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1160552"/>
      </p:ext>
    </p:extLst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005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4663604"/>
      </p:ext>
    </p:extLst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3876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3605590"/>
      </p:ext>
    </p:extLst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735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1950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226230"/>
      </p:ext>
    </p:extLst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44619059"/>
      </p:ext>
    </p:extLst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063606"/>
      </p:ext>
    </p:extLst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4675738"/>
      </p:ext>
    </p:extLst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CC89E80-9261-BB4A-A6CC-EB46D74DD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6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BD8074-A8E6-2B46-82E2-9C872A82DB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00534"/>
      </p:ext>
    </p:extLst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8AEFCCC-40B4-294C-B7C6-9EF1FBDEF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03911"/>
      </p:ext>
    </p:extLst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5EE5BE-E669-9D46-B874-885CEBBDD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0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62D5E0F-9972-6445-8794-088F814D9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23ECA92-F249-0C4E-AEC9-1A360E9A1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9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83750424"/>
      </p:ext>
    </p:extLst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D3146651-D8B6-494E-80C0-A80D432C2D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F55FD5D-8C3D-4144-9202-F4F2319DF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C4B0442-6EF6-BB40-8E4E-2853174C8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02490"/>
      </p:ext>
    </p:extLst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4551168-6021-C044-B2DE-60CB9D0613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F2D8D1E5-2231-A94F-9BE5-A199DC7577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7130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F713C05-60FE-1544-804E-DC45D8735A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47F4BCE-9AB3-774F-A7E7-AF94BB3323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05096"/>
      </p:ext>
    </p:extLst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3CF64DF-3902-CF4A-9176-80ABDA8DD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5E31FFB-48B8-8C4F-AFF2-7B2B15594D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1" y="-13176"/>
            <a:ext cx="3660397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6501"/>
      </p:ext>
    </p:extLst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9D7773A4-FFC1-FB46-8CEE-18FCE9837A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95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83EED7A-B188-3C48-BDF0-9416B7012C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03286"/>
      </p:ext>
    </p:extLst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DD872D4-1F37-A54F-93DB-917ECEABE4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94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6751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0115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7148356"/>
      </p:ext>
    </p:extLst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62231855"/>
      </p:ext>
    </p:extLst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28920172"/>
      </p:ext>
    </p:extLst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6526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9554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D5328FB-7CDC-B242-9390-805358BC29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58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123B140-D237-0D47-89C8-4E59FF95C2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9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9546451"/>
      </p:ext>
    </p:extLst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52E16F4-8910-C843-A6DB-9E1A3326CE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5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835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4F4F5E8-C7FF-1547-8E3A-1FDA9CAC2C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9389"/>
      </p:ext>
    </p:extLst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1076839"/>
      </p:ext>
    </p:extLst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8962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9139702"/>
      </p:ext>
    </p:extLst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7912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7081879"/>
      </p:ext>
    </p:extLst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324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01274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802641"/>
      </p:ext>
    </p:extLst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5746294"/>
      </p:ext>
    </p:extLst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2814125"/>
      </p:ext>
    </p:extLst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5784409"/>
      </p:ext>
    </p:extLst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1578156-BBAE-754A-AB75-2D07F44016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98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CBB512-407F-6A4F-B1C8-70ECBEEF70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03020"/>
      </p:ext>
    </p:extLst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B9AA919-A960-6840-B9E4-AD3BF00A30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7613"/>
      </p:ext>
    </p:extLst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17A6BF3-5D79-7041-86FB-B1AC91C1B8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85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B49585A-CB29-BD4F-A806-E379E811B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8FCB920-43C3-A846-A9C1-BC43D1F20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2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99295834"/>
      </p:ext>
    </p:extLst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BFF348C-E1C6-1441-9DE3-8BA6FD8216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372FB4C5-49A3-C441-885C-A0353566A3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451BA9B-E425-8240-852A-70A0CFDAA0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163"/>
      </p:ext>
    </p:extLst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436540F-7B0B-494C-8C13-C65C533FDE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1573D753-D6E6-6544-811E-1B8802789B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0354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4D05251-5B18-6E4A-BDCE-5247B18067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64CC6A0-9B13-FB46-A639-FD0B9AFC00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76455"/>
      </p:ext>
    </p:extLst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79EB170-62F6-E04C-8CC3-ADC9EFA8FF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2E88205-5E25-114A-B163-F31AEEC49F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94" y="-13176"/>
            <a:ext cx="3660389" cy="15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43771"/>
      </p:ext>
    </p:extLst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16E05F47-579C-354C-81BF-C4519CAF9D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24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AC970B5-4562-7249-B916-9C8C70DE0A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63807"/>
      </p:ext>
    </p:extLst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021271C-6444-6849-9656-C55971E0E1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82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1202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5300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9396094"/>
      </p:ext>
    </p:extLst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1801183"/>
      </p:ext>
    </p:extLst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30008223"/>
      </p:ext>
    </p:extLst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497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11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810EF6-C3B3-C141-B597-F3F41985BC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02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EB37DC5-42B0-AF48-B8FA-40B91D2993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4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8945209"/>
      </p:ext>
    </p:extLst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B65CF4A-778A-DE4E-A665-F01E5A813C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7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1854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D66FF7B-BC4B-0A4E-A543-AAAA2FB640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3302"/>
      </p:ext>
    </p:extLst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6560483"/>
      </p:ext>
    </p:extLst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9131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0044197"/>
      </p:ext>
    </p:extLst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0030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6778862"/>
      </p:ext>
    </p:extLst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2797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5043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7047"/>
      </p:ext>
    </p:extLst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74429329"/>
      </p:ext>
    </p:extLst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6905227"/>
      </p:ext>
    </p:extLst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740317"/>
      </p:ext>
    </p:extLst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B79CFB6-0714-0745-AD75-A638125C33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30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2EF757-D83B-8243-8DB9-076E382D80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52506"/>
      </p:ext>
    </p:extLst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7A14CB-267E-D447-B221-CC2679125B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1100"/>
      </p:ext>
    </p:extLst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E084EAE-4A67-E145-BFFF-CC46386C7A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1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70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66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68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72.xml"/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92.xml"/><Relationship Id="rId26" Type="http://schemas.openxmlformats.org/officeDocument/2006/relationships/slideLayout" Target="../slideLayouts/slideLayout100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9.xml"/><Relationship Id="rId33" Type="http://schemas.openxmlformats.org/officeDocument/2006/relationships/slideLayout" Target="../slideLayouts/slideLayout107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24" Type="http://schemas.openxmlformats.org/officeDocument/2006/relationships/slideLayout" Target="../slideLayouts/slideLayout98.xml"/><Relationship Id="rId32" Type="http://schemas.openxmlformats.org/officeDocument/2006/relationships/slideLayout" Target="../slideLayouts/slideLayout106.xml"/><Relationship Id="rId37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97.xml"/><Relationship Id="rId28" Type="http://schemas.openxmlformats.org/officeDocument/2006/relationships/slideLayout" Target="../slideLayouts/slideLayout102.xml"/><Relationship Id="rId36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93.xml"/><Relationship Id="rId31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8.xml"/><Relationship Id="rId22" Type="http://schemas.openxmlformats.org/officeDocument/2006/relationships/slideLayout" Target="../slideLayouts/slideLayout96.xml"/><Relationship Id="rId27" Type="http://schemas.openxmlformats.org/officeDocument/2006/relationships/slideLayout" Target="../slideLayouts/slideLayout101.xml"/><Relationship Id="rId30" Type="http://schemas.openxmlformats.org/officeDocument/2006/relationships/slideLayout" Target="../slideLayouts/slideLayout104.xml"/><Relationship Id="rId35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4.xml"/><Relationship Id="rId18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7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132.xml"/><Relationship Id="rId34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17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44.xml"/><Relationship Id="rId38" Type="http://schemas.openxmlformats.org/officeDocument/2006/relationships/theme" Target="../theme/theme4.xml"/><Relationship Id="rId2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131.xml"/><Relationship Id="rId29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24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43.xml"/><Relationship Id="rId37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34.xml"/><Relationship Id="rId28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30.xml"/><Relationship Id="rId31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33.xml"/><Relationship Id="rId27" Type="http://schemas.openxmlformats.org/officeDocument/2006/relationships/slideLayout" Target="../slideLayouts/slideLayout138.xml"/><Relationship Id="rId30" Type="http://schemas.openxmlformats.org/officeDocument/2006/relationships/slideLayout" Target="../slideLayouts/slideLayout141.xml"/><Relationship Id="rId35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1.xml"/><Relationship Id="rId18" Type="http://schemas.openxmlformats.org/officeDocument/2006/relationships/slideLayout" Target="../slideLayouts/slideLayout166.xml"/><Relationship Id="rId26" Type="http://schemas.openxmlformats.org/officeDocument/2006/relationships/slideLayout" Target="../slideLayouts/slideLayout174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169.xml"/><Relationship Id="rId34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65.xml"/><Relationship Id="rId25" Type="http://schemas.openxmlformats.org/officeDocument/2006/relationships/slideLayout" Target="../slideLayouts/slideLayout173.xml"/><Relationship Id="rId33" Type="http://schemas.openxmlformats.org/officeDocument/2006/relationships/slideLayout" Target="../slideLayouts/slideLayout181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150.xml"/><Relationship Id="rId16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168.xml"/><Relationship Id="rId29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9.xml"/><Relationship Id="rId24" Type="http://schemas.openxmlformats.org/officeDocument/2006/relationships/slideLayout" Target="../slideLayouts/slideLayout172.xml"/><Relationship Id="rId32" Type="http://schemas.openxmlformats.org/officeDocument/2006/relationships/slideLayout" Target="../slideLayouts/slideLayout180.xml"/><Relationship Id="rId37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63.xml"/><Relationship Id="rId23" Type="http://schemas.openxmlformats.org/officeDocument/2006/relationships/slideLayout" Target="../slideLayouts/slideLayout171.xml"/><Relationship Id="rId28" Type="http://schemas.openxmlformats.org/officeDocument/2006/relationships/slideLayout" Target="../slideLayouts/slideLayout176.xml"/><Relationship Id="rId36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58.xml"/><Relationship Id="rId19" Type="http://schemas.openxmlformats.org/officeDocument/2006/relationships/slideLayout" Target="../slideLayouts/slideLayout167.xml"/><Relationship Id="rId31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52.xml"/><Relationship Id="rId9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62.xml"/><Relationship Id="rId22" Type="http://schemas.openxmlformats.org/officeDocument/2006/relationships/slideLayout" Target="../slideLayouts/slideLayout170.xml"/><Relationship Id="rId27" Type="http://schemas.openxmlformats.org/officeDocument/2006/relationships/slideLayout" Target="../slideLayouts/slideLayout175.xml"/><Relationship Id="rId30" Type="http://schemas.openxmlformats.org/officeDocument/2006/relationships/slideLayout" Target="../slideLayouts/slideLayout178.xml"/><Relationship Id="rId35" Type="http://schemas.openxmlformats.org/officeDocument/2006/relationships/slideLayout" Target="../slideLayouts/slideLayout183.xml"/><Relationship Id="rId8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1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8.xml"/><Relationship Id="rId18" Type="http://schemas.openxmlformats.org/officeDocument/2006/relationships/slideLayout" Target="../slideLayouts/slideLayout203.xml"/><Relationship Id="rId26" Type="http://schemas.openxmlformats.org/officeDocument/2006/relationships/slideLayout" Target="../slideLayouts/slideLayout211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206.xml"/><Relationship Id="rId34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202.xml"/><Relationship Id="rId25" Type="http://schemas.openxmlformats.org/officeDocument/2006/relationships/slideLayout" Target="../slideLayouts/slideLayout210.xml"/><Relationship Id="rId33" Type="http://schemas.openxmlformats.org/officeDocument/2006/relationships/slideLayout" Target="../slideLayouts/slideLayout218.xml"/><Relationship Id="rId38" Type="http://schemas.openxmlformats.org/officeDocument/2006/relationships/theme" Target="../theme/theme6.xml"/><Relationship Id="rId2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201.xml"/><Relationship Id="rId20" Type="http://schemas.openxmlformats.org/officeDocument/2006/relationships/slideLayout" Target="../slideLayouts/slideLayout205.xml"/><Relationship Id="rId29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6.xml"/><Relationship Id="rId24" Type="http://schemas.openxmlformats.org/officeDocument/2006/relationships/slideLayout" Target="../slideLayouts/slideLayout209.xml"/><Relationship Id="rId32" Type="http://schemas.openxmlformats.org/officeDocument/2006/relationships/slideLayout" Target="../slideLayouts/slideLayout217.xml"/><Relationship Id="rId37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190.xml"/><Relationship Id="rId15" Type="http://schemas.openxmlformats.org/officeDocument/2006/relationships/slideLayout" Target="../slideLayouts/slideLayout200.xml"/><Relationship Id="rId23" Type="http://schemas.openxmlformats.org/officeDocument/2006/relationships/slideLayout" Target="../slideLayouts/slideLayout208.xml"/><Relationship Id="rId28" Type="http://schemas.openxmlformats.org/officeDocument/2006/relationships/slideLayout" Target="../slideLayouts/slideLayout213.xml"/><Relationship Id="rId36" Type="http://schemas.openxmlformats.org/officeDocument/2006/relationships/slideLayout" Target="../slideLayouts/slideLayout221.xml"/><Relationship Id="rId10" Type="http://schemas.openxmlformats.org/officeDocument/2006/relationships/slideLayout" Target="../slideLayouts/slideLayout195.xml"/><Relationship Id="rId19" Type="http://schemas.openxmlformats.org/officeDocument/2006/relationships/slideLayout" Target="../slideLayouts/slideLayout204.xml"/><Relationship Id="rId31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9.xml"/><Relationship Id="rId22" Type="http://schemas.openxmlformats.org/officeDocument/2006/relationships/slideLayout" Target="../slideLayouts/slideLayout207.xml"/><Relationship Id="rId27" Type="http://schemas.openxmlformats.org/officeDocument/2006/relationships/slideLayout" Target="../slideLayouts/slideLayout212.xml"/><Relationship Id="rId30" Type="http://schemas.openxmlformats.org/officeDocument/2006/relationships/slideLayout" Target="../slideLayouts/slideLayout215.xml"/><Relationship Id="rId35" Type="http://schemas.openxmlformats.org/officeDocument/2006/relationships/slideLayout" Target="../slideLayouts/slideLayout220.xml"/><Relationship Id="rId8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88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5.xml"/><Relationship Id="rId18" Type="http://schemas.openxmlformats.org/officeDocument/2006/relationships/slideLayout" Target="../slideLayouts/slideLayout240.xml"/><Relationship Id="rId26" Type="http://schemas.openxmlformats.org/officeDocument/2006/relationships/slideLayout" Target="../slideLayouts/slideLayout248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43.xml"/><Relationship Id="rId34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29.xml"/><Relationship Id="rId12" Type="http://schemas.openxmlformats.org/officeDocument/2006/relationships/slideLayout" Target="../slideLayouts/slideLayout234.xml"/><Relationship Id="rId17" Type="http://schemas.openxmlformats.org/officeDocument/2006/relationships/slideLayout" Target="../slideLayouts/slideLayout239.xml"/><Relationship Id="rId25" Type="http://schemas.openxmlformats.org/officeDocument/2006/relationships/slideLayout" Target="../slideLayouts/slideLayout247.xml"/><Relationship Id="rId33" Type="http://schemas.openxmlformats.org/officeDocument/2006/relationships/slideLayout" Target="../slideLayouts/slideLayout255.xml"/><Relationship Id="rId38" Type="http://schemas.openxmlformats.org/officeDocument/2006/relationships/theme" Target="../theme/theme7.xml"/><Relationship Id="rId2" Type="http://schemas.openxmlformats.org/officeDocument/2006/relationships/slideLayout" Target="../slideLayouts/slideLayout224.xml"/><Relationship Id="rId16" Type="http://schemas.openxmlformats.org/officeDocument/2006/relationships/slideLayout" Target="../slideLayouts/slideLayout238.xml"/><Relationship Id="rId20" Type="http://schemas.openxmlformats.org/officeDocument/2006/relationships/slideLayout" Target="../slideLayouts/slideLayout242.xml"/><Relationship Id="rId29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33.xml"/><Relationship Id="rId24" Type="http://schemas.openxmlformats.org/officeDocument/2006/relationships/slideLayout" Target="../slideLayouts/slideLayout246.xml"/><Relationship Id="rId32" Type="http://schemas.openxmlformats.org/officeDocument/2006/relationships/slideLayout" Target="../slideLayouts/slideLayout254.xml"/><Relationship Id="rId37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27.xml"/><Relationship Id="rId15" Type="http://schemas.openxmlformats.org/officeDocument/2006/relationships/slideLayout" Target="../slideLayouts/slideLayout237.xml"/><Relationship Id="rId23" Type="http://schemas.openxmlformats.org/officeDocument/2006/relationships/slideLayout" Target="../slideLayouts/slideLayout245.xml"/><Relationship Id="rId28" Type="http://schemas.openxmlformats.org/officeDocument/2006/relationships/slideLayout" Target="../slideLayouts/slideLayout250.xml"/><Relationship Id="rId36" Type="http://schemas.openxmlformats.org/officeDocument/2006/relationships/slideLayout" Target="../slideLayouts/slideLayout258.xml"/><Relationship Id="rId10" Type="http://schemas.openxmlformats.org/officeDocument/2006/relationships/slideLayout" Target="../slideLayouts/slideLayout232.xml"/><Relationship Id="rId19" Type="http://schemas.openxmlformats.org/officeDocument/2006/relationships/slideLayout" Target="../slideLayouts/slideLayout241.xml"/><Relationship Id="rId31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26.xml"/><Relationship Id="rId9" Type="http://schemas.openxmlformats.org/officeDocument/2006/relationships/slideLayout" Target="../slideLayouts/slideLayout231.xml"/><Relationship Id="rId14" Type="http://schemas.openxmlformats.org/officeDocument/2006/relationships/slideLayout" Target="../slideLayouts/slideLayout236.xml"/><Relationship Id="rId22" Type="http://schemas.openxmlformats.org/officeDocument/2006/relationships/slideLayout" Target="../slideLayouts/slideLayout244.xml"/><Relationship Id="rId27" Type="http://schemas.openxmlformats.org/officeDocument/2006/relationships/slideLayout" Target="../slideLayouts/slideLayout249.xml"/><Relationship Id="rId30" Type="http://schemas.openxmlformats.org/officeDocument/2006/relationships/slideLayout" Target="../slideLayouts/slideLayout252.xml"/><Relationship Id="rId35" Type="http://schemas.openxmlformats.org/officeDocument/2006/relationships/slideLayout" Target="../slideLayouts/slideLayout257.xml"/><Relationship Id="rId8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25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2.xml"/><Relationship Id="rId18" Type="http://schemas.openxmlformats.org/officeDocument/2006/relationships/slideLayout" Target="../slideLayouts/slideLayout277.xml"/><Relationship Id="rId26" Type="http://schemas.openxmlformats.org/officeDocument/2006/relationships/slideLayout" Target="../slideLayouts/slideLayout285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80.xml"/><Relationship Id="rId34" Type="http://schemas.openxmlformats.org/officeDocument/2006/relationships/slideLayout" Target="../slideLayouts/slideLayout293.xml"/><Relationship Id="rId7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6.xml"/><Relationship Id="rId25" Type="http://schemas.openxmlformats.org/officeDocument/2006/relationships/slideLayout" Target="../slideLayouts/slideLayout284.xml"/><Relationship Id="rId33" Type="http://schemas.openxmlformats.org/officeDocument/2006/relationships/slideLayout" Target="../slideLayouts/slideLayout292.xml"/><Relationship Id="rId38" Type="http://schemas.openxmlformats.org/officeDocument/2006/relationships/theme" Target="../theme/theme8.xml"/><Relationship Id="rId2" Type="http://schemas.openxmlformats.org/officeDocument/2006/relationships/slideLayout" Target="../slideLayouts/slideLayout261.xml"/><Relationship Id="rId16" Type="http://schemas.openxmlformats.org/officeDocument/2006/relationships/slideLayout" Target="../slideLayouts/slideLayout275.xml"/><Relationship Id="rId20" Type="http://schemas.openxmlformats.org/officeDocument/2006/relationships/slideLayout" Target="../slideLayouts/slideLayout279.xml"/><Relationship Id="rId29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70.xml"/><Relationship Id="rId24" Type="http://schemas.openxmlformats.org/officeDocument/2006/relationships/slideLayout" Target="../slideLayouts/slideLayout283.xml"/><Relationship Id="rId32" Type="http://schemas.openxmlformats.org/officeDocument/2006/relationships/slideLayout" Target="../slideLayouts/slideLayout291.xml"/><Relationship Id="rId37" Type="http://schemas.openxmlformats.org/officeDocument/2006/relationships/slideLayout" Target="../slideLayouts/slideLayout296.xml"/><Relationship Id="rId5" Type="http://schemas.openxmlformats.org/officeDocument/2006/relationships/slideLayout" Target="../slideLayouts/slideLayout264.xml"/><Relationship Id="rId15" Type="http://schemas.openxmlformats.org/officeDocument/2006/relationships/slideLayout" Target="../slideLayouts/slideLayout274.xml"/><Relationship Id="rId23" Type="http://schemas.openxmlformats.org/officeDocument/2006/relationships/slideLayout" Target="../slideLayouts/slideLayout282.xml"/><Relationship Id="rId28" Type="http://schemas.openxmlformats.org/officeDocument/2006/relationships/slideLayout" Target="../slideLayouts/slideLayout287.xml"/><Relationship Id="rId36" Type="http://schemas.openxmlformats.org/officeDocument/2006/relationships/slideLayout" Target="../slideLayouts/slideLayout295.xml"/><Relationship Id="rId10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8.xml"/><Relationship Id="rId31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73.xml"/><Relationship Id="rId22" Type="http://schemas.openxmlformats.org/officeDocument/2006/relationships/slideLayout" Target="../slideLayouts/slideLayout281.xml"/><Relationship Id="rId27" Type="http://schemas.openxmlformats.org/officeDocument/2006/relationships/slideLayout" Target="../slideLayouts/slideLayout286.xml"/><Relationship Id="rId30" Type="http://schemas.openxmlformats.org/officeDocument/2006/relationships/slideLayout" Target="../slideLayouts/slideLayout289.xml"/><Relationship Id="rId35" Type="http://schemas.openxmlformats.org/officeDocument/2006/relationships/slideLayout" Target="../slideLayouts/slideLayout294.xml"/><Relationship Id="rId8" Type="http://schemas.openxmlformats.org/officeDocument/2006/relationships/slideLayout" Target="../slideLayouts/slideLayout267.xml"/><Relationship Id="rId3" Type="http://schemas.openxmlformats.org/officeDocument/2006/relationships/slideLayout" Target="../slideLayouts/slideLayout262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9.xml"/><Relationship Id="rId18" Type="http://schemas.openxmlformats.org/officeDocument/2006/relationships/slideLayout" Target="../slideLayouts/slideLayout314.xml"/><Relationship Id="rId26" Type="http://schemas.openxmlformats.org/officeDocument/2006/relationships/slideLayout" Target="../slideLayouts/slideLayout322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17.xml"/><Relationship Id="rId34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03.xml"/><Relationship Id="rId12" Type="http://schemas.openxmlformats.org/officeDocument/2006/relationships/slideLayout" Target="../slideLayouts/slideLayout308.xml"/><Relationship Id="rId17" Type="http://schemas.openxmlformats.org/officeDocument/2006/relationships/slideLayout" Target="../slideLayouts/slideLayout313.xml"/><Relationship Id="rId25" Type="http://schemas.openxmlformats.org/officeDocument/2006/relationships/slideLayout" Target="../slideLayouts/slideLayout321.xml"/><Relationship Id="rId33" Type="http://schemas.openxmlformats.org/officeDocument/2006/relationships/slideLayout" Target="../slideLayouts/slideLayout329.xml"/><Relationship Id="rId38" Type="http://schemas.openxmlformats.org/officeDocument/2006/relationships/theme" Target="../theme/theme9.xml"/><Relationship Id="rId2" Type="http://schemas.openxmlformats.org/officeDocument/2006/relationships/slideLayout" Target="../slideLayouts/slideLayout298.xml"/><Relationship Id="rId16" Type="http://schemas.openxmlformats.org/officeDocument/2006/relationships/slideLayout" Target="../slideLayouts/slideLayout312.xml"/><Relationship Id="rId20" Type="http://schemas.openxmlformats.org/officeDocument/2006/relationships/slideLayout" Target="../slideLayouts/slideLayout316.xml"/><Relationship Id="rId29" Type="http://schemas.openxmlformats.org/officeDocument/2006/relationships/slideLayout" Target="../slideLayouts/slideLayout325.xml"/><Relationship Id="rId1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302.xml"/><Relationship Id="rId11" Type="http://schemas.openxmlformats.org/officeDocument/2006/relationships/slideLayout" Target="../slideLayouts/slideLayout307.xml"/><Relationship Id="rId24" Type="http://schemas.openxmlformats.org/officeDocument/2006/relationships/slideLayout" Target="../slideLayouts/slideLayout320.xml"/><Relationship Id="rId32" Type="http://schemas.openxmlformats.org/officeDocument/2006/relationships/slideLayout" Target="../slideLayouts/slideLayout328.xml"/><Relationship Id="rId37" Type="http://schemas.openxmlformats.org/officeDocument/2006/relationships/slideLayout" Target="../slideLayouts/slideLayout333.xml"/><Relationship Id="rId5" Type="http://schemas.openxmlformats.org/officeDocument/2006/relationships/slideLayout" Target="../slideLayouts/slideLayout301.xml"/><Relationship Id="rId15" Type="http://schemas.openxmlformats.org/officeDocument/2006/relationships/slideLayout" Target="../slideLayouts/slideLayout311.xml"/><Relationship Id="rId23" Type="http://schemas.openxmlformats.org/officeDocument/2006/relationships/slideLayout" Target="../slideLayouts/slideLayout319.xml"/><Relationship Id="rId28" Type="http://schemas.openxmlformats.org/officeDocument/2006/relationships/slideLayout" Target="../slideLayouts/slideLayout324.xml"/><Relationship Id="rId36" Type="http://schemas.openxmlformats.org/officeDocument/2006/relationships/slideLayout" Target="../slideLayouts/slideLayout332.xml"/><Relationship Id="rId10" Type="http://schemas.openxmlformats.org/officeDocument/2006/relationships/slideLayout" Target="../slideLayouts/slideLayout306.xml"/><Relationship Id="rId19" Type="http://schemas.openxmlformats.org/officeDocument/2006/relationships/slideLayout" Target="../slideLayouts/slideLayout315.xml"/><Relationship Id="rId31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00.xml"/><Relationship Id="rId9" Type="http://schemas.openxmlformats.org/officeDocument/2006/relationships/slideLayout" Target="../slideLayouts/slideLayout305.xml"/><Relationship Id="rId14" Type="http://schemas.openxmlformats.org/officeDocument/2006/relationships/slideLayout" Target="../slideLayouts/slideLayout310.xml"/><Relationship Id="rId22" Type="http://schemas.openxmlformats.org/officeDocument/2006/relationships/slideLayout" Target="../slideLayouts/slideLayout318.xml"/><Relationship Id="rId27" Type="http://schemas.openxmlformats.org/officeDocument/2006/relationships/slideLayout" Target="../slideLayouts/slideLayout323.xml"/><Relationship Id="rId30" Type="http://schemas.openxmlformats.org/officeDocument/2006/relationships/slideLayout" Target="../slideLayouts/slideLayout326.xml"/><Relationship Id="rId35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299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6.xml"/><Relationship Id="rId18" Type="http://schemas.openxmlformats.org/officeDocument/2006/relationships/slideLayout" Target="../slideLayouts/slideLayout351.xml"/><Relationship Id="rId26" Type="http://schemas.openxmlformats.org/officeDocument/2006/relationships/slideLayout" Target="../slideLayouts/slideLayout359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54.xml"/><Relationship Id="rId34" Type="http://schemas.openxmlformats.org/officeDocument/2006/relationships/slideLayout" Target="../slideLayouts/slideLayout367.xml"/><Relationship Id="rId7" Type="http://schemas.openxmlformats.org/officeDocument/2006/relationships/slideLayout" Target="../slideLayouts/slideLayout340.xml"/><Relationship Id="rId12" Type="http://schemas.openxmlformats.org/officeDocument/2006/relationships/slideLayout" Target="../slideLayouts/slideLayout345.xml"/><Relationship Id="rId17" Type="http://schemas.openxmlformats.org/officeDocument/2006/relationships/slideLayout" Target="../slideLayouts/slideLayout350.xml"/><Relationship Id="rId25" Type="http://schemas.openxmlformats.org/officeDocument/2006/relationships/slideLayout" Target="../slideLayouts/slideLayout358.xml"/><Relationship Id="rId33" Type="http://schemas.openxmlformats.org/officeDocument/2006/relationships/slideLayout" Target="../slideLayouts/slideLayout366.xml"/><Relationship Id="rId38" Type="http://schemas.openxmlformats.org/officeDocument/2006/relationships/theme" Target="../theme/theme10.xml"/><Relationship Id="rId2" Type="http://schemas.openxmlformats.org/officeDocument/2006/relationships/slideLayout" Target="../slideLayouts/slideLayout335.xml"/><Relationship Id="rId16" Type="http://schemas.openxmlformats.org/officeDocument/2006/relationships/slideLayout" Target="../slideLayouts/slideLayout349.xml"/><Relationship Id="rId20" Type="http://schemas.openxmlformats.org/officeDocument/2006/relationships/slideLayout" Target="../slideLayouts/slideLayout353.xml"/><Relationship Id="rId29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34.xml"/><Relationship Id="rId6" Type="http://schemas.openxmlformats.org/officeDocument/2006/relationships/slideLayout" Target="../slideLayouts/slideLayout339.xml"/><Relationship Id="rId11" Type="http://schemas.openxmlformats.org/officeDocument/2006/relationships/slideLayout" Target="../slideLayouts/slideLayout344.xml"/><Relationship Id="rId24" Type="http://schemas.openxmlformats.org/officeDocument/2006/relationships/slideLayout" Target="../slideLayouts/slideLayout357.xml"/><Relationship Id="rId32" Type="http://schemas.openxmlformats.org/officeDocument/2006/relationships/slideLayout" Target="../slideLayouts/slideLayout365.xml"/><Relationship Id="rId37" Type="http://schemas.openxmlformats.org/officeDocument/2006/relationships/slideLayout" Target="../slideLayouts/slideLayout370.xml"/><Relationship Id="rId5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48.xml"/><Relationship Id="rId23" Type="http://schemas.openxmlformats.org/officeDocument/2006/relationships/slideLayout" Target="../slideLayouts/slideLayout356.xml"/><Relationship Id="rId28" Type="http://schemas.openxmlformats.org/officeDocument/2006/relationships/slideLayout" Target="../slideLayouts/slideLayout361.xml"/><Relationship Id="rId36" Type="http://schemas.openxmlformats.org/officeDocument/2006/relationships/slideLayout" Target="../slideLayouts/slideLayout369.xml"/><Relationship Id="rId10" Type="http://schemas.openxmlformats.org/officeDocument/2006/relationships/slideLayout" Target="../slideLayouts/slideLayout343.xml"/><Relationship Id="rId19" Type="http://schemas.openxmlformats.org/officeDocument/2006/relationships/slideLayout" Target="../slideLayouts/slideLayout352.xml"/><Relationship Id="rId31" Type="http://schemas.openxmlformats.org/officeDocument/2006/relationships/slideLayout" Target="../slideLayouts/slideLayout364.xml"/><Relationship Id="rId4" Type="http://schemas.openxmlformats.org/officeDocument/2006/relationships/slideLayout" Target="../slideLayouts/slideLayout337.xml"/><Relationship Id="rId9" Type="http://schemas.openxmlformats.org/officeDocument/2006/relationships/slideLayout" Target="../slideLayouts/slideLayout342.xml"/><Relationship Id="rId14" Type="http://schemas.openxmlformats.org/officeDocument/2006/relationships/slideLayout" Target="../slideLayouts/slideLayout347.xml"/><Relationship Id="rId22" Type="http://schemas.openxmlformats.org/officeDocument/2006/relationships/slideLayout" Target="../slideLayouts/slideLayout355.xml"/><Relationship Id="rId27" Type="http://schemas.openxmlformats.org/officeDocument/2006/relationships/slideLayout" Target="../slideLayouts/slideLayout360.xml"/><Relationship Id="rId30" Type="http://schemas.openxmlformats.org/officeDocument/2006/relationships/slideLayout" Target="../slideLayouts/slideLayout363.xml"/><Relationship Id="rId35" Type="http://schemas.openxmlformats.org/officeDocument/2006/relationships/slideLayout" Target="../slideLayouts/slideLayout368.xml"/><Relationship Id="rId8" Type="http://schemas.openxmlformats.org/officeDocument/2006/relationships/slideLayout" Target="../slideLayouts/slideLayout341.xml"/><Relationship Id="rId3" Type="http://schemas.openxmlformats.org/officeDocument/2006/relationships/slideLayout" Target="../slideLayouts/slideLayout336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83.xml"/><Relationship Id="rId18" Type="http://schemas.openxmlformats.org/officeDocument/2006/relationships/slideLayout" Target="../slideLayouts/slideLayout388.xml"/><Relationship Id="rId26" Type="http://schemas.openxmlformats.org/officeDocument/2006/relationships/slideLayout" Target="../slideLayouts/slideLayout39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91.xml"/><Relationship Id="rId34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377.xml"/><Relationship Id="rId12" Type="http://schemas.openxmlformats.org/officeDocument/2006/relationships/slideLayout" Target="../slideLayouts/slideLayout382.xml"/><Relationship Id="rId17" Type="http://schemas.openxmlformats.org/officeDocument/2006/relationships/slideLayout" Target="../slideLayouts/slideLayout387.xml"/><Relationship Id="rId25" Type="http://schemas.openxmlformats.org/officeDocument/2006/relationships/slideLayout" Target="../slideLayouts/slideLayout395.xml"/><Relationship Id="rId33" Type="http://schemas.openxmlformats.org/officeDocument/2006/relationships/slideLayout" Target="../slideLayouts/slideLayout403.xml"/><Relationship Id="rId38" Type="http://schemas.openxmlformats.org/officeDocument/2006/relationships/theme" Target="../theme/theme11.xml"/><Relationship Id="rId2" Type="http://schemas.openxmlformats.org/officeDocument/2006/relationships/slideLayout" Target="../slideLayouts/slideLayout372.xml"/><Relationship Id="rId16" Type="http://schemas.openxmlformats.org/officeDocument/2006/relationships/slideLayout" Target="../slideLayouts/slideLayout386.xml"/><Relationship Id="rId20" Type="http://schemas.openxmlformats.org/officeDocument/2006/relationships/slideLayout" Target="../slideLayouts/slideLayout390.xml"/><Relationship Id="rId29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71.xml"/><Relationship Id="rId6" Type="http://schemas.openxmlformats.org/officeDocument/2006/relationships/slideLayout" Target="../slideLayouts/slideLayout376.xml"/><Relationship Id="rId11" Type="http://schemas.openxmlformats.org/officeDocument/2006/relationships/slideLayout" Target="../slideLayouts/slideLayout381.xml"/><Relationship Id="rId24" Type="http://schemas.openxmlformats.org/officeDocument/2006/relationships/slideLayout" Target="../slideLayouts/slideLayout394.xml"/><Relationship Id="rId32" Type="http://schemas.openxmlformats.org/officeDocument/2006/relationships/slideLayout" Target="../slideLayouts/slideLayout402.xml"/><Relationship Id="rId37" Type="http://schemas.openxmlformats.org/officeDocument/2006/relationships/slideLayout" Target="../slideLayouts/slideLayout407.xml"/><Relationship Id="rId5" Type="http://schemas.openxmlformats.org/officeDocument/2006/relationships/slideLayout" Target="../slideLayouts/slideLayout375.xml"/><Relationship Id="rId15" Type="http://schemas.openxmlformats.org/officeDocument/2006/relationships/slideLayout" Target="../slideLayouts/slideLayout385.xml"/><Relationship Id="rId23" Type="http://schemas.openxmlformats.org/officeDocument/2006/relationships/slideLayout" Target="../slideLayouts/slideLayout393.xml"/><Relationship Id="rId28" Type="http://schemas.openxmlformats.org/officeDocument/2006/relationships/slideLayout" Target="../slideLayouts/slideLayout398.xml"/><Relationship Id="rId36" Type="http://schemas.openxmlformats.org/officeDocument/2006/relationships/slideLayout" Target="../slideLayouts/slideLayout406.xml"/><Relationship Id="rId10" Type="http://schemas.openxmlformats.org/officeDocument/2006/relationships/slideLayout" Target="../slideLayouts/slideLayout380.xml"/><Relationship Id="rId19" Type="http://schemas.openxmlformats.org/officeDocument/2006/relationships/slideLayout" Target="../slideLayouts/slideLayout389.xml"/><Relationship Id="rId31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374.xml"/><Relationship Id="rId9" Type="http://schemas.openxmlformats.org/officeDocument/2006/relationships/slideLayout" Target="../slideLayouts/slideLayout379.xml"/><Relationship Id="rId14" Type="http://schemas.openxmlformats.org/officeDocument/2006/relationships/slideLayout" Target="../slideLayouts/slideLayout384.xml"/><Relationship Id="rId22" Type="http://schemas.openxmlformats.org/officeDocument/2006/relationships/slideLayout" Target="../slideLayouts/slideLayout392.xml"/><Relationship Id="rId27" Type="http://schemas.openxmlformats.org/officeDocument/2006/relationships/slideLayout" Target="../slideLayouts/slideLayout397.xml"/><Relationship Id="rId30" Type="http://schemas.openxmlformats.org/officeDocument/2006/relationships/slideLayout" Target="../slideLayouts/slideLayout400.xml"/><Relationship Id="rId35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3.xml"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0.xml"/><Relationship Id="rId18" Type="http://schemas.openxmlformats.org/officeDocument/2006/relationships/slideLayout" Target="../slideLayouts/slideLayout425.xml"/><Relationship Id="rId26" Type="http://schemas.openxmlformats.org/officeDocument/2006/relationships/slideLayout" Target="../slideLayouts/slideLayout433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428.xml"/><Relationship Id="rId34" Type="http://schemas.openxmlformats.org/officeDocument/2006/relationships/slideLayout" Target="../slideLayouts/slideLayout441.xml"/><Relationship Id="rId7" Type="http://schemas.openxmlformats.org/officeDocument/2006/relationships/slideLayout" Target="../slideLayouts/slideLayout414.xml"/><Relationship Id="rId12" Type="http://schemas.openxmlformats.org/officeDocument/2006/relationships/slideLayout" Target="../slideLayouts/slideLayout419.xml"/><Relationship Id="rId17" Type="http://schemas.openxmlformats.org/officeDocument/2006/relationships/slideLayout" Target="../slideLayouts/slideLayout424.xml"/><Relationship Id="rId25" Type="http://schemas.openxmlformats.org/officeDocument/2006/relationships/slideLayout" Target="../slideLayouts/slideLayout432.xml"/><Relationship Id="rId33" Type="http://schemas.openxmlformats.org/officeDocument/2006/relationships/slideLayout" Target="../slideLayouts/slideLayout440.xml"/><Relationship Id="rId38" Type="http://schemas.openxmlformats.org/officeDocument/2006/relationships/theme" Target="../theme/theme12.xml"/><Relationship Id="rId2" Type="http://schemas.openxmlformats.org/officeDocument/2006/relationships/slideLayout" Target="../slideLayouts/slideLayout409.xml"/><Relationship Id="rId16" Type="http://schemas.openxmlformats.org/officeDocument/2006/relationships/slideLayout" Target="../slideLayouts/slideLayout423.xml"/><Relationship Id="rId20" Type="http://schemas.openxmlformats.org/officeDocument/2006/relationships/slideLayout" Target="../slideLayouts/slideLayout427.xml"/><Relationship Id="rId29" Type="http://schemas.openxmlformats.org/officeDocument/2006/relationships/slideLayout" Target="../slideLayouts/slideLayout436.xml"/><Relationship Id="rId1" Type="http://schemas.openxmlformats.org/officeDocument/2006/relationships/slideLayout" Target="../slideLayouts/slideLayout408.xml"/><Relationship Id="rId6" Type="http://schemas.openxmlformats.org/officeDocument/2006/relationships/slideLayout" Target="../slideLayouts/slideLayout413.xml"/><Relationship Id="rId11" Type="http://schemas.openxmlformats.org/officeDocument/2006/relationships/slideLayout" Target="../slideLayouts/slideLayout418.xml"/><Relationship Id="rId24" Type="http://schemas.openxmlformats.org/officeDocument/2006/relationships/slideLayout" Target="../slideLayouts/slideLayout431.xml"/><Relationship Id="rId32" Type="http://schemas.openxmlformats.org/officeDocument/2006/relationships/slideLayout" Target="../slideLayouts/slideLayout439.xml"/><Relationship Id="rId37" Type="http://schemas.openxmlformats.org/officeDocument/2006/relationships/slideLayout" Target="../slideLayouts/slideLayout444.xml"/><Relationship Id="rId5" Type="http://schemas.openxmlformats.org/officeDocument/2006/relationships/slideLayout" Target="../slideLayouts/slideLayout412.xml"/><Relationship Id="rId15" Type="http://schemas.openxmlformats.org/officeDocument/2006/relationships/slideLayout" Target="../slideLayouts/slideLayout422.xml"/><Relationship Id="rId23" Type="http://schemas.openxmlformats.org/officeDocument/2006/relationships/slideLayout" Target="../slideLayouts/slideLayout430.xml"/><Relationship Id="rId28" Type="http://schemas.openxmlformats.org/officeDocument/2006/relationships/slideLayout" Target="../slideLayouts/slideLayout435.xml"/><Relationship Id="rId36" Type="http://schemas.openxmlformats.org/officeDocument/2006/relationships/slideLayout" Target="../slideLayouts/slideLayout443.xml"/><Relationship Id="rId10" Type="http://schemas.openxmlformats.org/officeDocument/2006/relationships/slideLayout" Target="../slideLayouts/slideLayout417.xml"/><Relationship Id="rId19" Type="http://schemas.openxmlformats.org/officeDocument/2006/relationships/slideLayout" Target="../slideLayouts/slideLayout426.xml"/><Relationship Id="rId31" Type="http://schemas.openxmlformats.org/officeDocument/2006/relationships/slideLayout" Target="../slideLayouts/slideLayout438.xml"/><Relationship Id="rId4" Type="http://schemas.openxmlformats.org/officeDocument/2006/relationships/slideLayout" Target="../slideLayouts/slideLayout411.xml"/><Relationship Id="rId9" Type="http://schemas.openxmlformats.org/officeDocument/2006/relationships/slideLayout" Target="../slideLayouts/slideLayout416.xml"/><Relationship Id="rId14" Type="http://schemas.openxmlformats.org/officeDocument/2006/relationships/slideLayout" Target="../slideLayouts/slideLayout421.xml"/><Relationship Id="rId22" Type="http://schemas.openxmlformats.org/officeDocument/2006/relationships/slideLayout" Target="../slideLayouts/slideLayout429.xml"/><Relationship Id="rId27" Type="http://schemas.openxmlformats.org/officeDocument/2006/relationships/slideLayout" Target="../slideLayouts/slideLayout434.xml"/><Relationship Id="rId30" Type="http://schemas.openxmlformats.org/officeDocument/2006/relationships/slideLayout" Target="../slideLayouts/slideLayout437.xml"/><Relationship Id="rId35" Type="http://schemas.openxmlformats.org/officeDocument/2006/relationships/slideLayout" Target="../slideLayouts/slideLayout442.xml"/><Relationship Id="rId8" Type="http://schemas.openxmlformats.org/officeDocument/2006/relationships/slideLayout" Target="../slideLayouts/slideLayout415.xml"/><Relationship Id="rId3" Type="http://schemas.openxmlformats.org/officeDocument/2006/relationships/slideLayout" Target="../slideLayouts/slideLayout410.xml"/></Relationships>
</file>

<file path=ppt/slideMasters/_rels/slideMaster1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7.xml"/><Relationship Id="rId18" Type="http://schemas.openxmlformats.org/officeDocument/2006/relationships/slideLayout" Target="../slideLayouts/slideLayout462.xml"/><Relationship Id="rId26" Type="http://schemas.openxmlformats.org/officeDocument/2006/relationships/slideLayout" Target="../slideLayouts/slideLayout470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465.xml"/><Relationship Id="rId34" Type="http://schemas.openxmlformats.org/officeDocument/2006/relationships/slideLayout" Target="../slideLayouts/slideLayout478.xml"/><Relationship Id="rId7" Type="http://schemas.openxmlformats.org/officeDocument/2006/relationships/slideLayout" Target="../slideLayouts/slideLayout451.xml"/><Relationship Id="rId12" Type="http://schemas.openxmlformats.org/officeDocument/2006/relationships/slideLayout" Target="../slideLayouts/slideLayout456.xml"/><Relationship Id="rId17" Type="http://schemas.openxmlformats.org/officeDocument/2006/relationships/slideLayout" Target="../slideLayouts/slideLayout461.xml"/><Relationship Id="rId25" Type="http://schemas.openxmlformats.org/officeDocument/2006/relationships/slideLayout" Target="../slideLayouts/slideLayout469.xml"/><Relationship Id="rId33" Type="http://schemas.openxmlformats.org/officeDocument/2006/relationships/slideLayout" Target="../slideLayouts/slideLayout477.xml"/><Relationship Id="rId38" Type="http://schemas.openxmlformats.org/officeDocument/2006/relationships/theme" Target="../theme/theme13.xml"/><Relationship Id="rId2" Type="http://schemas.openxmlformats.org/officeDocument/2006/relationships/slideLayout" Target="../slideLayouts/slideLayout446.xml"/><Relationship Id="rId16" Type="http://schemas.openxmlformats.org/officeDocument/2006/relationships/slideLayout" Target="../slideLayouts/slideLayout460.xml"/><Relationship Id="rId20" Type="http://schemas.openxmlformats.org/officeDocument/2006/relationships/slideLayout" Target="../slideLayouts/slideLayout464.xml"/><Relationship Id="rId29" Type="http://schemas.openxmlformats.org/officeDocument/2006/relationships/slideLayout" Target="../slideLayouts/slideLayout473.xml"/><Relationship Id="rId1" Type="http://schemas.openxmlformats.org/officeDocument/2006/relationships/slideLayout" Target="../slideLayouts/slideLayout445.xml"/><Relationship Id="rId6" Type="http://schemas.openxmlformats.org/officeDocument/2006/relationships/slideLayout" Target="../slideLayouts/slideLayout450.xml"/><Relationship Id="rId11" Type="http://schemas.openxmlformats.org/officeDocument/2006/relationships/slideLayout" Target="../slideLayouts/slideLayout455.xml"/><Relationship Id="rId24" Type="http://schemas.openxmlformats.org/officeDocument/2006/relationships/slideLayout" Target="../slideLayouts/slideLayout468.xml"/><Relationship Id="rId32" Type="http://schemas.openxmlformats.org/officeDocument/2006/relationships/slideLayout" Target="../slideLayouts/slideLayout476.xml"/><Relationship Id="rId37" Type="http://schemas.openxmlformats.org/officeDocument/2006/relationships/slideLayout" Target="../slideLayouts/slideLayout481.xml"/><Relationship Id="rId5" Type="http://schemas.openxmlformats.org/officeDocument/2006/relationships/slideLayout" Target="../slideLayouts/slideLayout449.xml"/><Relationship Id="rId15" Type="http://schemas.openxmlformats.org/officeDocument/2006/relationships/slideLayout" Target="../slideLayouts/slideLayout459.xml"/><Relationship Id="rId23" Type="http://schemas.openxmlformats.org/officeDocument/2006/relationships/slideLayout" Target="../slideLayouts/slideLayout467.xml"/><Relationship Id="rId28" Type="http://schemas.openxmlformats.org/officeDocument/2006/relationships/slideLayout" Target="../slideLayouts/slideLayout472.xml"/><Relationship Id="rId36" Type="http://schemas.openxmlformats.org/officeDocument/2006/relationships/slideLayout" Target="../slideLayouts/slideLayout480.xml"/><Relationship Id="rId10" Type="http://schemas.openxmlformats.org/officeDocument/2006/relationships/slideLayout" Target="../slideLayouts/slideLayout454.xml"/><Relationship Id="rId19" Type="http://schemas.openxmlformats.org/officeDocument/2006/relationships/slideLayout" Target="../slideLayouts/slideLayout463.xml"/><Relationship Id="rId31" Type="http://schemas.openxmlformats.org/officeDocument/2006/relationships/slideLayout" Target="../slideLayouts/slideLayout475.xml"/><Relationship Id="rId4" Type="http://schemas.openxmlformats.org/officeDocument/2006/relationships/slideLayout" Target="../slideLayouts/slideLayout448.xml"/><Relationship Id="rId9" Type="http://schemas.openxmlformats.org/officeDocument/2006/relationships/slideLayout" Target="../slideLayouts/slideLayout453.xml"/><Relationship Id="rId14" Type="http://schemas.openxmlformats.org/officeDocument/2006/relationships/slideLayout" Target="../slideLayouts/slideLayout458.xml"/><Relationship Id="rId22" Type="http://schemas.openxmlformats.org/officeDocument/2006/relationships/slideLayout" Target="../slideLayouts/slideLayout466.xml"/><Relationship Id="rId27" Type="http://schemas.openxmlformats.org/officeDocument/2006/relationships/slideLayout" Target="../slideLayouts/slideLayout471.xml"/><Relationship Id="rId30" Type="http://schemas.openxmlformats.org/officeDocument/2006/relationships/slideLayout" Target="../slideLayouts/slideLayout474.xml"/><Relationship Id="rId35" Type="http://schemas.openxmlformats.org/officeDocument/2006/relationships/slideLayout" Target="../slideLayouts/slideLayout479.xml"/><Relationship Id="rId8" Type="http://schemas.openxmlformats.org/officeDocument/2006/relationships/slideLayout" Target="../slideLayouts/slideLayout452.xml"/><Relationship Id="rId3" Type="http://schemas.openxmlformats.org/officeDocument/2006/relationships/slideLayout" Target="../slideLayouts/slideLayout447.xml"/></Relationships>
</file>

<file path=ppt/slideMasters/_rels/slideMaster1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4.xml"/><Relationship Id="rId18" Type="http://schemas.openxmlformats.org/officeDocument/2006/relationships/slideLayout" Target="../slideLayouts/slideLayout499.xml"/><Relationship Id="rId26" Type="http://schemas.openxmlformats.org/officeDocument/2006/relationships/slideLayout" Target="../slideLayouts/slideLayout507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502.xml"/><Relationship Id="rId34" Type="http://schemas.openxmlformats.org/officeDocument/2006/relationships/slideLayout" Target="../slideLayouts/slideLayout515.xml"/><Relationship Id="rId7" Type="http://schemas.openxmlformats.org/officeDocument/2006/relationships/slideLayout" Target="../slideLayouts/slideLayout488.xml"/><Relationship Id="rId12" Type="http://schemas.openxmlformats.org/officeDocument/2006/relationships/slideLayout" Target="../slideLayouts/slideLayout493.xml"/><Relationship Id="rId17" Type="http://schemas.openxmlformats.org/officeDocument/2006/relationships/slideLayout" Target="../slideLayouts/slideLayout498.xml"/><Relationship Id="rId25" Type="http://schemas.openxmlformats.org/officeDocument/2006/relationships/slideLayout" Target="../slideLayouts/slideLayout506.xml"/><Relationship Id="rId33" Type="http://schemas.openxmlformats.org/officeDocument/2006/relationships/slideLayout" Target="../slideLayouts/slideLayout514.xml"/><Relationship Id="rId38" Type="http://schemas.openxmlformats.org/officeDocument/2006/relationships/theme" Target="../theme/theme14.xml"/><Relationship Id="rId2" Type="http://schemas.openxmlformats.org/officeDocument/2006/relationships/slideLayout" Target="../slideLayouts/slideLayout483.xml"/><Relationship Id="rId16" Type="http://schemas.openxmlformats.org/officeDocument/2006/relationships/slideLayout" Target="../slideLayouts/slideLayout497.xml"/><Relationship Id="rId20" Type="http://schemas.openxmlformats.org/officeDocument/2006/relationships/slideLayout" Target="../slideLayouts/slideLayout501.xml"/><Relationship Id="rId29" Type="http://schemas.openxmlformats.org/officeDocument/2006/relationships/slideLayout" Target="../slideLayouts/slideLayout510.xml"/><Relationship Id="rId1" Type="http://schemas.openxmlformats.org/officeDocument/2006/relationships/slideLayout" Target="../slideLayouts/slideLayout482.xml"/><Relationship Id="rId6" Type="http://schemas.openxmlformats.org/officeDocument/2006/relationships/slideLayout" Target="../slideLayouts/slideLayout487.xml"/><Relationship Id="rId11" Type="http://schemas.openxmlformats.org/officeDocument/2006/relationships/slideLayout" Target="../slideLayouts/slideLayout492.xml"/><Relationship Id="rId24" Type="http://schemas.openxmlformats.org/officeDocument/2006/relationships/slideLayout" Target="../slideLayouts/slideLayout505.xml"/><Relationship Id="rId32" Type="http://schemas.openxmlformats.org/officeDocument/2006/relationships/slideLayout" Target="../slideLayouts/slideLayout513.xml"/><Relationship Id="rId37" Type="http://schemas.openxmlformats.org/officeDocument/2006/relationships/slideLayout" Target="../slideLayouts/slideLayout518.xml"/><Relationship Id="rId5" Type="http://schemas.openxmlformats.org/officeDocument/2006/relationships/slideLayout" Target="../slideLayouts/slideLayout486.xml"/><Relationship Id="rId15" Type="http://schemas.openxmlformats.org/officeDocument/2006/relationships/slideLayout" Target="../slideLayouts/slideLayout496.xml"/><Relationship Id="rId23" Type="http://schemas.openxmlformats.org/officeDocument/2006/relationships/slideLayout" Target="../slideLayouts/slideLayout504.xml"/><Relationship Id="rId28" Type="http://schemas.openxmlformats.org/officeDocument/2006/relationships/slideLayout" Target="../slideLayouts/slideLayout509.xml"/><Relationship Id="rId36" Type="http://schemas.openxmlformats.org/officeDocument/2006/relationships/slideLayout" Target="../slideLayouts/slideLayout517.xml"/><Relationship Id="rId10" Type="http://schemas.openxmlformats.org/officeDocument/2006/relationships/slideLayout" Target="../slideLayouts/slideLayout491.xml"/><Relationship Id="rId19" Type="http://schemas.openxmlformats.org/officeDocument/2006/relationships/slideLayout" Target="../slideLayouts/slideLayout500.xml"/><Relationship Id="rId31" Type="http://schemas.openxmlformats.org/officeDocument/2006/relationships/slideLayout" Target="../slideLayouts/slideLayout512.xml"/><Relationship Id="rId4" Type="http://schemas.openxmlformats.org/officeDocument/2006/relationships/slideLayout" Target="../slideLayouts/slideLayout485.xml"/><Relationship Id="rId9" Type="http://schemas.openxmlformats.org/officeDocument/2006/relationships/slideLayout" Target="../slideLayouts/slideLayout490.xml"/><Relationship Id="rId14" Type="http://schemas.openxmlformats.org/officeDocument/2006/relationships/slideLayout" Target="../slideLayouts/slideLayout495.xml"/><Relationship Id="rId22" Type="http://schemas.openxmlformats.org/officeDocument/2006/relationships/slideLayout" Target="../slideLayouts/slideLayout503.xml"/><Relationship Id="rId27" Type="http://schemas.openxmlformats.org/officeDocument/2006/relationships/slideLayout" Target="../slideLayouts/slideLayout508.xml"/><Relationship Id="rId30" Type="http://schemas.openxmlformats.org/officeDocument/2006/relationships/slideLayout" Target="../slideLayouts/slideLayout511.xml"/><Relationship Id="rId35" Type="http://schemas.openxmlformats.org/officeDocument/2006/relationships/slideLayout" Target="../slideLayouts/slideLayout516.xml"/><Relationship Id="rId8" Type="http://schemas.openxmlformats.org/officeDocument/2006/relationships/slideLayout" Target="../slideLayouts/slideLayout489.xml"/><Relationship Id="rId3" Type="http://schemas.openxmlformats.org/officeDocument/2006/relationships/slideLayout" Target="../slideLayouts/slideLayout484.xml"/></Relationships>
</file>

<file path=ppt/slideMasters/_rels/slideMaster1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1.xml"/><Relationship Id="rId18" Type="http://schemas.openxmlformats.org/officeDocument/2006/relationships/slideLayout" Target="../slideLayouts/slideLayout536.xml"/><Relationship Id="rId26" Type="http://schemas.openxmlformats.org/officeDocument/2006/relationships/slideLayout" Target="../slideLayouts/slideLayout544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539.xml"/><Relationship Id="rId34" Type="http://schemas.openxmlformats.org/officeDocument/2006/relationships/slideLayout" Target="../slideLayouts/slideLayout552.xml"/><Relationship Id="rId7" Type="http://schemas.openxmlformats.org/officeDocument/2006/relationships/slideLayout" Target="../slideLayouts/slideLayout525.xml"/><Relationship Id="rId12" Type="http://schemas.openxmlformats.org/officeDocument/2006/relationships/slideLayout" Target="../slideLayouts/slideLayout530.xml"/><Relationship Id="rId17" Type="http://schemas.openxmlformats.org/officeDocument/2006/relationships/slideLayout" Target="../slideLayouts/slideLayout535.xml"/><Relationship Id="rId25" Type="http://schemas.openxmlformats.org/officeDocument/2006/relationships/slideLayout" Target="../slideLayouts/slideLayout543.xml"/><Relationship Id="rId33" Type="http://schemas.openxmlformats.org/officeDocument/2006/relationships/slideLayout" Target="../slideLayouts/slideLayout551.xml"/><Relationship Id="rId38" Type="http://schemas.openxmlformats.org/officeDocument/2006/relationships/theme" Target="../theme/theme15.xml"/><Relationship Id="rId2" Type="http://schemas.openxmlformats.org/officeDocument/2006/relationships/slideLayout" Target="../slideLayouts/slideLayout520.xml"/><Relationship Id="rId16" Type="http://schemas.openxmlformats.org/officeDocument/2006/relationships/slideLayout" Target="../slideLayouts/slideLayout534.xml"/><Relationship Id="rId20" Type="http://schemas.openxmlformats.org/officeDocument/2006/relationships/slideLayout" Target="../slideLayouts/slideLayout538.xml"/><Relationship Id="rId29" Type="http://schemas.openxmlformats.org/officeDocument/2006/relationships/slideLayout" Target="../slideLayouts/slideLayout547.xml"/><Relationship Id="rId1" Type="http://schemas.openxmlformats.org/officeDocument/2006/relationships/slideLayout" Target="../slideLayouts/slideLayout519.xml"/><Relationship Id="rId6" Type="http://schemas.openxmlformats.org/officeDocument/2006/relationships/slideLayout" Target="../slideLayouts/slideLayout524.xml"/><Relationship Id="rId11" Type="http://schemas.openxmlformats.org/officeDocument/2006/relationships/slideLayout" Target="../slideLayouts/slideLayout529.xml"/><Relationship Id="rId24" Type="http://schemas.openxmlformats.org/officeDocument/2006/relationships/slideLayout" Target="../slideLayouts/slideLayout542.xml"/><Relationship Id="rId32" Type="http://schemas.openxmlformats.org/officeDocument/2006/relationships/slideLayout" Target="../slideLayouts/slideLayout550.xml"/><Relationship Id="rId37" Type="http://schemas.openxmlformats.org/officeDocument/2006/relationships/slideLayout" Target="../slideLayouts/slideLayout555.xml"/><Relationship Id="rId5" Type="http://schemas.openxmlformats.org/officeDocument/2006/relationships/slideLayout" Target="../slideLayouts/slideLayout523.xml"/><Relationship Id="rId15" Type="http://schemas.openxmlformats.org/officeDocument/2006/relationships/slideLayout" Target="../slideLayouts/slideLayout533.xml"/><Relationship Id="rId23" Type="http://schemas.openxmlformats.org/officeDocument/2006/relationships/slideLayout" Target="../slideLayouts/slideLayout541.xml"/><Relationship Id="rId28" Type="http://schemas.openxmlformats.org/officeDocument/2006/relationships/slideLayout" Target="../slideLayouts/slideLayout546.xml"/><Relationship Id="rId36" Type="http://schemas.openxmlformats.org/officeDocument/2006/relationships/slideLayout" Target="../slideLayouts/slideLayout554.xml"/><Relationship Id="rId10" Type="http://schemas.openxmlformats.org/officeDocument/2006/relationships/slideLayout" Target="../slideLayouts/slideLayout528.xml"/><Relationship Id="rId19" Type="http://schemas.openxmlformats.org/officeDocument/2006/relationships/slideLayout" Target="../slideLayouts/slideLayout537.xml"/><Relationship Id="rId31" Type="http://schemas.openxmlformats.org/officeDocument/2006/relationships/slideLayout" Target="../slideLayouts/slideLayout549.xml"/><Relationship Id="rId4" Type="http://schemas.openxmlformats.org/officeDocument/2006/relationships/slideLayout" Target="../slideLayouts/slideLayout522.xml"/><Relationship Id="rId9" Type="http://schemas.openxmlformats.org/officeDocument/2006/relationships/slideLayout" Target="../slideLayouts/slideLayout527.xml"/><Relationship Id="rId14" Type="http://schemas.openxmlformats.org/officeDocument/2006/relationships/slideLayout" Target="../slideLayouts/slideLayout532.xml"/><Relationship Id="rId22" Type="http://schemas.openxmlformats.org/officeDocument/2006/relationships/slideLayout" Target="../slideLayouts/slideLayout540.xml"/><Relationship Id="rId27" Type="http://schemas.openxmlformats.org/officeDocument/2006/relationships/slideLayout" Target="../slideLayouts/slideLayout545.xml"/><Relationship Id="rId30" Type="http://schemas.openxmlformats.org/officeDocument/2006/relationships/slideLayout" Target="../slideLayouts/slideLayout548.xml"/><Relationship Id="rId35" Type="http://schemas.openxmlformats.org/officeDocument/2006/relationships/slideLayout" Target="../slideLayouts/slideLayout553.xml"/><Relationship Id="rId8" Type="http://schemas.openxmlformats.org/officeDocument/2006/relationships/slideLayout" Target="../slideLayouts/slideLayout526.xml"/><Relationship Id="rId3" Type="http://schemas.openxmlformats.org/officeDocument/2006/relationships/slideLayout" Target="../slideLayouts/slideLayout521.xml"/></Relationships>
</file>

<file path=ppt/slideMasters/_rels/slideMaster1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8.xml"/><Relationship Id="rId18" Type="http://schemas.openxmlformats.org/officeDocument/2006/relationships/slideLayout" Target="../slideLayouts/slideLayout573.xml"/><Relationship Id="rId26" Type="http://schemas.openxmlformats.org/officeDocument/2006/relationships/slideLayout" Target="../slideLayouts/slideLayout581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576.xml"/><Relationship Id="rId34" Type="http://schemas.openxmlformats.org/officeDocument/2006/relationships/slideLayout" Target="../slideLayouts/slideLayout589.xml"/><Relationship Id="rId7" Type="http://schemas.openxmlformats.org/officeDocument/2006/relationships/slideLayout" Target="../slideLayouts/slideLayout562.xml"/><Relationship Id="rId12" Type="http://schemas.openxmlformats.org/officeDocument/2006/relationships/slideLayout" Target="../slideLayouts/slideLayout567.xml"/><Relationship Id="rId17" Type="http://schemas.openxmlformats.org/officeDocument/2006/relationships/slideLayout" Target="../slideLayouts/slideLayout572.xml"/><Relationship Id="rId25" Type="http://schemas.openxmlformats.org/officeDocument/2006/relationships/slideLayout" Target="../slideLayouts/slideLayout580.xml"/><Relationship Id="rId33" Type="http://schemas.openxmlformats.org/officeDocument/2006/relationships/slideLayout" Target="../slideLayouts/slideLayout588.xml"/><Relationship Id="rId38" Type="http://schemas.openxmlformats.org/officeDocument/2006/relationships/theme" Target="../theme/theme16.xml"/><Relationship Id="rId2" Type="http://schemas.openxmlformats.org/officeDocument/2006/relationships/slideLayout" Target="../slideLayouts/slideLayout557.xml"/><Relationship Id="rId16" Type="http://schemas.openxmlformats.org/officeDocument/2006/relationships/slideLayout" Target="../slideLayouts/slideLayout571.xml"/><Relationship Id="rId20" Type="http://schemas.openxmlformats.org/officeDocument/2006/relationships/slideLayout" Target="../slideLayouts/slideLayout575.xml"/><Relationship Id="rId29" Type="http://schemas.openxmlformats.org/officeDocument/2006/relationships/slideLayout" Target="../slideLayouts/slideLayout584.xml"/><Relationship Id="rId1" Type="http://schemas.openxmlformats.org/officeDocument/2006/relationships/slideLayout" Target="../slideLayouts/slideLayout556.xml"/><Relationship Id="rId6" Type="http://schemas.openxmlformats.org/officeDocument/2006/relationships/slideLayout" Target="../slideLayouts/slideLayout561.xml"/><Relationship Id="rId11" Type="http://schemas.openxmlformats.org/officeDocument/2006/relationships/slideLayout" Target="../slideLayouts/slideLayout566.xml"/><Relationship Id="rId24" Type="http://schemas.openxmlformats.org/officeDocument/2006/relationships/slideLayout" Target="../slideLayouts/slideLayout579.xml"/><Relationship Id="rId32" Type="http://schemas.openxmlformats.org/officeDocument/2006/relationships/slideLayout" Target="../slideLayouts/slideLayout587.xml"/><Relationship Id="rId37" Type="http://schemas.openxmlformats.org/officeDocument/2006/relationships/slideLayout" Target="../slideLayouts/slideLayout592.xml"/><Relationship Id="rId5" Type="http://schemas.openxmlformats.org/officeDocument/2006/relationships/slideLayout" Target="../slideLayouts/slideLayout560.xml"/><Relationship Id="rId15" Type="http://schemas.openxmlformats.org/officeDocument/2006/relationships/slideLayout" Target="../slideLayouts/slideLayout570.xml"/><Relationship Id="rId23" Type="http://schemas.openxmlformats.org/officeDocument/2006/relationships/slideLayout" Target="../slideLayouts/slideLayout578.xml"/><Relationship Id="rId28" Type="http://schemas.openxmlformats.org/officeDocument/2006/relationships/slideLayout" Target="../slideLayouts/slideLayout583.xml"/><Relationship Id="rId36" Type="http://schemas.openxmlformats.org/officeDocument/2006/relationships/slideLayout" Target="../slideLayouts/slideLayout591.xml"/><Relationship Id="rId10" Type="http://schemas.openxmlformats.org/officeDocument/2006/relationships/slideLayout" Target="../slideLayouts/slideLayout565.xml"/><Relationship Id="rId19" Type="http://schemas.openxmlformats.org/officeDocument/2006/relationships/slideLayout" Target="../slideLayouts/slideLayout574.xml"/><Relationship Id="rId31" Type="http://schemas.openxmlformats.org/officeDocument/2006/relationships/slideLayout" Target="../slideLayouts/slideLayout586.xml"/><Relationship Id="rId4" Type="http://schemas.openxmlformats.org/officeDocument/2006/relationships/slideLayout" Target="../slideLayouts/slideLayout559.xml"/><Relationship Id="rId9" Type="http://schemas.openxmlformats.org/officeDocument/2006/relationships/slideLayout" Target="../slideLayouts/slideLayout564.xml"/><Relationship Id="rId14" Type="http://schemas.openxmlformats.org/officeDocument/2006/relationships/slideLayout" Target="../slideLayouts/slideLayout569.xml"/><Relationship Id="rId22" Type="http://schemas.openxmlformats.org/officeDocument/2006/relationships/slideLayout" Target="../slideLayouts/slideLayout577.xml"/><Relationship Id="rId27" Type="http://schemas.openxmlformats.org/officeDocument/2006/relationships/slideLayout" Target="../slideLayouts/slideLayout582.xml"/><Relationship Id="rId30" Type="http://schemas.openxmlformats.org/officeDocument/2006/relationships/slideLayout" Target="../slideLayouts/slideLayout585.xml"/><Relationship Id="rId35" Type="http://schemas.openxmlformats.org/officeDocument/2006/relationships/slideLayout" Target="../slideLayouts/slideLayout590.xml"/><Relationship Id="rId8" Type="http://schemas.openxmlformats.org/officeDocument/2006/relationships/slideLayout" Target="../slideLayouts/slideLayout563.xml"/><Relationship Id="rId3" Type="http://schemas.openxmlformats.org/officeDocument/2006/relationships/slideLayout" Target="../slideLayouts/slideLayout558.xml"/></Relationships>
</file>

<file path=ppt/slideMasters/_rels/slideMaster1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5.xml"/><Relationship Id="rId18" Type="http://schemas.openxmlformats.org/officeDocument/2006/relationships/slideLayout" Target="../slideLayouts/slideLayout610.xml"/><Relationship Id="rId26" Type="http://schemas.openxmlformats.org/officeDocument/2006/relationships/slideLayout" Target="../slideLayouts/slideLayout618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613.xml"/><Relationship Id="rId34" Type="http://schemas.openxmlformats.org/officeDocument/2006/relationships/slideLayout" Target="../slideLayouts/slideLayout626.xml"/><Relationship Id="rId7" Type="http://schemas.openxmlformats.org/officeDocument/2006/relationships/slideLayout" Target="../slideLayouts/slideLayout599.xml"/><Relationship Id="rId12" Type="http://schemas.openxmlformats.org/officeDocument/2006/relationships/slideLayout" Target="../slideLayouts/slideLayout604.xml"/><Relationship Id="rId17" Type="http://schemas.openxmlformats.org/officeDocument/2006/relationships/slideLayout" Target="../slideLayouts/slideLayout609.xml"/><Relationship Id="rId25" Type="http://schemas.openxmlformats.org/officeDocument/2006/relationships/slideLayout" Target="../slideLayouts/slideLayout617.xml"/><Relationship Id="rId33" Type="http://schemas.openxmlformats.org/officeDocument/2006/relationships/slideLayout" Target="../slideLayouts/slideLayout625.xml"/><Relationship Id="rId38" Type="http://schemas.openxmlformats.org/officeDocument/2006/relationships/theme" Target="../theme/theme17.xml"/><Relationship Id="rId2" Type="http://schemas.openxmlformats.org/officeDocument/2006/relationships/slideLayout" Target="../slideLayouts/slideLayout594.xml"/><Relationship Id="rId16" Type="http://schemas.openxmlformats.org/officeDocument/2006/relationships/slideLayout" Target="../slideLayouts/slideLayout608.xml"/><Relationship Id="rId20" Type="http://schemas.openxmlformats.org/officeDocument/2006/relationships/slideLayout" Target="../slideLayouts/slideLayout612.xml"/><Relationship Id="rId29" Type="http://schemas.openxmlformats.org/officeDocument/2006/relationships/slideLayout" Target="../slideLayouts/slideLayout621.xml"/><Relationship Id="rId1" Type="http://schemas.openxmlformats.org/officeDocument/2006/relationships/slideLayout" Target="../slideLayouts/slideLayout593.xml"/><Relationship Id="rId6" Type="http://schemas.openxmlformats.org/officeDocument/2006/relationships/slideLayout" Target="../slideLayouts/slideLayout598.xml"/><Relationship Id="rId11" Type="http://schemas.openxmlformats.org/officeDocument/2006/relationships/slideLayout" Target="../slideLayouts/slideLayout603.xml"/><Relationship Id="rId24" Type="http://schemas.openxmlformats.org/officeDocument/2006/relationships/slideLayout" Target="../slideLayouts/slideLayout616.xml"/><Relationship Id="rId32" Type="http://schemas.openxmlformats.org/officeDocument/2006/relationships/slideLayout" Target="../slideLayouts/slideLayout624.xml"/><Relationship Id="rId37" Type="http://schemas.openxmlformats.org/officeDocument/2006/relationships/slideLayout" Target="../slideLayouts/slideLayout629.xml"/><Relationship Id="rId5" Type="http://schemas.openxmlformats.org/officeDocument/2006/relationships/slideLayout" Target="../slideLayouts/slideLayout597.xml"/><Relationship Id="rId15" Type="http://schemas.openxmlformats.org/officeDocument/2006/relationships/slideLayout" Target="../slideLayouts/slideLayout607.xml"/><Relationship Id="rId23" Type="http://schemas.openxmlformats.org/officeDocument/2006/relationships/slideLayout" Target="../slideLayouts/slideLayout615.xml"/><Relationship Id="rId28" Type="http://schemas.openxmlformats.org/officeDocument/2006/relationships/slideLayout" Target="../slideLayouts/slideLayout620.xml"/><Relationship Id="rId36" Type="http://schemas.openxmlformats.org/officeDocument/2006/relationships/slideLayout" Target="../slideLayouts/slideLayout628.xml"/><Relationship Id="rId10" Type="http://schemas.openxmlformats.org/officeDocument/2006/relationships/slideLayout" Target="../slideLayouts/slideLayout602.xml"/><Relationship Id="rId19" Type="http://schemas.openxmlformats.org/officeDocument/2006/relationships/slideLayout" Target="../slideLayouts/slideLayout611.xml"/><Relationship Id="rId31" Type="http://schemas.openxmlformats.org/officeDocument/2006/relationships/slideLayout" Target="../slideLayouts/slideLayout623.xml"/><Relationship Id="rId4" Type="http://schemas.openxmlformats.org/officeDocument/2006/relationships/slideLayout" Target="../slideLayouts/slideLayout596.xml"/><Relationship Id="rId9" Type="http://schemas.openxmlformats.org/officeDocument/2006/relationships/slideLayout" Target="../slideLayouts/slideLayout601.xml"/><Relationship Id="rId14" Type="http://schemas.openxmlformats.org/officeDocument/2006/relationships/slideLayout" Target="../slideLayouts/slideLayout606.xml"/><Relationship Id="rId22" Type="http://schemas.openxmlformats.org/officeDocument/2006/relationships/slideLayout" Target="../slideLayouts/slideLayout614.xml"/><Relationship Id="rId27" Type="http://schemas.openxmlformats.org/officeDocument/2006/relationships/slideLayout" Target="../slideLayouts/slideLayout619.xml"/><Relationship Id="rId30" Type="http://schemas.openxmlformats.org/officeDocument/2006/relationships/slideLayout" Target="../slideLayouts/slideLayout622.xml"/><Relationship Id="rId35" Type="http://schemas.openxmlformats.org/officeDocument/2006/relationships/slideLayout" Target="../slideLayouts/slideLayout627.xml"/><Relationship Id="rId8" Type="http://schemas.openxmlformats.org/officeDocument/2006/relationships/slideLayout" Target="../slideLayouts/slideLayout600.xml"/><Relationship Id="rId3" Type="http://schemas.openxmlformats.org/officeDocument/2006/relationships/slideLayout" Target="../slideLayouts/slideLayout5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650" r:id="rId2"/>
    <p:sldLayoutId id="2147483725" r:id="rId3"/>
    <p:sldLayoutId id="2147483719" r:id="rId4"/>
    <p:sldLayoutId id="2147483726" r:id="rId5"/>
    <p:sldLayoutId id="2147483666" r:id="rId6"/>
    <p:sldLayoutId id="2147483690" r:id="rId7"/>
    <p:sldLayoutId id="2147483728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89" r:id="rId15"/>
    <p:sldLayoutId id="2147483712" r:id="rId16"/>
    <p:sldLayoutId id="2147483711" r:id="rId17"/>
    <p:sldLayoutId id="2147483675" r:id="rId18"/>
    <p:sldLayoutId id="2147483657" r:id="rId19"/>
    <p:sldLayoutId id="2147483691" r:id="rId20"/>
    <p:sldLayoutId id="2147483729" r:id="rId21"/>
    <p:sldLayoutId id="2147483739" r:id="rId22"/>
    <p:sldLayoutId id="2147483740" r:id="rId23"/>
    <p:sldLayoutId id="2147483718" r:id="rId24"/>
    <p:sldLayoutId id="2147483717" r:id="rId25"/>
    <p:sldLayoutId id="2147483714" r:id="rId26"/>
    <p:sldLayoutId id="2147483713" r:id="rId27"/>
    <p:sldLayoutId id="2147483716" r:id="rId28"/>
    <p:sldLayoutId id="2147483715" r:id="rId29"/>
    <p:sldLayoutId id="2147483707" r:id="rId30"/>
    <p:sldLayoutId id="2147483667" r:id="rId31"/>
    <p:sldLayoutId id="2147483702" r:id="rId32"/>
    <p:sldLayoutId id="2147483721" r:id="rId33"/>
    <p:sldLayoutId id="2147483700" r:id="rId34"/>
    <p:sldLayoutId id="2147483692" r:id="rId35"/>
    <p:sldLayoutId id="2147483722" r:id="rId36"/>
    <p:sldLayoutId id="2147483723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CCC3EFD-5666-154D-B35E-5574C9B1DAF0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  <p:sldLayoutId id="2147483777" r:id="rId36"/>
    <p:sldLayoutId id="214748377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A34A4EC-7D06-6644-8C98-B5197760F642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3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0" r:id="rId31"/>
    <p:sldLayoutId id="2147483811" r:id="rId32"/>
    <p:sldLayoutId id="2147483812" r:id="rId33"/>
    <p:sldLayoutId id="2147483813" r:id="rId34"/>
    <p:sldLayoutId id="2147483814" r:id="rId35"/>
    <p:sldLayoutId id="2147483815" r:id="rId36"/>
    <p:sldLayoutId id="2147483816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4EA48F5-3B2F-264A-80BD-50184817795C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6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37" r:id="rId20"/>
    <p:sldLayoutId id="2147483838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52" r:id="rId35"/>
    <p:sldLayoutId id="2147483853" r:id="rId36"/>
    <p:sldLayoutId id="2147483854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7E18EBE-482B-7E48-89D1-039D8F337A0A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6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  <p:sldLayoutId id="2147483873" r:id="rId18"/>
    <p:sldLayoutId id="2147483874" r:id="rId19"/>
    <p:sldLayoutId id="2147483875" r:id="rId20"/>
    <p:sldLayoutId id="2147483876" r:id="rId21"/>
    <p:sldLayoutId id="2147483877" r:id="rId22"/>
    <p:sldLayoutId id="2147483878" r:id="rId23"/>
    <p:sldLayoutId id="2147483879" r:id="rId24"/>
    <p:sldLayoutId id="2147483880" r:id="rId25"/>
    <p:sldLayoutId id="2147483881" r:id="rId26"/>
    <p:sldLayoutId id="2147483882" r:id="rId27"/>
    <p:sldLayoutId id="2147483883" r:id="rId28"/>
    <p:sldLayoutId id="2147483884" r:id="rId29"/>
    <p:sldLayoutId id="2147483885" r:id="rId30"/>
    <p:sldLayoutId id="2147483886" r:id="rId31"/>
    <p:sldLayoutId id="2147483887" r:id="rId32"/>
    <p:sldLayoutId id="2147483888" r:id="rId33"/>
    <p:sldLayoutId id="2147483889" r:id="rId34"/>
    <p:sldLayoutId id="2147483890" r:id="rId35"/>
    <p:sldLayoutId id="2147483891" r:id="rId36"/>
    <p:sldLayoutId id="214748389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37" name="Afbeelding 36">
            <a:extLst>
              <a:ext uri="{FF2B5EF4-FFF2-40B4-BE49-F238E27FC236}">
                <a16:creationId xmlns:a16="http://schemas.microsoft.com/office/drawing/2014/main" id="{ED518EBA-44F0-9144-AC57-3270B06A38B0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2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1" r:id="rId18"/>
    <p:sldLayoutId id="2147483912" r:id="rId19"/>
    <p:sldLayoutId id="2147483913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0" r:id="rId27"/>
    <p:sldLayoutId id="2147483921" r:id="rId28"/>
    <p:sldLayoutId id="2147483922" r:id="rId29"/>
    <p:sldLayoutId id="2147483923" r:id="rId30"/>
    <p:sldLayoutId id="2147483924" r:id="rId31"/>
    <p:sldLayoutId id="2147483925" r:id="rId32"/>
    <p:sldLayoutId id="2147483926" r:id="rId33"/>
    <p:sldLayoutId id="2147483927" r:id="rId34"/>
    <p:sldLayoutId id="2147483928" r:id="rId35"/>
    <p:sldLayoutId id="2147483929" r:id="rId36"/>
    <p:sldLayoutId id="2147483930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9E498AD-2242-094E-9CA5-B0BF6353356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7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  <p:sldLayoutId id="2147483962" r:id="rId31"/>
    <p:sldLayoutId id="2147483963" r:id="rId32"/>
    <p:sldLayoutId id="2147483964" r:id="rId33"/>
    <p:sldLayoutId id="2147483965" r:id="rId34"/>
    <p:sldLayoutId id="2147483966" r:id="rId35"/>
    <p:sldLayoutId id="2147483967" r:id="rId36"/>
    <p:sldLayoutId id="214748396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94C5400-D7ED-1E44-BA9E-5361256F8F14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4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  <p:sldLayoutId id="2147483990" r:id="rId21"/>
    <p:sldLayoutId id="2147483991" r:id="rId22"/>
    <p:sldLayoutId id="2147483992" r:id="rId23"/>
    <p:sldLayoutId id="2147483993" r:id="rId24"/>
    <p:sldLayoutId id="2147483994" r:id="rId25"/>
    <p:sldLayoutId id="2147483995" r:id="rId26"/>
    <p:sldLayoutId id="2147483996" r:id="rId27"/>
    <p:sldLayoutId id="2147483997" r:id="rId28"/>
    <p:sldLayoutId id="2147483998" r:id="rId29"/>
    <p:sldLayoutId id="2147483999" r:id="rId30"/>
    <p:sldLayoutId id="2147484000" r:id="rId31"/>
    <p:sldLayoutId id="2147484001" r:id="rId32"/>
    <p:sldLayoutId id="2147484002" r:id="rId33"/>
    <p:sldLayoutId id="2147484003" r:id="rId34"/>
    <p:sldLayoutId id="2147484004" r:id="rId35"/>
    <p:sldLayoutId id="2147484005" r:id="rId36"/>
    <p:sldLayoutId id="2147484006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075388C-50A2-4345-A1B1-96ADAB6FFCC4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9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  <p:sldLayoutId id="2147484020" r:id="rId13"/>
    <p:sldLayoutId id="2147484021" r:id="rId14"/>
    <p:sldLayoutId id="2147484022" r:id="rId15"/>
    <p:sldLayoutId id="2147484023" r:id="rId16"/>
    <p:sldLayoutId id="2147484024" r:id="rId17"/>
    <p:sldLayoutId id="2147484025" r:id="rId18"/>
    <p:sldLayoutId id="2147484026" r:id="rId19"/>
    <p:sldLayoutId id="2147484027" r:id="rId20"/>
    <p:sldLayoutId id="2147484028" r:id="rId21"/>
    <p:sldLayoutId id="2147484029" r:id="rId22"/>
    <p:sldLayoutId id="2147484030" r:id="rId23"/>
    <p:sldLayoutId id="2147484031" r:id="rId24"/>
    <p:sldLayoutId id="2147484032" r:id="rId25"/>
    <p:sldLayoutId id="2147484033" r:id="rId26"/>
    <p:sldLayoutId id="2147484034" r:id="rId27"/>
    <p:sldLayoutId id="2147484035" r:id="rId28"/>
    <p:sldLayoutId id="2147484036" r:id="rId29"/>
    <p:sldLayoutId id="2147484037" r:id="rId30"/>
    <p:sldLayoutId id="2147484038" r:id="rId31"/>
    <p:sldLayoutId id="2147484039" r:id="rId32"/>
    <p:sldLayoutId id="2147484040" r:id="rId33"/>
    <p:sldLayoutId id="2147484041" r:id="rId34"/>
    <p:sldLayoutId id="2147484042" r:id="rId35"/>
    <p:sldLayoutId id="2147484043" r:id="rId36"/>
    <p:sldLayoutId id="2147484044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D4649E4-0867-DC49-B255-3BA5E7E7EDF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8" r:id="rId13"/>
    <p:sldLayoutId id="2147484059" r:id="rId14"/>
    <p:sldLayoutId id="2147484060" r:id="rId15"/>
    <p:sldLayoutId id="2147484061" r:id="rId16"/>
    <p:sldLayoutId id="2147484062" r:id="rId17"/>
    <p:sldLayoutId id="2147484063" r:id="rId18"/>
    <p:sldLayoutId id="2147484064" r:id="rId19"/>
    <p:sldLayoutId id="2147484065" r:id="rId20"/>
    <p:sldLayoutId id="2147484066" r:id="rId21"/>
    <p:sldLayoutId id="2147484067" r:id="rId22"/>
    <p:sldLayoutId id="2147484068" r:id="rId23"/>
    <p:sldLayoutId id="2147484069" r:id="rId24"/>
    <p:sldLayoutId id="2147484070" r:id="rId25"/>
    <p:sldLayoutId id="2147484071" r:id="rId26"/>
    <p:sldLayoutId id="2147484072" r:id="rId27"/>
    <p:sldLayoutId id="2147484073" r:id="rId28"/>
    <p:sldLayoutId id="2147484074" r:id="rId29"/>
    <p:sldLayoutId id="2147484075" r:id="rId30"/>
    <p:sldLayoutId id="2147484076" r:id="rId31"/>
    <p:sldLayoutId id="2147484077" r:id="rId32"/>
    <p:sldLayoutId id="2147484078" r:id="rId33"/>
    <p:sldLayoutId id="2147484079" r:id="rId34"/>
    <p:sldLayoutId id="2147484080" r:id="rId35"/>
    <p:sldLayoutId id="2147484081" r:id="rId36"/>
    <p:sldLayoutId id="214748408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0047064-45CD-5C4F-944D-FA033569141F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1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099" r:id="rId16"/>
    <p:sldLayoutId id="2147484100" r:id="rId17"/>
    <p:sldLayoutId id="2147484101" r:id="rId18"/>
    <p:sldLayoutId id="2147484102" r:id="rId19"/>
    <p:sldLayoutId id="2147484103" r:id="rId20"/>
    <p:sldLayoutId id="2147484104" r:id="rId21"/>
    <p:sldLayoutId id="2147484105" r:id="rId22"/>
    <p:sldLayoutId id="2147484106" r:id="rId23"/>
    <p:sldLayoutId id="2147484107" r:id="rId24"/>
    <p:sldLayoutId id="2147484108" r:id="rId25"/>
    <p:sldLayoutId id="2147484109" r:id="rId26"/>
    <p:sldLayoutId id="2147484110" r:id="rId27"/>
    <p:sldLayoutId id="2147484111" r:id="rId28"/>
    <p:sldLayoutId id="2147484112" r:id="rId29"/>
    <p:sldLayoutId id="2147484113" r:id="rId30"/>
    <p:sldLayoutId id="2147484114" r:id="rId31"/>
    <p:sldLayoutId id="2147484115" r:id="rId32"/>
    <p:sldLayoutId id="2147484116" r:id="rId33"/>
    <p:sldLayoutId id="2147484117" r:id="rId34"/>
    <p:sldLayoutId id="2147484118" r:id="rId35"/>
    <p:sldLayoutId id="2147484119" r:id="rId36"/>
    <p:sldLayoutId id="2147484120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0A165C8-D66E-F946-9F6F-EF11DC08AEA3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8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  <p:sldLayoutId id="2147484133" r:id="rId12"/>
    <p:sldLayoutId id="2147484134" r:id="rId13"/>
    <p:sldLayoutId id="2147484135" r:id="rId14"/>
    <p:sldLayoutId id="2147484136" r:id="rId15"/>
    <p:sldLayoutId id="2147484137" r:id="rId16"/>
    <p:sldLayoutId id="2147484138" r:id="rId17"/>
    <p:sldLayoutId id="2147484139" r:id="rId18"/>
    <p:sldLayoutId id="2147484140" r:id="rId19"/>
    <p:sldLayoutId id="2147484141" r:id="rId20"/>
    <p:sldLayoutId id="2147484142" r:id="rId21"/>
    <p:sldLayoutId id="2147484143" r:id="rId22"/>
    <p:sldLayoutId id="2147484144" r:id="rId23"/>
    <p:sldLayoutId id="2147484145" r:id="rId24"/>
    <p:sldLayoutId id="2147484146" r:id="rId25"/>
    <p:sldLayoutId id="2147484147" r:id="rId26"/>
    <p:sldLayoutId id="2147484148" r:id="rId27"/>
    <p:sldLayoutId id="2147484149" r:id="rId28"/>
    <p:sldLayoutId id="2147484150" r:id="rId29"/>
    <p:sldLayoutId id="2147484151" r:id="rId30"/>
    <p:sldLayoutId id="2147484152" r:id="rId31"/>
    <p:sldLayoutId id="2147484153" r:id="rId32"/>
    <p:sldLayoutId id="2147484154" r:id="rId33"/>
    <p:sldLayoutId id="2147484155" r:id="rId34"/>
    <p:sldLayoutId id="2147484156" r:id="rId35"/>
    <p:sldLayoutId id="2147484157" r:id="rId36"/>
    <p:sldLayoutId id="214748415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D4EBA2F-FD7E-AA41-861E-9C1EB1EEA36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0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0" r:id="rId1"/>
    <p:sldLayoutId id="2147484161" r:id="rId2"/>
    <p:sldLayoutId id="2147484162" r:id="rId3"/>
    <p:sldLayoutId id="2147484163" r:id="rId4"/>
    <p:sldLayoutId id="2147484164" r:id="rId5"/>
    <p:sldLayoutId id="2147484165" r:id="rId6"/>
    <p:sldLayoutId id="2147484166" r:id="rId7"/>
    <p:sldLayoutId id="2147484167" r:id="rId8"/>
    <p:sldLayoutId id="2147484168" r:id="rId9"/>
    <p:sldLayoutId id="2147484169" r:id="rId10"/>
    <p:sldLayoutId id="2147484170" r:id="rId11"/>
    <p:sldLayoutId id="2147484171" r:id="rId12"/>
    <p:sldLayoutId id="2147484172" r:id="rId13"/>
    <p:sldLayoutId id="2147484173" r:id="rId14"/>
    <p:sldLayoutId id="2147484174" r:id="rId15"/>
    <p:sldLayoutId id="2147484175" r:id="rId16"/>
    <p:sldLayoutId id="2147484176" r:id="rId17"/>
    <p:sldLayoutId id="2147484177" r:id="rId18"/>
    <p:sldLayoutId id="2147484178" r:id="rId19"/>
    <p:sldLayoutId id="2147484179" r:id="rId20"/>
    <p:sldLayoutId id="2147484180" r:id="rId21"/>
    <p:sldLayoutId id="2147484181" r:id="rId22"/>
    <p:sldLayoutId id="2147484182" r:id="rId23"/>
    <p:sldLayoutId id="2147484183" r:id="rId24"/>
    <p:sldLayoutId id="2147484184" r:id="rId25"/>
    <p:sldLayoutId id="2147484185" r:id="rId26"/>
    <p:sldLayoutId id="2147484186" r:id="rId27"/>
    <p:sldLayoutId id="2147484187" r:id="rId28"/>
    <p:sldLayoutId id="2147484188" r:id="rId29"/>
    <p:sldLayoutId id="2147484189" r:id="rId30"/>
    <p:sldLayoutId id="2147484190" r:id="rId31"/>
    <p:sldLayoutId id="2147484191" r:id="rId32"/>
    <p:sldLayoutId id="2147484192" r:id="rId33"/>
    <p:sldLayoutId id="2147484193" r:id="rId34"/>
    <p:sldLayoutId id="2147484194" r:id="rId35"/>
    <p:sldLayoutId id="2147484195" r:id="rId36"/>
    <p:sldLayoutId id="2147484196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93EAC62-7F5B-8A44-BC29-CEED6BB80997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3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  <p:sldLayoutId id="2147484209" r:id="rId12"/>
    <p:sldLayoutId id="2147484210" r:id="rId13"/>
    <p:sldLayoutId id="2147484211" r:id="rId14"/>
    <p:sldLayoutId id="2147484212" r:id="rId15"/>
    <p:sldLayoutId id="2147484213" r:id="rId16"/>
    <p:sldLayoutId id="2147484214" r:id="rId17"/>
    <p:sldLayoutId id="2147484215" r:id="rId18"/>
    <p:sldLayoutId id="2147484216" r:id="rId19"/>
    <p:sldLayoutId id="2147484217" r:id="rId20"/>
    <p:sldLayoutId id="2147484218" r:id="rId21"/>
    <p:sldLayoutId id="2147484219" r:id="rId22"/>
    <p:sldLayoutId id="2147484220" r:id="rId23"/>
    <p:sldLayoutId id="2147484221" r:id="rId24"/>
    <p:sldLayoutId id="2147484222" r:id="rId25"/>
    <p:sldLayoutId id="2147484223" r:id="rId26"/>
    <p:sldLayoutId id="2147484224" r:id="rId27"/>
    <p:sldLayoutId id="2147484225" r:id="rId28"/>
    <p:sldLayoutId id="2147484226" r:id="rId29"/>
    <p:sldLayoutId id="2147484227" r:id="rId30"/>
    <p:sldLayoutId id="2147484228" r:id="rId31"/>
    <p:sldLayoutId id="2147484229" r:id="rId32"/>
    <p:sldLayoutId id="2147484230" r:id="rId33"/>
    <p:sldLayoutId id="2147484231" r:id="rId34"/>
    <p:sldLayoutId id="2147484232" r:id="rId35"/>
    <p:sldLayoutId id="2147484233" r:id="rId36"/>
    <p:sldLayoutId id="2147484234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11B2933-5997-A34E-B170-A9007385D908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7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37" r:id="rId2"/>
    <p:sldLayoutId id="2147484238" r:id="rId3"/>
    <p:sldLayoutId id="2147484239" r:id="rId4"/>
    <p:sldLayoutId id="2147484240" r:id="rId5"/>
    <p:sldLayoutId id="2147484241" r:id="rId6"/>
    <p:sldLayoutId id="2147484242" r:id="rId7"/>
    <p:sldLayoutId id="2147484243" r:id="rId8"/>
    <p:sldLayoutId id="2147484244" r:id="rId9"/>
    <p:sldLayoutId id="2147484245" r:id="rId10"/>
    <p:sldLayoutId id="2147484246" r:id="rId11"/>
    <p:sldLayoutId id="2147484247" r:id="rId12"/>
    <p:sldLayoutId id="2147484248" r:id="rId13"/>
    <p:sldLayoutId id="2147484249" r:id="rId14"/>
    <p:sldLayoutId id="2147484250" r:id="rId15"/>
    <p:sldLayoutId id="2147484251" r:id="rId16"/>
    <p:sldLayoutId id="2147484252" r:id="rId17"/>
    <p:sldLayoutId id="2147484253" r:id="rId18"/>
    <p:sldLayoutId id="2147484254" r:id="rId19"/>
    <p:sldLayoutId id="2147484255" r:id="rId20"/>
    <p:sldLayoutId id="2147484256" r:id="rId21"/>
    <p:sldLayoutId id="2147484257" r:id="rId22"/>
    <p:sldLayoutId id="2147484258" r:id="rId23"/>
    <p:sldLayoutId id="2147484259" r:id="rId24"/>
    <p:sldLayoutId id="2147484260" r:id="rId25"/>
    <p:sldLayoutId id="2147484261" r:id="rId26"/>
    <p:sldLayoutId id="2147484262" r:id="rId27"/>
    <p:sldLayoutId id="2147484263" r:id="rId28"/>
    <p:sldLayoutId id="2147484264" r:id="rId29"/>
    <p:sldLayoutId id="2147484265" r:id="rId30"/>
    <p:sldLayoutId id="2147484266" r:id="rId31"/>
    <p:sldLayoutId id="2147484267" r:id="rId32"/>
    <p:sldLayoutId id="2147484268" r:id="rId33"/>
    <p:sldLayoutId id="2147484269" r:id="rId34"/>
    <p:sldLayoutId id="2147484270" r:id="rId35"/>
    <p:sldLayoutId id="2147484271" r:id="rId36"/>
    <p:sldLayoutId id="214748427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E68011D-0CB5-8740-8A5F-B46B5CF3AFF2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7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75" r:id="rId2"/>
    <p:sldLayoutId id="2147484276" r:id="rId3"/>
    <p:sldLayoutId id="2147484277" r:id="rId4"/>
    <p:sldLayoutId id="2147484278" r:id="rId5"/>
    <p:sldLayoutId id="2147484279" r:id="rId6"/>
    <p:sldLayoutId id="2147484280" r:id="rId7"/>
    <p:sldLayoutId id="2147484281" r:id="rId8"/>
    <p:sldLayoutId id="2147484282" r:id="rId9"/>
    <p:sldLayoutId id="2147484283" r:id="rId10"/>
    <p:sldLayoutId id="2147484284" r:id="rId11"/>
    <p:sldLayoutId id="2147484285" r:id="rId12"/>
    <p:sldLayoutId id="2147484286" r:id="rId13"/>
    <p:sldLayoutId id="2147484287" r:id="rId14"/>
    <p:sldLayoutId id="2147484288" r:id="rId15"/>
    <p:sldLayoutId id="2147484289" r:id="rId16"/>
    <p:sldLayoutId id="2147484290" r:id="rId17"/>
    <p:sldLayoutId id="2147484291" r:id="rId18"/>
    <p:sldLayoutId id="2147484292" r:id="rId19"/>
    <p:sldLayoutId id="2147484293" r:id="rId20"/>
    <p:sldLayoutId id="2147484294" r:id="rId21"/>
    <p:sldLayoutId id="2147484295" r:id="rId22"/>
    <p:sldLayoutId id="2147484296" r:id="rId23"/>
    <p:sldLayoutId id="2147484297" r:id="rId24"/>
    <p:sldLayoutId id="2147484298" r:id="rId25"/>
    <p:sldLayoutId id="2147484299" r:id="rId26"/>
    <p:sldLayoutId id="2147484300" r:id="rId27"/>
    <p:sldLayoutId id="2147484301" r:id="rId28"/>
    <p:sldLayoutId id="2147484302" r:id="rId29"/>
    <p:sldLayoutId id="2147484303" r:id="rId30"/>
    <p:sldLayoutId id="2147484304" r:id="rId31"/>
    <p:sldLayoutId id="2147484305" r:id="rId32"/>
    <p:sldLayoutId id="2147484306" r:id="rId33"/>
    <p:sldLayoutId id="2147484307" r:id="rId34"/>
    <p:sldLayoutId id="2147484308" r:id="rId35"/>
    <p:sldLayoutId id="2147484309" r:id="rId36"/>
    <p:sldLayoutId id="2147484310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CD2E6F4-6638-894F-98A3-CED6AD4A2036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6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4" r:id="rId13"/>
    <p:sldLayoutId id="2147484325" r:id="rId14"/>
    <p:sldLayoutId id="2147484326" r:id="rId15"/>
    <p:sldLayoutId id="2147484327" r:id="rId16"/>
    <p:sldLayoutId id="2147484328" r:id="rId17"/>
    <p:sldLayoutId id="2147484329" r:id="rId18"/>
    <p:sldLayoutId id="2147484330" r:id="rId19"/>
    <p:sldLayoutId id="2147484331" r:id="rId20"/>
    <p:sldLayoutId id="2147484332" r:id="rId21"/>
    <p:sldLayoutId id="2147484333" r:id="rId22"/>
    <p:sldLayoutId id="2147484334" r:id="rId23"/>
    <p:sldLayoutId id="2147484335" r:id="rId24"/>
    <p:sldLayoutId id="2147484336" r:id="rId25"/>
    <p:sldLayoutId id="2147484337" r:id="rId26"/>
    <p:sldLayoutId id="2147484338" r:id="rId27"/>
    <p:sldLayoutId id="2147484339" r:id="rId28"/>
    <p:sldLayoutId id="2147484340" r:id="rId29"/>
    <p:sldLayoutId id="2147484341" r:id="rId30"/>
    <p:sldLayoutId id="2147484342" r:id="rId31"/>
    <p:sldLayoutId id="2147484343" r:id="rId32"/>
    <p:sldLayoutId id="2147484344" r:id="rId33"/>
    <p:sldLayoutId id="2147484345" r:id="rId34"/>
    <p:sldLayoutId id="2147484346" r:id="rId35"/>
    <p:sldLayoutId id="2147484347" r:id="rId36"/>
    <p:sldLayoutId id="214748434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87CF835-0CE7-4F32-97C9-AB12BEE3B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180" y="3667717"/>
            <a:ext cx="11260907" cy="1726479"/>
          </a:xfrm>
        </p:spPr>
        <p:txBody>
          <a:bodyPr anchor="b">
            <a:normAutofit fontScale="90000"/>
          </a:bodyPr>
          <a:lstStyle/>
          <a:p>
            <a:r>
              <a:rPr lang="nl-NL" sz="7200" dirty="0" err="1"/>
              <a:t>Overcoming</a:t>
            </a:r>
            <a:r>
              <a:rPr lang="nl-NL" sz="7200" dirty="0"/>
              <a:t> </a:t>
            </a:r>
            <a:r>
              <a:rPr lang="nl-NL" sz="7200" dirty="0" err="1"/>
              <a:t>challenges</a:t>
            </a:r>
            <a:r>
              <a:rPr lang="nl-NL" sz="7200" dirty="0"/>
              <a:t> in </a:t>
            </a:r>
            <a:r>
              <a:rPr lang="nl-NL" sz="7200" dirty="0" err="1"/>
              <a:t>vitamin</a:t>
            </a:r>
            <a:r>
              <a:rPr lang="nl-NL" sz="7200" dirty="0"/>
              <a:t> A intake </a:t>
            </a:r>
            <a:r>
              <a:rPr lang="nl-NL" sz="7200" dirty="0" err="1"/>
              <a:t>modelling</a:t>
            </a:r>
            <a:endParaRPr lang="nl-NL" sz="72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A6653B0-9105-4C91-9AF9-CE5E898A8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181" y="5335473"/>
            <a:ext cx="11260907" cy="1208015"/>
          </a:xfrm>
        </p:spPr>
        <p:txBody>
          <a:bodyPr numCol="1">
            <a:normAutofit/>
          </a:bodyPr>
          <a:lstStyle/>
          <a:p>
            <a:r>
              <a:rPr lang="en-GB" b="1" dirty="0"/>
              <a:t>Marjolein de Jong</a:t>
            </a:r>
            <a:endParaRPr lang="en-GB" sz="1800" b="1" dirty="0"/>
          </a:p>
          <a:p>
            <a:r>
              <a:rPr lang="nl-NL" dirty="0"/>
              <a:t>Dutch National </a:t>
            </a:r>
            <a:r>
              <a:rPr lang="nl-NL" dirty="0" err="1"/>
              <a:t>Institute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Public Health and </a:t>
            </a:r>
            <a:r>
              <a:rPr lang="nl-NL" dirty="0" err="1"/>
              <a:t>the</a:t>
            </a:r>
            <a:r>
              <a:rPr lang="nl-NL" dirty="0"/>
              <a:t> Environment (RIVM)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4DB17-89D8-44D2-B6A5-4391929838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10A0A6AF-03C5-477E-939A-E28F7E7F05EA}" type="slidenum">
              <a:rPr lang="nl-NL" smtClean="0"/>
              <a:pPr>
                <a:spcAft>
                  <a:spcPts val="600"/>
                </a:spcAft>
              </a:pPr>
              <a:t>1</a:t>
            </a:fld>
            <a:endParaRPr lang="nl-NL"/>
          </a:p>
        </p:txBody>
      </p:sp>
      <p:pic>
        <p:nvPicPr>
          <p:cNvPr id="13" name="Picture Placeholder 12" descr="A knife next to meat&#10;&#10;AI-generated content may be incorrect.">
            <a:extLst>
              <a:ext uri="{FF2B5EF4-FFF2-40B4-BE49-F238E27FC236}">
                <a16:creationId xmlns:a16="http://schemas.microsoft.com/office/drawing/2014/main" id="{24340C1B-3619-AC80-5386-C45241EA8A7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94" b="110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0348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653F9F-1092-5019-A753-6734D9AC9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US" dirty="0"/>
              <a:t>The present study was funded by the Netherlands Ministry of Health, Welfare and Sports. The funders had no role in the design of the study; in the collection, analyses, or interpretation of data</a:t>
            </a:r>
          </a:p>
          <a:p>
            <a:r>
              <a:rPr lang="en-US" dirty="0"/>
              <a:t>No conflict of interest</a:t>
            </a:r>
            <a:endParaRPr lang="nl-N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1A47C3C-4E93-20C5-DB7A-620864D6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Disclosures</a:t>
            </a:r>
            <a:endParaRPr lang="nl-NL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BA3D-D39C-8BD2-2399-7596801E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BC49E-4ADF-B4E1-1ACE-E7595BAD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EFF84-7072-766B-A565-13930356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266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164E5B-C162-E53C-14B9-11135BAB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nl-NL" dirty="0" err="1"/>
              <a:t>Involved</a:t>
            </a:r>
            <a:r>
              <a:rPr lang="nl-NL" dirty="0"/>
              <a:t> in </a:t>
            </a:r>
            <a:r>
              <a:rPr lang="nl-NL" dirty="0" err="1"/>
              <a:t>various</a:t>
            </a:r>
            <a:r>
              <a:rPr lang="nl-NL" dirty="0"/>
              <a:t> </a:t>
            </a:r>
            <a:r>
              <a:rPr lang="nl-NL" dirty="0" err="1"/>
              <a:t>functions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body, </a:t>
            </a:r>
            <a:r>
              <a:rPr lang="nl-NL" dirty="0" err="1"/>
              <a:t>including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Vision</a:t>
            </a:r>
            <a:r>
              <a:rPr lang="nl-NL" dirty="0"/>
              <a:t> (</a:t>
            </a:r>
            <a:r>
              <a:rPr lang="nl-NL" dirty="0" err="1"/>
              <a:t>especially</a:t>
            </a:r>
            <a:r>
              <a:rPr lang="nl-NL" dirty="0"/>
              <a:t> </a:t>
            </a:r>
            <a:r>
              <a:rPr lang="nl-NL" dirty="0" err="1"/>
              <a:t>adapting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low light)</a:t>
            </a:r>
          </a:p>
          <a:p>
            <a:pPr lvl="1"/>
            <a:r>
              <a:rPr lang="nl-NL" dirty="0"/>
              <a:t>Immune system </a:t>
            </a:r>
            <a:r>
              <a:rPr lang="nl-NL" dirty="0" err="1"/>
              <a:t>function</a:t>
            </a:r>
            <a:endParaRPr lang="nl-NL" dirty="0"/>
          </a:p>
          <a:p>
            <a:pPr lvl="1"/>
            <a:r>
              <a:rPr lang="nl-NL" dirty="0"/>
              <a:t>Skin health and </a:t>
            </a:r>
            <a:r>
              <a:rPr lang="nl-NL" dirty="0" err="1"/>
              <a:t>cell</a:t>
            </a:r>
            <a:r>
              <a:rPr lang="nl-NL" dirty="0"/>
              <a:t> </a:t>
            </a:r>
            <a:r>
              <a:rPr lang="nl-NL" dirty="0" err="1"/>
              <a:t>production</a:t>
            </a:r>
            <a:endParaRPr lang="nl-NL" dirty="0"/>
          </a:p>
          <a:p>
            <a:pPr marL="313200" lvl="1" indent="0">
              <a:buNone/>
            </a:pPr>
            <a:endParaRPr lang="nl-NL" dirty="0"/>
          </a:p>
          <a:p>
            <a:r>
              <a:rPr lang="nl-NL" dirty="0"/>
              <a:t>Fat </a:t>
            </a:r>
            <a:r>
              <a:rPr lang="nl-NL" dirty="0" err="1"/>
              <a:t>soluble</a:t>
            </a:r>
            <a:r>
              <a:rPr lang="nl-NL" dirty="0"/>
              <a:t> </a:t>
            </a:r>
            <a:r>
              <a:rPr lang="nl-NL" dirty="0" err="1"/>
              <a:t>vitamin</a:t>
            </a:r>
            <a:endParaRPr lang="nl-NL" dirty="0"/>
          </a:p>
          <a:p>
            <a:pPr lvl="1"/>
            <a:r>
              <a:rPr lang="nl-NL" dirty="0" err="1"/>
              <a:t>Stored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liver</a:t>
            </a:r>
            <a:r>
              <a:rPr lang="nl-NL" dirty="0"/>
              <a:t> in </a:t>
            </a:r>
            <a:r>
              <a:rPr lang="nl-NL" dirty="0" err="1"/>
              <a:t>both</a:t>
            </a:r>
            <a:r>
              <a:rPr lang="nl-NL" dirty="0"/>
              <a:t> </a:t>
            </a:r>
            <a:r>
              <a:rPr lang="nl-NL" dirty="0" err="1"/>
              <a:t>humans</a:t>
            </a:r>
            <a:r>
              <a:rPr lang="nl-NL" dirty="0"/>
              <a:t> and </a:t>
            </a:r>
            <a:r>
              <a:rPr lang="nl-NL" dirty="0" err="1"/>
              <a:t>animals</a:t>
            </a:r>
            <a:r>
              <a:rPr lang="nl-NL" dirty="0"/>
              <a:t> 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07CA9-4E65-9EFF-1F59-442C74A6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Vitamin</a:t>
            </a:r>
            <a:r>
              <a:rPr lang="nl-NL" dirty="0"/>
              <a:t>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82277-2764-4A0D-3493-E90FD745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2CBB0-AD26-401D-AA5B-E7C5F8F4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C8A44-8CB2-0001-E4B2-DC87FE24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750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164E5B-C162-E53C-14B9-11135BAB7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09783"/>
            <a:ext cx="6252817" cy="4611630"/>
          </a:xfrm>
        </p:spPr>
        <p:txBody>
          <a:bodyPr numCol="1">
            <a:normAutofit/>
          </a:bodyPr>
          <a:lstStyle/>
          <a:p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 of </a:t>
            </a:r>
            <a:r>
              <a:rPr lang="nl-NL" dirty="0" err="1"/>
              <a:t>vitamin</a:t>
            </a:r>
            <a:r>
              <a:rPr lang="nl-NL" dirty="0"/>
              <a:t> A in </a:t>
            </a:r>
            <a:r>
              <a:rPr lang="nl-NL" dirty="0" err="1"/>
              <a:t>foods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Retinol</a:t>
            </a:r>
            <a:r>
              <a:rPr lang="nl-NL" dirty="0"/>
              <a:t> (</a:t>
            </a:r>
            <a:r>
              <a:rPr lang="nl-NL" dirty="0" err="1"/>
              <a:t>animal</a:t>
            </a:r>
            <a:r>
              <a:rPr lang="nl-NL" dirty="0"/>
              <a:t> source)</a:t>
            </a:r>
          </a:p>
          <a:p>
            <a:pPr lvl="1"/>
            <a:r>
              <a:rPr lang="nl-NL" dirty="0" err="1"/>
              <a:t>Carotenoids</a:t>
            </a:r>
            <a:r>
              <a:rPr lang="nl-NL" dirty="0"/>
              <a:t> (</a:t>
            </a:r>
            <a:r>
              <a:rPr lang="nl-NL" dirty="0" err="1"/>
              <a:t>provitamin</a:t>
            </a:r>
            <a:r>
              <a:rPr lang="nl-NL" dirty="0"/>
              <a:t> A; plant source)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b="1" dirty="0"/>
              <a:t>					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07CA9-4E65-9EFF-1F59-442C74A6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39661"/>
            <a:ext cx="10923588" cy="948047"/>
          </a:xfrm>
        </p:spPr>
        <p:txBody>
          <a:bodyPr/>
          <a:lstStyle/>
          <a:p>
            <a:r>
              <a:rPr lang="nl-NL" dirty="0" err="1"/>
              <a:t>Vitamin</a:t>
            </a:r>
            <a:r>
              <a:rPr lang="nl-NL" dirty="0"/>
              <a:t> A sources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82277-2764-4A0D-3493-E90FD745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2CBB0-AD26-401D-AA5B-E7C5F8F4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C8A44-8CB2-0001-E4B2-DC87FE24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C7B70-7F66-2C50-A35A-1889526571E5}"/>
              </a:ext>
            </a:extLst>
          </p:cNvPr>
          <p:cNvSpPr txBox="1"/>
          <p:nvPr/>
        </p:nvSpPr>
        <p:spPr>
          <a:xfrm>
            <a:off x="7352926" y="1609783"/>
            <a:ext cx="3599994" cy="175432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</a:rPr>
              <a:t>1 µg </a:t>
            </a:r>
            <a:r>
              <a:rPr lang="nl-NL" b="1" dirty="0" err="1">
                <a:solidFill>
                  <a:schemeClr val="bg1"/>
                </a:solidFill>
              </a:rPr>
              <a:t>Retinol</a:t>
            </a:r>
            <a:r>
              <a:rPr lang="nl-NL" b="1" dirty="0">
                <a:solidFill>
                  <a:schemeClr val="bg1"/>
                </a:solidFill>
              </a:rPr>
              <a:t> Activity Equivalent (RAE) 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1 µg </a:t>
            </a:r>
            <a:r>
              <a:rPr lang="nl-NL" dirty="0" err="1">
                <a:solidFill>
                  <a:schemeClr val="bg1"/>
                </a:solidFill>
              </a:rPr>
              <a:t>retinol</a:t>
            </a:r>
            <a:endParaRPr lang="nl-N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12 µg </a:t>
            </a:r>
            <a:r>
              <a:rPr lang="nl-NL" dirty="0" err="1">
                <a:solidFill>
                  <a:schemeClr val="bg1"/>
                </a:solidFill>
              </a:rPr>
              <a:t>beta-carotene</a:t>
            </a:r>
            <a:endParaRPr lang="nl-N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24 µg </a:t>
            </a:r>
            <a:r>
              <a:rPr lang="nl-NL" dirty="0" err="1">
                <a:solidFill>
                  <a:schemeClr val="bg1"/>
                </a:solidFill>
              </a:rPr>
              <a:t>alpha-carotene</a:t>
            </a:r>
            <a:endParaRPr lang="nl-N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24 µg </a:t>
            </a:r>
            <a:r>
              <a:rPr lang="nl-NL" dirty="0" err="1">
                <a:solidFill>
                  <a:schemeClr val="bg1"/>
                </a:solidFill>
              </a:rPr>
              <a:t>beta-cryptoxanthin</a:t>
            </a:r>
            <a:endParaRPr lang="nl-NL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812228-AE02-0F39-DC10-276F516A5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404486"/>
              </p:ext>
            </p:extLst>
          </p:nvPr>
        </p:nvGraphicFramePr>
        <p:xfrm>
          <a:off x="765186" y="3676773"/>
          <a:ext cx="4026716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78014">
                  <a:extLst>
                    <a:ext uri="{9D8B030D-6E8A-4147-A177-3AD203B41FA5}">
                      <a16:colId xmlns:a16="http://schemas.microsoft.com/office/drawing/2014/main" val="3462370901"/>
                    </a:ext>
                  </a:extLst>
                </a:gridCol>
                <a:gridCol w="2048702">
                  <a:extLst>
                    <a:ext uri="{9D8B030D-6E8A-4147-A177-3AD203B41FA5}">
                      <a16:colId xmlns:a16="http://schemas.microsoft.com/office/drawing/2014/main" val="4201243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Foods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>
                          <a:solidFill>
                            <a:schemeClr val="bg1"/>
                          </a:solidFill>
                        </a:rPr>
                        <a:t>µg RAE/100 g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04861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nl-NL" b="1" dirty="0" err="1"/>
                        <a:t>Animal-based</a:t>
                      </a:r>
                      <a:endParaRPr lang="nl-NL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nl-N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21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Liver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36,888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964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Liverproducts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Up to 7,980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1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Eel</a:t>
                      </a:r>
                      <a:r>
                        <a:rPr lang="nl-N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88319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Plant-</a:t>
                      </a:r>
                      <a:r>
                        <a:rPr lang="nl-NL" b="1" dirty="0" err="1"/>
                        <a:t>based</a:t>
                      </a:r>
                      <a:endParaRPr lang="nl-NL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nl-N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21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Dried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seaweed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1,624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8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Carrots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1,074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6676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DAC8BED-C73B-D523-F37A-33DDBB6F451B}"/>
              </a:ext>
            </a:extLst>
          </p:cNvPr>
          <p:cNvSpPr txBox="1"/>
          <p:nvPr/>
        </p:nvSpPr>
        <p:spPr>
          <a:xfrm>
            <a:off x="765186" y="3200562"/>
            <a:ext cx="3347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/>
              <a:t>Vitamin</a:t>
            </a:r>
            <a:r>
              <a:rPr lang="nl-NL" b="1" dirty="0"/>
              <a:t> A-</a:t>
            </a:r>
            <a:r>
              <a:rPr lang="nl-NL" b="1" dirty="0" err="1"/>
              <a:t>rich</a:t>
            </a:r>
            <a:r>
              <a:rPr lang="nl-NL" b="1" dirty="0"/>
              <a:t> </a:t>
            </a:r>
            <a:r>
              <a:rPr lang="nl-NL" b="1" dirty="0" err="1"/>
              <a:t>foods</a:t>
            </a:r>
            <a:r>
              <a:rPr lang="nl-NL" b="1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1BA5C7-FBDA-5780-0EB0-42ABE36F50B3}"/>
              </a:ext>
            </a:extLst>
          </p:cNvPr>
          <p:cNvSpPr txBox="1"/>
          <p:nvPr/>
        </p:nvSpPr>
        <p:spPr>
          <a:xfrm>
            <a:off x="7352927" y="3676773"/>
            <a:ext cx="3599993" cy="120032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nl-NL" b="1" dirty="0" err="1">
                <a:solidFill>
                  <a:schemeClr val="bg1"/>
                </a:solidFill>
              </a:rPr>
              <a:t>Estimated</a:t>
            </a:r>
            <a:r>
              <a:rPr lang="nl-NL" b="1" dirty="0">
                <a:solidFill>
                  <a:schemeClr val="bg1"/>
                </a:solidFill>
              </a:rPr>
              <a:t> </a:t>
            </a:r>
            <a:r>
              <a:rPr lang="nl-NL" b="1" dirty="0" err="1">
                <a:solidFill>
                  <a:schemeClr val="bg1"/>
                </a:solidFill>
              </a:rPr>
              <a:t>Average</a:t>
            </a:r>
            <a:r>
              <a:rPr lang="nl-NL" b="1" dirty="0">
                <a:solidFill>
                  <a:schemeClr val="bg1"/>
                </a:solidFill>
              </a:rPr>
              <a:t> </a:t>
            </a:r>
            <a:r>
              <a:rPr lang="nl-NL" b="1" dirty="0" err="1">
                <a:solidFill>
                  <a:schemeClr val="bg1"/>
                </a:solidFill>
              </a:rPr>
              <a:t>Requirement</a:t>
            </a:r>
            <a:r>
              <a:rPr lang="nl-NL" b="1" dirty="0">
                <a:solidFill>
                  <a:schemeClr val="bg1"/>
                </a:solidFill>
              </a:rPr>
              <a:t> (EAR) in NL: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Men: 615 µg RAE/</a:t>
            </a:r>
            <a:r>
              <a:rPr lang="nl-NL" dirty="0" err="1">
                <a:solidFill>
                  <a:schemeClr val="bg1"/>
                </a:solidFill>
              </a:rPr>
              <a:t>day</a:t>
            </a:r>
            <a:endParaRPr lang="nl-N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chemeClr val="bg1"/>
                </a:solidFill>
              </a:rPr>
              <a:t>Women</a:t>
            </a:r>
            <a:r>
              <a:rPr lang="nl-NL" dirty="0">
                <a:solidFill>
                  <a:schemeClr val="bg1"/>
                </a:solidFill>
              </a:rPr>
              <a:t>: 530 µg RAE/</a:t>
            </a:r>
            <a:r>
              <a:rPr lang="nl-NL" dirty="0" err="1">
                <a:solidFill>
                  <a:schemeClr val="bg1"/>
                </a:solidFill>
              </a:rPr>
              <a:t>day</a:t>
            </a:r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89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B92072-4F19-4A1C-BE32-70B3D732C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584634"/>
            <a:ext cx="8409849" cy="4958853"/>
          </a:xfrm>
        </p:spPr>
        <p:txBody>
          <a:bodyPr numCol="1">
            <a:normAutofit/>
          </a:bodyPr>
          <a:lstStyle/>
          <a:p>
            <a:r>
              <a:rPr lang="nl-NL" dirty="0"/>
              <a:t>Food </a:t>
            </a:r>
            <a:r>
              <a:rPr lang="nl-NL" dirty="0" err="1"/>
              <a:t>consumption</a:t>
            </a:r>
            <a:r>
              <a:rPr lang="nl-NL" dirty="0"/>
              <a:t> data </a:t>
            </a:r>
            <a:r>
              <a:rPr lang="nl-NL" dirty="0" err="1"/>
              <a:t>mostly</a:t>
            </a:r>
            <a:r>
              <a:rPr lang="nl-NL" dirty="0"/>
              <a:t> </a:t>
            </a:r>
            <a:r>
              <a:rPr lang="nl-NL" dirty="0" err="1"/>
              <a:t>available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 </a:t>
            </a:r>
            <a:r>
              <a:rPr lang="nl-NL" dirty="0" err="1">
                <a:solidFill>
                  <a:schemeClr val="tx2"/>
                </a:solidFill>
              </a:rPr>
              <a:t>limited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number</a:t>
            </a:r>
            <a:r>
              <a:rPr lang="nl-NL" dirty="0">
                <a:solidFill>
                  <a:schemeClr val="tx2"/>
                </a:solidFill>
              </a:rPr>
              <a:t> of </a:t>
            </a:r>
            <a:r>
              <a:rPr lang="nl-NL" dirty="0" err="1">
                <a:solidFill>
                  <a:schemeClr val="tx2"/>
                </a:solidFill>
              </a:rPr>
              <a:t>days</a:t>
            </a:r>
            <a:endParaRPr lang="nl-NL" dirty="0"/>
          </a:p>
          <a:p>
            <a:pPr lvl="1"/>
            <a:r>
              <a:rPr lang="nl-NL" dirty="0"/>
              <a:t>For </a:t>
            </a:r>
            <a:r>
              <a:rPr lang="nl-NL" dirty="0" err="1"/>
              <a:t>example</a:t>
            </a:r>
            <a:r>
              <a:rPr lang="nl-NL" dirty="0"/>
              <a:t> 24-h </a:t>
            </a:r>
            <a:r>
              <a:rPr lang="nl-NL" dirty="0" err="1"/>
              <a:t>recalls</a:t>
            </a:r>
            <a:r>
              <a:rPr lang="nl-NL" dirty="0"/>
              <a:t> or food records</a:t>
            </a:r>
          </a:p>
          <a:p>
            <a:endParaRPr lang="nl-NL" dirty="0"/>
          </a:p>
          <a:p>
            <a:r>
              <a:rPr lang="nl-NL" dirty="0">
                <a:solidFill>
                  <a:schemeClr val="tx2"/>
                </a:solidFill>
              </a:rPr>
              <a:t>Long term intake </a:t>
            </a:r>
            <a:r>
              <a:rPr lang="nl-NL" dirty="0" err="1">
                <a:solidFill>
                  <a:schemeClr val="tx2"/>
                </a:solidFill>
              </a:rPr>
              <a:t>necessary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comparison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reference</a:t>
            </a:r>
            <a:r>
              <a:rPr lang="nl-NL" dirty="0"/>
              <a:t> </a:t>
            </a:r>
            <a:r>
              <a:rPr lang="nl-NL" dirty="0" err="1"/>
              <a:t>values</a:t>
            </a:r>
            <a:endParaRPr lang="nl-NL" dirty="0"/>
          </a:p>
          <a:p>
            <a:pPr lvl="1"/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assess</a:t>
            </a:r>
            <a:r>
              <a:rPr lang="nl-NL" dirty="0"/>
              <a:t> risk of </a:t>
            </a:r>
            <a:r>
              <a:rPr lang="nl-NL" dirty="0" err="1"/>
              <a:t>vitamin</a:t>
            </a:r>
            <a:r>
              <a:rPr lang="nl-NL" dirty="0"/>
              <a:t> A </a:t>
            </a:r>
            <a:r>
              <a:rPr lang="nl-NL" dirty="0" err="1"/>
              <a:t>inadequacy</a:t>
            </a:r>
            <a:r>
              <a:rPr lang="nl-NL" dirty="0"/>
              <a:t> or </a:t>
            </a:r>
            <a:r>
              <a:rPr lang="nl-NL" dirty="0" err="1"/>
              <a:t>excessive</a:t>
            </a:r>
            <a:r>
              <a:rPr lang="nl-NL" dirty="0"/>
              <a:t> intakes</a:t>
            </a:r>
          </a:p>
          <a:p>
            <a:pPr lvl="1"/>
            <a:endParaRPr lang="nl-NL" dirty="0"/>
          </a:p>
          <a:p>
            <a:r>
              <a:rPr lang="nl-NL" dirty="0" err="1"/>
              <a:t>Therefore</a:t>
            </a:r>
            <a:r>
              <a:rPr lang="nl-NL" dirty="0"/>
              <a:t>, </a:t>
            </a:r>
            <a:r>
              <a:rPr lang="nl-NL" dirty="0" err="1">
                <a:solidFill>
                  <a:schemeClr val="tx2"/>
                </a:solidFill>
              </a:rPr>
              <a:t>use</a:t>
            </a:r>
            <a:r>
              <a:rPr lang="nl-NL" dirty="0">
                <a:solidFill>
                  <a:schemeClr val="tx2"/>
                </a:solidFill>
              </a:rPr>
              <a:t> of program </a:t>
            </a:r>
            <a:r>
              <a:rPr lang="nl-NL" dirty="0" err="1">
                <a:solidFill>
                  <a:schemeClr val="tx2"/>
                </a:solidFill>
              </a:rPr>
              <a:t>to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calculate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habitual</a:t>
            </a:r>
            <a:r>
              <a:rPr lang="nl-NL" dirty="0">
                <a:solidFill>
                  <a:schemeClr val="tx2"/>
                </a:solidFill>
              </a:rPr>
              <a:t> intake </a:t>
            </a:r>
            <a:r>
              <a:rPr lang="nl-NL" dirty="0" err="1"/>
              <a:t>from</a:t>
            </a:r>
            <a:r>
              <a:rPr lang="nl-NL" dirty="0"/>
              <a:t> few short-term data </a:t>
            </a:r>
            <a:r>
              <a:rPr lang="nl-NL" dirty="0" err="1"/>
              <a:t>collections</a:t>
            </a:r>
            <a:endParaRPr lang="nl-NL" dirty="0"/>
          </a:p>
          <a:p>
            <a:pPr lvl="1"/>
            <a:r>
              <a:rPr lang="nl-NL" dirty="0"/>
              <a:t>For </a:t>
            </a:r>
            <a:r>
              <a:rPr lang="nl-NL" dirty="0" err="1"/>
              <a:t>example</a:t>
            </a:r>
            <a:r>
              <a:rPr lang="nl-NL" dirty="0"/>
              <a:t> SPADE </a:t>
            </a:r>
            <a:r>
              <a:rPr lang="nl-NL" baseline="30000" dirty="0"/>
              <a:t>1</a:t>
            </a:r>
            <a:endParaRPr lang="nl-NL" dirty="0"/>
          </a:p>
          <a:p>
            <a:pPr lvl="1"/>
            <a:r>
              <a:rPr lang="nl-NL" dirty="0" err="1"/>
              <a:t>Correction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-person </a:t>
            </a:r>
            <a:r>
              <a:rPr lang="nl-NL" dirty="0" err="1"/>
              <a:t>variation</a:t>
            </a:r>
            <a:endParaRPr lang="nl-NL" dirty="0"/>
          </a:p>
          <a:p>
            <a:pPr lvl="1"/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F8287-6B3C-21C8-60DE-F04E010F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382661" cy="948047"/>
          </a:xfrm>
        </p:spPr>
        <p:txBody>
          <a:bodyPr>
            <a:normAutofit/>
          </a:bodyPr>
          <a:lstStyle/>
          <a:p>
            <a:r>
              <a:rPr lang="nl-NL" dirty="0"/>
              <a:t>Interest in </a:t>
            </a:r>
            <a:r>
              <a:rPr lang="nl-NL" dirty="0" err="1"/>
              <a:t>habitual</a:t>
            </a:r>
            <a:r>
              <a:rPr lang="nl-NL" dirty="0"/>
              <a:t> </a:t>
            </a:r>
            <a:r>
              <a:rPr lang="nl-NL" dirty="0" err="1"/>
              <a:t>vitamin</a:t>
            </a:r>
            <a:r>
              <a:rPr lang="nl-NL" dirty="0"/>
              <a:t> A intake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AD84-F158-25CB-9D4F-7A801FF7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B86A-E5DE-8624-A58B-5C5EDC63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E22A1-781E-1B1F-DFCF-31B6591C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7" name="Picture 6" descr="A black and white logo of a shovel and food&#10;&#10;AI-generated content may be incorrect.">
            <a:extLst>
              <a:ext uri="{FF2B5EF4-FFF2-40B4-BE49-F238E27FC236}">
                <a16:creationId xmlns:a16="http://schemas.microsoft.com/office/drawing/2014/main" id="{5D56CB4C-32FC-C556-6497-441D9937C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219" y="403570"/>
            <a:ext cx="1855295" cy="1855295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E542F0C-25B5-E2EA-2C89-4481B027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94524" y="2600596"/>
            <a:ext cx="3097476" cy="3254986"/>
          </a:xfrm>
          <a:prstGeom prst="rect">
            <a:avLst/>
          </a:prstGeom>
          <a:solidFill>
            <a:schemeClr val="bg1"/>
          </a:solidFill>
          <a:ln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699777-B197-D0B1-5ED0-929271A6E4D1}"/>
              </a:ext>
            </a:extLst>
          </p:cNvPr>
          <p:cNvSpPr txBox="1"/>
          <p:nvPr/>
        </p:nvSpPr>
        <p:spPr>
          <a:xfrm>
            <a:off x="7230036" y="6207596"/>
            <a:ext cx="5003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aseline="30000" dirty="0"/>
              <a:t>1 </a:t>
            </a:r>
            <a:r>
              <a:rPr lang="nl-NL" sz="1100" dirty="0"/>
              <a:t>Dekkers, A. L., et al. (2014). SPADE, a new </a:t>
            </a:r>
            <a:r>
              <a:rPr lang="nl-NL" sz="1100" dirty="0" err="1"/>
              <a:t>statistical</a:t>
            </a:r>
            <a:r>
              <a:rPr lang="nl-NL" sz="1100" dirty="0"/>
              <a:t> program </a:t>
            </a:r>
            <a:r>
              <a:rPr lang="nl-NL" sz="1100" dirty="0" err="1"/>
              <a:t>to</a:t>
            </a:r>
            <a:r>
              <a:rPr lang="nl-NL" sz="1100" dirty="0"/>
              <a:t> </a:t>
            </a:r>
            <a:r>
              <a:rPr lang="nl-NL" sz="1100" dirty="0" err="1"/>
              <a:t>estimate</a:t>
            </a:r>
            <a:r>
              <a:rPr lang="nl-NL" sz="1100" dirty="0"/>
              <a:t> </a:t>
            </a:r>
            <a:r>
              <a:rPr lang="nl-NL" sz="1100" dirty="0" err="1"/>
              <a:t>habitual</a:t>
            </a:r>
            <a:r>
              <a:rPr lang="nl-NL" sz="1100" dirty="0"/>
              <a:t> </a:t>
            </a:r>
            <a:r>
              <a:rPr lang="nl-NL" sz="1100" dirty="0" err="1"/>
              <a:t>dietary</a:t>
            </a:r>
            <a:r>
              <a:rPr lang="nl-NL" sz="1100" dirty="0"/>
              <a:t> intake </a:t>
            </a:r>
            <a:r>
              <a:rPr lang="nl-NL" sz="1100" dirty="0" err="1"/>
              <a:t>from</a:t>
            </a:r>
            <a:r>
              <a:rPr lang="nl-NL" sz="1100" dirty="0"/>
              <a:t> multiple food sources and </a:t>
            </a:r>
            <a:r>
              <a:rPr lang="nl-NL" sz="1100" dirty="0" err="1"/>
              <a:t>dietary</a:t>
            </a:r>
            <a:r>
              <a:rPr lang="nl-NL" sz="1100" dirty="0"/>
              <a:t> </a:t>
            </a:r>
            <a:r>
              <a:rPr lang="nl-NL" sz="1100" dirty="0" err="1"/>
              <a:t>supplements</a:t>
            </a:r>
            <a:r>
              <a:rPr lang="nl-NL" sz="1100" dirty="0"/>
              <a:t>. The Journal of </a:t>
            </a:r>
            <a:r>
              <a:rPr lang="nl-NL" sz="1100" dirty="0" err="1"/>
              <a:t>nutrition</a:t>
            </a:r>
            <a:r>
              <a:rPr lang="nl-NL" sz="1100" dirty="0"/>
              <a:t>, 144(12), 2083-2091.</a:t>
            </a:r>
          </a:p>
        </p:txBody>
      </p:sp>
    </p:spTree>
    <p:extLst>
      <p:ext uri="{BB962C8B-B14F-4D97-AF65-F5344CB8AC3E}">
        <p14:creationId xmlns:p14="http://schemas.microsoft.com/office/powerpoint/2010/main" val="188407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B6C18D-6346-D8E9-168F-1957E69AD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357192"/>
            <a:ext cx="10923588" cy="4628633"/>
          </a:xfrm>
        </p:spPr>
        <p:txBody>
          <a:bodyPr numCol="1"/>
          <a:lstStyle/>
          <a:p>
            <a:r>
              <a:rPr lang="nl-NL" dirty="0"/>
              <a:t>1-part model: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compounds</a:t>
            </a:r>
            <a:r>
              <a:rPr lang="nl-NL" dirty="0"/>
              <a:t> </a:t>
            </a:r>
            <a:r>
              <a:rPr lang="nl-NL" dirty="0" err="1"/>
              <a:t>consumed</a:t>
            </a:r>
            <a:r>
              <a:rPr lang="nl-NL" dirty="0"/>
              <a:t> on a </a:t>
            </a:r>
            <a:r>
              <a:rPr lang="nl-NL" dirty="0" err="1"/>
              <a:t>daily</a:t>
            </a:r>
            <a:r>
              <a:rPr lang="nl-NL" dirty="0"/>
              <a:t> basis </a:t>
            </a:r>
            <a:r>
              <a:rPr lang="nl-NL" dirty="0" err="1"/>
              <a:t>by</a:t>
            </a:r>
            <a:r>
              <a:rPr lang="nl-NL" dirty="0"/>
              <a:t> (</a:t>
            </a:r>
            <a:r>
              <a:rPr lang="nl-NL" dirty="0" err="1"/>
              <a:t>virtually</a:t>
            </a:r>
            <a:r>
              <a:rPr lang="nl-NL" dirty="0"/>
              <a:t>) </a:t>
            </a:r>
            <a:r>
              <a:rPr lang="nl-NL" dirty="0" err="1"/>
              <a:t>everyone</a:t>
            </a:r>
            <a:r>
              <a:rPr lang="nl-NL" dirty="0"/>
              <a:t> (e.g. </a:t>
            </a:r>
            <a:r>
              <a:rPr lang="nl-NL" dirty="0" err="1"/>
              <a:t>vitamins</a:t>
            </a:r>
            <a:r>
              <a:rPr lang="nl-NL" dirty="0"/>
              <a:t> and </a:t>
            </a:r>
            <a:r>
              <a:rPr lang="nl-NL" dirty="0" err="1"/>
              <a:t>minerals</a:t>
            </a:r>
            <a:r>
              <a:rPr lang="nl-NL" dirty="0"/>
              <a:t>)</a:t>
            </a:r>
          </a:p>
          <a:p>
            <a:r>
              <a:rPr lang="nl-NL" dirty="0"/>
              <a:t>But, 1-part model </a:t>
            </a:r>
            <a:r>
              <a:rPr lang="nl-NL" dirty="0" err="1"/>
              <a:t>fails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meet SPADE </a:t>
            </a:r>
            <a:r>
              <a:rPr lang="nl-NL" dirty="0" err="1"/>
              <a:t>assumptions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vitamin</a:t>
            </a:r>
            <a:r>
              <a:rPr lang="nl-NL" dirty="0"/>
              <a:t> A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CE073E2-6022-1773-3F48-1EAA8F51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42456"/>
            <a:ext cx="11351352" cy="948047"/>
          </a:xfrm>
        </p:spPr>
        <p:txBody>
          <a:bodyPr>
            <a:normAutofit/>
          </a:bodyPr>
          <a:lstStyle/>
          <a:p>
            <a:r>
              <a:rPr lang="nl-NL" dirty="0" err="1"/>
              <a:t>Use</a:t>
            </a:r>
            <a:r>
              <a:rPr lang="nl-NL" dirty="0"/>
              <a:t> of 1-part model </a:t>
            </a:r>
            <a:r>
              <a:rPr lang="nl-NL" dirty="0" err="1"/>
              <a:t>to</a:t>
            </a:r>
            <a:r>
              <a:rPr lang="nl-NL" dirty="0"/>
              <a:t> model </a:t>
            </a:r>
            <a:r>
              <a:rPr lang="nl-NL" dirty="0" err="1"/>
              <a:t>vitamin</a:t>
            </a:r>
            <a:r>
              <a:rPr lang="nl-NL" dirty="0"/>
              <a:t> A intakes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F7F21-7A1C-2B57-9319-2E060B2E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Titel | Date_Text</a:t>
            </a:r>
            <a:endParaRPr lang="nl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8FDCA-B4FF-F167-8F85-11007D30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D97C4-9BED-11B7-0A1C-0BD40B6C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A785-64EA-4B8F-81CD-7A67EAD0729B}" type="slidenum">
              <a:rPr lang="nl-NL" smtClean="0"/>
              <a:pPr/>
              <a:t>6</a:t>
            </a:fld>
            <a:endParaRPr lang="nl-NL"/>
          </a:p>
        </p:txBody>
      </p:sp>
      <p:pic>
        <p:nvPicPr>
          <p:cNvPr id="10" name="Content Placeholder 7" descr="A graph showing the value of model&#10;&#10;AI-generated content may be incorrect.">
            <a:extLst>
              <a:ext uri="{FF2B5EF4-FFF2-40B4-BE49-F238E27FC236}">
                <a16:creationId xmlns:a16="http://schemas.microsoft.com/office/drawing/2014/main" id="{6794FDD4-9239-E28C-060C-F6CD76CF1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73"/>
          <a:stretch/>
        </p:blipFill>
        <p:spPr>
          <a:xfrm>
            <a:off x="202377" y="3179030"/>
            <a:ext cx="4281488" cy="3678970"/>
          </a:xfrm>
          <a:prstGeom prst="rect">
            <a:avLst/>
          </a:prstGeom>
          <a:noFill/>
        </p:spPr>
      </p:pic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527997DC-B5E7-7E80-D313-5567076CEA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0331381"/>
              </p:ext>
            </p:extLst>
          </p:nvPr>
        </p:nvGraphicFramePr>
        <p:xfrm>
          <a:off x="4483865" y="3130302"/>
          <a:ext cx="7579605" cy="3291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66092">
                  <a:extLst>
                    <a:ext uri="{9D8B030D-6E8A-4147-A177-3AD203B41FA5}">
                      <a16:colId xmlns:a16="http://schemas.microsoft.com/office/drawing/2014/main" val="1394074540"/>
                    </a:ext>
                  </a:extLst>
                </a:gridCol>
                <a:gridCol w="2214390">
                  <a:extLst>
                    <a:ext uri="{9D8B030D-6E8A-4147-A177-3AD203B41FA5}">
                      <a16:colId xmlns:a16="http://schemas.microsoft.com/office/drawing/2014/main" val="24365983"/>
                    </a:ext>
                  </a:extLst>
                </a:gridCol>
                <a:gridCol w="2080580">
                  <a:extLst>
                    <a:ext uri="{9D8B030D-6E8A-4147-A177-3AD203B41FA5}">
                      <a16:colId xmlns:a16="http://schemas.microsoft.com/office/drawing/2014/main" val="839901242"/>
                    </a:ext>
                  </a:extLst>
                </a:gridCol>
                <a:gridCol w="1918543">
                  <a:extLst>
                    <a:ext uri="{9D8B030D-6E8A-4147-A177-3AD203B41FA5}">
                      <a16:colId xmlns:a16="http://schemas.microsoft.com/office/drawing/2014/main" val="918616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b="1" dirty="0"/>
                        <a:t>Model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b="1" dirty="0" err="1"/>
                        <a:t>Lambda</a:t>
                      </a:r>
                      <a:r>
                        <a:rPr lang="nl-NL" b="1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b="1" dirty="0"/>
                        <a:t>Box-Cox </a:t>
                      </a:r>
                      <a:r>
                        <a:rPr lang="nl-NL" b="1" dirty="0" err="1"/>
                        <a:t>transformation</a:t>
                      </a:r>
                      <a:endParaRPr lang="nl-NL" b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Ratio </a:t>
                      </a:r>
                    </a:p>
                    <a:p>
                      <a:r>
                        <a:rPr lang="nl-NL" b="1" dirty="0" err="1"/>
                        <a:t>within-between</a:t>
                      </a:r>
                      <a:r>
                        <a:rPr lang="nl-NL" b="1" dirty="0"/>
                        <a:t> </a:t>
                      </a:r>
                      <a:r>
                        <a:rPr lang="nl-NL" b="1" dirty="0" err="1"/>
                        <a:t>variance</a:t>
                      </a:r>
                      <a:endParaRPr lang="nl-NL" b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% of </a:t>
                      </a:r>
                      <a:r>
                        <a:rPr lang="nl-NL" b="1" dirty="0" err="1"/>
                        <a:t>difference</a:t>
                      </a:r>
                      <a:r>
                        <a:rPr lang="nl-NL" b="1" dirty="0"/>
                        <a:t> </a:t>
                      </a:r>
                      <a:r>
                        <a:rPr lang="nl-NL" b="1" dirty="0" err="1"/>
                        <a:t>mean</a:t>
                      </a:r>
                      <a:r>
                        <a:rPr lang="nl-NL" b="1" dirty="0"/>
                        <a:t> (</a:t>
                      </a:r>
                      <a:r>
                        <a:rPr lang="nl-NL" b="1" dirty="0" err="1"/>
                        <a:t>observed</a:t>
                      </a:r>
                      <a:r>
                        <a:rPr lang="nl-NL" b="1" dirty="0"/>
                        <a:t> </a:t>
                      </a:r>
                      <a:r>
                        <a:rPr lang="nl-NL" b="1" dirty="0" err="1"/>
                        <a:t>vs</a:t>
                      </a:r>
                      <a:r>
                        <a:rPr lang="nl-NL" b="1" dirty="0"/>
                        <a:t> </a:t>
                      </a:r>
                      <a:r>
                        <a:rPr lang="nl-NL" b="1" dirty="0" err="1"/>
                        <a:t>habitual</a:t>
                      </a:r>
                      <a:r>
                        <a:rPr lang="nl-NL" b="1" dirty="0"/>
                        <a:t>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7458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b="1" dirty="0" err="1"/>
                        <a:t>Assumed</a:t>
                      </a:r>
                      <a:endParaRPr lang="nl-N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0-1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0.25-4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1-part model: </a:t>
                      </a:r>
                    </a:p>
                    <a:p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</a:t>
                      </a:r>
                    </a:p>
                    <a:p>
                      <a:r>
                        <a:rPr lang="nl-NL" dirty="0"/>
                        <a:t>-5% – 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3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b="1" dirty="0"/>
                        <a:t>1-part model</a:t>
                      </a:r>
                    </a:p>
                    <a:p>
                      <a:endParaRPr lang="nl-N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2400" b="1" dirty="0">
                          <a:solidFill>
                            <a:srgbClr val="FF0000"/>
                          </a:solidFill>
                        </a:rPr>
                        <a:t>-0.024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2400" b="1" dirty="0">
                          <a:solidFill>
                            <a:srgbClr val="00B050"/>
                          </a:solidFill>
                        </a:rPr>
                        <a:t>1.93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2400" b="1" dirty="0">
                          <a:solidFill>
                            <a:srgbClr val="FF0000"/>
                          </a:solidFill>
                        </a:rPr>
                        <a:t>-8.4%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30576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9937A96-B441-CCF7-A149-D0154D04B836}"/>
              </a:ext>
            </a:extLst>
          </p:cNvPr>
          <p:cNvSpPr txBox="1"/>
          <p:nvPr/>
        </p:nvSpPr>
        <p:spPr>
          <a:xfrm>
            <a:off x="633412" y="2676868"/>
            <a:ext cx="3547431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QQ plot of </a:t>
            </a:r>
            <a:r>
              <a:rPr lang="nl-NL" dirty="0" err="1">
                <a:solidFill>
                  <a:schemeClr val="bg1"/>
                </a:solidFill>
              </a:rPr>
              <a:t>residuals</a:t>
            </a:r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69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49651-CB49-1698-EEA3-BFB4EDB5C0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4999" y="1487277"/>
            <a:ext cx="7012284" cy="1941723"/>
          </a:xfrm>
        </p:spPr>
        <p:txBody>
          <a:bodyPr numCol="1">
            <a:normAutofit/>
          </a:bodyPr>
          <a:lstStyle/>
          <a:p>
            <a:r>
              <a:rPr lang="nl-NL" dirty="0">
                <a:solidFill>
                  <a:schemeClr val="tx2"/>
                </a:solidFill>
              </a:rPr>
              <a:t>Few users </a:t>
            </a:r>
            <a:r>
              <a:rPr lang="nl-NL" dirty="0" err="1">
                <a:solidFill>
                  <a:schemeClr val="tx2"/>
                </a:solidFill>
              </a:rPr>
              <a:t>with</a:t>
            </a:r>
            <a:r>
              <a:rPr lang="nl-NL" dirty="0">
                <a:solidFill>
                  <a:schemeClr val="tx2"/>
                </a:solidFill>
              </a:rPr>
              <a:t> extreme (but </a:t>
            </a:r>
            <a:r>
              <a:rPr lang="nl-NL" dirty="0" err="1">
                <a:solidFill>
                  <a:schemeClr val="tx2"/>
                </a:solidFill>
              </a:rPr>
              <a:t>realistic</a:t>
            </a:r>
            <a:r>
              <a:rPr lang="nl-NL" dirty="0">
                <a:solidFill>
                  <a:schemeClr val="tx2"/>
                </a:solidFill>
              </a:rPr>
              <a:t>!) </a:t>
            </a:r>
            <a:r>
              <a:rPr lang="nl-NL" dirty="0" err="1">
                <a:solidFill>
                  <a:schemeClr val="tx2"/>
                </a:solidFill>
              </a:rPr>
              <a:t>vitamin</a:t>
            </a:r>
            <a:r>
              <a:rPr lang="nl-NL" dirty="0">
                <a:solidFill>
                  <a:schemeClr val="tx2"/>
                </a:solidFill>
              </a:rPr>
              <a:t> A intake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liver</a:t>
            </a:r>
            <a:endParaRPr lang="nl-NL" dirty="0"/>
          </a:p>
          <a:p>
            <a:pPr lvl="1"/>
            <a:r>
              <a:rPr lang="nl-NL" dirty="0"/>
              <a:t>N ≈ 10 </a:t>
            </a:r>
            <a:r>
              <a:rPr lang="nl-NL" dirty="0" err="1"/>
              <a:t>within</a:t>
            </a:r>
            <a:r>
              <a:rPr lang="nl-NL" dirty="0"/>
              <a:t> Dutch National Food </a:t>
            </a:r>
            <a:r>
              <a:rPr lang="nl-NL" dirty="0" err="1"/>
              <a:t>Consumption</a:t>
            </a:r>
            <a:r>
              <a:rPr lang="nl-NL" dirty="0"/>
              <a:t> </a:t>
            </a:r>
            <a:r>
              <a:rPr lang="nl-NL" dirty="0" err="1"/>
              <a:t>Surveys</a:t>
            </a:r>
            <a:endParaRPr lang="nl-NL" dirty="0"/>
          </a:p>
          <a:p>
            <a:pPr lvl="1"/>
            <a:r>
              <a:rPr lang="nl-NL" dirty="0" err="1"/>
              <a:t>Consumption</a:t>
            </a:r>
            <a:r>
              <a:rPr lang="nl-NL" dirty="0"/>
              <a:t> on </a:t>
            </a:r>
            <a:r>
              <a:rPr lang="nl-NL" dirty="0" err="1"/>
              <a:t>only</a:t>
            </a:r>
            <a:r>
              <a:rPr lang="nl-NL" dirty="0"/>
              <a:t> 1 </a:t>
            </a:r>
            <a:r>
              <a:rPr lang="nl-NL" dirty="0" err="1"/>
              <a:t>recall</a:t>
            </a:r>
            <a:r>
              <a:rPr lang="nl-NL" dirty="0"/>
              <a:t> </a:t>
            </a:r>
            <a:r>
              <a:rPr lang="nl-NL" dirty="0" err="1"/>
              <a:t>day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C0B2FA-4FD4-B09A-B6D2-69666E8A7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9" y="314512"/>
            <a:ext cx="10293733" cy="948047"/>
          </a:xfrm>
        </p:spPr>
        <p:txBody>
          <a:bodyPr anchor="b">
            <a:normAutofit/>
          </a:bodyPr>
          <a:lstStyle/>
          <a:p>
            <a:r>
              <a:rPr lang="nl-NL" dirty="0">
                <a:solidFill>
                  <a:schemeClr val="tx2"/>
                </a:solidFill>
              </a:rPr>
              <a:t>Extreme </a:t>
            </a:r>
            <a:r>
              <a:rPr lang="nl-NL" dirty="0" err="1">
                <a:solidFill>
                  <a:schemeClr val="tx2"/>
                </a:solidFill>
              </a:rPr>
              <a:t>vitamin</a:t>
            </a:r>
            <a:r>
              <a:rPr lang="nl-NL" dirty="0">
                <a:solidFill>
                  <a:schemeClr val="tx2"/>
                </a:solidFill>
              </a:rPr>
              <a:t> A intakes</a:t>
            </a:r>
            <a:endParaRPr lang="nl-NL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062158F-0C25-148C-9425-4C8267BA1504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35000" y="6543488"/>
            <a:ext cx="5003800" cy="264272"/>
          </a:xfrm>
        </p:spPr>
        <p:txBody>
          <a:bodyPr/>
          <a:lstStyle/>
          <a:p>
            <a:endParaRPr lang="nl-NL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32752788-C2EC-A664-C9EB-DE9EA72ACE5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35000" y="6221413"/>
            <a:ext cx="5003800" cy="32207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F09A9-AA06-1F67-2310-2FD051FE13D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6553199" y="6221413"/>
            <a:ext cx="5005389" cy="32207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10A0A6AF-03C5-477E-939A-E28F7E7F05EA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 dirty="0"/>
          </a:p>
        </p:txBody>
      </p:sp>
      <p:pic>
        <p:nvPicPr>
          <p:cNvPr id="5" name="Picture 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B7F09FD2-1861-BDCC-B1C6-D9EA407CFE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7"/>
          <a:stretch/>
        </p:blipFill>
        <p:spPr>
          <a:xfrm>
            <a:off x="7559681" y="2223488"/>
            <a:ext cx="4786556" cy="43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9E771-D3BC-0472-4D9E-949BD8E6291D}"/>
              </a:ext>
            </a:extLst>
          </p:cNvPr>
          <p:cNvSpPr txBox="1"/>
          <p:nvPr/>
        </p:nvSpPr>
        <p:spPr>
          <a:xfrm rot="16200000">
            <a:off x="7020501" y="4098864"/>
            <a:ext cx="10783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 err="1"/>
              <a:t>Density</a:t>
            </a:r>
            <a:endParaRPr lang="nl-NL" dirty="0"/>
          </a:p>
        </p:txBody>
      </p:sp>
      <p:pic>
        <p:nvPicPr>
          <p:cNvPr id="7" name="Picture 6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9B236651-96E8-CCDC-31B6-BC28248AE9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43" t="76220" r="6814" b="5793"/>
          <a:stretch/>
        </p:blipFill>
        <p:spPr>
          <a:xfrm>
            <a:off x="4407462" y="1565299"/>
            <a:ext cx="5733176" cy="2621112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78FFBDB-40DA-E912-6FE7-C963229CC362}"/>
              </a:ext>
            </a:extLst>
          </p:cNvPr>
          <p:cNvGrpSpPr/>
          <p:nvPr/>
        </p:nvGrpSpPr>
        <p:grpSpPr>
          <a:xfrm>
            <a:off x="4594034" y="1714876"/>
            <a:ext cx="5182653" cy="664767"/>
            <a:chOff x="4594034" y="1714876"/>
            <a:chExt cx="5182653" cy="664767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5EBAD8B-A7F9-2851-79D3-7583AA02853D}"/>
                </a:ext>
              </a:extLst>
            </p:cNvPr>
            <p:cNvCxnSpPr/>
            <p:nvPr/>
          </p:nvCxnSpPr>
          <p:spPr>
            <a:xfrm>
              <a:off x="4594034" y="1718631"/>
              <a:ext cx="0" cy="661012"/>
            </a:xfrm>
            <a:prstGeom prst="straightConnector1">
              <a:avLst/>
            </a:prstGeom>
            <a:ln w="571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D4D6343-6DA6-32EA-FFC6-646D63E3BC17}"/>
                </a:ext>
              </a:extLst>
            </p:cNvPr>
            <p:cNvCxnSpPr/>
            <p:nvPr/>
          </p:nvCxnSpPr>
          <p:spPr>
            <a:xfrm>
              <a:off x="4977788" y="1714876"/>
              <a:ext cx="0" cy="661012"/>
            </a:xfrm>
            <a:prstGeom prst="straightConnector1">
              <a:avLst/>
            </a:prstGeom>
            <a:ln w="571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2FE3B9-B282-8634-2D6A-2C185F9E40C1}"/>
                </a:ext>
              </a:extLst>
            </p:cNvPr>
            <p:cNvCxnSpPr/>
            <p:nvPr/>
          </p:nvCxnSpPr>
          <p:spPr>
            <a:xfrm>
              <a:off x="9439620" y="1714876"/>
              <a:ext cx="0" cy="661012"/>
            </a:xfrm>
            <a:prstGeom prst="straightConnector1">
              <a:avLst/>
            </a:prstGeom>
            <a:ln w="571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1D07F47-4455-92CA-6ECD-8E14E116B400}"/>
                </a:ext>
              </a:extLst>
            </p:cNvPr>
            <p:cNvCxnSpPr/>
            <p:nvPr/>
          </p:nvCxnSpPr>
          <p:spPr>
            <a:xfrm>
              <a:off x="9776687" y="1714876"/>
              <a:ext cx="0" cy="661012"/>
            </a:xfrm>
            <a:prstGeom prst="straightConnector1">
              <a:avLst/>
            </a:prstGeom>
            <a:ln w="571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2FF20738-3311-FEF3-BDE6-56D29CD98944}"/>
              </a:ext>
            </a:extLst>
          </p:cNvPr>
          <p:cNvSpPr txBox="1">
            <a:spLocks/>
          </p:cNvSpPr>
          <p:nvPr/>
        </p:nvSpPr>
        <p:spPr>
          <a:xfrm>
            <a:off x="634999" y="3578576"/>
            <a:ext cx="7012284" cy="2961795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10000"/>
          </a:bodyPr>
          <a:lstStyle>
            <a:lvl1pPr marL="316800" indent="-3168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000" indent="-316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6800" indent="-3168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0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768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Verdana" panose="020B060403050404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00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72000" indent="-7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25000"/>
              <a:buFont typeface="Verdana" panose="020B0604030504040204" pitchFamily="34" charset="0"/>
              <a:buChar char=" "/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72000" indent="-7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25000"/>
              <a:buFont typeface="Verdana" panose="020B0604030504040204" pitchFamily="34" charset="0"/>
              <a:buChar char=" "/>
              <a:defRPr sz="12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6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2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Vitamin</a:t>
            </a:r>
            <a:r>
              <a:rPr lang="nl-NL" dirty="0"/>
              <a:t> A intake </a:t>
            </a:r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have </a:t>
            </a:r>
            <a:r>
              <a:rPr lang="nl-NL" dirty="0">
                <a:solidFill>
                  <a:schemeClr val="tx2"/>
                </a:solidFill>
              </a:rPr>
              <a:t>multiple sources</a:t>
            </a:r>
            <a:r>
              <a:rPr lang="nl-NL" dirty="0"/>
              <a:t> and </a:t>
            </a:r>
            <a:r>
              <a:rPr lang="nl-NL" dirty="0" err="1"/>
              <a:t>liver</a:t>
            </a:r>
            <a:r>
              <a:rPr lang="nl-NL" dirty="0"/>
              <a:t> </a:t>
            </a:r>
            <a:r>
              <a:rPr lang="nl-NL" dirty="0" err="1"/>
              <a:t>consumption</a:t>
            </a:r>
            <a:r>
              <a:rPr lang="nl-NL" dirty="0"/>
              <a:t> </a:t>
            </a:r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>
                <a:solidFill>
                  <a:schemeClr val="tx2"/>
                </a:solidFill>
              </a:rPr>
              <a:t>episodical</a:t>
            </a:r>
            <a:endParaRPr lang="nl-NL" dirty="0">
              <a:solidFill>
                <a:schemeClr val="tx2"/>
              </a:solidFill>
            </a:endParaRPr>
          </a:p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available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SPADE</a:t>
            </a:r>
          </a:p>
          <a:p>
            <a:pPr lvl="1"/>
            <a:r>
              <a:rPr lang="nl-NL" dirty="0"/>
              <a:t>2-part: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compounds</a:t>
            </a:r>
            <a:r>
              <a:rPr lang="nl-NL" dirty="0"/>
              <a:t> </a:t>
            </a:r>
            <a:r>
              <a:rPr lang="nl-NL" dirty="0" err="1"/>
              <a:t>consumed</a:t>
            </a:r>
            <a:r>
              <a:rPr lang="nl-NL" dirty="0"/>
              <a:t> </a:t>
            </a:r>
            <a:r>
              <a:rPr lang="nl-NL" dirty="0" err="1"/>
              <a:t>episodically</a:t>
            </a:r>
            <a:r>
              <a:rPr lang="nl-NL" dirty="0"/>
              <a:t> and/or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everyone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population</a:t>
            </a:r>
            <a:endParaRPr lang="nl-NL" dirty="0"/>
          </a:p>
          <a:p>
            <a:pPr lvl="1"/>
            <a:r>
              <a:rPr lang="nl-NL" dirty="0"/>
              <a:t>Multipart: </a:t>
            </a:r>
            <a:r>
              <a:rPr lang="nl-NL" dirty="0" err="1"/>
              <a:t>for</a:t>
            </a:r>
            <a:r>
              <a:rPr lang="nl-NL" dirty="0"/>
              <a:t> intake </a:t>
            </a:r>
            <a:r>
              <a:rPr lang="nl-NL" dirty="0" err="1"/>
              <a:t>from</a:t>
            </a:r>
            <a:r>
              <a:rPr lang="nl-NL" dirty="0"/>
              <a:t> 2 or more sources</a:t>
            </a:r>
          </a:p>
          <a:p>
            <a:r>
              <a:rPr lang="nl-NL" dirty="0"/>
              <a:t>But, </a:t>
            </a:r>
            <a:r>
              <a:rPr lang="nl-NL" dirty="0" err="1"/>
              <a:t>too</a:t>
            </a:r>
            <a:r>
              <a:rPr lang="nl-NL" dirty="0"/>
              <a:t> few </a:t>
            </a:r>
            <a:r>
              <a:rPr lang="nl-NL" dirty="0" err="1"/>
              <a:t>liver</a:t>
            </a:r>
            <a:r>
              <a:rPr lang="nl-NL" dirty="0"/>
              <a:t> users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separately</a:t>
            </a:r>
            <a:r>
              <a:rPr lang="nl-NL" dirty="0"/>
              <a:t> model </a:t>
            </a:r>
            <a:r>
              <a:rPr lang="nl-NL" dirty="0" err="1"/>
              <a:t>liver</a:t>
            </a:r>
            <a:r>
              <a:rPr lang="nl-NL" dirty="0"/>
              <a:t> intake </a:t>
            </a:r>
            <a:r>
              <a:rPr lang="nl-NL" dirty="0" err="1"/>
              <a:t>using</a:t>
            </a:r>
            <a:r>
              <a:rPr lang="nl-NL" dirty="0"/>
              <a:t> these </a:t>
            </a:r>
            <a:r>
              <a:rPr lang="nl-NL" dirty="0" err="1"/>
              <a:t>models</a:t>
            </a:r>
            <a:endParaRPr lang="nl-NL" dirty="0"/>
          </a:p>
          <a:p>
            <a:pPr marL="0" indent="0">
              <a:buFont typeface="Verdana" panose="020B0604030504040204" pitchFamily="34" charset="0"/>
              <a:buNone/>
            </a:pPr>
            <a:endParaRPr lang="nl-NL" dirty="0"/>
          </a:p>
          <a:p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F8EC9-C81B-3E0E-ADA8-65FB6931C0B9}"/>
              </a:ext>
            </a:extLst>
          </p:cNvPr>
          <p:cNvSpPr txBox="1"/>
          <p:nvPr/>
        </p:nvSpPr>
        <p:spPr>
          <a:xfrm>
            <a:off x="9439620" y="6171039"/>
            <a:ext cx="178031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/>
              <a:t>µg RAE/</a:t>
            </a:r>
            <a:r>
              <a:rPr lang="nl-NL" dirty="0" err="1"/>
              <a:t>day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889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F0B8C90-7622-C32E-7C1A-7BE397CC4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US" dirty="0"/>
              <a:t>To explore the </a:t>
            </a:r>
            <a:r>
              <a:rPr lang="en-US" dirty="0">
                <a:solidFill>
                  <a:schemeClr val="tx2"/>
                </a:solidFill>
              </a:rPr>
              <a:t>optimal solution for modelling habitual A intake </a:t>
            </a:r>
            <a:r>
              <a:rPr lang="en-US" dirty="0"/>
              <a:t>in the Dutch National Food Consumption Survey using SPADE</a:t>
            </a:r>
            <a:r>
              <a:rPr lang="en-US" i="1" dirty="0"/>
              <a:t> </a:t>
            </a:r>
            <a:endParaRPr lang="en-US" dirty="0"/>
          </a:p>
          <a:p>
            <a:pPr lvl="1"/>
            <a:r>
              <a:rPr lang="en-US" dirty="0">
                <a:solidFill>
                  <a:schemeClr val="tx2"/>
                </a:solidFill>
              </a:rPr>
              <a:t>Compare the new distribution of habitual intake </a:t>
            </a:r>
            <a:r>
              <a:rPr lang="en-US" dirty="0"/>
              <a:t>to the 1-part model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2542136-5FF3-B10D-31A7-FBE9BA44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Objectives</a:t>
            </a:r>
            <a:endParaRPr lang="nl-NL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5C99B-1AAA-14D5-2FA7-E3A15A2F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D322B-508C-BD7E-BFE3-D09E9C0E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9E956-0098-C18D-6340-ECED795E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049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B17B21-9C21-0B35-F898-71C0F6357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322635"/>
            <a:ext cx="10923588" cy="3931928"/>
          </a:xfrm>
        </p:spPr>
        <p:txBody>
          <a:bodyPr numCol="1"/>
          <a:lstStyle/>
          <a:p>
            <a:r>
              <a:rPr lang="nl-NL" dirty="0"/>
              <a:t>1,072 men, 18-79 y</a:t>
            </a:r>
          </a:p>
          <a:p>
            <a:r>
              <a:rPr lang="nl-NL" dirty="0"/>
              <a:t>2x 24 h </a:t>
            </a:r>
            <a:r>
              <a:rPr lang="nl-NL" dirty="0" err="1"/>
              <a:t>recall</a:t>
            </a:r>
            <a:r>
              <a:rPr lang="nl-NL" dirty="0"/>
              <a:t> on non-</a:t>
            </a:r>
            <a:r>
              <a:rPr lang="nl-NL" dirty="0" err="1"/>
              <a:t>consecutive</a:t>
            </a:r>
            <a:r>
              <a:rPr lang="nl-NL" dirty="0"/>
              <a:t> </a:t>
            </a:r>
            <a:r>
              <a:rPr lang="nl-NL" dirty="0" err="1"/>
              <a:t>days</a:t>
            </a:r>
            <a:r>
              <a:rPr lang="nl-NL" dirty="0"/>
              <a:t> (=2,144 </a:t>
            </a:r>
            <a:r>
              <a:rPr lang="nl-NL" dirty="0" err="1"/>
              <a:t>recall</a:t>
            </a:r>
            <a:r>
              <a:rPr lang="nl-NL" dirty="0"/>
              <a:t> </a:t>
            </a:r>
            <a:r>
              <a:rPr lang="nl-NL" dirty="0" err="1"/>
              <a:t>days</a:t>
            </a:r>
            <a:r>
              <a:rPr lang="nl-NL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39453C-5984-CFD9-6189-A1D0FC22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Focus: adult men </a:t>
            </a:r>
            <a:r>
              <a:rPr lang="nl-NL" dirty="0" err="1"/>
              <a:t>within</a:t>
            </a:r>
            <a:r>
              <a:rPr lang="nl-NL" dirty="0"/>
              <a:t> DNFCS 2012-2016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A3C9E-DABC-2D3A-79C4-7CB36709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FBCA4-A808-2F68-2026-0F565067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9415E-D3D4-3C8F-7ACE-7BFB281A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9</a:t>
            </a:fld>
            <a:endParaRPr lang="nl-N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6A7CDA-7ABE-1927-C5D6-AC3BCCE18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941823"/>
              </p:ext>
            </p:extLst>
          </p:nvPr>
        </p:nvGraphicFramePr>
        <p:xfrm>
          <a:off x="1233889" y="3937221"/>
          <a:ext cx="8220433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05918">
                  <a:extLst>
                    <a:ext uri="{9D8B030D-6E8A-4147-A177-3AD203B41FA5}">
                      <a16:colId xmlns:a16="http://schemas.microsoft.com/office/drawing/2014/main" val="72333533"/>
                    </a:ext>
                  </a:extLst>
                </a:gridCol>
                <a:gridCol w="965054">
                  <a:extLst>
                    <a:ext uri="{9D8B030D-6E8A-4147-A177-3AD203B41FA5}">
                      <a16:colId xmlns:a16="http://schemas.microsoft.com/office/drawing/2014/main" val="1693053354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982085427"/>
                    </a:ext>
                  </a:extLst>
                </a:gridCol>
                <a:gridCol w="4226339">
                  <a:extLst>
                    <a:ext uri="{9D8B030D-6E8A-4147-A177-3AD203B41FA5}">
                      <a16:colId xmlns:a16="http://schemas.microsoft.com/office/drawing/2014/main" val="2737402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</a:rPr>
                        <a:t>µg RAE/</a:t>
                      </a:r>
                      <a:r>
                        <a:rPr lang="nl-NL" dirty="0" err="1">
                          <a:solidFill>
                            <a:schemeClr val="bg1"/>
                          </a:solidFill>
                        </a:rPr>
                        <a:t>recall</a:t>
                      </a:r>
                      <a:r>
                        <a:rPr lang="nl-NL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nl-NL" dirty="0" err="1">
                          <a:solidFill>
                            <a:schemeClr val="bg1"/>
                          </a:solidFill>
                        </a:rPr>
                        <a:t>day</a:t>
                      </a:r>
                      <a:r>
                        <a:rPr lang="nl-NL" dirty="0">
                          <a:solidFill>
                            <a:schemeClr val="bg1"/>
                          </a:solidFill>
                        </a:rPr>
                        <a:t> (min-max)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56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Liver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17,378-32,585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7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products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2,144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17 – 3,652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78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0B427E-5617-4740-8B2E-7BF3A6D29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476261"/>
            <a:ext cx="10923588" cy="4745152"/>
          </a:xfrm>
        </p:spPr>
        <p:txBody>
          <a:bodyPr numCol="1">
            <a:normAutofit/>
          </a:bodyPr>
          <a:lstStyle/>
          <a:p>
            <a:r>
              <a:rPr lang="nl-NL" dirty="0" err="1"/>
              <a:t>Identification</a:t>
            </a:r>
            <a:r>
              <a:rPr lang="nl-NL" dirty="0"/>
              <a:t> of food </a:t>
            </a:r>
            <a:r>
              <a:rPr lang="nl-NL" dirty="0" err="1"/>
              <a:t>groups</a:t>
            </a:r>
            <a:r>
              <a:rPr lang="nl-NL" dirty="0"/>
              <a:t> </a:t>
            </a:r>
            <a:r>
              <a:rPr lang="nl-NL" dirty="0" err="1"/>
              <a:t>rich</a:t>
            </a:r>
            <a:r>
              <a:rPr lang="nl-NL" dirty="0"/>
              <a:t> in </a:t>
            </a:r>
            <a:r>
              <a:rPr lang="nl-NL" dirty="0" err="1"/>
              <a:t>vitamin</a:t>
            </a:r>
            <a:r>
              <a:rPr lang="nl-NL" dirty="0"/>
              <a:t> A </a:t>
            </a:r>
            <a:r>
              <a:rPr lang="nl-NL" dirty="0" err="1"/>
              <a:t>foods</a:t>
            </a:r>
            <a:r>
              <a:rPr lang="nl-NL" dirty="0"/>
              <a:t> and </a:t>
            </a:r>
            <a:r>
              <a:rPr lang="nl-NL" dirty="0" err="1"/>
              <a:t>consumed</a:t>
            </a:r>
            <a:r>
              <a:rPr lang="nl-NL" dirty="0"/>
              <a:t> </a:t>
            </a:r>
            <a:r>
              <a:rPr lang="nl-NL" dirty="0" err="1"/>
              <a:t>frequently</a:t>
            </a:r>
            <a:r>
              <a:rPr lang="nl-NL" dirty="0"/>
              <a:t> </a:t>
            </a:r>
            <a:r>
              <a:rPr lang="nl-NL" dirty="0" err="1"/>
              <a:t>enough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modelled</a:t>
            </a:r>
            <a:r>
              <a:rPr lang="nl-NL" dirty="0"/>
              <a:t> </a:t>
            </a:r>
            <a:r>
              <a:rPr lang="nl-NL" dirty="0" err="1"/>
              <a:t>separately</a:t>
            </a:r>
            <a:endParaRPr lang="nl-NL" dirty="0"/>
          </a:p>
          <a:p>
            <a:pPr lvl="1"/>
            <a:r>
              <a:rPr lang="nl-NL" dirty="0" err="1"/>
              <a:t>Rule</a:t>
            </a:r>
            <a:r>
              <a:rPr lang="nl-NL" dirty="0"/>
              <a:t> of </a:t>
            </a:r>
            <a:r>
              <a:rPr lang="nl-NL" dirty="0" err="1"/>
              <a:t>thumb</a:t>
            </a:r>
            <a:r>
              <a:rPr lang="nl-NL" dirty="0"/>
              <a:t>: at </a:t>
            </a:r>
            <a:r>
              <a:rPr lang="nl-NL" dirty="0" err="1"/>
              <a:t>least</a:t>
            </a:r>
            <a:r>
              <a:rPr lang="nl-NL" dirty="0"/>
              <a:t> 50 persons </a:t>
            </a:r>
            <a:r>
              <a:rPr lang="nl-NL" dirty="0" err="1"/>
              <a:t>with</a:t>
            </a:r>
            <a:r>
              <a:rPr lang="nl-NL" dirty="0"/>
              <a:t> at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intakes</a:t>
            </a:r>
          </a:p>
          <a:p>
            <a:r>
              <a:rPr lang="nl-NL" dirty="0" err="1"/>
              <a:t>Separately</a:t>
            </a:r>
            <a:r>
              <a:rPr lang="nl-NL" dirty="0"/>
              <a:t> </a:t>
            </a:r>
            <a:r>
              <a:rPr lang="nl-NL" dirty="0" err="1"/>
              <a:t>modelling</a:t>
            </a:r>
            <a:r>
              <a:rPr lang="nl-NL" dirty="0"/>
              <a:t> of these </a:t>
            </a:r>
            <a:r>
              <a:rPr lang="nl-NL" dirty="0" err="1"/>
              <a:t>group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>
                <a:solidFill>
                  <a:schemeClr val="tx2"/>
                </a:solidFill>
              </a:rPr>
              <a:t>multipart</a:t>
            </a:r>
            <a:r>
              <a:rPr lang="nl-NL" dirty="0">
                <a:solidFill>
                  <a:schemeClr val="tx2"/>
                </a:solidFill>
              </a:rPr>
              <a:t> model</a:t>
            </a:r>
          </a:p>
          <a:p>
            <a:endParaRPr lang="nl-NL" dirty="0">
              <a:solidFill>
                <a:schemeClr val="tx2"/>
              </a:solidFill>
            </a:endParaRPr>
          </a:p>
          <a:p>
            <a:r>
              <a:rPr lang="nl-NL" dirty="0">
                <a:solidFill>
                  <a:schemeClr val="tx2"/>
                </a:solidFill>
              </a:rPr>
              <a:t>Multipart model: </a:t>
            </a:r>
            <a:r>
              <a:rPr lang="nl-NL" dirty="0"/>
              <a:t>Intake </a:t>
            </a:r>
            <a:r>
              <a:rPr lang="nl-NL" dirty="0" err="1"/>
              <a:t>from</a:t>
            </a:r>
            <a:r>
              <a:rPr lang="nl-NL" dirty="0"/>
              <a:t> 2 or more sources</a:t>
            </a:r>
          </a:p>
          <a:p>
            <a:pPr lvl="1"/>
            <a:r>
              <a:rPr lang="nl-NL" dirty="0"/>
              <a:t>e.g. </a:t>
            </a:r>
            <a:r>
              <a:rPr lang="nl-NL" dirty="0" err="1"/>
              <a:t>folate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foods</a:t>
            </a:r>
            <a:r>
              <a:rPr lang="nl-NL" dirty="0"/>
              <a:t> and </a:t>
            </a:r>
            <a:r>
              <a:rPr lang="nl-NL" dirty="0" err="1"/>
              <a:t>fortified</a:t>
            </a:r>
            <a:r>
              <a:rPr lang="nl-NL" dirty="0"/>
              <a:t> </a:t>
            </a:r>
            <a:r>
              <a:rPr lang="nl-NL" dirty="0" err="1"/>
              <a:t>foods</a:t>
            </a:r>
            <a:endParaRPr lang="nl-NL" dirty="0"/>
          </a:p>
          <a:p>
            <a:r>
              <a:rPr lang="nl-NL" dirty="0"/>
              <a:t>First-</a:t>
            </a:r>
            <a:r>
              <a:rPr lang="nl-NL" dirty="0" err="1"/>
              <a:t>shrink</a:t>
            </a:r>
            <a:r>
              <a:rPr lang="nl-NL" dirty="0"/>
              <a:t>-</a:t>
            </a:r>
            <a:r>
              <a:rPr lang="nl-NL" dirty="0" err="1"/>
              <a:t>than-add</a:t>
            </a:r>
            <a:r>
              <a:rPr lang="nl-NL" dirty="0"/>
              <a:t> approach</a:t>
            </a:r>
          </a:p>
          <a:p>
            <a:pPr lvl="1"/>
            <a:r>
              <a:rPr lang="nl-NL" dirty="0" err="1"/>
              <a:t>Separately</a:t>
            </a:r>
            <a:r>
              <a:rPr lang="nl-NL" dirty="0"/>
              <a:t> </a:t>
            </a:r>
            <a:r>
              <a:rPr lang="nl-NL" dirty="0" err="1"/>
              <a:t>modelling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sources </a:t>
            </a:r>
            <a:r>
              <a:rPr lang="nl-NL" dirty="0" err="1"/>
              <a:t>using</a:t>
            </a:r>
            <a:r>
              <a:rPr lang="nl-NL" dirty="0"/>
              <a:t> correct model (</a:t>
            </a:r>
            <a:r>
              <a:rPr lang="nl-NL" dirty="0" err="1"/>
              <a:t>shrink</a:t>
            </a:r>
            <a:r>
              <a:rPr lang="nl-NL" dirty="0"/>
              <a:t> part) </a:t>
            </a:r>
          </a:p>
          <a:p>
            <a:pPr lvl="2"/>
            <a:r>
              <a:rPr lang="nl-NL" dirty="0"/>
              <a:t>E.g. 1-part or 2-part model</a:t>
            </a:r>
          </a:p>
          <a:p>
            <a:pPr lvl="1"/>
            <a:r>
              <a:rPr lang="nl-NL" dirty="0"/>
              <a:t>Therafter </a:t>
            </a:r>
            <a:r>
              <a:rPr lang="nl-NL" dirty="0" err="1"/>
              <a:t>all</a:t>
            </a:r>
            <a:r>
              <a:rPr lang="nl-NL" dirty="0"/>
              <a:t> intakes are </a:t>
            </a:r>
            <a:r>
              <a:rPr lang="nl-NL" dirty="0" err="1"/>
              <a:t>added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pseuso</a:t>
            </a:r>
            <a:r>
              <a:rPr lang="nl-NL" dirty="0"/>
              <a:t>-person (</a:t>
            </a:r>
            <a:r>
              <a:rPr lang="nl-NL" dirty="0" err="1"/>
              <a:t>add</a:t>
            </a:r>
            <a:r>
              <a:rPr lang="nl-NL" dirty="0"/>
              <a:t> part)</a:t>
            </a:r>
          </a:p>
          <a:p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2A8CBC-3263-888C-264F-BBB17E47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47662"/>
            <a:ext cx="10923588" cy="948047"/>
          </a:xfrm>
        </p:spPr>
        <p:txBody>
          <a:bodyPr/>
          <a:lstStyle/>
          <a:p>
            <a:r>
              <a:rPr lang="nl-NL" dirty="0" err="1"/>
              <a:t>Possible</a:t>
            </a:r>
            <a:r>
              <a:rPr lang="nl-NL" dirty="0"/>
              <a:t> solution – </a:t>
            </a:r>
            <a:r>
              <a:rPr lang="nl-NL" dirty="0" err="1"/>
              <a:t>multipart</a:t>
            </a:r>
            <a:r>
              <a:rPr lang="nl-NL" dirty="0"/>
              <a:t>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5D03-DE69-FF51-DD08-D28E9E68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3C84-D509-66E4-EA98-82D5FBE4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80F83-3DE5-D16E-623E-5A395294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213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2A8CBC-3263-888C-264F-BBB17E47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47662"/>
            <a:ext cx="10923588" cy="948047"/>
          </a:xfrm>
        </p:spPr>
        <p:txBody>
          <a:bodyPr/>
          <a:lstStyle/>
          <a:p>
            <a:r>
              <a:rPr lang="nl-NL" dirty="0" err="1"/>
              <a:t>Possible</a:t>
            </a:r>
            <a:r>
              <a:rPr lang="nl-NL" dirty="0"/>
              <a:t> solution – </a:t>
            </a:r>
            <a:r>
              <a:rPr lang="nl-NL" dirty="0" err="1"/>
              <a:t>multipart</a:t>
            </a:r>
            <a:r>
              <a:rPr lang="nl-NL" dirty="0"/>
              <a:t>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5D03-DE69-FF51-DD08-D28E9E68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3C84-D509-66E4-EA98-82D5FBE4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80F83-3DE5-D16E-623E-5A395294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11</a:t>
            </a:fld>
            <a:endParaRPr lang="nl-N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F1997F-291B-8D60-5E86-4E00F1D8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738340"/>
              </p:ext>
            </p:extLst>
          </p:nvPr>
        </p:nvGraphicFramePr>
        <p:xfrm>
          <a:off x="863324" y="2423664"/>
          <a:ext cx="9550952" cy="2834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1473">
                  <a:extLst>
                    <a:ext uri="{9D8B030D-6E8A-4147-A177-3AD203B41FA5}">
                      <a16:colId xmlns:a16="http://schemas.microsoft.com/office/drawing/2014/main" val="72333533"/>
                    </a:ext>
                  </a:extLst>
                </a:gridCol>
                <a:gridCol w="795131">
                  <a:extLst>
                    <a:ext uri="{9D8B030D-6E8A-4147-A177-3AD203B41FA5}">
                      <a16:colId xmlns:a16="http://schemas.microsoft.com/office/drawing/2014/main" val="1693053354"/>
                    </a:ext>
                  </a:extLst>
                </a:gridCol>
                <a:gridCol w="765313">
                  <a:extLst>
                    <a:ext uri="{9D8B030D-6E8A-4147-A177-3AD203B41FA5}">
                      <a16:colId xmlns:a16="http://schemas.microsoft.com/office/drawing/2014/main" val="982085427"/>
                    </a:ext>
                  </a:extLst>
                </a:gridCol>
                <a:gridCol w="2638499">
                  <a:extLst>
                    <a:ext uri="{9D8B030D-6E8A-4147-A177-3AD203B41FA5}">
                      <a16:colId xmlns:a16="http://schemas.microsoft.com/office/drawing/2014/main" val="2737402129"/>
                    </a:ext>
                  </a:extLst>
                </a:gridCol>
                <a:gridCol w="2780536">
                  <a:extLst>
                    <a:ext uri="{9D8B030D-6E8A-4147-A177-3AD203B41FA5}">
                      <a16:colId xmlns:a16="http://schemas.microsoft.com/office/drawing/2014/main" val="20429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Sources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bg1"/>
                          </a:solidFill>
                        </a:rPr>
                        <a:t>µg RAE/</a:t>
                      </a:r>
                      <a:r>
                        <a:rPr lang="nl-NL" dirty="0" err="1">
                          <a:solidFill>
                            <a:schemeClr val="bg1"/>
                          </a:solidFill>
                        </a:rPr>
                        <a:t>recall</a:t>
                      </a:r>
                      <a:r>
                        <a:rPr lang="nl-NL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nl-NL" dirty="0" err="1">
                          <a:solidFill>
                            <a:schemeClr val="bg1"/>
                          </a:solidFill>
                        </a:rPr>
                        <a:t>day</a:t>
                      </a:r>
                      <a:r>
                        <a:rPr lang="nl-NL" dirty="0">
                          <a:solidFill>
                            <a:schemeClr val="bg1"/>
                          </a:solidFill>
                        </a:rPr>
                        <a:t> (min-max)</a:t>
                      </a:r>
                      <a:endParaRPr lang="nl-NL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Model </a:t>
                      </a:r>
                      <a:r>
                        <a:rPr lang="nl-NL" dirty="0" err="1"/>
                        <a:t>within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multipart</a:t>
                      </a:r>
                      <a:r>
                        <a:rPr lang="nl-NL" dirty="0"/>
                        <a:t> model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2756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Liver</a:t>
                      </a:r>
                      <a:r>
                        <a:rPr lang="nl-NL" dirty="0"/>
                        <a:t>, </a:t>
                      </a:r>
                      <a:r>
                        <a:rPr lang="nl-NL" dirty="0" err="1"/>
                        <a:t>liverproducts</a:t>
                      </a:r>
                      <a:r>
                        <a:rPr lang="nl-NL" dirty="0"/>
                        <a:t> and </a:t>
                      </a:r>
                      <a:r>
                        <a:rPr lang="nl-NL" dirty="0" err="1"/>
                        <a:t>eel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35-32,585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2-part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17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High </a:t>
                      </a:r>
                      <a:r>
                        <a:rPr lang="nl-NL" dirty="0" err="1"/>
                        <a:t>carrot</a:t>
                      </a:r>
                      <a:r>
                        <a:rPr lang="nl-NL" dirty="0"/>
                        <a:t> </a:t>
                      </a:r>
                    </a:p>
                    <a:p>
                      <a:r>
                        <a:rPr lang="nl-NL" dirty="0"/>
                        <a:t>(≥50 g/</a:t>
                      </a:r>
                      <a:r>
                        <a:rPr lang="nl-NL" dirty="0" err="1"/>
                        <a:t>day</a:t>
                      </a:r>
                      <a:r>
                        <a:rPr lang="nl-NL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6.7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80-3,213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2-part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81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products</a:t>
                      </a:r>
                      <a:r>
                        <a:rPr lang="nl-NL" dirty="0"/>
                        <a:t> (</a:t>
                      </a:r>
                      <a:r>
                        <a:rPr lang="nl-NL" dirty="0" err="1"/>
                        <a:t>including</a:t>
                      </a:r>
                      <a:r>
                        <a:rPr lang="nl-NL" dirty="0"/>
                        <a:t> low </a:t>
                      </a:r>
                      <a:r>
                        <a:rPr lang="nl-NL" dirty="0" err="1"/>
                        <a:t>carrot</a:t>
                      </a:r>
                      <a:r>
                        <a:rPr lang="nl-NL" dirty="0"/>
                        <a:t> &lt;50 g/</a:t>
                      </a:r>
                      <a:r>
                        <a:rPr lang="nl-NL" dirty="0" err="1"/>
                        <a:t>day</a:t>
                      </a:r>
                      <a:r>
                        <a:rPr lang="nl-NL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17-2,391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1-part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126063"/>
                  </a:ext>
                </a:extLst>
              </a:tr>
            </a:tbl>
          </a:graphicData>
        </a:graphic>
      </p:graphicFrame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28E4DCEF-6712-ABC6-3F15-6B5EDBD5736A}"/>
              </a:ext>
            </a:extLst>
          </p:cNvPr>
          <p:cNvSpPr txBox="1">
            <a:spLocks/>
          </p:cNvSpPr>
          <p:nvPr/>
        </p:nvSpPr>
        <p:spPr>
          <a:xfrm>
            <a:off x="635000" y="1599696"/>
            <a:ext cx="10923588" cy="436676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316800" indent="-3168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000" indent="-316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6800" indent="-3168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0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768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Verdana" panose="020B060403050404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00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72000" indent="-7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25000"/>
              <a:buFont typeface="Verdana" panose="020B0604030504040204" pitchFamily="34" charset="0"/>
              <a:buChar char=" "/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72000" indent="-7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25000"/>
              <a:buFont typeface="Verdana" panose="020B0604030504040204" pitchFamily="34" charset="0"/>
              <a:buChar char=" "/>
              <a:defRPr sz="12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6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2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Three sources </a:t>
            </a:r>
            <a:r>
              <a:rPr lang="nl-NL" dirty="0" err="1"/>
              <a:t>identified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DNFCS 2012-2016:</a:t>
            </a:r>
          </a:p>
        </p:txBody>
      </p:sp>
    </p:spTree>
    <p:extLst>
      <p:ext uri="{BB962C8B-B14F-4D97-AF65-F5344CB8AC3E}">
        <p14:creationId xmlns:p14="http://schemas.microsoft.com/office/powerpoint/2010/main" val="230611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model&#10;&#10;AI-generated content may be incorrect.">
            <a:extLst>
              <a:ext uri="{FF2B5EF4-FFF2-40B4-BE49-F238E27FC236}">
                <a16:creationId xmlns:a16="http://schemas.microsoft.com/office/drawing/2014/main" id="{0FD3CB18-5325-5941-A765-300260DEF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142" y="2000560"/>
            <a:ext cx="2520000" cy="2520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E61F01F-8BC5-C06F-5309-B0A75C34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74" y="246241"/>
            <a:ext cx="10923588" cy="948047"/>
          </a:xfrm>
        </p:spPr>
        <p:txBody>
          <a:bodyPr/>
          <a:lstStyle/>
          <a:p>
            <a:r>
              <a:rPr lang="nl-NL" dirty="0"/>
              <a:t>Check: </a:t>
            </a:r>
            <a:r>
              <a:rPr lang="nl-NL" dirty="0" err="1"/>
              <a:t>Residuals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6E179-97F1-4E20-13FB-2438CC93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DCF6D-125E-AC1E-D168-6197607E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584F2-0714-CA8D-3314-7BAA6E4C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12</a:t>
            </a:fld>
            <a:endParaRPr lang="nl-NL" dirty="0"/>
          </a:p>
        </p:txBody>
      </p:sp>
      <p:pic>
        <p:nvPicPr>
          <p:cNvPr id="7" name="Content Placeholder 7" descr="A graph showing the value of model&#10;&#10;AI-generated content may be incorrect.">
            <a:extLst>
              <a:ext uri="{FF2B5EF4-FFF2-40B4-BE49-F238E27FC236}">
                <a16:creationId xmlns:a16="http://schemas.microsoft.com/office/drawing/2014/main" id="{157A8BAA-27A7-F07C-BB01-E03005D16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38" y="2135995"/>
            <a:ext cx="3821146" cy="3821146"/>
          </a:xfrm>
          <a:prstGeom prst="rect">
            <a:avLst/>
          </a:prstGeom>
          <a:noFill/>
        </p:spPr>
      </p:pic>
      <p:pic>
        <p:nvPicPr>
          <p:cNvPr id="11" name="Picture 10" descr="A graph of a model&#10;&#10;AI-generated content may be incorrect.">
            <a:extLst>
              <a:ext uri="{FF2B5EF4-FFF2-40B4-BE49-F238E27FC236}">
                <a16:creationId xmlns:a16="http://schemas.microsoft.com/office/drawing/2014/main" id="{2D7D7A2E-9399-F266-D317-13D8151E6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747" y="2000560"/>
            <a:ext cx="2520000" cy="2520000"/>
          </a:xfrm>
          <a:prstGeom prst="rect">
            <a:avLst/>
          </a:prstGeom>
        </p:spPr>
      </p:pic>
      <p:pic>
        <p:nvPicPr>
          <p:cNvPr id="13" name="Picture 12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F58914FB-BD23-86AE-04C8-2FF0451860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864" y="4338000"/>
            <a:ext cx="2520000" cy="252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CA46B3-FABF-E483-F8D6-0954BB3080E0}"/>
              </a:ext>
            </a:extLst>
          </p:cNvPr>
          <p:cNvSpPr txBox="1"/>
          <p:nvPr/>
        </p:nvSpPr>
        <p:spPr>
          <a:xfrm>
            <a:off x="2326860" y="1384775"/>
            <a:ext cx="1976783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</a:rPr>
              <a:t>1-part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473C50-9977-E2E4-9B8C-0A5CE7DD0AA7}"/>
              </a:ext>
            </a:extLst>
          </p:cNvPr>
          <p:cNvSpPr txBox="1"/>
          <p:nvPr/>
        </p:nvSpPr>
        <p:spPr>
          <a:xfrm>
            <a:off x="7076864" y="1376237"/>
            <a:ext cx="2251766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bg1"/>
                </a:solidFill>
              </a:rPr>
              <a:t>Multipart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F1CAB-00B9-70C1-BB56-10EEDAEDA9DC}"/>
              </a:ext>
            </a:extLst>
          </p:cNvPr>
          <p:cNvSpPr txBox="1"/>
          <p:nvPr/>
        </p:nvSpPr>
        <p:spPr>
          <a:xfrm>
            <a:off x="6908984" y="3798280"/>
            <a:ext cx="98045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dirty="0" err="1">
                <a:solidFill>
                  <a:schemeClr val="tx2"/>
                </a:solidFill>
              </a:rPr>
              <a:t>Liver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etc</a:t>
            </a:r>
            <a:endParaRPr lang="nl-NL" sz="140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38BD7C-0D3F-0064-4213-3D8282769FC5}"/>
              </a:ext>
            </a:extLst>
          </p:cNvPr>
          <p:cNvSpPr txBox="1"/>
          <p:nvPr/>
        </p:nvSpPr>
        <p:spPr>
          <a:xfrm>
            <a:off x="9328630" y="3798281"/>
            <a:ext cx="1181411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dirty="0">
                <a:solidFill>
                  <a:schemeClr val="tx2"/>
                </a:solidFill>
              </a:rPr>
              <a:t>High </a:t>
            </a:r>
            <a:r>
              <a:rPr lang="nl-NL" sz="1400" dirty="0" err="1">
                <a:solidFill>
                  <a:schemeClr val="tx2"/>
                </a:solidFill>
              </a:rPr>
              <a:t>carrot</a:t>
            </a:r>
            <a:endParaRPr lang="nl-NL" sz="1400" dirty="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6CFA2-1227-6510-EFAE-021304D9039F}"/>
              </a:ext>
            </a:extLst>
          </p:cNvPr>
          <p:cNvSpPr txBox="1"/>
          <p:nvPr/>
        </p:nvSpPr>
        <p:spPr>
          <a:xfrm>
            <a:off x="7772980" y="6139012"/>
            <a:ext cx="1619499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dirty="0" err="1">
                <a:solidFill>
                  <a:schemeClr val="tx2"/>
                </a:solidFill>
              </a:rPr>
              <a:t>Other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products</a:t>
            </a:r>
            <a:endParaRPr lang="nl-NL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421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598AD3-75F3-806C-B45C-3E6B310E0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824786"/>
              </p:ext>
            </p:extLst>
          </p:nvPr>
        </p:nvGraphicFramePr>
        <p:xfrm>
          <a:off x="771180" y="2128856"/>
          <a:ext cx="10774497" cy="4150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63547">
                  <a:extLst>
                    <a:ext uri="{9D8B030D-6E8A-4147-A177-3AD203B41FA5}">
                      <a16:colId xmlns:a16="http://schemas.microsoft.com/office/drawing/2014/main" val="1394074540"/>
                    </a:ext>
                  </a:extLst>
                </a:gridCol>
                <a:gridCol w="2161007">
                  <a:extLst>
                    <a:ext uri="{9D8B030D-6E8A-4147-A177-3AD203B41FA5}">
                      <a16:colId xmlns:a16="http://schemas.microsoft.com/office/drawing/2014/main" val="3169957199"/>
                    </a:ext>
                  </a:extLst>
                </a:gridCol>
                <a:gridCol w="2219896">
                  <a:extLst>
                    <a:ext uri="{9D8B030D-6E8A-4147-A177-3AD203B41FA5}">
                      <a16:colId xmlns:a16="http://schemas.microsoft.com/office/drawing/2014/main" val="839901242"/>
                    </a:ext>
                  </a:extLst>
                </a:gridCol>
                <a:gridCol w="4730047">
                  <a:extLst>
                    <a:ext uri="{9D8B030D-6E8A-4147-A177-3AD203B41FA5}">
                      <a16:colId xmlns:a16="http://schemas.microsoft.com/office/drawing/2014/main" val="918616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Model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Lambda</a:t>
                      </a:r>
                      <a:r>
                        <a:rPr lang="nl-NL" dirty="0"/>
                        <a:t> </a:t>
                      </a:r>
                    </a:p>
                    <a:p>
                      <a:r>
                        <a:rPr lang="nl-NL" dirty="0"/>
                        <a:t>Box-Cox </a:t>
                      </a:r>
                      <a:r>
                        <a:rPr lang="nl-NL" dirty="0" err="1"/>
                        <a:t>transformation</a:t>
                      </a:r>
                      <a:endParaRPr lang="nl-NL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Ratio </a:t>
                      </a:r>
                    </a:p>
                    <a:p>
                      <a:r>
                        <a:rPr lang="nl-NL" dirty="0" err="1"/>
                        <a:t>within-between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variance</a:t>
                      </a:r>
                      <a:endParaRPr lang="nl-NL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% of </a:t>
                      </a:r>
                      <a:r>
                        <a:rPr lang="nl-NL" dirty="0" err="1"/>
                        <a:t>difference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mean</a:t>
                      </a:r>
                      <a:r>
                        <a:rPr lang="nl-NL" dirty="0"/>
                        <a:t> (</a:t>
                      </a:r>
                      <a:r>
                        <a:rPr lang="nl-NL" dirty="0" err="1"/>
                        <a:t>observed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mean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vs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habitual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mean</a:t>
                      </a:r>
                      <a:r>
                        <a:rPr lang="nl-NL" dirty="0"/>
                        <a:t>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745819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b="1" dirty="0" err="1"/>
                        <a:t>Assumed</a:t>
                      </a:r>
                      <a:r>
                        <a:rPr lang="nl-NL" b="1" dirty="0"/>
                        <a:t> </a:t>
                      </a:r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211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0-1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0.25-4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1-part model: </a:t>
                      </a:r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-5% – 5% </a:t>
                      </a:r>
                    </a:p>
                    <a:p>
                      <a:r>
                        <a:rPr lang="nl-NL" dirty="0"/>
                        <a:t>2-part model: </a:t>
                      </a:r>
                      <a:r>
                        <a:rPr lang="nl-NL" dirty="0" err="1"/>
                        <a:t>between</a:t>
                      </a:r>
                      <a:r>
                        <a:rPr lang="nl-NL" dirty="0"/>
                        <a:t> -10% – 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23941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nl-NL" b="1" dirty="0"/>
                        <a:t>1-part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613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FF0000"/>
                          </a:solidFill>
                        </a:rPr>
                        <a:t>-0.024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FF0000"/>
                          </a:solidFill>
                        </a:rPr>
                        <a:t>-8.4%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05763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nl-NL" b="1" dirty="0"/>
                        <a:t>Multipart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5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Liver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etc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428C42"/>
                          </a:solidFill>
                        </a:rPr>
                        <a:t>0.014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-5%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688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High </a:t>
                      </a:r>
                      <a:r>
                        <a:rPr lang="nl-NL" dirty="0" err="1"/>
                        <a:t>carrot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428C42"/>
                          </a:solidFill>
                        </a:rPr>
                        <a:t>0.342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-2.9%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71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0.324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rgbClr val="428C42"/>
                          </a:solidFill>
                        </a:rPr>
                        <a:t>-0.4%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2948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FDBE879-01CA-E17A-65A7-7D52E991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Other</a:t>
            </a:r>
            <a:r>
              <a:rPr lang="nl-NL" dirty="0"/>
              <a:t> checks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BEAD-15DA-45F0-4AF6-19EB1485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A37F1-C04A-AC28-1938-22D4ABC7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EAADD-50AF-CFB9-D311-FBB15036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5278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615CE6-44DD-F803-48FF-D1D6EF20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8399FC-8510-5EB4-3486-CAD2282E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69" y="-102776"/>
            <a:ext cx="10923588" cy="948047"/>
          </a:xfrm>
        </p:spPr>
        <p:txBody>
          <a:bodyPr/>
          <a:lstStyle/>
          <a:p>
            <a:r>
              <a:rPr lang="nl-NL" dirty="0"/>
              <a:t>Effect on </a:t>
            </a:r>
            <a:r>
              <a:rPr lang="nl-NL" dirty="0" err="1"/>
              <a:t>outcomes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D989C-1567-CA77-BA94-458C9E5E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3169A-4EBA-AE14-DD88-E1834C74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95EA-82B8-6F75-E54B-04BFD760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14</a:t>
            </a:fld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E33E92-EE5F-CFB9-A141-6A97C67E1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21" y="826428"/>
            <a:ext cx="9435962" cy="6031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782676-FAA7-21E3-062D-3436AA23B23D}"/>
              </a:ext>
            </a:extLst>
          </p:cNvPr>
          <p:cNvSpPr txBox="1"/>
          <p:nvPr/>
        </p:nvSpPr>
        <p:spPr>
          <a:xfrm>
            <a:off x="7424530" y="1192696"/>
            <a:ext cx="2415209" cy="1200329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FD17E"/>
                </a:solidFill>
              </a:rPr>
              <a:t>Observed</a:t>
            </a:r>
            <a:r>
              <a:rPr lang="nl-NL" dirty="0">
                <a:solidFill>
                  <a:srgbClr val="FFD17E"/>
                </a:solidFill>
              </a:rPr>
              <a:t> data</a:t>
            </a:r>
          </a:p>
          <a:p>
            <a:r>
              <a:rPr lang="nl-NL" dirty="0">
                <a:solidFill>
                  <a:srgbClr val="0000FF"/>
                </a:solidFill>
              </a:rPr>
              <a:t>HI 1-part</a:t>
            </a:r>
          </a:p>
          <a:p>
            <a:r>
              <a:rPr lang="nl-NL" dirty="0">
                <a:solidFill>
                  <a:srgbClr val="FF0000"/>
                </a:solidFill>
              </a:rPr>
              <a:t>HI Multipart</a:t>
            </a:r>
          </a:p>
          <a:p>
            <a:r>
              <a:rPr lang="nl-NL" dirty="0">
                <a:solidFill>
                  <a:srgbClr val="428C42"/>
                </a:solidFill>
              </a:rPr>
              <a:t>EAR=615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4EA32-BD3A-8AB1-AA54-4F078EBA9E3C}"/>
              </a:ext>
            </a:extLst>
          </p:cNvPr>
          <p:cNvSpPr txBox="1"/>
          <p:nvPr/>
        </p:nvSpPr>
        <p:spPr>
          <a:xfrm>
            <a:off x="7424530" y="2740450"/>
            <a:ext cx="2415209" cy="120032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indent="0">
              <a:spcBef>
                <a:spcPct val="50000"/>
              </a:spcBef>
            </a:pPr>
            <a:r>
              <a:rPr lang="en-GB" b="1" dirty="0">
                <a:solidFill>
                  <a:schemeClr val="bg1"/>
                </a:solidFill>
              </a:rPr>
              <a:t>%&lt;EAR: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1-part : 29%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Multipart: 20%</a:t>
            </a:r>
            <a:endParaRPr lang="en-GB" sz="1800" dirty="0">
              <a:solidFill>
                <a:schemeClr val="bg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3740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243FE2-10E9-3153-1E19-7131FA020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r>
              <a:rPr lang="nl-NL" dirty="0" err="1">
                <a:solidFill>
                  <a:schemeClr val="tx2"/>
                </a:solidFill>
              </a:rPr>
              <a:t>Separately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modelling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/>
              <a:t>vitamin</a:t>
            </a:r>
            <a:r>
              <a:rPr lang="nl-NL" dirty="0"/>
              <a:t> A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liver</a:t>
            </a:r>
            <a:r>
              <a:rPr lang="nl-NL" dirty="0"/>
              <a:t> </a:t>
            </a:r>
            <a:r>
              <a:rPr lang="nl-NL" dirty="0" err="1"/>
              <a:t>including</a:t>
            </a:r>
            <a:r>
              <a:rPr lang="nl-NL" dirty="0"/>
              <a:t> </a:t>
            </a:r>
            <a:r>
              <a:rPr lang="nl-NL" dirty="0" err="1"/>
              <a:t>liverproducts</a:t>
            </a:r>
            <a:r>
              <a:rPr lang="nl-NL" dirty="0"/>
              <a:t> and </a:t>
            </a:r>
            <a:r>
              <a:rPr lang="nl-NL" dirty="0" err="1"/>
              <a:t>eel</a:t>
            </a:r>
            <a:r>
              <a:rPr lang="nl-NL" dirty="0"/>
              <a:t> and high </a:t>
            </a:r>
            <a:r>
              <a:rPr lang="nl-NL" dirty="0" err="1"/>
              <a:t>carrot</a:t>
            </a:r>
            <a:r>
              <a:rPr lang="nl-NL" dirty="0"/>
              <a:t> </a:t>
            </a:r>
            <a:r>
              <a:rPr lang="nl-NL" dirty="0" err="1"/>
              <a:t>consumption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multipart</a:t>
            </a:r>
            <a:r>
              <a:rPr lang="nl-NL" dirty="0"/>
              <a:t> model </a:t>
            </a:r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>
                <a:solidFill>
                  <a:schemeClr val="tx2"/>
                </a:solidFill>
              </a:rPr>
              <a:t>appropriate</a:t>
            </a:r>
            <a:r>
              <a:rPr lang="nl-NL" dirty="0">
                <a:solidFill>
                  <a:schemeClr val="tx2"/>
                </a:solidFill>
              </a:rPr>
              <a:t> approach </a:t>
            </a:r>
            <a:r>
              <a:rPr lang="nl-NL" dirty="0" err="1">
                <a:solidFill>
                  <a:schemeClr val="tx2"/>
                </a:solidFill>
              </a:rPr>
              <a:t>for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habitual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vitamin</a:t>
            </a:r>
            <a:r>
              <a:rPr lang="nl-NL" dirty="0">
                <a:solidFill>
                  <a:schemeClr val="tx2"/>
                </a:solidFill>
              </a:rPr>
              <a:t> A intake </a:t>
            </a:r>
            <a:r>
              <a:rPr lang="nl-NL" dirty="0" err="1">
                <a:solidFill>
                  <a:schemeClr val="tx2"/>
                </a:solidFill>
              </a:rPr>
              <a:t>modelling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/>
              <a:t>in DNFCS data</a:t>
            </a:r>
          </a:p>
          <a:p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distribution</a:t>
            </a:r>
            <a:r>
              <a:rPr lang="nl-NL" dirty="0"/>
              <a:t> </a:t>
            </a:r>
            <a:r>
              <a:rPr lang="nl-NL" dirty="0" err="1">
                <a:solidFill>
                  <a:schemeClr val="tx2"/>
                </a:solidFill>
              </a:rPr>
              <a:t>shifts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to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the</a:t>
            </a:r>
            <a:r>
              <a:rPr lang="nl-NL" dirty="0">
                <a:solidFill>
                  <a:schemeClr val="tx2"/>
                </a:solidFill>
              </a:rPr>
              <a:t> right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multipart</a:t>
            </a:r>
            <a:r>
              <a:rPr lang="nl-NL" dirty="0"/>
              <a:t> model </a:t>
            </a:r>
            <a:r>
              <a:rPr lang="nl-NL" dirty="0" err="1"/>
              <a:t>compared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1-part model</a:t>
            </a:r>
          </a:p>
          <a:p>
            <a:pPr lvl="1"/>
            <a:r>
              <a:rPr lang="nl-NL" dirty="0" err="1"/>
              <a:t>Can</a:t>
            </a:r>
            <a:r>
              <a:rPr lang="nl-NL" dirty="0"/>
              <a:t> impact %&lt;EAR or %&lt;UL </a:t>
            </a:r>
          </a:p>
          <a:p>
            <a:r>
              <a:rPr lang="nl-NL" dirty="0" err="1">
                <a:solidFill>
                  <a:schemeClr val="tx2"/>
                </a:solidFill>
              </a:rPr>
              <a:t>Careful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inspection</a:t>
            </a:r>
            <a:r>
              <a:rPr lang="nl-NL" dirty="0">
                <a:solidFill>
                  <a:schemeClr val="tx2"/>
                </a:solidFill>
              </a:rPr>
              <a:t> of </a:t>
            </a:r>
            <a:r>
              <a:rPr lang="nl-NL" dirty="0" err="1">
                <a:solidFill>
                  <a:schemeClr val="tx2"/>
                </a:solidFill>
              </a:rPr>
              <a:t>your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own</a:t>
            </a:r>
            <a:r>
              <a:rPr lang="nl-NL" dirty="0">
                <a:solidFill>
                  <a:schemeClr val="tx2"/>
                </a:solidFill>
              </a:rPr>
              <a:t> data </a:t>
            </a:r>
            <a:r>
              <a:rPr lang="nl-NL" dirty="0"/>
              <a:t>is </a:t>
            </a:r>
            <a:r>
              <a:rPr lang="nl-NL" dirty="0" err="1"/>
              <a:t>essential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select and </a:t>
            </a:r>
            <a:r>
              <a:rPr lang="nl-NL" dirty="0" err="1"/>
              <a:t>apply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optimal</a:t>
            </a:r>
            <a:r>
              <a:rPr lang="nl-NL" dirty="0"/>
              <a:t> model</a:t>
            </a:r>
          </a:p>
          <a:p>
            <a:pPr lvl="1"/>
            <a:r>
              <a:rPr lang="nl-NL" dirty="0" err="1"/>
              <a:t>Effects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applying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model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study</a:t>
            </a:r>
            <a:r>
              <a:rPr lang="nl-NL" dirty="0"/>
              <a:t> </a:t>
            </a:r>
            <a:r>
              <a:rPr lang="nl-NL" dirty="0" err="1"/>
              <a:t>might</a:t>
            </a:r>
            <a:r>
              <a:rPr lang="nl-NL" dirty="0"/>
              <a:t> lead </a:t>
            </a:r>
            <a:r>
              <a:rPr lang="nl-NL" dirty="0" err="1"/>
              <a:t>to</a:t>
            </a:r>
            <a:r>
              <a:rPr lang="nl-NL" dirty="0"/>
              <a:t> different </a:t>
            </a:r>
            <a:r>
              <a:rPr lang="nl-NL" dirty="0" err="1"/>
              <a:t>results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DB0F7A-8987-9F78-BACD-C61260F4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Conclusions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D166-5140-3FAE-630A-214D6A44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9F3A-CF12-2C12-3AE8-6F6034F2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27EA9-FEAD-6F47-3F25-EDC71A1B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1860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5645D5-0C03-501A-6E7F-8545E534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6390B2-DDA8-17C6-1EEF-1C886B07B5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24313" y="3258146"/>
            <a:ext cx="6490070" cy="691884"/>
          </a:xfrm>
        </p:spPr>
        <p:txBody>
          <a:bodyPr/>
          <a:lstStyle/>
          <a:p>
            <a:r>
              <a:rPr lang="nl-NL" dirty="0"/>
              <a:t>marjolein.de.jong@rivm.nl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DDB9E1-3677-C01E-4392-8F5808E4D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4312" y="4263888"/>
            <a:ext cx="5694939" cy="2543872"/>
          </a:xfrm>
        </p:spPr>
        <p:txBody>
          <a:bodyPr>
            <a:normAutofit/>
          </a:bodyPr>
          <a:lstStyle/>
          <a:p>
            <a:r>
              <a:rPr lang="nl-NL" dirty="0"/>
              <a:t>Co-</a:t>
            </a:r>
            <a:r>
              <a:rPr lang="nl-NL" dirty="0" err="1"/>
              <a:t>authors</a:t>
            </a:r>
            <a:r>
              <a:rPr lang="nl-N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Jeroen Rodenburg (RIVM)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Arnold Dekkers (RIVM)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Alida Melse-Boonstra (WUR)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Marianne Geleijnse (WUR)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Janneke Verkaik-Kloosterman (RIVM)</a:t>
            </a:r>
          </a:p>
          <a:p>
            <a:endParaRPr lang="nl-NL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B68750C-B6F7-8561-38C0-4BA7B38DF8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12340" y="3293743"/>
            <a:ext cx="541203" cy="540000"/>
          </a:xfrm>
        </p:spPr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D663-0D9D-8783-EC51-0A992487FAAE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8E8A6-4574-EA6A-17BB-1573AE962DB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B3FA4-8FDD-F5DD-C5EE-90B5D5BF324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endParaRPr lang="nl-NL" dirty="0"/>
          </a:p>
          <a:p>
            <a:fld id="{10A0A6AF-03C5-477E-939A-E28F7E7F05EA}" type="slidenum">
              <a:rPr lang="nl-NL" smtClean="0"/>
              <a:pPr/>
              <a:t>16</a:t>
            </a:fld>
            <a:endParaRPr lang="nl-NL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66FD44-F501-CFC9-1360-373D9B82F4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</a:blip>
          <a:srcRect b="15217"/>
          <a:stretch/>
        </p:blipFill>
        <p:spPr>
          <a:xfrm>
            <a:off x="3524031" y="3950030"/>
            <a:ext cx="664896" cy="56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16935"/>
      </p:ext>
    </p:extLst>
  </p:cSld>
  <p:clrMapOvr>
    <a:masterClrMapping/>
  </p:clrMapOvr>
</p:sld>
</file>

<file path=ppt/theme/theme1.xml><?xml version="1.0" encoding="utf-8"?>
<a:theme xmlns:a="http://schemas.openxmlformats.org/drawingml/2006/main" name="PPT huisstijl thema">
  <a:themeElements>
    <a:clrScheme name="Aangepast 56">
      <a:dk1>
        <a:srgbClr val="000000"/>
      </a:dk1>
      <a:lt1>
        <a:srgbClr val="FFFFFF"/>
      </a:lt1>
      <a:dk2>
        <a:srgbClr val="CA005D"/>
      </a:dk2>
      <a:lt2>
        <a:srgbClr val="F6D8E6"/>
      </a:lt2>
      <a:accent1>
        <a:srgbClr val="F9E11E"/>
      </a:accent1>
      <a:accent2>
        <a:srgbClr val="FFB612"/>
      </a:accent2>
      <a:accent3>
        <a:srgbClr val="777C00"/>
      </a:accent3>
      <a:accent4>
        <a:srgbClr val="75D1B5"/>
      </a:accent4>
      <a:accent5>
        <a:srgbClr val="8EC9E7"/>
      </a:accent5>
      <a:accent6>
        <a:srgbClr val="017BC6"/>
      </a:accent6>
      <a:hlink>
        <a:srgbClr val="CA205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PPT huisstijl thema" id="{D194595A-DD6B-41B2-83F9-5AFCDF5EC5AB}" vid="{BE04D115-8017-4CBE-9E18-2A71FDD1BC33}"/>
    </a:ext>
  </a:extLst>
</a:theme>
</file>

<file path=ppt/theme/theme2.xml><?xml version="1.0" encoding="utf-8"?>
<a:theme xmlns:a="http://schemas.openxmlformats.org/drawingml/2006/main" name="Rijkshuisstijl Rood">
  <a:themeElements>
    <a:clrScheme name="Rijks Rood">
      <a:dk1>
        <a:srgbClr val="000000"/>
      </a:dk1>
      <a:lt1>
        <a:srgbClr val="FFFFFF"/>
      </a:lt1>
      <a:dk2>
        <a:srgbClr val="D52A1C"/>
      </a:dk2>
      <a:lt2>
        <a:srgbClr val="F8DFDC"/>
      </a:lt2>
      <a:accent1>
        <a:srgbClr val="38870D"/>
      </a:accent1>
      <a:accent2>
        <a:srgbClr val="42145F"/>
      </a:accent2>
      <a:accent3>
        <a:srgbClr val="E17000"/>
      </a:accent3>
      <a:accent4>
        <a:srgbClr val="777C00"/>
      </a:accent4>
      <a:accent5>
        <a:srgbClr val="75D1B5"/>
      </a:accent5>
      <a:accent6>
        <a:srgbClr val="F9E11E"/>
      </a:accent6>
      <a:hlink>
        <a:srgbClr val="D52A1C"/>
      </a:hlink>
      <a:folHlink>
        <a:srgbClr val="F2BEBA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792B163A-032B-4717-A9BB-FF90A839D9E4}"/>
    </a:ext>
  </a:extLst>
</a:theme>
</file>

<file path=ppt/theme/theme3.xml><?xml version="1.0" encoding="utf-8"?>
<a:theme xmlns:a="http://schemas.openxmlformats.org/drawingml/2006/main" name="Rijkshuisstijl Roze">
  <a:themeElements>
    <a:clrScheme name="Aangepast 57">
      <a:dk1>
        <a:srgbClr val="000000"/>
      </a:dk1>
      <a:lt1>
        <a:srgbClr val="FFFFFF"/>
      </a:lt1>
      <a:dk2>
        <a:srgbClr val="F092CD"/>
      </a:dk2>
      <a:lt2>
        <a:srgbClr val="FCEEF7"/>
      </a:lt2>
      <a:accent1>
        <a:srgbClr val="CA005D"/>
      </a:accent1>
      <a:accent2>
        <a:srgbClr val="42145F"/>
      </a:accent2>
      <a:accent3>
        <a:srgbClr val="00689A"/>
      </a:accent3>
      <a:accent4>
        <a:srgbClr val="663227"/>
      </a:accent4>
      <a:accent5>
        <a:srgbClr val="275837"/>
      </a:accent5>
      <a:accent6>
        <a:srgbClr val="75D1B5"/>
      </a:accent6>
      <a:hlink>
        <a:srgbClr val="F092C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3C3B0D02-137B-495E-9C4F-224C08F46BDB}"/>
    </a:ext>
  </a:extLst>
</a:theme>
</file>

<file path=ppt/theme/theme4.xml><?xml version="1.0" encoding="utf-8"?>
<a:theme xmlns:a="http://schemas.openxmlformats.org/drawingml/2006/main" name="Rijkshuisstijl Donkergeel">
  <a:themeElements>
    <a:clrScheme name="Rijks Donkergeel">
      <a:dk1>
        <a:srgbClr val="000000"/>
      </a:dk1>
      <a:lt1>
        <a:srgbClr val="FFFFFF"/>
      </a:lt1>
      <a:dk2>
        <a:srgbClr val="FFB612"/>
      </a:dk2>
      <a:lt2>
        <a:srgbClr val="FEE8B7"/>
      </a:lt2>
      <a:accent1>
        <a:srgbClr val="E17000"/>
      </a:accent1>
      <a:accent2>
        <a:srgbClr val="42145F"/>
      </a:accent2>
      <a:accent3>
        <a:srgbClr val="00689A"/>
      </a:accent3>
      <a:accent4>
        <a:srgbClr val="A90061"/>
      </a:accent4>
      <a:accent5>
        <a:srgbClr val="663227"/>
      </a:accent5>
      <a:accent6>
        <a:srgbClr val="275837"/>
      </a:accent6>
      <a:hlink>
        <a:srgbClr val="FFB612"/>
      </a:hlink>
      <a:folHlink>
        <a:srgbClr val="F6D4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96179DF-24A7-434A-BDA5-71D8B57FF8C6}"/>
    </a:ext>
  </a:extLst>
</a:theme>
</file>

<file path=ppt/theme/theme5.xml><?xml version="1.0" encoding="utf-8"?>
<a:theme xmlns:a="http://schemas.openxmlformats.org/drawingml/2006/main" name="Rijkshuisstijl Donkergroen">
  <a:themeElements>
    <a:clrScheme name="Rijks Donkergroen">
      <a:dk1>
        <a:srgbClr val="000000"/>
      </a:dk1>
      <a:lt1>
        <a:srgbClr val="FFFFFF"/>
      </a:lt1>
      <a:dk2>
        <a:srgbClr val="275837"/>
      </a:dk2>
      <a:lt2>
        <a:srgbClr val="DEE5E1"/>
      </a:lt2>
      <a:accent1>
        <a:srgbClr val="F092CD"/>
      </a:accent1>
      <a:accent2>
        <a:srgbClr val="FFB612"/>
      </a:accent2>
      <a:accent3>
        <a:srgbClr val="8EC9E7"/>
      </a:accent3>
      <a:accent4>
        <a:srgbClr val="75D1B5"/>
      </a:accent4>
      <a:accent5>
        <a:srgbClr val="94700A"/>
      </a:accent5>
      <a:accent6>
        <a:srgbClr val="A90061"/>
      </a:accent6>
      <a:hlink>
        <a:srgbClr val="275837"/>
      </a:hlink>
      <a:folHlink>
        <a:srgbClr val="BDCDC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F7CF2878-7CD3-492D-8B18-E108F16E8BBD}"/>
    </a:ext>
  </a:extLst>
</a:theme>
</file>

<file path=ppt/theme/theme6.xml><?xml version="1.0" encoding="utf-8"?>
<a:theme xmlns:a="http://schemas.openxmlformats.org/drawingml/2006/main" name="Rijkshuisstijl Geel">
  <a:themeElements>
    <a:clrScheme name="Rijks Geel">
      <a:dk1>
        <a:srgbClr val="000000"/>
      </a:dk1>
      <a:lt1>
        <a:srgbClr val="FFFFFF"/>
      </a:lt1>
      <a:dk2>
        <a:srgbClr val="F9E11E"/>
      </a:dk2>
      <a:lt2>
        <a:srgbClr val="FEFBDC"/>
      </a:lt2>
      <a:accent1>
        <a:srgbClr val="94700A"/>
      </a:accent1>
      <a:accent2>
        <a:srgbClr val="00689A"/>
      </a:accent2>
      <a:accent3>
        <a:srgbClr val="42145F"/>
      </a:accent3>
      <a:accent4>
        <a:srgbClr val="38870D"/>
      </a:accent4>
      <a:accent5>
        <a:srgbClr val="777C00"/>
      </a:accent5>
      <a:accent6>
        <a:srgbClr val="A90061"/>
      </a:accent6>
      <a:hlink>
        <a:srgbClr val="94700A"/>
      </a:hlink>
      <a:folHlink>
        <a:srgbClr val="DFD4B4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D2AB6F90-4E2D-4ECF-A50A-E5DC9AAF3E07}"/>
    </a:ext>
  </a:extLst>
</a:theme>
</file>

<file path=ppt/theme/theme7.xml><?xml version="1.0" encoding="utf-8"?>
<a:theme xmlns:a="http://schemas.openxmlformats.org/drawingml/2006/main" name="Rijkshuisstijl Groen">
  <a:themeElements>
    <a:clrScheme name="Rijks Groen">
      <a:dk1>
        <a:srgbClr val="000000"/>
      </a:dk1>
      <a:lt1>
        <a:srgbClr val="FFFFFF"/>
      </a:lt1>
      <a:dk2>
        <a:srgbClr val="38870D"/>
      </a:dk2>
      <a:lt2>
        <a:srgbClr val="E0EDDB"/>
      </a:lt2>
      <a:accent1>
        <a:srgbClr val="F9E11E"/>
      </a:accent1>
      <a:accent2>
        <a:srgbClr val="663227"/>
      </a:accent2>
      <a:accent3>
        <a:srgbClr val="FFB612"/>
      </a:accent3>
      <a:accent4>
        <a:srgbClr val="275837"/>
      </a:accent4>
      <a:accent5>
        <a:srgbClr val="00689A"/>
      </a:accent5>
      <a:accent6>
        <a:srgbClr val="42145F"/>
      </a:accent6>
      <a:hlink>
        <a:srgbClr val="38870D"/>
      </a:hlink>
      <a:folHlink>
        <a:srgbClr val="E0EDDB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EC02DB9-FFDE-44F1-BC78-A77252E8F2FB}"/>
    </a:ext>
  </a:extLst>
</a:theme>
</file>

<file path=ppt/theme/theme8.xml><?xml version="1.0" encoding="utf-8"?>
<a:theme xmlns:a="http://schemas.openxmlformats.org/drawingml/2006/main" name="Rijkshuisstijl Hemelblauw">
  <a:themeElements>
    <a:clrScheme name="Aangepast 3">
      <a:dk1>
        <a:srgbClr val="000000"/>
      </a:dk1>
      <a:lt1>
        <a:srgbClr val="FFFFFF"/>
      </a:lt1>
      <a:dk2>
        <a:srgbClr val="007BC7"/>
      </a:dk2>
      <a:lt2>
        <a:srgbClr val="D9EBF6"/>
      </a:lt2>
      <a:accent1>
        <a:srgbClr val="42145F"/>
      </a:accent1>
      <a:accent2>
        <a:srgbClr val="38870D"/>
      </a:accent2>
      <a:accent3>
        <a:srgbClr val="00689A"/>
      </a:accent3>
      <a:accent4>
        <a:srgbClr val="F9E11E"/>
      </a:accent4>
      <a:accent5>
        <a:srgbClr val="275837"/>
      </a:accent5>
      <a:accent6>
        <a:srgbClr val="94700A"/>
      </a:accent6>
      <a:hlink>
        <a:srgbClr val="017BC6"/>
      </a:hlink>
      <a:folHlink>
        <a:srgbClr val="B2D6E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7EF8BB1F-16D7-477D-82D4-B4B75F0A769E}"/>
    </a:ext>
  </a:extLst>
</a:theme>
</file>

<file path=ppt/theme/theme9.xml><?xml version="1.0" encoding="utf-8"?>
<a:theme xmlns:a="http://schemas.openxmlformats.org/drawingml/2006/main" name="Rijkshuisstijl Lichtblauw">
  <a:themeElements>
    <a:clrScheme name="Rijks Licht Blauw">
      <a:dk1>
        <a:srgbClr val="000000"/>
      </a:dk1>
      <a:lt1>
        <a:srgbClr val="FFFFFF"/>
      </a:lt1>
      <a:dk2>
        <a:srgbClr val="8EC9E7"/>
      </a:dk2>
      <a:lt2>
        <a:srgbClr val="EDF7FB"/>
      </a:lt2>
      <a:accent1>
        <a:srgbClr val="017BC6"/>
      </a:accent1>
      <a:accent2>
        <a:srgbClr val="FFB612"/>
      </a:accent2>
      <a:accent3>
        <a:srgbClr val="42145F"/>
      </a:accent3>
      <a:accent4>
        <a:srgbClr val="00689A"/>
      </a:accent4>
      <a:accent5>
        <a:srgbClr val="663227"/>
      </a:accent5>
      <a:accent6>
        <a:srgbClr val="38870D"/>
      </a:accent6>
      <a:hlink>
        <a:srgbClr val="017BC6"/>
      </a:hlink>
      <a:folHlink>
        <a:srgbClr val="B2D6E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59975D1E-7E09-42F2-A4D3-54712B2092B6}"/>
    </a:ext>
  </a:extLst>
</a:theme>
</file>

<file path=ppt/theme/theme10.xml><?xml version="1.0" encoding="utf-8"?>
<a:theme xmlns:a="http://schemas.openxmlformats.org/drawingml/2006/main" name="Rijkshuisstijl Mintgroen">
  <a:themeElements>
    <a:clrScheme name="Rijks Mintgroen">
      <a:dk1>
        <a:srgbClr val="000000"/>
      </a:dk1>
      <a:lt1>
        <a:srgbClr val="FFFFFF"/>
      </a:lt1>
      <a:dk2>
        <a:srgbClr val="75D1B5"/>
      </a:dk2>
      <a:lt2>
        <a:srgbClr val="D6F1E8"/>
      </a:lt2>
      <a:accent1>
        <a:srgbClr val="38870D"/>
      </a:accent1>
      <a:accent2>
        <a:srgbClr val="F9E11E"/>
      </a:accent2>
      <a:accent3>
        <a:srgbClr val="42145F"/>
      </a:accent3>
      <a:accent4>
        <a:srgbClr val="00689A"/>
      </a:accent4>
      <a:accent5>
        <a:srgbClr val="663227"/>
      </a:accent5>
      <a:accent6>
        <a:srgbClr val="A90061"/>
      </a:accent6>
      <a:hlink>
        <a:srgbClr val="38870D"/>
      </a:hlink>
      <a:folHlink>
        <a:srgbClr val="E0EDDB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88F348BF-961C-432D-8943-053223C08343}"/>
    </a:ext>
  </a:extLst>
</a:theme>
</file>

<file path=ppt/theme/theme11.xml><?xml version="1.0" encoding="utf-8"?>
<a:theme xmlns:a="http://schemas.openxmlformats.org/drawingml/2006/main" name="Rijkshuisstijl Mosgroen">
  <a:themeElements>
    <a:clrScheme name="Rijks Mosgroen">
      <a:dk1>
        <a:srgbClr val="000000"/>
      </a:dk1>
      <a:lt1>
        <a:srgbClr val="FFFFFF"/>
      </a:lt1>
      <a:dk2>
        <a:srgbClr val="777C00"/>
      </a:dk2>
      <a:lt2>
        <a:srgbClr val="EAEBD8"/>
      </a:lt2>
      <a:accent1>
        <a:srgbClr val="F9E11E"/>
      </a:accent1>
      <a:accent2>
        <a:srgbClr val="42145F"/>
      </a:accent2>
      <a:accent3>
        <a:srgbClr val="38870D"/>
      </a:accent3>
      <a:accent4>
        <a:srgbClr val="017BC6"/>
      </a:accent4>
      <a:accent5>
        <a:srgbClr val="75D1B5"/>
      </a:accent5>
      <a:accent6>
        <a:srgbClr val="8EC9E7"/>
      </a:accent6>
      <a:hlink>
        <a:srgbClr val="777C00"/>
      </a:hlink>
      <a:folHlink>
        <a:srgbClr val="D6D6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EE1EDDF9-44DD-4242-A804-C220E358788C}"/>
    </a:ext>
  </a:extLst>
</a:theme>
</file>

<file path=ppt/theme/theme12.xml><?xml version="1.0" encoding="utf-8"?>
<a:theme xmlns:a="http://schemas.openxmlformats.org/drawingml/2006/main" name="Rijkshuisstijl Violet">
  <a:themeElements>
    <a:clrScheme name="Rijks Oranje">
      <a:dk1>
        <a:srgbClr val="000000"/>
      </a:dk1>
      <a:lt1>
        <a:srgbClr val="FFFFFF"/>
      </a:lt1>
      <a:dk2>
        <a:srgbClr val="E17000"/>
      </a:dk2>
      <a:lt2>
        <a:srgbClr val="FBE9D8"/>
      </a:lt2>
      <a:accent1>
        <a:srgbClr val="777C00"/>
      </a:accent1>
      <a:accent2>
        <a:srgbClr val="42145F"/>
      </a:accent2>
      <a:accent3>
        <a:srgbClr val="00689A"/>
      </a:accent3>
      <a:accent4>
        <a:srgbClr val="663227"/>
      </a:accent4>
      <a:accent5>
        <a:srgbClr val="38870D"/>
      </a:accent5>
      <a:accent6>
        <a:srgbClr val="FFB612"/>
      </a:accent6>
      <a:hlink>
        <a:srgbClr val="E17000"/>
      </a:hlink>
      <a:folHlink>
        <a:srgbClr val="F6D4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7466FC9E-56E5-49A4-B1C8-66A152A584CE}"/>
    </a:ext>
  </a:extLst>
</a:theme>
</file>

<file path=ppt/theme/theme13.xml><?xml version="1.0" encoding="utf-8"?>
<a:theme xmlns:a="http://schemas.openxmlformats.org/drawingml/2006/main" name="Rijkshuisstijl Paars">
  <a:themeElements>
    <a:clrScheme name="Rijks Paars">
      <a:dk1>
        <a:srgbClr val="000000"/>
      </a:dk1>
      <a:lt1>
        <a:srgbClr val="FFFFFF"/>
      </a:lt1>
      <a:dk2>
        <a:srgbClr val="42145F"/>
      </a:dk2>
      <a:lt2>
        <a:srgbClr val="E2DBE6"/>
      </a:lt2>
      <a:accent1>
        <a:srgbClr val="E17000"/>
      </a:accent1>
      <a:accent2>
        <a:srgbClr val="777C00"/>
      </a:accent2>
      <a:accent3>
        <a:srgbClr val="FFB612"/>
      </a:accent3>
      <a:accent4>
        <a:srgbClr val="94700A"/>
      </a:accent4>
      <a:accent5>
        <a:srgbClr val="F9E11E"/>
      </a:accent5>
      <a:accent6>
        <a:srgbClr val="38870D"/>
      </a:accent6>
      <a:hlink>
        <a:srgbClr val="42145F"/>
      </a:hlink>
      <a:folHlink>
        <a:srgbClr val="C6B7C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D3D20115-AE46-4A9D-B5CB-DB5BD7727E54}"/>
    </a:ext>
  </a:extLst>
</a:theme>
</file>

<file path=ppt/theme/theme14.xml><?xml version="1.0" encoding="utf-8"?>
<a:theme xmlns:a="http://schemas.openxmlformats.org/drawingml/2006/main" name="Rijkshuisstijl Bruin">
  <a:themeElements>
    <a:clrScheme name="Rijks Bruin 1">
      <a:dk1>
        <a:srgbClr val="000000"/>
      </a:dk1>
      <a:lt1>
        <a:srgbClr val="FFFFFF"/>
      </a:lt1>
      <a:dk2>
        <a:srgbClr val="94700A"/>
      </a:dk2>
      <a:lt2>
        <a:srgbClr val="EFEADA"/>
      </a:lt2>
      <a:accent1>
        <a:srgbClr val="42145F"/>
      </a:accent1>
      <a:accent2>
        <a:srgbClr val="F9E11E"/>
      </a:accent2>
      <a:accent3>
        <a:srgbClr val="38870D"/>
      </a:accent3>
      <a:accent4>
        <a:srgbClr val="D52A1C"/>
      </a:accent4>
      <a:accent5>
        <a:srgbClr val="017BC6"/>
      </a:accent5>
      <a:accent6>
        <a:srgbClr val="E17000"/>
      </a:accent6>
      <a:hlink>
        <a:srgbClr val="94700A"/>
      </a:hlink>
      <a:folHlink>
        <a:srgbClr val="DFD4B4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B2ADCE66-0746-4298-9DB5-8E18C787113E}"/>
    </a:ext>
  </a:extLst>
</a:theme>
</file>

<file path=ppt/theme/theme15.xml><?xml version="1.0" encoding="utf-8"?>
<a:theme xmlns:a="http://schemas.openxmlformats.org/drawingml/2006/main" name="Rijkshuisstijl Donkerblauw">
  <a:themeElements>
    <a:clrScheme name="Rijks Donkerblauw">
      <a:dk1>
        <a:srgbClr val="000000"/>
      </a:dk1>
      <a:lt1>
        <a:srgbClr val="FFFFFF"/>
      </a:lt1>
      <a:dk2>
        <a:srgbClr val="00689A"/>
      </a:dk2>
      <a:lt2>
        <a:srgbClr val="E4EFF9"/>
      </a:lt2>
      <a:accent1>
        <a:srgbClr val="F092CD"/>
      </a:accent1>
      <a:accent2>
        <a:srgbClr val="F9E11E"/>
      </a:accent2>
      <a:accent3>
        <a:srgbClr val="FFB612"/>
      </a:accent3>
      <a:accent4>
        <a:srgbClr val="017BC6"/>
      </a:accent4>
      <a:accent5>
        <a:srgbClr val="75D1B5"/>
      </a:accent5>
      <a:accent6>
        <a:srgbClr val="E17000"/>
      </a:accent6>
      <a:hlink>
        <a:srgbClr val="00689A"/>
      </a:hlink>
      <a:folHlink>
        <a:srgbClr val="CCDFF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FE370F1-35D5-49F6-BFFE-A85E947D0953}"/>
    </a:ext>
  </a:extLst>
</a:theme>
</file>

<file path=ppt/theme/theme16.xml><?xml version="1.0" encoding="utf-8"?>
<a:theme xmlns:a="http://schemas.openxmlformats.org/drawingml/2006/main" name="Rijkshuisstijl Donkerbruin">
  <a:themeElements>
    <a:clrScheme name="Rijks Donker Bruin">
      <a:dk1>
        <a:srgbClr val="000000"/>
      </a:dk1>
      <a:lt1>
        <a:srgbClr val="FFFFFF"/>
      </a:lt1>
      <a:dk2>
        <a:srgbClr val="663227"/>
      </a:dk2>
      <a:lt2>
        <a:srgbClr val="E7E1DE"/>
      </a:lt2>
      <a:accent1>
        <a:srgbClr val="A90061"/>
      </a:accent1>
      <a:accent2>
        <a:srgbClr val="D52A1C"/>
      </a:accent2>
      <a:accent3>
        <a:srgbClr val="FFB612"/>
      </a:accent3>
      <a:accent4>
        <a:srgbClr val="017BC6"/>
      </a:accent4>
      <a:accent5>
        <a:srgbClr val="38870D"/>
      </a:accent5>
      <a:accent6>
        <a:srgbClr val="F9E11E"/>
      </a:accent6>
      <a:hlink>
        <a:srgbClr val="663227"/>
      </a:hlink>
      <a:folHlink>
        <a:srgbClr val="D1C1BD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C74E47B7-AC63-4102-B7DC-C232DC71E0E6}"/>
    </a:ext>
  </a:extLst>
</a:theme>
</file>

<file path=ppt/theme/theme17.xml><?xml version="1.0" encoding="utf-8"?>
<a:theme xmlns:a="http://schemas.openxmlformats.org/drawingml/2006/main" name="1_Rijkshuisstijl Violet">
  <a:themeElements>
    <a:clrScheme name="Rijks Violet">
      <a:dk1>
        <a:srgbClr val="000000"/>
      </a:dk1>
      <a:lt1>
        <a:srgbClr val="FFFFFF"/>
      </a:lt1>
      <a:dk2>
        <a:srgbClr val="A90061"/>
      </a:dk2>
      <a:lt2>
        <a:srgbClr val="F6E5EF"/>
      </a:lt2>
      <a:accent1>
        <a:srgbClr val="42145F"/>
      </a:accent1>
      <a:accent2>
        <a:srgbClr val="F092CD"/>
      </a:accent2>
      <a:accent3>
        <a:srgbClr val="FFB612"/>
      </a:accent3>
      <a:accent4>
        <a:srgbClr val="8FCAE7"/>
      </a:accent4>
      <a:accent5>
        <a:srgbClr val="F9E11E"/>
      </a:accent5>
      <a:accent6>
        <a:srgbClr val="76D2B6"/>
      </a:accent6>
      <a:hlink>
        <a:srgbClr val="A90061"/>
      </a:hlink>
      <a:folHlink>
        <a:srgbClr val="E5B2CF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DC5AE76-CE47-4EDD-95EA-78AC8B5181CA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Create a new document." ma:contentTypeScope="" ma:versionID="effc07ace0fcf8677aec4e10b418a421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2091f1753b81093572801f98791e46d9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38F64D2-2B5E-4D9C-9DC6-1B6F569A0C44}"/>
</file>

<file path=customXml/itemProps2.xml><?xml version="1.0" encoding="utf-8"?>
<ds:datastoreItem xmlns:ds="http://schemas.openxmlformats.org/officeDocument/2006/customXml" ds:itemID="{E376FBEC-1957-4C46-A89B-25E582A3476C}"/>
</file>

<file path=customXml/itemProps3.xml><?xml version="1.0" encoding="utf-8"?>
<ds:datastoreItem xmlns:ds="http://schemas.openxmlformats.org/officeDocument/2006/customXml" ds:itemID="{11C1DCD4-477E-459A-9440-88F829C36B94}"/>
</file>

<file path=docProps/app.xml><?xml version="1.0" encoding="utf-8"?>
<Properties xmlns="http://schemas.openxmlformats.org/officeDocument/2006/extended-properties" xmlns:vt="http://schemas.openxmlformats.org/officeDocument/2006/docPropsVTypes">
  <Template>PPT huisstijl thema</Template>
  <TotalTime>9791</TotalTime>
  <Words>1239</Words>
  <Application>Microsoft Office PowerPoint</Application>
  <PresentationFormat>Widescreen</PresentationFormat>
  <Paragraphs>237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16</vt:i4>
      </vt:variant>
    </vt:vector>
  </HeadingPairs>
  <TitlesOfParts>
    <vt:vector size="38" baseType="lpstr">
      <vt:lpstr>Arial</vt:lpstr>
      <vt:lpstr>Calibri</vt:lpstr>
      <vt:lpstr>Symbol</vt:lpstr>
      <vt:lpstr>Verdana</vt:lpstr>
      <vt:lpstr>Wingdings</vt:lpstr>
      <vt:lpstr>PPT huisstijl thema</vt:lpstr>
      <vt:lpstr>Rijkshuisstijl Rood</vt:lpstr>
      <vt:lpstr>Rijkshuisstijl Roze</vt:lpstr>
      <vt:lpstr>Rijkshuisstijl Donkergeel</vt:lpstr>
      <vt:lpstr>Rijkshuisstijl Donkergroen</vt:lpstr>
      <vt:lpstr>Rijkshuisstijl Geel</vt:lpstr>
      <vt:lpstr>Rijkshuisstijl Groen</vt:lpstr>
      <vt:lpstr>Rijkshuisstijl Hemelblauw</vt:lpstr>
      <vt:lpstr>Rijkshuisstijl Lichtblauw</vt:lpstr>
      <vt:lpstr>Rijkshuisstijl Mintgroen</vt:lpstr>
      <vt:lpstr>Rijkshuisstijl Mosgroen</vt:lpstr>
      <vt:lpstr>Rijkshuisstijl Violet</vt:lpstr>
      <vt:lpstr>Rijkshuisstijl Paars</vt:lpstr>
      <vt:lpstr>Rijkshuisstijl Bruin</vt:lpstr>
      <vt:lpstr>Rijkshuisstijl Donkerblauw</vt:lpstr>
      <vt:lpstr>Rijkshuisstijl Donkerbruin</vt:lpstr>
      <vt:lpstr>1_Rijkshuisstijl Violet</vt:lpstr>
      <vt:lpstr>Overcoming challenges in vitamin A intake modelling</vt:lpstr>
      <vt:lpstr>Disclosures</vt:lpstr>
      <vt:lpstr>Vitamin A</vt:lpstr>
      <vt:lpstr>Vitamin A sources</vt:lpstr>
      <vt:lpstr>Interest in habitual vitamin A intake</vt:lpstr>
      <vt:lpstr>Use of 1-part model to model vitamin A intakes</vt:lpstr>
      <vt:lpstr>Extreme vitamin A intakes</vt:lpstr>
      <vt:lpstr>Objectives</vt:lpstr>
      <vt:lpstr>Focus: adult men within DNFCS 2012-2016</vt:lpstr>
      <vt:lpstr>Possible solution – multipart model</vt:lpstr>
      <vt:lpstr>Possible solution – multipart model</vt:lpstr>
      <vt:lpstr>Check: Residuals of the model</vt:lpstr>
      <vt:lpstr>Other checks</vt:lpstr>
      <vt:lpstr>Effect on outcomes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Marjolein de Jong</dc:creator>
  <cp:lastModifiedBy>Marjolein de Jong</cp:lastModifiedBy>
  <cp:revision>110</cp:revision>
  <dcterms:created xsi:type="dcterms:W3CDTF">2022-02-09T10:34:35Z</dcterms:created>
  <dcterms:modified xsi:type="dcterms:W3CDTF">2025-04-16T10:43:31Z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